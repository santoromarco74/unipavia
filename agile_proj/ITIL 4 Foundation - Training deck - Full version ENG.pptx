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4.xml" ContentType="application/vnd.openxmlformats-officedocument.theme+xml"/>
  <Override PartName="/ppt/tags/tag5.xml" ContentType="application/vnd.openxmlformats-officedocument.presentationml.tags+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5.xml" ContentType="application/vnd.openxmlformats-officedocument.theme+xml"/>
  <Override PartName="/ppt/tags/tag6.xml" ContentType="application/vnd.openxmlformats-officedocument.presentationml.tags+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6.xml" ContentType="application/vnd.openxmlformats-officedocument.theme+xml"/>
  <Override PartName="/ppt/tags/tag7.xml" ContentType="application/vnd.openxmlformats-officedocument.presentationml.tags+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8.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6" r:id="rId4"/>
    <p:sldMasterId id="2147483749" r:id="rId5"/>
    <p:sldMasterId id="2147483762" r:id="rId6"/>
    <p:sldMasterId id="2147483776" r:id="rId7"/>
    <p:sldMasterId id="2147483791" r:id="rId8"/>
    <p:sldMasterId id="2147483807" r:id="rId9"/>
  </p:sldMasterIdLst>
  <p:notesMasterIdLst>
    <p:notesMasterId r:id="rId71"/>
  </p:notesMasterIdLst>
  <p:handoutMasterIdLst>
    <p:handoutMasterId r:id="rId72"/>
  </p:handoutMasterIdLst>
  <p:sldIdLst>
    <p:sldId id="8009" r:id="rId10"/>
    <p:sldId id="7821" r:id="rId11"/>
    <p:sldId id="7820" r:id="rId12"/>
    <p:sldId id="7804" r:id="rId13"/>
    <p:sldId id="7826" r:id="rId14"/>
    <p:sldId id="7806" r:id="rId15"/>
    <p:sldId id="7808" r:id="rId16"/>
    <p:sldId id="7809" r:id="rId17"/>
    <p:sldId id="7812" r:id="rId18"/>
    <p:sldId id="7813" r:id="rId19"/>
    <p:sldId id="7814" r:id="rId20"/>
    <p:sldId id="7815" r:id="rId21"/>
    <p:sldId id="7879" r:id="rId22"/>
    <p:sldId id="7870" r:id="rId23"/>
    <p:sldId id="8012" r:id="rId24"/>
    <p:sldId id="7831" r:id="rId25"/>
    <p:sldId id="7841" r:id="rId26"/>
    <p:sldId id="7853" r:id="rId27"/>
    <p:sldId id="7842" r:id="rId28"/>
    <p:sldId id="7847" r:id="rId29"/>
    <p:sldId id="7846" r:id="rId30"/>
    <p:sldId id="7860" r:id="rId31"/>
    <p:sldId id="7861" r:id="rId32"/>
    <p:sldId id="7863" r:id="rId33"/>
    <p:sldId id="7864" r:id="rId34"/>
    <p:sldId id="7885" r:id="rId35"/>
    <p:sldId id="7886" r:id="rId36"/>
    <p:sldId id="8013" r:id="rId37"/>
    <p:sldId id="7997" r:id="rId38"/>
    <p:sldId id="7890" r:id="rId39"/>
    <p:sldId id="7891" r:id="rId40"/>
    <p:sldId id="7855" r:id="rId41"/>
    <p:sldId id="7856" r:id="rId42"/>
    <p:sldId id="7857" r:id="rId43"/>
    <p:sldId id="7858" r:id="rId44"/>
    <p:sldId id="7839" r:id="rId45"/>
    <p:sldId id="7892" r:id="rId46"/>
    <p:sldId id="7840" r:id="rId47"/>
    <p:sldId id="7893" r:id="rId48"/>
    <p:sldId id="7894" r:id="rId49"/>
    <p:sldId id="7895" r:id="rId50"/>
    <p:sldId id="8010" r:id="rId51"/>
    <p:sldId id="7833" r:id="rId52"/>
    <p:sldId id="7959" r:id="rId53"/>
    <p:sldId id="7960" r:id="rId54"/>
    <p:sldId id="7962" r:id="rId55"/>
    <p:sldId id="7843" r:id="rId56"/>
    <p:sldId id="7883" r:id="rId57"/>
    <p:sldId id="7963" r:id="rId58"/>
    <p:sldId id="7964" r:id="rId59"/>
    <p:sldId id="7965" r:id="rId60"/>
    <p:sldId id="7881" r:id="rId61"/>
    <p:sldId id="7884" r:id="rId62"/>
    <p:sldId id="7966" r:id="rId63"/>
    <p:sldId id="7967" r:id="rId64"/>
    <p:sldId id="7865" r:id="rId65"/>
    <p:sldId id="7867" r:id="rId66"/>
    <p:sldId id="7859" r:id="rId67"/>
    <p:sldId id="7969" r:id="rId68"/>
    <p:sldId id="7971" r:id="rId69"/>
    <p:sldId id="7972" r:id="rId70"/>
  </p:sldIdLst>
  <p:sldSz cx="9144000" cy="5143500" type="screen16x9"/>
  <p:notesSz cx="6858000" cy="9144000"/>
  <p:custShowLst>
    <p:custShow name="Presentazione personalizzata 1" id="0">
      <p:sldLst/>
    </p:custShow>
  </p:custShowLst>
  <p:defaultText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hapter 1" id="{15C8D0F6-9B94-4FBF-A27F-478575828B70}">
          <p14:sldIdLst>
            <p14:sldId id="8009"/>
            <p14:sldId id="7821"/>
            <p14:sldId id="7820"/>
            <p14:sldId id="7804"/>
            <p14:sldId id="7826"/>
            <p14:sldId id="7806"/>
            <p14:sldId id="7808"/>
            <p14:sldId id="7809"/>
            <p14:sldId id="7812"/>
            <p14:sldId id="7813"/>
            <p14:sldId id="7814"/>
            <p14:sldId id="7815"/>
            <p14:sldId id="7879"/>
            <p14:sldId id="7870"/>
          </p14:sldIdLst>
        </p14:section>
        <p14:section name="Chapter 2" id="{8D7A1A15-0620-4B68-A9B2-278650C63936}">
          <p14:sldIdLst>
            <p14:sldId id="8012"/>
            <p14:sldId id="7831"/>
            <p14:sldId id="7841"/>
            <p14:sldId id="7853"/>
            <p14:sldId id="7842"/>
            <p14:sldId id="7847"/>
            <p14:sldId id="7846"/>
            <p14:sldId id="7860"/>
            <p14:sldId id="7861"/>
            <p14:sldId id="7863"/>
            <p14:sldId id="7864"/>
            <p14:sldId id="7885"/>
            <p14:sldId id="7886"/>
          </p14:sldIdLst>
        </p14:section>
        <p14:section name="Chapter 3" id="{D43CFA26-0963-4368-A3FC-953771DD18D2}">
          <p14:sldIdLst>
            <p14:sldId id="8013"/>
            <p14:sldId id="7997"/>
            <p14:sldId id="7890"/>
            <p14:sldId id="7891"/>
            <p14:sldId id="7855"/>
            <p14:sldId id="7856"/>
            <p14:sldId id="7857"/>
            <p14:sldId id="7858"/>
            <p14:sldId id="7839"/>
            <p14:sldId id="7892"/>
            <p14:sldId id="7840"/>
            <p14:sldId id="7893"/>
            <p14:sldId id="7894"/>
            <p14:sldId id="7895"/>
          </p14:sldIdLst>
        </p14:section>
        <p14:section name="Chapter 4" id="{89A99B6D-F064-42C5-9F13-90B88CF8C1B4}">
          <p14:sldIdLst>
            <p14:sldId id="8010"/>
            <p14:sldId id="7833"/>
            <p14:sldId id="7959"/>
            <p14:sldId id="7960"/>
            <p14:sldId id="7962"/>
            <p14:sldId id="7843"/>
            <p14:sldId id="7883"/>
            <p14:sldId id="7963"/>
            <p14:sldId id="7964"/>
            <p14:sldId id="7965"/>
            <p14:sldId id="7881"/>
            <p14:sldId id="7884"/>
            <p14:sldId id="7966"/>
            <p14:sldId id="7967"/>
            <p14:sldId id="7865"/>
            <p14:sldId id="7867"/>
            <p14:sldId id="7859"/>
            <p14:sldId id="7969"/>
            <p14:sldId id="7971"/>
            <p14:sldId id="7972"/>
          </p14:sldIdLst>
        </p14:section>
      </p14:sectionLst>
    </p:ext>
    <p:ext uri="{EFAFB233-063F-42B5-8137-9DF3F51BA10A}">
      <p15:sldGuideLst xmlns:p15="http://schemas.microsoft.com/office/powerpoint/2012/main">
        <p15:guide id="1" orient="horz" pos="1597" userDrawn="1">
          <p15:clr>
            <a:srgbClr val="A4A3A4"/>
          </p15:clr>
        </p15:guide>
        <p15:guide id="2" pos="2857"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llegrini, Mattia (Bip)" initials="PM(" lastIdx="2" clrIdx="0">
    <p:extLst>
      <p:ext uri="{19B8F6BF-5375-455C-9EA6-DF929625EA0E}">
        <p15:presenceInfo xmlns:p15="http://schemas.microsoft.com/office/powerpoint/2012/main" userId="S::mattia.pellegrini@mail-bip.com::c03e0a15-b871-426c-bb2c-7c438983d25f" providerId="AD"/>
      </p:ext>
    </p:extLst>
  </p:cmAuthor>
  <p:cmAuthor id="2" name="Ricciuti, Giulio (Bip)" initials="RG(" lastIdx="1" clrIdx="1">
    <p:extLst>
      <p:ext uri="{19B8F6BF-5375-455C-9EA6-DF929625EA0E}">
        <p15:presenceInfo xmlns:p15="http://schemas.microsoft.com/office/powerpoint/2012/main" userId="S::giulio.ricciuti@mail-bip.com::fef05fe6-2399-49a2-a438-297769bf70e3" providerId="AD"/>
      </p:ext>
    </p:extLst>
  </p:cmAuthor>
  <p:cmAuthor id="3" name="Guzzon, Marco (Bip)" initials="GM(" lastIdx="1" clrIdx="2">
    <p:extLst>
      <p:ext uri="{19B8F6BF-5375-455C-9EA6-DF929625EA0E}">
        <p15:presenceInfo xmlns:p15="http://schemas.microsoft.com/office/powerpoint/2012/main" userId="S::marco.guzzon@mail-bip.com::e18045b7-cda1-469d-849d-abd8b753e72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6D306D"/>
    <a:srgbClr val="43729B"/>
    <a:srgbClr val="A37A9D"/>
    <a:srgbClr val="BFBFBF"/>
    <a:srgbClr val="6A97BE"/>
    <a:srgbClr val="F2F2F2"/>
    <a:srgbClr val="0C2340"/>
    <a:srgbClr val="1D559B"/>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643672-A189-4AFA-9FDE-7DCEED8B30D5}" v="75" dt="2021-11-26T17:35:50.007"/>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B1032C-EA38-4F05-BA0D-38AFFFC7BED3}" styleName="Stile chiaro 3 - Colore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8D230F3-CF80-4859-8CE7-A43EE81993B5}" styleName="Stile chiaro 1 - Colore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D7AC3CCA-C797-4891-BE02-D94E43425B78}" styleName="Stile medio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B4B98B0-60AC-42C2-AFA5-B58CD77FA1E5}" styleName="Stile chiaro 1 - Colore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essuno stile, griglia tabel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Stile chi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Nessuno stile, nessuna grigli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D083AE6-46FA-4A59-8FB0-9F97EB10719F}" styleName="Stile chiaro 3 - Colore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72" y="276"/>
      </p:cViewPr>
      <p:guideLst>
        <p:guide orient="horz" pos="1597"/>
        <p:guide pos="2857"/>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7.xml"/><Relationship Id="rId21" Type="http://schemas.openxmlformats.org/officeDocument/2006/relationships/slide" Target="slides/slide12.xml"/><Relationship Id="rId42" Type="http://schemas.openxmlformats.org/officeDocument/2006/relationships/slide" Target="slides/slide33.xml"/><Relationship Id="rId47" Type="http://schemas.openxmlformats.org/officeDocument/2006/relationships/slide" Target="slides/slide38.xml"/><Relationship Id="rId63" Type="http://schemas.openxmlformats.org/officeDocument/2006/relationships/slide" Target="slides/slide54.xml"/><Relationship Id="rId68" Type="http://schemas.openxmlformats.org/officeDocument/2006/relationships/slide" Target="slides/slide59.xml"/><Relationship Id="rId16" Type="http://schemas.openxmlformats.org/officeDocument/2006/relationships/slide" Target="slides/slide7.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slide" Target="slides/slide44.xml"/><Relationship Id="rId58" Type="http://schemas.openxmlformats.org/officeDocument/2006/relationships/slide" Target="slides/slide49.xml"/><Relationship Id="rId66" Type="http://schemas.openxmlformats.org/officeDocument/2006/relationships/slide" Target="slides/slide57.xml"/><Relationship Id="rId74" Type="http://schemas.openxmlformats.org/officeDocument/2006/relationships/presProps" Target="presProps.xml"/><Relationship Id="rId79" Type="http://schemas.microsoft.com/office/2015/10/relationships/revisionInfo" Target="revisionInfo.xml"/><Relationship Id="rId5" Type="http://schemas.openxmlformats.org/officeDocument/2006/relationships/slideMaster" Target="slideMasters/slideMaster2.xml"/><Relationship Id="rId61" Type="http://schemas.openxmlformats.org/officeDocument/2006/relationships/slide" Target="slides/slide52.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slide" Target="slides/slide47.xml"/><Relationship Id="rId64" Type="http://schemas.openxmlformats.org/officeDocument/2006/relationships/slide" Target="slides/slide55.xml"/><Relationship Id="rId69" Type="http://schemas.openxmlformats.org/officeDocument/2006/relationships/slide" Target="slides/slide60.xml"/><Relationship Id="rId77" Type="http://schemas.openxmlformats.org/officeDocument/2006/relationships/tableStyles" Target="tableStyles.xml"/><Relationship Id="rId8" Type="http://schemas.openxmlformats.org/officeDocument/2006/relationships/slideMaster" Target="slideMasters/slideMaster5.xml"/><Relationship Id="rId51" Type="http://schemas.openxmlformats.org/officeDocument/2006/relationships/slide" Target="slides/slide42.xml"/><Relationship Id="rId72"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slide" Target="slides/slide50.xml"/><Relationship Id="rId67" Type="http://schemas.openxmlformats.org/officeDocument/2006/relationships/slide" Target="slides/slide58.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slide" Target="slides/slide45.xml"/><Relationship Id="rId62" Type="http://schemas.openxmlformats.org/officeDocument/2006/relationships/slide" Target="slides/slide53.xml"/><Relationship Id="rId70" Type="http://schemas.openxmlformats.org/officeDocument/2006/relationships/slide" Target="slides/slide61.xml"/><Relationship Id="rId75"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slide" Target="slides/slide48.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slide" Target="slides/slide51.xml"/><Relationship Id="rId65" Type="http://schemas.openxmlformats.org/officeDocument/2006/relationships/slide" Target="slides/slide56.xml"/><Relationship Id="rId73" Type="http://schemas.openxmlformats.org/officeDocument/2006/relationships/commentAuthors" Target="commentAuthors.xml"/><Relationship Id="rId78"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slide" Target="slides/slide46.xml"/><Relationship Id="rId76" Type="http://schemas.openxmlformats.org/officeDocument/2006/relationships/theme" Target="theme/theme1.xml"/><Relationship Id="rId7" Type="http://schemas.openxmlformats.org/officeDocument/2006/relationships/slideMaster" Target="slideMasters/slideMaster4.xml"/><Relationship Id="rId71" Type="http://schemas.openxmlformats.org/officeDocument/2006/relationships/notesMaster" Target="notesMasters/notesMaster1.xml"/><Relationship Id="rId2" Type="http://schemas.openxmlformats.org/officeDocument/2006/relationships/customXml" Target="../customXml/item2.xml"/><Relationship Id="rId29" Type="http://schemas.openxmlformats.org/officeDocument/2006/relationships/slide" Target="slides/slide2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llegrini, Mattia (Bip)" userId="c03e0a15-b871-426c-bb2c-7c438983d25f" providerId="ADAL" clId="{36237741-D187-4FBC-8183-903D77802C5A}"/>
    <pc:docChg chg="undo redo custSel modSld">
      <pc:chgData name="Pellegrini, Mattia (Bip)" userId="c03e0a15-b871-426c-bb2c-7c438983d25f" providerId="ADAL" clId="{36237741-D187-4FBC-8183-903D77802C5A}" dt="2021-11-12T13:28:11.144" v="75" actId="20577"/>
      <pc:docMkLst>
        <pc:docMk/>
      </pc:docMkLst>
      <pc:sldChg chg="modNotesTx">
        <pc:chgData name="Pellegrini, Mattia (Bip)" userId="c03e0a15-b871-426c-bb2c-7c438983d25f" providerId="ADAL" clId="{36237741-D187-4FBC-8183-903D77802C5A}" dt="2021-11-12T13:14:11.800" v="22" actId="20577"/>
        <pc:sldMkLst>
          <pc:docMk/>
          <pc:sldMk cId="2542968553" sldId="7831"/>
        </pc:sldMkLst>
      </pc:sldChg>
      <pc:sldChg chg="modNotesTx">
        <pc:chgData name="Pellegrini, Mattia (Bip)" userId="c03e0a15-b871-426c-bb2c-7c438983d25f" providerId="ADAL" clId="{36237741-D187-4FBC-8183-903D77802C5A}" dt="2021-11-12T13:18:07.760" v="26" actId="20577"/>
        <pc:sldMkLst>
          <pc:docMk/>
          <pc:sldMk cId="980001021" sldId="7841"/>
        </pc:sldMkLst>
      </pc:sldChg>
      <pc:sldChg chg="modNotesTx">
        <pc:chgData name="Pellegrini, Mattia (Bip)" userId="c03e0a15-b871-426c-bb2c-7c438983d25f" providerId="ADAL" clId="{36237741-D187-4FBC-8183-903D77802C5A}" dt="2021-11-12T13:28:11.144" v="75" actId="20577"/>
        <pc:sldMkLst>
          <pc:docMk/>
          <pc:sldMk cId="2963943398" sldId="7847"/>
        </pc:sldMkLst>
      </pc:sldChg>
      <pc:sldChg chg="modNotesTx">
        <pc:chgData name="Pellegrini, Mattia (Bip)" userId="c03e0a15-b871-426c-bb2c-7c438983d25f" providerId="ADAL" clId="{36237741-D187-4FBC-8183-903D77802C5A}" dt="2021-11-12T13:25:22.971" v="35" actId="20577"/>
        <pc:sldMkLst>
          <pc:docMk/>
          <pc:sldMk cId="3463970211" sldId="7853"/>
        </pc:sldMkLst>
      </pc:sldChg>
    </pc:docChg>
  </pc:docChgLst>
  <pc:docChgLst>
    <pc:chgData name="Guzzon, Marco (Bip)" userId="e18045b7-cda1-469d-849d-abd8b753e72e" providerId="ADAL" clId="{96605286-E3AE-4554-8D33-1C9E769A1B94}"/>
    <pc:docChg chg="undo redo custSel addSld delSld modSld modSection">
      <pc:chgData name="Guzzon, Marco (Bip)" userId="e18045b7-cda1-469d-849d-abd8b753e72e" providerId="ADAL" clId="{96605286-E3AE-4554-8D33-1C9E769A1B94}" dt="2021-11-12T17:46:39.275" v="1030" actId="47"/>
      <pc:docMkLst>
        <pc:docMk/>
      </pc:docMkLst>
      <pc:sldChg chg="modNotesTx">
        <pc:chgData name="Guzzon, Marco (Bip)" userId="e18045b7-cda1-469d-849d-abd8b753e72e" providerId="ADAL" clId="{96605286-E3AE-4554-8D33-1C9E769A1B94}" dt="2021-11-12T15:51:07.308" v="788" actId="20577"/>
        <pc:sldMkLst>
          <pc:docMk/>
          <pc:sldMk cId="1640256852" sldId="7799"/>
        </pc:sldMkLst>
      </pc:sldChg>
      <pc:sldChg chg="add del modNotes modNotesTx">
        <pc:chgData name="Guzzon, Marco (Bip)" userId="e18045b7-cda1-469d-849d-abd8b753e72e" providerId="ADAL" clId="{96605286-E3AE-4554-8D33-1C9E769A1B94}" dt="2021-11-12T16:25:57.592" v="849" actId="27636"/>
        <pc:sldMkLst>
          <pc:docMk/>
          <pc:sldMk cId="707708005" sldId="7800"/>
        </pc:sldMkLst>
      </pc:sldChg>
      <pc:sldChg chg="modNotesTx">
        <pc:chgData name="Guzzon, Marco (Bip)" userId="e18045b7-cda1-469d-849d-abd8b753e72e" providerId="ADAL" clId="{96605286-E3AE-4554-8D33-1C9E769A1B94}" dt="2021-11-11T16:41:18.348" v="321" actId="313"/>
        <pc:sldMkLst>
          <pc:docMk/>
          <pc:sldMk cId="3759629151" sldId="7801"/>
        </pc:sldMkLst>
      </pc:sldChg>
      <pc:sldChg chg="modNotesTx">
        <pc:chgData name="Guzzon, Marco (Bip)" userId="e18045b7-cda1-469d-849d-abd8b753e72e" providerId="ADAL" clId="{96605286-E3AE-4554-8D33-1C9E769A1B94}" dt="2021-11-12T16:13:32.483" v="817" actId="113"/>
        <pc:sldMkLst>
          <pc:docMk/>
          <pc:sldMk cId="1081628381" sldId="7804"/>
        </pc:sldMkLst>
      </pc:sldChg>
      <pc:sldChg chg="modNotesTx">
        <pc:chgData name="Guzzon, Marco (Bip)" userId="e18045b7-cda1-469d-849d-abd8b753e72e" providerId="ADAL" clId="{96605286-E3AE-4554-8D33-1C9E769A1B94}" dt="2021-11-12T16:19:12.424" v="822" actId="113"/>
        <pc:sldMkLst>
          <pc:docMk/>
          <pc:sldMk cId="3978819143" sldId="7806"/>
        </pc:sldMkLst>
      </pc:sldChg>
      <pc:sldChg chg="modNotesTx">
        <pc:chgData name="Guzzon, Marco (Bip)" userId="e18045b7-cda1-469d-849d-abd8b753e72e" providerId="ADAL" clId="{96605286-E3AE-4554-8D33-1C9E769A1B94}" dt="2021-11-12T16:19:28.247" v="824" actId="113"/>
        <pc:sldMkLst>
          <pc:docMk/>
          <pc:sldMk cId="1572763985" sldId="7808"/>
        </pc:sldMkLst>
      </pc:sldChg>
      <pc:sldChg chg="modNotesTx">
        <pc:chgData name="Guzzon, Marco (Bip)" userId="e18045b7-cda1-469d-849d-abd8b753e72e" providerId="ADAL" clId="{96605286-E3AE-4554-8D33-1C9E769A1B94}" dt="2021-11-12T16:25:27.183" v="845" actId="20577"/>
        <pc:sldMkLst>
          <pc:docMk/>
          <pc:sldMk cId="2730680429" sldId="7809"/>
        </pc:sldMkLst>
      </pc:sldChg>
      <pc:sldChg chg="modNotesTx">
        <pc:chgData name="Guzzon, Marco (Bip)" userId="e18045b7-cda1-469d-849d-abd8b753e72e" providerId="ADAL" clId="{96605286-E3AE-4554-8D33-1C9E769A1B94}" dt="2021-11-12T16:26:31.011" v="850" actId="33524"/>
        <pc:sldMkLst>
          <pc:docMk/>
          <pc:sldMk cId="3878465673" sldId="7812"/>
        </pc:sldMkLst>
      </pc:sldChg>
      <pc:sldChg chg="modSp mod modNotesTx">
        <pc:chgData name="Guzzon, Marco (Bip)" userId="e18045b7-cda1-469d-849d-abd8b753e72e" providerId="ADAL" clId="{96605286-E3AE-4554-8D33-1C9E769A1B94}" dt="2021-11-12T16:38:14.069" v="862" actId="113"/>
        <pc:sldMkLst>
          <pc:docMk/>
          <pc:sldMk cId="890392431" sldId="7814"/>
        </pc:sldMkLst>
        <pc:spChg chg="mod">
          <ac:chgData name="Guzzon, Marco (Bip)" userId="e18045b7-cda1-469d-849d-abd8b753e72e" providerId="ADAL" clId="{96605286-E3AE-4554-8D33-1C9E769A1B94}" dt="2021-11-11T17:21:57.658" v="514" actId="313"/>
          <ac:spMkLst>
            <pc:docMk/>
            <pc:sldMk cId="890392431" sldId="7814"/>
            <ac:spMk id="26" creationId="{929A166D-CDCD-418E-B9F8-3437F62B6876}"/>
          </ac:spMkLst>
        </pc:spChg>
      </pc:sldChg>
      <pc:sldChg chg="modNotesTx">
        <pc:chgData name="Guzzon, Marco (Bip)" userId="e18045b7-cda1-469d-849d-abd8b753e72e" providerId="ADAL" clId="{96605286-E3AE-4554-8D33-1C9E769A1B94}" dt="2021-11-12T16:49:07.764" v="890" actId="113"/>
        <pc:sldMkLst>
          <pc:docMk/>
          <pc:sldMk cId="1934072898" sldId="7815"/>
        </pc:sldMkLst>
      </pc:sldChg>
      <pc:sldChg chg="modNotes modNotesTx">
        <pc:chgData name="Guzzon, Marco (Bip)" userId="e18045b7-cda1-469d-849d-abd8b753e72e" providerId="ADAL" clId="{96605286-E3AE-4554-8D33-1C9E769A1B94}" dt="2021-11-12T15:58:11.350" v="797" actId="20577"/>
        <pc:sldMkLst>
          <pc:docMk/>
          <pc:sldMk cId="3262897032" sldId="7820"/>
        </pc:sldMkLst>
      </pc:sldChg>
      <pc:sldChg chg="modNotesTx">
        <pc:chgData name="Guzzon, Marco (Bip)" userId="e18045b7-cda1-469d-849d-abd8b753e72e" providerId="ADAL" clId="{96605286-E3AE-4554-8D33-1C9E769A1B94}" dt="2021-11-12T12:04:34.246" v="629" actId="20577"/>
        <pc:sldMkLst>
          <pc:docMk/>
          <pc:sldMk cId="1916825167" sldId="7821"/>
        </pc:sldMkLst>
      </pc:sldChg>
      <pc:sldChg chg="modNotesTx">
        <pc:chgData name="Guzzon, Marco (Bip)" userId="e18045b7-cda1-469d-849d-abd8b753e72e" providerId="ADAL" clId="{96605286-E3AE-4554-8D33-1C9E769A1B94}" dt="2021-11-12T16:13:07.537" v="814" actId="113"/>
        <pc:sldMkLst>
          <pc:docMk/>
          <pc:sldMk cId="2383481673" sldId="7826"/>
        </pc:sldMkLst>
      </pc:sldChg>
      <pc:sldChg chg="modNotesTx">
        <pc:chgData name="Guzzon, Marco (Bip)" userId="e18045b7-cda1-469d-849d-abd8b753e72e" providerId="ADAL" clId="{96605286-E3AE-4554-8D33-1C9E769A1B94}" dt="2021-11-11T16:42:57.183" v="333" actId="313"/>
        <pc:sldMkLst>
          <pc:docMk/>
          <pc:sldMk cId="2542968553" sldId="7831"/>
        </pc:sldMkLst>
      </pc:sldChg>
      <pc:sldChg chg="modNotesTx">
        <pc:chgData name="Guzzon, Marco (Bip)" userId="e18045b7-cda1-469d-849d-abd8b753e72e" providerId="ADAL" clId="{96605286-E3AE-4554-8D33-1C9E769A1B94}" dt="2021-11-12T17:27:05.028" v="1023" actId="313"/>
        <pc:sldMkLst>
          <pc:docMk/>
          <pc:sldMk cId="2998421142" sldId="7833"/>
        </pc:sldMkLst>
      </pc:sldChg>
      <pc:sldChg chg="modNotesTx">
        <pc:chgData name="Guzzon, Marco (Bip)" userId="e18045b7-cda1-469d-849d-abd8b753e72e" providerId="ADAL" clId="{96605286-E3AE-4554-8D33-1C9E769A1B94}" dt="2021-11-12T15:48:34.532" v="771" actId="20577"/>
        <pc:sldMkLst>
          <pc:docMk/>
          <pc:sldMk cId="3501969037" sldId="7837"/>
        </pc:sldMkLst>
      </pc:sldChg>
      <pc:sldChg chg="modSp mod modNotesTx">
        <pc:chgData name="Guzzon, Marco (Bip)" userId="e18045b7-cda1-469d-849d-abd8b753e72e" providerId="ADAL" clId="{96605286-E3AE-4554-8D33-1C9E769A1B94}" dt="2021-11-11T16:44:42.190" v="373" actId="313"/>
        <pc:sldMkLst>
          <pc:docMk/>
          <pc:sldMk cId="3911241142" sldId="7839"/>
        </pc:sldMkLst>
        <pc:spChg chg="mod">
          <ac:chgData name="Guzzon, Marco (Bip)" userId="e18045b7-cda1-469d-849d-abd8b753e72e" providerId="ADAL" clId="{96605286-E3AE-4554-8D33-1C9E769A1B94}" dt="2021-11-11T16:44:42.190" v="373" actId="313"/>
          <ac:spMkLst>
            <pc:docMk/>
            <pc:sldMk cId="3911241142" sldId="7839"/>
            <ac:spMk id="79" creationId="{5F671327-9C51-40AB-A0B4-9237E7D3461B}"/>
          </ac:spMkLst>
        </pc:spChg>
      </pc:sldChg>
      <pc:sldChg chg="modSp mod">
        <pc:chgData name="Guzzon, Marco (Bip)" userId="e18045b7-cda1-469d-849d-abd8b753e72e" providerId="ADAL" clId="{96605286-E3AE-4554-8D33-1C9E769A1B94}" dt="2021-11-11T17:22:21.445" v="524" actId="313"/>
        <pc:sldMkLst>
          <pc:docMk/>
          <pc:sldMk cId="2162410602" sldId="7840"/>
        </pc:sldMkLst>
        <pc:spChg chg="mod">
          <ac:chgData name="Guzzon, Marco (Bip)" userId="e18045b7-cda1-469d-849d-abd8b753e72e" providerId="ADAL" clId="{96605286-E3AE-4554-8D33-1C9E769A1B94}" dt="2021-11-11T17:22:21.445" v="524" actId="313"/>
          <ac:spMkLst>
            <pc:docMk/>
            <pc:sldMk cId="2162410602" sldId="7840"/>
            <ac:spMk id="105" creationId="{52BF83D0-F0EC-4DBB-982B-280126B608F8}"/>
          </ac:spMkLst>
        </pc:spChg>
      </pc:sldChg>
      <pc:sldChg chg="modNotesTx">
        <pc:chgData name="Guzzon, Marco (Bip)" userId="e18045b7-cda1-469d-849d-abd8b753e72e" providerId="ADAL" clId="{96605286-E3AE-4554-8D33-1C9E769A1B94}" dt="2021-11-12T17:26:59.228" v="1012" actId="313"/>
        <pc:sldMkLst>
          <pc:docMk/>
          <pc:sldMk cId="980001021" sldId="7841"/>
        </pc:sldMkLst>
      </pc:sldChg>
      <pc:sldChg chg="modNotesTx">
        <pc:chgData name="Guzzon, Marco (Bip)" userId="e18045b7-cda1-469d-849d-abd8b753e72e" providerId="ADAL" clId="{96605286-E3AE-4554-8D33-1C9E769A1B94}" dt="2021-11-11T15:46:25.702" v="62" actId="20577"/>
        <pc:sldMkLst>
          <pc:docMk/>
          <pc:sldMk cId="1557592483" sldId="7842"/>
        </pc:sldMkLst>
      </pc:sldChg>
      <pc:sldChg chg="modNotesTx">
        <pc:chgData name="Guzzon, Marco (Bip)" userId="e18045b7-cda1-469d-849d-abd8b753e72e" providerId="ADAL" clId="{96605286-E3AE-4554-8D33-1C9E769A1B94}" dt="2021-11-12T17:14:53.946" v="989" actId="6549"/>
        <pc:sldMkLst>
          <pc:docMk/>
          <pc:sldMk cId="3078264844" sldId="7843"/>
        </pc:sldMkLst>
      </pc:sldChg>
      <pc:sldChg chg="modSp mod modNotesTx">
        <pc:chgData name="Guzzon, Marco (Bip)" userId="e18045b7-cda1-469d-849d-abd8b753e72e" providerId="ADAL" clId="{96605286-E3AE-4554-8D33-1C9E769A1B94}" dt="2021-11-12T16:53:49.066" v="894" actId="20577"/>
        <pc:sldMkLst>
          <pc:docMk/>
          <pc:sldMk cId="3838438578" sldId="7846"/>
        </pc:sldMkLst>
        <pc:spChg chg="mod">
          <ac:chgData name="Guzzon, Marco (Bip)" userId="e18045b7-cda1-469d-849d-abd8b753e72e" providerId="ADAL" clId="{96605286-E3AE-4554-8D33-1C9E769A1B94}" dt="2021-11-11T16:45:30.972" v="396" actId="313"/>
          <ac:spMkLst>
            <pc:docMk/>
            <pc:sldMk cId="3838438578" sldId="7846"/>
            <ac:spMk id="3" creationId="{B3577AFE-1DC8-4B16-911D-2DA23C6EFA01}"/>
          </ac:spMkLst>
        </pc:spChg>
      </pc:sldChg>
      <pc:sldChg chg="modSp mod modNotesTx">
        <pc:chgData name="Guzzon, Marco (Bip)" userId="e18045b7-cda1-469d-849d-abd8b753e72e" providerId="ADAL" clId="{96605286-E3AE-4554-8D33-1C9E769A1B94}" dt="2021-11-11T16:47:25.047" v="404" actId="313"/>
        <pc:sldMkLst>
          <pc:docMk/>
          <pc:sldMk cId="2963943398" sldId="7847"/>
        </pc:sldMkLst>
        <pc:spChg chg="mod">
          <ac:chgData name="Guzzon, Marco (Bip)" userId="e18045b7-cda1-469d-849d-abd8b753e72e" providerId="ADAL" clId="{96605286-E3AE-4554-8D33-1C9E769A1B94}" dt="2021-11-11T16:45:39.413" v="402" actId="313"/>
          <ac:spMkLst>
            <pc:docMk/>
            <pc:sldMk cId="2963943398" sldId="7847"/>
            <ac:spMk id="3" creationId="{B3577AFE-1DC8-4B16-911D-2DA23C6EFA01}"/>
          </ac:spMkLst>
        </pc:spChg>
      </pc:sldChg>
      <pc:sldChg chg="modSp mod modNotesTx">
        <pc:chgData name="Guzzon, Marco (Bip)" userId="e18045b7-cda1-469d-849d-abd8b753e72e" providerId="ADAL" clId="{96605286-E3AE-4554-8D33-1C9E769A1B94}" dt="2021-11-12T16:54:21.809" v="895" actId="6549"/>
        <pc:sldMkLst>
          <pc:docMk/>
          <pc:sldMk cId="2971977722" sldId="7852"/>
        </pc:sldMkLst>
        <pc:spChg chg="mod">
          <ac:chgData name="Guzzon, Marco (Bip)" userId="e18045b7-cda1-469d-849d-abd8b753e72e" providerId="ADAL" clId="{96605286-E3AE-4554-8D33-1C9E769A1B94}" dt="2021-11-11T16:45:31.983" v="398" actId="313"/>
          <ac:spMkLst>
            <pc:docMk/>
            <pc:sldMk cId="2971977722" sldId="7852"/>
            <ac:spMk id="3" creationId="{B3577AFE-1DC8-4B16-911D-2DA23C6EFA01}"/>
          </ac:spMkLst>
        </pc:spChg>
      </pc:sldChg>
      <pc:sldChg chg="modNotesTx">
        <pc:chgData name="Guzzon, Marco (Bip)" userId="e18045b7-cda1-469d-849d-abd8b753e72e" providerId="ADAL" clId="{96605286-E3AE-4554-8D33-1C9E769A1B94}" dt="2021-11-11T16:43:19.388" v="336" actId="313"/>
        <pc:sldMkLst>
          <pc:docMk/>
          <pc:sldMk cId="3463970211" sldId="7853"/>
        </pc:sldMkLst>
      </pc:sldChg>
      <pc:sldChg chg="modSp mod modNotesTx">
        <pc:chgData name="Guzzon, Marco (Bip)" userId="e18045b7-cda1-469d-849d-abd8b753e72e" providerId="ADAL" clId="{96605286-E3AE-4554-8D33-1C9E769A1B94}" dt="2021-11-12T17:01:04.110" v="901" actId="115"/>
        <pc:sldMkLst>
          <pc:docMk/>
          <pc:sldMk cId="82028933" sldId="7855"/>
        </pc:sldMkLst>
        <pc:spChg chg="mod">
          <ac:chgData name="Guzzon, Marco (Bip)" userId="e18045b7-cda1-469d-849d-abd8b753e72e" providerId="ADAL" clId="{96605286-E3AE-4554-8D33-1C9E769A1B94}" dt="2021-11-11T16:44:47.895" v="377" actId="313"/>
          <ac:spMkLst>
            <pc:docMk/>
            <pc:sldMk cId="82028933" sldId="7855"/>
            <ac:spMk id="37" creationId="{678D31B3-22FB-4DD5-9D4D-5FCFD2CDED41}"/>
          </ac:spMkLst>
        </pc:spChg>
      </pc:sldChg>
      <pc:sldChg chg="modNotesTx">
        <pc:chgData name="Guzzon, Marco (Bip)" userId="e18045b7-cda1-469d-849d-abd8b753e72e" providerId="ADAL" clId="{96605286-E3AE-4554-8D33-1C9E769A1B94}" dt="2021-11-12T17:27:03.682" v="1021" actId="313"/>
        <pc:sldMkLst>
          <pc:docMk/>
          <pc:sldMk cId="1410779960" sldId="7856"/>
        </pc:sldMkLst>
      </pc:sldChg>
      <pc:sldChg chg="modSp mod modNotesTx">
        <pc:chgData name="Guzzon, Marco (Bip)" userId="e18045b7-cda1-469d-849d-abd8b753e72e" providerId="ADAL" clId="{96605286-E3AE-4554-8D33-1C9E769A1B94}" dt="2021-11-11T16:47:33.138" v="409" actId="313"/>
        <pc:sldMkLst>
          <pc:docMk/>
          <pc:sldMk cId="3021774766" sldId="7857"/>
        </pc:sldMkLst>
        <pc:spChg chg="mod">
          <ac:chgData name="Guzzon, Marco (Bip)" userId="e18045b7-cda1-469d-849d-abd8b753e72e" providerId="ADAL" clId="{96605286-E3AE-4554-8D33-1C9E769A1B94}" dt="2021-11-11T16:44:47.324" v="376" actId="313"/>
          <ac:spMkLst>
            <pc:docMk/>
            <pc:sldMk cId="3021774766" sldId="7857"/>
            <ac:spMk id="24" creationId="{A79FB978-9212-47D2-8C71-2291EC2664B8}"/>
          </ac:spMkLst>
        </pc:spChg>
      </pc:sldChg>
      <pc:sldChg chg="modNotesTx">
        <pc:chgData name="Guzzon, Marco (Bip)" userId="e18045b7-cda1-469d-849d-abd8b753e72e" providerId="ADAL" clId="{96605286-E3AE-4554-8D33-1C9E769A1B94}" dt="2021-11-12T17:05:36.213" v="952" actId="20577"/>
        <pc:sldMkLst>
          <pc:docMk/>
          <pc:sldMk cId="1481002202" sldId="7858"/>
        </pc:sldMkLst>
      </pc:sldChg>
      <pc:sldChg chg="modNotesTx">
        <pc:chgData name="Guzzon, Marco (Bip)" userId="e18045b7-cda1-469d-849d-abd8b753e72e" providerId="ADAL" clId="{96605286-E3AE-4554-8D33-1C9E769A1B94}" dt="2021-11-12T17:24:58.367" v="1009" actId="113"/>
        <pc:sldMkLst>
          <pc:docMk/>
          <pc:sldMk cId="1181402697" sldId="7859"/>
        </pc:sldMkLst>
      </pc:sldChg>
      <pc:sldChg chg="modSp mod">
        <pc:chgData name="Guzzon, Marco (Bip)" userId="e18045b7-cda1-469d-849d-abd8b753e72e" providerId="ADAL" clId="{96605286-E3AE-4554-8D33-1C9E769A1B94}" dt="2021-11-11T16:45:31.520" v="397" actId="313"/>
        <pc:sldMkLst>
          <pc:docMk/>
          <pc:sldMk cId="20836968" sldId="7860"/>
        </pc:sldMkLst>
        <pc:spChg chg="mod">
          <ac:chgData name="Guzzon, Marco (Bip)" userId="e18045b7-cda1-469d-849d-abd8b753e72e" providerId="ADAL" clId="{96605286-E3AE-4554-8D33-1C9E769A1B94}" dt="2021-11-11T16:45:31.520" v="397" actId="313"/>
          <ac:spMkLst>
            <pc:docMk/>
            <pc:sldMk cId="20836968" sldId="7860"/>
            <ac:spMk id="3" creationId="{B3577AFE-1DC8-4B16-911D-2DA23C6EFA01}"/>
          </ac:spMkLst>
        </pc:spChg>
      </pc:sldChg>
      <pc:sldChg chg="modSp mod modNotesTx">
        <pc:chgData name="Guzzon, Marco (Bip)" userId="e18045b7-cda1-469d-849d-abd8b753e72e" providerId="ADAL" clId="{96605286-E3AE-4554-8D33-1C9E769A1B94}" dt="2021-11-11T16:45:32.637" v="399" actId="313"/>
        <pc:sldMkLst>
          <pc:docMk/>
          <pc:sldMk cId="1540564645" sldId="7861"/>
        </pc:sldMkLst>
        <pc:spChg chg="mod">
          <ac:chgData name="Guzzon, Marco (Bip)" userId="e18045b7-cda1-469d-849d-abd8b753e72e" providerId="ADAL" clId="{96605286-E3AE-4554-8D33-1C9E769A1B94}" dt="2021-11-11T16:45:32.637" v="399" actId="313"/>
          <ac:spMkLst>
            <pc:docMk/>
            <pc:sldMk cId="1540564645" sldId="7861"/>
            <ac:spMk id="3" creationId="{B3577AFE-1DC8-4B16-911D-2DA23C6EFA01}"/>
          </ac:spMkLst>
        </pc:spChg>
      </pc:sldChg>
      <pc:sldChg chg="modSp mod modNotes modNotesTx">
        <pc:chgData name="Guzzon, Marco (Bip)" userId="e18045b7-cda1-469d-849d-abd8b753e72e" providerId="ADAL" clId="{96605286-E3AE-4554-8D33-1C9E769A1B94}" dt="2021-11-11T16:45:33.201" v="400" actId="313"/>
        <pc:sldMkLst>
          <pc:docMk/>
          <pc:sldMk cId="388727020" sldId="7863"/>
        </pc:sldMkLst>
        <pc:spChg chg="mod">
          <ac:chgData name="Guzzon, Marco (Bip)" userId="e18045b7-cda1-469d-849d-abd8b753e72e" providerId="ADAL" clId="{96605286-E3AE-4554-8D33-1C9E769A1B94}" dt="2021-11-11T16:45:33.201" v="400" actId="313"/>
          <ac:spMkLst>
            <pc:docMk/>
            <pc:sldMk cId="388727020" sldId="7863"/>
            <ac:spMk id="3" creationId="{B3577AFE-1DC8-4B16-911D-2DA23C6EFA01}"/>
          </ac:spMkLst>
        </pc:spChg>
      </pc:sldChg>
      <pc:sldChg chg="modSp mod modNotes modNotesTx">
        <pc:chgData name="Guzzon, Marco (Bip)" userId="e18045b7-cda1-469d-849d-abd8b753e72e" providerId="ADAL" clId="{96605286-E3AE-4554-8D33-1C9E769A1B94}" dt="2021-11-12T17:26:59.881" v="1013" actId="313"/>
        <pc:sldMkLst>
          <pc:docMk/>
          <pc:sldMk cId="1530538248" sldId="7864"/>
        </pc:sldMkLst>
        <pc:spChg chg="mod">
          <ac:chgData name="Guzzon, Marco (Bip)" userId="e18045b7-cda1-469d-849d-abd8b753e72e" providerId="ADAL" clId="{96605286-E3AE-4554-8D33-1C9E769A1B94}" dt="2021-11-11T16:45:37.144" v="401" actId="313"/>
          <ac:spMkLst>
            <pc:docMk/>
            <pc:sldMk cId="1530538248" sldId="7864"/>
            <ac:spMk id="3" creationId="{B3577AFE-1DC8-4B16-911D-2DA23C6EFA01}"/>
          </ac:spMkLst>
        </pc:spChg>
      </pc:sldChg>
      <pc:sldChg chg="modNotesTx">
        <pc:chgData name="Guzzon, Marco (Bip)" userId="e18045b7-cda1-469d-849d-abd8b753e72e" providerId="ADAL" clId="{96605286-E3AE-4554-8D33-1C9E769A1B94}" dt="2021-11-12T17:27:06.237" v="1025" actId="313"/>
        <pc:sldMkLst>
          <pc:docMk/>
          <pc:sldMk cId="2029786144" sldId="7865"/>
        </pc:sldMkLst>
      </pc:sldChg>
      <pc:sldChg chg="modNotesTx">
        <pc:chgData name="Guzzon, Marco (Bip)" userId="e18045b7-cda1-469d-849d-abd8b753e72e" providerId="ADAL" clId="{96605286-E3AE-4554-8D33-1C9E769A1B94}" dt="2021-11-12T17:23:37.039" v="1008" actId="113"/>
        <pc:sldMkLst>
          <pc:docMk/>
          <pc:sldMk cId="2139044136" sldId="7867"/>
        </pc:sldMkLst>
      </pc:sldChg>
      <pc:sldChg chg="modSp mod">
        <pc:chgData name="Guzzon, Marco (Bip)" userId="e18045b7-cda1-469d-849d-abd8b753e72e" providerId="ADAL" clId="{96605286-E3AE-4554-8D33-1C9E769A1B94}" dt="2021-11-11T17:21:18.685" v="508" actId="313"/>
        <pc:sldMkLst>
          <pc:docMk/>
          <pc:sldMk cId="299752435" sldId="7869"/>
        </pc:sldMkLst>
        <pc:spChg chg="mod">
          <ac:chgData name="Guzzon, Marco (Bip)" userId="e18045b7-cda1-469d-849d-abd8b753e72e" providerId="ADAL" clId="{96605286-E3AE-4554-8D33-1C9E769A1B94}" dt="2021-11-11T17:21:18.685" v="508" actId="313"/>
          <ac:spMkLst>
            <pc:docMk/>
            <pc:sldMk cId="299752435" sldId="7869"/>
            <ac:spMk id="5" creationId="{3E32B492-5448-4632-9EFE-43B709B3A3FB}"/>
          </ac:spMkLst>
        </pc:spChg>
      </pc:sldChg>
      <pc:sldChg chg="modNotesTx">
        <pc:chgData name="Guzzon, Marco (Bip)" userId="e18045b7-cda1-469d-849d-abd8b753e72e" providerId="ADAL" clId="{96605286-E3AE-4554-8D33-1C9E769A1B94}" dt="2021-11-12T17:18:26.172" v="994" actId="20577"/>
        <pc:sldMkLst>
          <pc:docMk/>
          <pc:sldMk cId="3764917333" sldId="7881"/>
        </pc:sldMkLst>
      </pc:sldChg>
      <pc:sldChg chg="modNotesTx">
        <pc:chgData name="Guzzon, Marco (Bip)" userId="e18045b7-cda1-469d-849d-abd8b753e72e" providerId="ADAL" clId="{96605286-E3AE-4554-8D33-1C9E769A1B94}" dt="2021-11-11T16:26:14.638" v="285" actId="113"/>
        <pc:sldMkLst>
          <pc:docMk/>
          <pc:sldMk cId="629546745" sldId="7883"/>
        </pc:sldMkLst>
      </pc:sldChg>
      <pc:sldChg chg="modNotes modNotesTx">
        <pc:chgData name="Guzzon, Marco (Bip)" userId="e18045b7-cda1-469d-849d-abd8b753e72e" providerId="ADAL" clId="{96605286-E3AE-4554-8D33-1C9E769A1B94}" dt="2021-11-12T17:19:21.952" v="995" actId="20577"/>
        <pc:sldMkLst>
          <pc:docMk/>
          <pc:sldMk cId="3893632980" sldId="7884"/>
        </pc:sldMkLst>
      </pc:sldChg>
      <pc:sldChg chg="modSp mod">
        <pc:chgData name="Guzzon, Marco (Bip)" userId="e18045b7-cda1-469d-849d-abd8b753e72e" providerId="ADAL" clId="{96605286-E3AE-4554-8D33-1C9E769A1B94}" dt="2021-11-11T16:45:03.582" v="390" actId="313"/>
        <pc:sldMkLst>
          <pc:docMk/>
          <pc:sldMk cId="2777316680" sldId="7885"/>
        </pc:sldMkLst>
        <pc:spChg chg="mod">
          <ac:chgData name="Guzzon, Marco (Bip)" userId="e18045b7-cda1-469d-849d-abd8b753e72e" providerId="ADAL" clId="{96605286-E3AE-4554-8D33-1C9E769A1B94}" dt="2021-11-11T16:45:03.582" v="390" actId="313"/>
          <ac:spMkLst>
            <pc:docMk/>
            <pc:sldMk cId="2777316680" sldId="7885"/>
            <ac:spMk id="3" creationId="{B3577AFE-1DC8-4B16-911D-2DA23C6EFA01}"/>
          </ac:spMkLst>
        </pc:spChg>
        <pc:spChg chg="mod">
          <ac:chgData name="Guzzon, Marco (Bip)" userId="e18045b7-cda1-469d-849d-abd8b753e72e" providerId="ADAL" clId="{96605286-E3AE-4554-8D33-1C9E769A1B94}" dt="2021-11-11T16:45:00.050" v="387" actId="313"/>
          <ac:spMkLst>
            <pc:docMk/>
            <pc:sldMk cId="2777316680" sldId="7885"/>
            <ac:spMk id="44" creationId="{02C0F018-F0A1-4BB5-93B4-8D2E800D4898}"/>
          </ac:spMkLst>
        </pc:spChg>
      </pc:sldChg>
      <pc:sldChg chg="modSp mod">
        <pc:chgData name="Guzzon, Marco (Bip)" userId="e18045b7-cda1-469d-849d-abd8b753e72e" providerId="ADAL" clId="{96605286-E3AE-4554-8D33-1C9E769A1B94}" dt="2021-11-11T16:44:59.164" v="386" actId="313"/>
        <pc:sldMkLst>
          <pc:docMk/>
          <pc:sldMk cId="1293635404" sldId="7886"/>
        </pc:sldMkLst>
        <pc:spChg chg="mod">
          <ac:chgData name="Guzzon, Marco (Bip)" userId="e18045b7-cda1-469d-849d-abd8b753e72e" providerId="ADAL" clId="{96605286-E3AE-4554-8D33-1C9E769A1B94}" dt="2021-11-11T16:44:59.164" v="386" actId="313"/>
          <ac:spMkLst>
            <pc:docMk/>
            <pc:sldMk cId="1293635404" sldId="7886"/>
            <ac:spMk id="3" creationId="{B3577AFE-1DC8-4B16-911D-2DA23C6EFA01}"/>
          </ac:spMkLst>
        </pc:spChg>
        <pc:spChg chg="mod">
          <ac:chgData name="Guzzon, Marco (Bip)" userId="e18045b7-cda1-469d-849d-abd8b753e72e" providerId="ADAL" clId="{96605286-E3AE-4554-8D33-1C9E769A1B94}" dt="2021-11-11T16:44:58.736" v="385" actId="313"/>
          <ac:spMkLst>
            <pc:docMk/>
            <pc:sldMk cId="1293635404" sldId="7886"/>
            <ac:spMk id="78" creationId="{8A3A1537-B6D4-4A2A-8E99-0A2B284292F9}"/>
          </ac:spMkLst>
        </pc:spChg>
      </pc:sldChg>
      <pc:sldChg chg="modNotes modNotesTx">
        <pc:chgData name="Guzzon, Marco (Bip)" userId="e18045b7-cda1-469d-849d-abd8b753e72e" providerId="ADAL" clId="{96605286-E3AE-4554-8D33-1C9E769A1B94}" dt="2021-11-12T17:27:01.742" v="1017" actId="313"/>
        <pc:sldMkLst>
          <pc:docMk/>
          <pc:sldMk cId="4104121564" sldId="7890"/>
        </pc:sldMkLst>
      </pc:sldChg>
      <pc:sldChg chg="modSp mod modNotesTx">
        <pc:chgData name="Guzzon, Marco (Bip)" userId="e18045b7-cda1-469d-849d-abd8b753e72e" providerId="ADAL" clId="{96605286-E3AE-4554-8D33-1C9E769A1B94}" dt="2021-11-11T16:47:31.032" v="407" actId="313"/>
        <pc:sldMkLst>
          <pc:docMk/>
          <pc:sldMk cId="4131431457" sldId="7891"/>
        </pc:sldMkLst>
        <pc:spChg chg="mod">
          <ac:chgData name="Guzzon, Marco (Bip)" userId="e18045b7-cda1-469d-849d-abd8b753e72e" providerId="ADAL" clId="{96605286-E3AE-4554-8D33-1C9E769A1B94}" dt="2021-11-11T16:44:52.143" v="380" actId="313"/>
          <ac:spMkLst>
            <pc:docMk/>
            <pc:sldMk cId="4131431457" sldId="7891"/>
            <ac:spMk id="17" creationId="{BB41E0D7-B4C8-4A01-B650-9778CD330683}"/>
          </ac:spMkLst>
        </pc:spChg>
      </pc:sldChg>
      <pc:sldChg chg="modNotesTx">
        <pc:chgData name="Guzzon, Marco (Bip)" userId="e18045b7-cda1-469d-849d-abd8b753e72e" providerId="ADAL" clId="{96605286-E3AE-4554-8D33-1C9E769A1B94}" dt="2021-11-11T16:13:15.203" v="225" actId="6549"/>
        <pc:sldMkLst>
          <pc:docMk/>
          <pc:sldMk cId="1629175367" sldId="7892"/>
        </pc:sldMkLst>
      </pc:sldChg>
      <pc:sldChg chg="modNotesTx">
        <pc:chgData name="Guzzon, Marco (Bip)" userId="e18045b7-cda1-469d-849d-abd8b753e72e" providerId="ADAL" clId="{96605286-E3AE-4554-8D33-1C9E769A1B94}" dt="2021-11-12T17:27:04.423" v="1022" actId="313"/>
        <pc:sldMkLst>
          <pc:docMk/>
          <pc:sldMk cId="770147354" sldId="7893"/>
        </pc:sldMkLst>
      </pc:sldChg>
      <pc:sldChg chg="modSp mod">
        <pc:chgData name="Guzzon, Marco (Bip)" userId="e18045b7-cda1-469d-849d-abd8b753e72e" providerId="ADAL" clId="{96605286-E3AE-4554-8D33-1C9E769A1B94}" dt="2021-11-11T16:44:39.182" v="372" actId="313"/>
        <pc:sldMkLst>
          <pc:docMk/>
          <pc:sldMk cId="2030650671" sldId="7894"/>
        </pc:sldMkLst>
        <pc:spChg chg="mod">
          <ac:chgData name="Guzzon, Marco (Bip)" userId="e18045b7-cda1-469d-849d-abd8b753e72e" providerId="ADAL" clId="{96605286-E3AE-4554-8D33-1C9E769A1B94}" dt="2021-11-11T16:44:39.182" v="372" actId="313"/>
          <ac:spMkLst>
            <pc:docMk/>
            <pc:sldMk cId="2030650671" sldId="7894"/>
            <ac:spMk id="65" creationId="{878EA7A7-5B7A-4717-99DB-E475DA6EB023}"/>
          </ac:spMkLst>
        </pc:spChg>
      </pc:sldChg>
      <pc:sldChg chg="modSp mod">
        <pc:chgData name="Guzzon, Marco (Bip)" userId="e18045b7-cda1-469d-849d-abd8b753e72e" providerId="ADAL" clId="{96605286-E3AE-4554-8D33-1C9E769A1B94}" dt="2021-11-11T17:21:37.798" v="509" actId="313"/>
        <pc:sldMkLst>
          <pc:docMk/>
          <pc:sldMk cId="1771785262" sldId="7905"/>
        </pc:sldMkLst>
        <pc:spChg chg="mod">
          <ac:chgData name="Guzzon, Marco (Bip)" userId="e18045b7-cda1-469d-849d-abd8b753e72e" providerId="ADAL" clId="{96605286-E3AE-4554-8D33-1C9E769A1B94}" dt="2021-11-11T17:21:37.798" v="509" actId="313"/>
          <ac:spMkLst>
            <pc:docMk/>
            <pc:sldMk cId="1771785262" sldId="7905"/>
            <ac:spMk id="45" creationId="{0AA15C6E-1C56-4CE3-866E-40D6F856D6AD}"/>
          </ac:spMkLst>
        </pc:spChg>
      </pc:sldChg>
      <pc:sldChg chg="modSp mod">
        <pc:chgData name="Guzzon, Marco (Bip)" userId="e18045b7-cda1-469d-849d-abd8b753e72e" providerId="ADAL" clId="{96605286-E3AE-4554-8D33-1C9E769A1B94}" dt="2021-11-11T17:21:41.866" v="510" actId="313"/>
        <pc:sldMkLst>
          <pc:docMk/>
          <pc:sldMk cId="3625767081" sldId="7910"/>
        </pc:sldMkLst>
        <pc:spChg chg="mod">
          <ac:chgData name="Guzzon, Marco (Bip)" userId="e18045b7-cda1-469d-849d-abd8b753e72e" providerId="ADAL" clId="{96605286-E3AE-4554-8D33-1C9E769A1B94}" dt="2021-11-11T17:21:41.866" v="510" actId="313"/>
          <ac:spMkLst>
            <pc:docMk/>
            <pc:sldMk cId="3625767081" sldId="7910"/>
            <ac:spMk id="45" creationId="{0AA15C6E-1C56-4CE3-866E-40D6F856D6AD}"/>
          </ac:spMkLst>
        </pc:spChg>
      </pc:sldChg>
      <pc:sldChg chg="modSp mod">
        <pc:chgData name="Guzzon, Marco (Bip)" userId="e18045b7-cda1-469d-849d-abd8b753e72e" providerId="ADAL" clId="{96605286-E3AE-4554-8D33-1C9E769A1B94}" dt="2021-11-11T17:22:42.035" v="546" actId="313"/>
        <pc:sldMkLst>
          <pc:docMk/>
          <pc:sldMk cId="2381137410" sldId="7917"/>
        </pc:sldMkLst>
        <pc:spChg chg="mod">
          <ac:chgData name="Guzzon, Marco (Bip)" userId="e18045b7-cda1-469d-849d-abd8b753e72e" providerId="ADAL" clId="{96605286-E3AE-4554-8D33-1C9E769A1B94}" dt="2021-11-11T17:22:42.035" v="546" actId="313"/>
          <ac:spMkLst>
            <pc:docMk/>
            <pc:sldMk cId="2381137410" sldId="7917"/>
            <ac:spMk id="45" creationId="{0AA15C6E-1C56-4CE3-866E-40D6F856D6AD}"/>
          </ac:spMkLst>
        </pc:spChg>
      </pc:sldChg>
      <pc:sldChg chg="modSp mod modNotes modNotesTx">
        <pc:chgData name="Guzzon, Marco (Bip)" userId="e18045b7-cda1-469d-849d-abd8b753e72e" providerId="ADAL" clId="{96605286-E3AE-4554-8D33-1C9E769A1B94}" dt="2021-11-12T17:36:28.977" v="1026" actId="27636"/>
        <pc:sldMkLst>
          <pc:docMk/>
          <pc:sldMk cId="1881210289" sldId="7959"/>
        </pc:sldMkLst>
        <pc:spChg chg="mod">
          <ac:chgData name="Guzzon, Marco (Bip)" userId="e18045b7-cda1-469d-849d-abd8b753e72e" providerId="ADAL" clId="{96605286-E3AE-4554-8D33-1C9E769A1B94}" dt="2021-11-11T16:44:32.450" v="369" actId="313"/>
          <ac:spMkLst>
            <pc:docMk/>
            <pc:sldMk cId="1881210289" sldId="7959"/>
            <ac:spMk id="7" creationId="{00CAC6E3-623B-4721-A548-A7F5663CB4DA}"/>
          </ac:spMkLst>
        </pc:spChg>
        <pc:spChg chg="mod">
          <ac:chgData name="Guzzon, Marco (Bip)" userId="e18045b7-cda1-469d-849d-abd8b753e72e" providerId="ADAL" clId="{96605286-E3AE-4554-8D33-1C9E769A1B94}" dt="2021-11-11T16:44:23.002" v="365" actId="313"/>
          <ac:spMkLst>
            <pc:docMk/>
            <pc:sldMk cId="1881210289" sldId="7959"/>
            <ac:spMk id="33" creationId="{1B30E94E-B10B-4F90-B0A9-898B39DB1388}"/>
          </ac:spMkLst>
        </pc:spChg>
        <pc:spChg chg="mod">
          <ac:chgData name="Guzzon, Marco (Bip)" userId="e18045b7-cda1-469d-849d-abd8b753e72e" providerId="ADAL" clId="{96605286-E3AE-4554-8D33-1C9E769A1B94}" dt="2021-11-11T16:44:22.122" v="364" actId="313"/>
          <ac:spMkLst>
            <pc:docMk/>
            <pc:sldMk cId="1881210289" sldId="7959"/>
            <ac:spMk id="37" creationId="{43D23A3C-5E0D-453A-8704-C1E52E71CC4A}"/>
          </ac:spMkLst>
        </pc:spChg>
      </pc:sldChg>
      <pc:sldChg chg="modNotesTx">
        <pc:chgData name="Guzzon, Marco (Bip)" userId="e18045b7-cda1-469d-849d-abd8b753e72e" providerId="ADAL" clId="{96605286-E3AE-4554-8D33-1C9E769A1B94}" dt="2021-11-12T17:10:44.449" v="968" actId="20577"/>
        <pc:sldMkLst>
          <pc:docMk/>
          <pc:sldMk cId="361463519" sldId="7960"/>
        </pc:sldMkLst>
      </pc:sldChg>
      <pc:sldChg chg="modNotesTx">
        <pc:chgData name="Guzzon, Marco (Bip)" userId="e18045b7-cda1-469d-849d-abd8b753e72e" providerId="ADAL" clId="{96605286-E3AE-4554-8D33-1C9E769A1B94}" dt="2021-11-11T16:16:05.636" v="253" actId="20577"/>
        <pc:sldMkLst>
          <pc:docMk/>
          <pc:sldMk cId="2756108745" sldId="7961"/>
        </pc:sldMkLst>
      </pc:sldChg>
      <pc:sldChg chg="modNotesTx">
        <pc:chgData name="Guzzon, Marco (Bip)" userId="e18045b7-cda1-469d-849d-abd8b753e72e" providerId="ADAL" clId="{96605286-E3AE-4554-8D33-1C9E769A1B94}" dt="2021-11-11T16:16:19.025" v="254"/>
        <pc:sldMkLst>
          <pc:docMk/>
          <pc:sldMk cId="3920648590" sldId="7962"/>
        </pc:sldMkLst>
      </pc:sldChg>
      <pc:sldChg chg="modNotesTx">
        <pc:chgData name="Guzzon, Marco (Bip)" userId="e18045b7-cda1-469d-849d-abd8b753e72e" providerId="ADAL" clId="{96605286-E3AE-4554-8D33-1C9E769A1B94}" dt="2021-11-12T17:16:37.940" v="991" actId="115"/>
        <pc:sldMkLst>
          <pc:docMk/>
          <pc:sldMk cId="4018193322" sldId="7963"/>
        </pc:sldMkLst>
      </pc:sldChg>
      <pc:sldChg chg="modNotesTx">
        <pc:chgData name="Guzzon, Marco (Bip)" userId="e18045b7-cda1-469d-849d-abd8b753e72e" providerId="ADAL" clId="{96605286-E3AE-4554-8D33-1C9E769A1B94}" dt="2021-11-11T16:28:43.155" v="317" actId="113"/>
        <pc:sldMkLst>
          <pc:docMk/>
          <pc:sldMk cId="1883908317" sldId="7964"/>
        </pc:sldMkLst>
      </pc:sldChg>
      <pc:sldChg chg="modNotesTx">
        <pc:chgData name="Guzzon, Marco (Bip)" userId="e18045b7-cda1-469d-849d-abd8b753e72e" providerId="ADAL" clId="{96605286-E3AE-4554-8D33-1C9E769A1B94}" dt="2021-11-11T16:28:47.468" v="318" actId="6549"/>
        <pc:sldMkLst>
          <pc:docMk/>
          <pc:sldMk cId="973623278" sldId="7965"/>
        </pc:sldMkLst>
      </pc:sldChg>
      <pc:sldChg chg="modNotesTx">
        <pc:chgData name="Guzzon, Marco (Bip)" userId="e18045b7-cda1-469d-849d-abd8b753e72e" providerId="ADAL" clId="{96605286-E3AE-4554-8D33-1C9E769A1B94}" dt="2021-11-12T17:20:12.723" v="997" actId="20577"/>
        <pc:sldMkLst>
          <pc:docMk/>
          <pc:sldMk cId="2676190402" sldId="7966"/>
        </pc:sldMkLst>
      </pc:sldChg>
      <pc:sldChg chg="modNotesTx">
        <pc:chgData name="Guzzon, Marco (Bip)" userId="e18045b7-cda1-469d-849d-abd8b753e72e" providerId="ADAL" clId="{96605286-E3AE-4554-8D33-1C9E769A1B94}" dt="2021-11-12T08:56:23.871" v="609" actId="20577"/>
        <pc:sldMkLst>
          <pc:docMk/>
          <pc:sldMk cId="3732148187" sldId="7967"/>
        </pc:sldMkLst>
      </pc:sldChg>
      <pc:sldChg chg="modNotes modNotesTx">
        <pc:chgData name="Guzzon, Marco (Bip)" userId="e18045b7-cda1-469d-849d-abd8b753e72e" providerId="ADAL" clId="{96605286-E3AE-4554-8D33-1C9E769A1B94}" dt="2021-11-12T17:25:45.447" v="1011" actId="113"/>
        <pc:sldMkLst>
          <pc:docMk/>
          <pc:sldMk cId="3931665160" sldId="7969"/>
        </pc:sldMkLst>
      </pc:sldChg>
      <pc:sldChg chg="modSp mod">
        <pc:chgData name="Guzzon, Marco (Bip)" userId="e18045b7-cda1-469d-849d-abd8b753e72e" providerId="ADAL" clId="{96605286-E3AE-4554-8D33-1C9E769A1B94}" dt="2021-11-11T17:22:56.742" v="550" actId="20577"/>
        <pc:sldMkLst>
          <pc:docMk/>
          <pc:sldMk cId="2595218084" sldId="7977"/>
        </pc:sldMkLst>
        <pc:spChg chg="mod">
          <ac:chgData name="Guzzon, Marco (Bip)" userId="e18045b7-cda1-469d-849d-abd8b753e72e" providerId="ADAL" clId="{96605286-E3AE-4554-8D33-1C9E769A1B94}" dt="2021-11-11T17:22:56.742" v="550" actId="20577"/>
          <ac:spMkLst>
            <pc:docMk/>
            <pc:sldMk cId="2595218084" sldId="7977"/>
            <ac:spMk id="72" creationId="{B945589C-C7B3-4AC6-93AE-F391D318D248}"/>
          </ac:spMkLst>
        </pc:spChg>
      </pc:sldChg>
      <pc:sldChg chg="modSp mod">
        <pc:chgData name="Guzzon, Marco (Bip)" userId="e18045b7-cda1-469d-849d-abd8b753e72e" providerId="ADAL" clId="{96605286-E3AE-4554-8D33-1C9E769A1B94}" dt="2021-11-11T17:22:29.252" v="535" actId="313"/>
        <pc:sldMkLst>
          <pc:docMk/>
          <pc:sldMk cId="2619702842" sldId="7985"/>
        </pc:sldMkLst>
        <pc:spChg chg="mod">
          <ac:chgData name="Guzzon, Marco (Bip)" userId="e18045b7-cda1-469d-849d-abd8b753e72e" providerId="ADAL" clId="{96605286-E3AE-4554-8D33-1C9E769A1B94}" dt="2021-11-11T17:22:29.252" v="535" actId="313"/>
          <ac:spMkLst>
            <pc:docMk/>
            <pc:sldMk cId="2619702842" sldId="7985"/>
            <ac:spMk id="29" creationId="{730AF7A9-5F8E-4627-8E76-67FB681BB5D1}"/>
          </ac:spMkLst>
        </pc:spChg>
      </pc:sldChg>
      <pc:sldChg chg="modSp mod">
        <pc:chgData name="Guzzon, Marco (Bip)" userId="e18045b7-cda1-469d-849d-abd8b753e72e" providerId="ADAL" clId="{96605286-E3AE-4554-8D33-1C9E769A1B94}" dt="2021-11-11T17:22:30.186" v="536" actId="313"/>
        <pc:sldMkLst>
          <pc:docMk/>
          <pc:sldMk cId="3215580319" sldId="7990"/>
        </pc:sldMkLst>
        <pc:spChg chg="mod">
          <ac:chgData name="Guzzon, Marco (Bip)" userId="e18045b7-cda1-469d-849d-abd8b753e72e" providerId="ADAL" clId="{96605286-E3AE-4554-8D33-1C9E769A1B94}" dt="2021-11-11T17:22:30.186" v="536" actId="313"/>
          <ac:spMkLst>
            <pc:docMk/>
            <pc:sldMk cId="3215580319" sldId="7990"/>
            <ac:spMk id="29" creationId="{730AF7A9-5F8E-4627-8E76-67FB681BB5D1}"/>
          </ac:spMkLst>
        </pc:spChg>
      </pc:sldChg>
      <pc:sldChg chg="modSp mod">
        <pc:chgData name="Guzzon, Marco (Bip)" userId="e18045b7-cda1-469d-849d-abd8b753e72e" providerId="ADAL" clId="{96605286-E3AE-4554-8D33-1C9E769A1B94}" dt="2021-11-11T17:22:40.851" v="545" actId="313"/>
        <pc:sldMkLst>
          <pc:docMk/>
          <pc:sldMk cId="132516976" sldId="7993"/>
        </pc:sldMkLst>
        <pc:spChg chg="mod">
          <ac:chgData name="Guzzon, Marco (Bip)" userId="e18045b7-cda1-469d-849d-abd8b753e72e" providerId="ADAL" clId="{96605286-E3AE-4554-8D33-1C9E769A1B94}" dt="2021-11-11T17:22:40.851" v="545" actId="313"/>
          <ac:spMkLst>
            <pc:docMk/>
            <pc:sldMk cId="132516976" sldId="7993"/>
            <ac:spMk id="29" creationId="{730AF7A9-5F8E-4627-8E76-67FB681BB5D1}"/>
          </ac:spMkLst>
        </pc:spChg>
      </pc:sldChg>
      <pc:sldChg chg="add del">
        <pc:chgData name="Guzzon, Marco (Bip)" userId="e18045b7-cda1-469d-849d-abd8b753e72e" providerId="ADAL" clId="{96605286-E3AE-4554-8D33-1C9E769A1B94}" dt="2021-11-12T17:46:37.665" v="1029"/>
        <pc:sldMkLst>
          <pc:docMk/>
          <pc:sldMk cId="152160551" sldId="7998"/>
        </pc:sldMkLst>
      </pc:sldChg>
      <pc:sldChg chg="modSp mod">
        <pc:chgData name="Guzzon, Marco (Bip)" userId="e18045b7-cda1-469d-849d-abd8b753e72e" providerId="ADAL" clId="{96605286-E3AE-4554-8D33-1C9E769A1B94}" dt="2021-11-11T16:44:36.340" v="371" actId="313"/>
        <pc:sldMkLst>
          <pc:docMk/>
          <pc:sldMk cId="1454738826" sldId="8010"/>
        </pc:sldMkLst>
        <pc:spChg chg="mod">
          <ac:chgData name="Guzzon, Marco (Bip)" userId="e18045b7-cda1-469d-849d-abd8b753e72e" providerId="ADAL" clId="{96605286-E3AE-4554-8D33-1C9E769A1B94}" dt="2021-11-11T16:44:36.340" v="371" actId="313"/>
          <ac:spMkLst>
            <pc:docMk/>
            <pc:sldMk cId="1454738826" sldId="8010"/>
            <ac:spMk id="11" creationId="{380FA2DF-9B2F-4577-A4AE-44385AD3DFD7}"/>
          </ac:spMkLst>
        </pc:spChg>
        <pc:spChg chg="mod">
          <ac:chgData name="Guzzon, Marco (Bip)" userId="e18045b7-cda1-469d-849d-abd8b753e72e" providerId="ADAL" clId="{96605286-E3AE-4554-8D33-1C9E769A1B94}" dt="2021-11-11T16:44:33.868" v="370" actId="313"/>
          <ac:spMkLst>
            <pc:docMk/>
            <pc:sldMk cId="1454738826" sldId="8010"/>
            <ac:spMk id="25" creationId="{455960C3-A1BE-4967-8A26-91E1770BCC9F}"/>
          </ac:spMkLst>
        </pc:spChg>
      </pc:sldChg>
      <pc:sldChg chg="modSp mod">
        <pc:chgData name="Guzzon, Marco (Bip)" userId="e18045b7-cda1-469d-849d-abd8b753e72e" providerId="ADAL" clId="{96605286-E3AE-4554-8D33-1C9E769A1B94}" dt="2021-11-11T16:44:54.668" v="382" actId="313"/>
        <pc:sldMkLst>
          <pc:docMk/>
          <pc:sldMk cId="3473413947" sldId="8013"/>
        </pc:sldMkLst>
        <pc:spChg chg="mod">
          <ac:chgData name="Guzzon, Marco (Bip)" userId="e18045b7-cda1-469d-849d-abd8b753e72e" providerId="ADAL" clId="{96605286-E3AE-4554-8D33-1C9E769A1B94}" dt="2021-11-11T16:44:54.668" v="382" actId="313"/>
          <ac:spMkLst>
            <pc:docMk/>
            <pc:sldMk cId="3473413947" sldId="8013"/>
            <ac:spMk id="11" creationId="{380FA2DF-9B2F-4577-A4AE-44385AD3DFD7}"/>
          </ac:spMkLst>
        </pc:spChg>
        <pc:spChg chg="mod">
          <ac:chgData name="Guzzon, Marco (Bip)" userId="e18045b7-cda1-469d-849d-abd8b753e72e" providerId="ADAL" clId="{96605286-E3AE-4554-8D33-1C9E769A1B94}" dt="2021-11-11T16:44:52.702" v="381" actId="313"/>
          <ac:spMkLst>
            <pc:docMk/>
            <pc:sldMk cId="3473413947" sldId="8013"/>
            <ac:spMk id="25" creationId="{455960C3-A1BE-4967-8A26-91E1770BCC9F}"/>
          </ac:spMkLst>
        </pc:spChg>
      </pc:sldChg>
      <pc:sldChg chg="add del">
        <pc:chgData name="Guzzon, Marco (Bip)" userId="e18045b7-cda1-469d-849d-abd8b753e72e" providerId="ADAL" clId="{96605286-E3AE-4554-8D33-1C9E769A1B94}" dt="2021-11-12T17:46:39.275" v="1030" actId="47"/>
        <pc:sldMkLst>
          <pc:docMk/>
          <pc:sldMk cId="2536161080" sldId="8031"/>
        </pc:sldMkLst>
      </pc:sldChg>
    </pc:docChg>
  </pc:docChgLst>
  <pc:docChgLst>
    <pc:chgData name="Pellegrini, Mattia (Bip)" userId="c03e0a15-b871-426c-bb2c-7c438983d25f" providerId="ADAL" clId="{A5643672-A189-4AFA-9FDE-7DCEED8B30D5}"/>
    <pc:docChg chg="modSld">
      <pc:chgData name="Pellegrini, Mattia (Bip)" userId="c03e0a15-b871-426c-bb2c-7c438983d25f" providerId="ADAL" clId="{A5643672-A189-4AFA-9FDE-7DCEED8B30D5}" dt="2021-11-28T15:23:51.819" v="98" actId="1036"/>
      <pc:docMkLst>
        <pc:docMk/>
      </pc:docMkLst>
      <pc:sldChg chg="addSp modSp modAnim">
        <pc:chgData name="Pellegrini, Mattia (Bip)" userId="c03e0a15-b871-426c-bb2c-7c438983d25f" providerId="ADAL" clId="{A5643672-A189-4AFA-9FDE-7DCEED8B30D5}" dt="2021-11-15T17:00:54.291" v="14"/>
        <pc:sldMkLst>
          <pc:docMk/>
          <pc:sldMk cId="3008958156" sldId="7870"/>
        </pc:sldMkLst>
        <pc:spChg chg="mod">
          <ac:chgData name="Pellegrini, Mattia (Bip)" userId="c03e0a15-b871-426c-bb2c-7c438983d25f" providerId="ADAL" clId="{A5643672-A189-4AFA-9FDE-7DCEED8B30D5}" dt="2021-11-15T17:00:51.651" v="12" actId="164"/>
          <ac:spMkLst>
            <pc:docMk/>
            <pc:sldMk cId="3008958156" sldId="7870"/>
            <ac:spMk id="95" creationId="{0ED88860-670A-4695-BD11-078C29EE8C67}"/>
          </ac:spMkLst>
        </pc:spChg>
        <pc:grpChg chg="add mod">
          <ac:chgData name="Pellegrini, Mattia (Bip)" userId="c03e0a15-b871-426c-bb2c-7c438983d25f" providerId="ADAL" clId="{A5643672-A189-4AFA-9FDE-7DCEED8B30D5}" dt="2021-11-15T17:00:51.651" v="12" actId="164"/>
          <ac:grpSpMkLst>
            <pc:docMk/>
            <pc:sldMk cId="3008958156" sldId="7870"/>
            <ac:grpSpMk id="2" creationId="{D5B8B4CC-529E-49DE-952C-6A5EE12B833A}"/>
          </ac:grpSpMkLst>
        </pc:grpChg>
        <pc:picChg chg="mod">
          <ac:chgData name="Pellegrini, Mattia (Bip)" userId="c03e0a15-b871-426c-bb2c-7c438983d25f" providerId="ADAL" clId="{A5643672-A189-4AFA-9FDE-7DCEED8B30D5}" dt="2021-11-15T17:00:51.651" v="12" actId="164"/>
          <ac:picMkLst>
            <pc:docMk/>
            <pc:sldMk cId="3008958156" sldId="7870"/>
            <ac:picMk id="96" creationId="{E6337F28-1AC9-4D93-B6CC-C4B539A0FCA5}"/>
          </ac:picMkLst>
        </pc:picChg>
      </pc:sldChg>
      <pc:sldChg chg="addSp delSp modSp modAnim">
        <pc:chgData name="Pellegrini, Mattia (Bip)" userId="c03e0a15-b871-426c-bb2c-7c438983d25f" providerId="ADAL" clId="{A5643672-A189-4AFA-9FDE-7DCEED8B30D5}" dt="2021-11-15T17:00:41.847" v="11"/>
        <pc:sldMkLst>
          <pc:docMk/>
          <pc:sldMk cId="903352772" sldId="7879"/>
        </pc:sldMkLst>
        <pc:spChg chg="mod">
          <ac:chgData name="Pellegrini, Mattia (Bip)" userId="c03e0a15-b871-426c-bb2c-7c438983d25f" providerId="ADAL" clId="{A5643672-A189-4AFA-9FDE-7DCEED8B30D5}" dt="2021-11-15T17:00:18.649" v="2" actId="165"/>
          <ac:spMkLst>
            <pc:docMk/>
            <pc:sldMk cId="903352772" sldId="7879"/>
            <ac:spMk id="20" creationId="{7A017817-025B-4B39-954F-1F093019EAFD}"/>
          </ac:spMkLst>
        </pc:spChg>
        <pc:spChg chg="mod topLvl">
          <ac:chgData name="Pellegrini, Mattia (Bip)" userId="c03e0a15-b871-426c-bb2c-7c438983d25f" providerId="ADAL" clId="{A5643672-A189-4AFA-9FDE-7DCEED8B30D5}" dt="2021-11-15T17:00:21.700" v="3" actId="164"/>
          <ac:spMkLst>
            <pc:docMk/>
            <pc:sldMk cId="903352772" sldId="7879"/>
            <ac:spMk id="27" creationId="{866F5FDA-DE26-4192-9DAD-7891AAC18009}"/>
          </ac:spMkLst>
        </pc:spChg>
        <pc:spChg chg="mod topLvl">
          <ac:chgData name="Pellegrini, Mattia (Bip)" userId="c03e0a15-b871-426c-bb2c-7c438983d25f" providerId="ADAL" clId="{A5643672-A189-4AFA-9FDE-7DCEED8B30D5}" dt="2021-11-15T17:00:24.088" v="4" actId="164"/>
          <ac:spMkLst>
            <pc:docMk/>
            <pc:sldMk cId="903352772" sldId="7879"/>
            <ac:spMk id="44" creationId="{02C0F018-F0A1-4BB5-93B4-8D2E800D4898}"/>
          </ac:spMkLst>
        </pc:spChg>
        <pc:spChg chg="mod topLvl">
          <ac:chgData name="Pellegrini, Mattia (Bip)" userId="c03e0a15-b871-426c-bb2c-7c438983d25f" providerId="ADAL" clId="{A5643672-A189-4AFA-9FDE-7DCEED8B30D5}" dt="2021-11-15T17:00:24.088" v="4" actId="164"/>
          <ac:spMkLst>
            <pc:docMk/>
            <pc:sldMk cId="903352772" sldId="7879"/>
            <ac:spMk id="46" creationId="{33573ED2-4D7A-4117-9693-27BCF58A34C5}"/>
          </ac:spMkLst>
        </pc:spChg>
        <pc:spChg chg="mod">
          <ac:chgData name="Pellegrini, Mattia (Bip)" userId="c03e0a15-b871-426c-bb2c-7c438983d25f" providerId="ADAL" clId="{A5643672-A189-4AFA-9FDE-7DCEED8B30D5}" dt="2021-11-15T17:00:09.404" v="0" actId="164"/>
          <ac:spMkLst>
            <pc:docMk/>
            <pc:sldMk cId="903352772" sldId="7879"/>
            <ac:spMk id="67" creationId="{C290C30B-27BF-4344-B81F-18539C478B88}"/>
          </ac:spMkLst>
        </pc:spChg>
        <pc:grpChg chg="add mod">
          <ac:chgData name="Pellegrini, Mattia (Bip)" userId="c03e0a15-b871-426c-bb2c-7c438983d25f" providerId="ADAL" clId="{A5643672-A189-4AFA-9FDE-7DCEED8B30D5}" dt="2021-11-15T17:00:09.404" v="0" actId="164"/>
          <ac:grpSpMkLst>
            <pc:docMk/>
            <pc:sldMk cId="903352772" sldId="7879"/>
            <ac:grpSpMk id="2" creationId="{55BA91F5-33E4-4EB4-8EB2-D3B501F24F17}"/>
          </ac:grpSpMkLst>
        </pc:grpChg>
        <pc:grpChg chg="add del mod">
          <ac:chgData name="Pellegrini, Mattia (Bip)" userId="c03e0a15-b871-426c-bb2c-7c438983d25f" providerId="ADAL" clId="{A5643672-A189-4AFA-9FDE-7DCEED8B30D5}" dt="2021-11-15T17:00:18.649" v="2" actId="165"/>
          <ac:grpSpMkLst>
            <pc:docMk/>
            <pc:sldMk cId="903352772" sldId="7879"/>
            <ac:grpSpMk id="5" creationId="{D0283239-EB2E-464D-848A-DB5386793A08}"/>
          </ac:grpSpMkLst>
        </pc:grpChg>
        <pc:grpChg chg="mod topLvl">
          <ac:chgData name="Pellegrini, Mattia (Bip)" userId="c03e0a15-b871-426c-bb2c-7c438983d25f" providerId="ADAL" clId="{A5643672-A189-4AFA-9FDE-7DCEED8B30D5}" dt="2021-11-15T17:00:24.088" v="4" actId="164"/>
          <ac:grpSpMkLst>
            <pc:docMk/>
            <pc:sldMk cId="903352772" sldId="7879"/>
            <ac:grpSpMk id="6" creationId="{2DB2A4A0-6D69-4383-8EC3-DF2D1C9FE717}"/>
          </ac:grpSpMkLst>
        </pc:grpChg>
        <pc:grpChg chg="add mod">
          <ac:chgData name="Pellegrini, Mattia (Bip)" userId="c03e0a15-b871-426c-bb2c-7c438983d25f" providerId="ADAL" clId="{A5643672-A189-4AFA-9FDE-7DCEED8B30D5}" dt="2021-11-15T17:00:21.700" v="3" actId="164"/>
          <ac:grpSpMkLst>
            <pc:docMk/>
            <pc:sldMk cId="903352772" sldId="7879"/>
            <ac:grpSpMk id="7" creationId="{8577250F-EEC4-41DC-94BB-8B29B0349389}"/>
          </ac:grpSpMkLst>
        </pc:grpChg>
        <pc:grpChg chg="add mod">
          <ac:chgData name="Pellegrini, Mattia (Bip)" userId="c03e0a15-b871-426c-bb2c-7c438983d25f" providerId="ADAL" clId="{A5643672-A189-4AFA-9FDE-7DCEED8B30D5}" dt="2021-11-15T17:00:24.088" v="4" actId="164"/>
          <ac:grpSpMkLst>
            <pc:docMk/>
            <pc:sldMk cId="903352772" sldId="7879"/>
            <ac:grpSpMk id="9" creationId="{BA5E345D-7F55-4C92-AC69-8200CFC6678E}"/>
          </ac:grpSpMkLst>
        </pc:grpChg>
        <pc:picChg chg="mod">
          <ac:chgData name="Pellegrini, Mattia (Bip)" userId="c03e0a15-b871-426c-bb2c-7c438983d25f" providerId="ADAL" clId="{A5643672-A189-4AFA-9FDE-7DCEED8B30D5}" dt="2021-11-15T17:00:09.404" v="0" actId="164"/>
          <ac:picMkLst>
            <pc:docMk/>
            <pc:sldMk cId="903352772" sldId="7879"/>
            <ac:picMk id="12" creationId="{40DA9893-D856-4A56-8D10-3D94AD23BD91}"/>
          </ac:picMkLst>
        </pc:picChg>
        <pc:picChg chg="mod">
          <ac:chgData name="Pellegrini, Mattia (Bip)" userId="c03e0a15-b871-426c-bb2c-7c438983d25f" providerId="ADAL" clId="{A5643672-A189-4AFA-9FDE-7DCEED8B30D5}" dt="2021-11-15T17:00:18.649" v="2" actId="165"/>
          <ac:picMkLst>
            <pc:docMk/>
            <pc:sldMk cId="903352772" sldId="7879"/>
            <ac:picMk id="21" creationId="{2FA0F381-4407-4F1D-898B-3B10DACF45BD}"/>
          </ac:picMkLst>
        </pc:picChg>
        <pc:picChg chg="mod">
          <ac:chgData name="Pellegrini, Mattia (Bip)" userId="c03e0a15-b871-426c-bb2c-7c438983d25f" providerId="ADAL" clId="{A5643672-A189-4AFA-9FDE-7DCEED8B30D5}" dt="2021-11-15T17:00:21.700" v="3" actId="164"/>
          <ac:picMkLst>
            <pc:docMk/>
            <pc:sldMk cId="903352772" sldId="7879"/>
            <ac:picMk id="68" creationId="{2077CF96-B894-4FAD-97A3-D1EDBA9F487D}"/>
          </ac:picMkLst>
        </pc:picChg>
      </pc:sldChg>
      <pc:sldChg chg="addSp modSp modAnim">
        <pc:chgData name="Pellegrini, Mattia (Bip)" userId="c03e0a15-b871-426c-bb2c-7c438983d25f" providerId="ADAL" clId="{A5643672-A189-4AFA-9FDE-7DCEED8B30D5}" dt="2021-11-15T17:01:25.782" v="24"/>
        <pc:sldMkLst>
          <pc:docMk/>
          <pc:sldMk cId="2777316680" sldId="7885"/>
        </pc:sldMkLst>
        <pc:spChg chg="mod">
          <ac:chgData name="Pellegrini, Mattia (Bip)" userId="c03e0a15-b871-426c-bb2c-7c438983d25f" providerId="ADAL" clId="{A5643672-A189-4AFA-9FDE-7DCEED8B30D5}" dt="2021-11-15T17:01:02.061" v="16" actId="164"/>
          <ac:spMkLst>
            <pc:docMk/>
            <pc:sldMk cId="2777316680" sldId="7885"/>
            <ac:spMk id="27" creationId="{866F5FDA-DE26-4192-9DAD-7891AAC18009}"/>
          </ac:spMkLst>
        </pc:spChg>
        <pc:spChg chg="mod">
          <ac:chgData name="Pellegrini, Mattia (Bip)" userId="c03e0a15-b871-426c-bb2c-7c438983d25f" providerId="ADAL" clId="{A5643672-A189-4AFA-9FDE-7DCEED8B30D5}" dt="2021-11-15T17:01:12.565" v="18" actId="164"/>
          <ac:spMkLst>
            <pc:docMk/>
            <pc:sldMk cId="2777316680" sldId="7885"/>
            <ac:spMk id="44" creationId="{02C0F018-F0A1-4BB5-93B4-8D2E800D4898}"/>
          </ac:spMkLst>
        </pc:spChg>
        <pc:spChg chg="mod">
          <ac:chgData name="Pellegrini, Mattia (Bip)" userId="c03e0a15-b871-426c-bb2c-7c438983d25f" providerId="ADAL" clId="{A5643672-A189-4AFA-9FDE-7DCEED8B30D5}" dt="2021-11-15T17:01:12.565" v="18" actId="164"/>
          <ac:spMkLst>
            <pc:docMk/>
            <pc:sldMk cId="2777316680" sldId="7885"/>
            <ac:spMk id="46" creationId="{33573ED2-4D7A-4117-9693-27BCF58A34C5}"/>
          </ac:spMkLst>
        </pc:spChg>
        <pc:spChg chg="mod">
          <ac:chgData name="Pellegrini, Mattia (Bip)" userId="c03e0a15-b871-426c-bb2c-7c438983d25f" providerId="ADAL" clId="{A5643672-A189-4AFA-9FDE-7DCEED8B30D5}" dt="2021-11-15T17:01:00.103" v="15" actId="164"/>
          <ac:spMkLst>
            <pc:docMk/>
            <pc:sldMk cId="2777316680" sldId="7885"/>
            <ac:spMk id="67" creationId="{C290C30B-27BF-4344-B81F-18539C478B88}"/>
          </ac:spMkLst>
        </pc:spChg>
        <pc:grpChg chg="add mod">
          <ac:chgData name="Pellegrini, Mattia (Bip)" userId="c03e0a15-b871-426c-bb2c-7c438983d25f" providerId="ADAL" clId="{A5643672-A189-4AFA-9FDE-7DCEED8B30D5}" dt="2021-11-15T17:01:00.103" v="15" actId="164"/>
          <ac:grpSpMkLst>
            <pc:docMk/>
            <pc:sldMk cId="2777316680" sldId="7885"/>
            <ac:grpSpMk id="2" creationId="{F0E1784F-5693-4236-88BA-A7BF0928C8C0}"/>
          </ac:grpSpMkLst>
        </pc:grpChg>
        <pc:grpChg chg="add mod">
          <ac:chgData name="Pellegrini, Mattia (Bip)" userId="c03e0a15-b871-426c-bb2c-7c438983d25f" providerId="ADAL" clId="{A5643672-A189-4AFA-9FDE-7DCEED8B30D5}" dt="2021-11-15T17:01:02.061" v="16" actId="164"/>
          <ac:grpSpMkLst>
            <pc:docMk/>
            <pc:sldMk cId="2777316680" sldId="7885"/>
            <ac:grpSpMk id="4" creationId="{2AFA0F65-1EA5-41A5-86E0-F4DF7D94D78A}"/>
          </ac:grpSpMkLst>
        </pc:grpChg>
        <pc:grpChg chg="mod">
          <ac:chgData name="Pellegrini, Mattia (Bip)" userId="c03e0a15-b871-426c-bb2c-7c438983d25f" providerId="ADAL" clId="{A5643672-A189-4AFA-9FDE-7DCEED8B30D5}" dt="2021-11-15T17:01:12.565" v="18" actId="164"/>
          <ac:grpSpMkLst>
            <pc:docMk/>
            <pc:sldMk cId="2777316680" sldId="7885"/>
            <ac:grpSpMk id="6" creationId="{2DB2A4A0-6D69-4383-8EC3-DF2D1C9FE717}"/>
          </ac:grpSpMkLst>
        </pc:grpChg>
        <pc:grpChg chg="add mod">
          <ac:chgData name="Pellegrini, Mattia (Bip)" userId="c03e0a15-b871-426c-bb2c-7c438983d25f" providerId="ADAL" clId="{A5643672-A189-4AFA-9FDE-7DCEED8B30D5}" dt="2021-11-15T17:01:12.565" v="18" actId="164"/>
          <ac:grpSpMkLst>
            <pc:docMk/>
            <pc:sldMk cId="2777316680" sldId="7885"/>
            <ac:grpSpMk id="7" creationId="{783FA2B4-13C9-4DBA-AF33-B22EBE9F1E75}"/>
          </ac:grpSpMkLst>
        </pc:grpChg>
        <pc:picChg chg="mod">
          <ac:chgData name="Pellegrini, Mattia (Bip)" userId="c03e0a15-b871-426c-bb2c-7c438983d25f" providerId="ADAL" clId="{A5643672-A189-4AFA-9FDE-7DCEED8B30D5}" dt="2021-11-15T17:01:00.103" v="15" actId="164"/>
          <ac:picMkLst>
            <pc:docMk/>
            <pc:sldMk cId="2777316680" sldId="7885"/>
            <ac:picMk id="12" creationId="{40DA9893-D856-4A56-8D10-3D94AD23BD91}"/>
          </ac:picMkLst>
        </pc:picChg>
        <pc:picChg chg="mod">
          <ac:chgData name="Pellegrini, Mattia (Bip)" userId="c03e0a15-b871-426c-bb2c-7c438983d25f" providerId="ADAL" clId="{A5643672-A189-4AFA-9FDE-7DCEED8B30D5}" dt="2021-11-15T17:01:02.061" v="16" actId="164"/>
          <ac:picMkLst>
            <pc:docMk/>
            <pc:sldMk cId="2777316680" sldId="7885"/>
            <ac:picMk id="68" creationId="{2077CF96-B894-4FAD-97A3-D1EDBA9F487D}"/>
          </ac:picMkLst>
        </pc:picChg>
      </pc:sldChg>
      <pc:sldChg chg="addSp modSp modAnim">
        <pc:chgData name="Pellegrini, Mattia (Bip)" userId="c03e0a15-b871-426c-bb2c-7c438983d25f" providerId="ADAL" clId="{A5643672-A189-4AFA-9FDE-7DCEED8B30D5}" dt="2021-11-15T17:01:32.031" v="26"/>
        <pc:sldMkLst>
          <pc:docMk/>
          <pc:sldMk cId="1293635404" sldId="7886"/>
        </pc:sldMkLst>
        <pc:spChg chg="mod">
          <ac:chgData name="Pellegrini, Mattia (Bip)" userId="c03e0a15-b871-426c-bb2c-7c438983d25f" providerId="ADAL" clId="{A5643672-A189-4AFA-9FDE-7DCEED8B30D5}" dt="2021-11-15T17:01:08.268" v="17" actId="164"/>
          <ac:spMkLst>
            <pc:docMk/>
            <pc:sldMk cId="1293635404" sldId="7886"/>
            <ac:spMk id="95" creationId="{0ED88860-670A-4695-BD11-078C29EE8C67}"/>
          </ac:spMkLst>
        </pc:spChg>
        <pc:grpChg chg="add mod">
          <ac:chgData name="Pellegrini, Mattia (Bip)" userId="c03e0a15-b871-426c-bb2c-7c438983d25f" providerId="ADAL" clId="{A5643672-A189-4AFA-9FDE-7DCEED8B30D5}" dt="2021-11-15T17:01:08.268" v="17" actId="164"/>
          <ac:grpSpMkLst>
            <pc:docMk/>
            <pc:sldMk cId="1293635404" sldId="7886"/>
            <ac:grpSpMk id="2" creationId="{494333F7-C691-4323-AF0F-46BC2F98DD76}"/>
          </ac:grpSpMkLst>
        </pc:grpChg>
        <pc:picChg chg="mod">
          <ac:chgData name="Pellegrini, Mattia (Bip)" userId="c03e0a15-b871-426c-bb2c-7c438983d25f" providerId="ADAL" clId="{A5643672-A189-4AFA-9FDE-7DCEED8B30D5}" dt="2021-11-15T17:01:08.268" v="17" actId="164"/>
          <ac:picMkLst>
            <pc:docMk/>
            <pc:sldMk cId="1293635404" sldId="7886"/>
            <ac:picMk id="96" creationId="{E6337F28-1AC9-4D93-B6CC-C4B539A0FCA5}"/>
          </ac:picMkLst>
        </pc:picChg>
      </pc:sldChg>
      <pc:sldChg chg="addSp modSp modAnim">
        <pc:chgData name="Pellegrini, Mattia (Bip)" userId="c03e0a15-b871-426c-bb2c-7c438983d25f" providerId="ADAL" clId="{A5643672-A189-4AFA-9FDE-7DCEED8B30D5}" dt="2021-11-15T17:02:02.420" v="36"/>
        <pc:sldMkLst>
          <pc:docMk/>
          <pc:sldMk cId="2030650671" sldId="7894"/>
        </pc:sldMkLst>
        <pc:spChg chg="mod">
          <ac:chgData name="Pellegrini, Mattia (Bip)" userId="c03e0a15-b871-426c-bb2c-7c438983d25f" providerId="ADAL" clId="{A5643672-A189-4AFA-9FDE-7DCEED8B30D5}" dt="2021-11-15T17:01:46.309" v="28" actId="164"/>
          <ac:spMkLst>
            <pc:docMk/>
            <pc:sldMk cId="2030650671" sldId="7894"/>
            <ac:spMk id="27" creationId="{866F5FDA-DE26-4192-9DAD-7891AAC18009}"/>
          </ac:spMkLst>
        </pc:spChg>
        <pc:spChg chg="mod">
          <ac:chgData name="Pellegrini, Mattia (Bip)" userId="c03e0a15-b871-426c-bb2c-7c438983d25f" providerId="ADAL" clId="{A5643672-A189-4AFA-9FDE-7DCEED8B30D5}" dt="2021-11-15T17:01:49.190" v="29" actId="164"/>
          <ac:spMkLst>
            <pc:docMk/>
            <pc:sldMk cId="2030650671" sldId="7894"/>
            <ac:spMk id="44" creationId="{02C0F018-F0A1-4BB5-93B4-8D2E800D4898}"/>
          </ac:spMkLst>
        </pc:spChg>
        <pc:spChg chg="mod">
          <ac:chgData name="Pellegrini, Mattia (Bip)" userId="c03e0a15-b871-426c-bb2c-7c438983d25f" providerId="ADAL" clId="{A5643672-A189-4AFA-9FDE-7DCEED8B30D5}" dt="2021-11-15T17:01:49.190" v="29" actId="164"/>
          <ac:spMkLst>
            <pc:docMk/>
            <pc:sldMk cId="2030650671" sldId="7894"/>
            <ac:spMk id="46" creationId="{33573ED2-4D7A-4117-9693-27BCF58A34C5}"/>
          </ac:spMkLst>
        </pc:spChg>
        <pc:spChg chg="mod">
          <ac:chgData name="Pellegrini, Mattia (Bip)" userId="c03e0a15-b871-426c-bb2c-7c438983d25f" providerId="ADAL" clId="{A5643672-A189-4AFA-9FDE-7DCEED8B30D5}" dt="2021-11-15T17:01:44.192" v="27" actId="164"/>
          <ac:spMkLst>
            <pc:docMk/>
            <pc:sldMk cId="2030650671" sldId="7894"/>
            <ac:spMk id="67" creationId="{C290C30B-27BF-4344-B81F-18539C478B88}"/>
          </ac:spMkLst>
        </pc:spChg>
        <pc:grpChg chg="add mod">
          <ac:chgData name="Pellegrini, Mattia (Bip)" userId="c03e0a15-b871-426c-bb2c-7c438983d25f" providerId="ADAL" clId="{A5643672-A189-4AFA-9FDE-7DCEED8B30D5}" dt="2021-11-15T17:01:44.192" v="27" actId="164"/>
          <ac:grpSpMkLst>
            <pc:docMk/>
            <pc:sldMk cId="2030650671" sldId="7894"/>
            <ac:grpSpMk id="2" creationId="{B1CF3370-4AF3-45FE-BC44-81A76FEBCDFE}"/>
          </ac:grpSpMkLst>
        </pc:grpChg>
        <pc:grpChg chg="add mod">
          <ac:chgData name="Pellegrini, Mattia (Bip)" userId="c03e0a15-b871-426c-bb2c-7c438983d25f" providerId="ADAL" clId="{A5643672-A189-4AFA-9FDE-7DCEED8B30D5}" dt="2021-11-15T17:01:46.309" v="28" actId="164"/>
          <ac:grpSpMkLst>
            <pc:docMk/>
            <pc:sldMk cId="2030650671" sldId="7894"/>
            <ac:grpSpMk id="4" creationId="{84630A3F-4643-4B9F-855E-6E71F7F3A891}"/>
          </ac:grpSpMkLst>
        </pc:grpChg>
        <pc:grpChg chg="mod">
          <ac:chgData name="Pellegrini, Mattia (Bip)" userId="c03e0a15-b871-426c-bb2c-7c438983d25f" providerId="ADAL" clId="{A5643672-A189-4AFA-9FDE-7DCEED8B30D5}" dt="2021-11-15T17:01:49.190" v="29" actId="164"/>
          <ac:grpSpMkLst>
            <pc:docMk/>
            <pc:sldMk cId="2030650671" sldId="7894"/>
            <ac:grpSpMk id="6" creationId="{2DB2A4A0-6D69-4383-8EC3-DF2D1C9FE717}"/>
          </ac:grpSpMkLst>
        </pc:grpChg>
        <pc:grpChg chg="add mod">
          <ac:chgData name="Pellegrini, Mattia (Bip)" userId="c03e0a15-b871-426c-bb2c-7c438983d25f" providerId="ADAL" clId="{A5643672-A189-4AFA-9FDE-7DCEED8B30D5}" dt="2021-11-15T17:01:49.190" v="29" actId="164"/>
          <ac:grpSpMkLst>
            <pc:docMk/>
            <pc:sldMk cId="2030650671" sldId="7894"/>
            <ac:grpSpMk id="7" creationId="{DE35BDA9-370D-4155-A4E0-5A57DAB5595A}"/>
          </ac:grpSpMkLst>
        </pc:grpChg>
        <pc:picChg chg="mod">
          <ac:chgData name="Pellegrini, Mattia (Bip)" userId="c03e0a15-b871-426c-bb2c-7c438983d25f" providerId="ADAL" clId="{A5643672-A189-4AFA-9FDE-7DCEED8B30D5}" dt="2021-11-15T17:01:44.192" v="27" actId="164"/>
          <ac:picMkLst>
            <pc:docMk/>
            <pc:sldMk cId="2030650671" sldId="7894"/>
            <ac:picMk id="12" creationId="{40DA9893-D856-4A56-8D10-3D94AD23BD91}"/>
          </ac:picMkLst>
        </pc:picChg>
        <pc:picChg chg="mod">
          <ac:chgData name="Pellegrini, Mattia (Bip)" userId="c03e0a15-b871-426c-bb2c-7c438983d25f" providerId="ADAL" clId="{A5643672-A189-4AFA-9FDE-7DCEED8B30D5}" dt="2021-11-15T17:01:46.309" v="28" actId="164"/>
          <ac:picMkLst>
            <pc:docMk/>
            <pc:sldMk cId="2030650671" sldId="7894"/>
            <ac:picMk id="68" creationId="{2077CF96-B894-4FAD-97A3-D1EDBA9F487D}"/>
          </ac:picMkLst>
        </pc:picChg>
      </pc:sldChg>
      <pc:sldChg chg="addSp modSp modAnim">
        <pc:chgData name="Pellegrini, Mattia (Bip)" userId="c03e0a15-b871-426c-bb2c-7c438983d25f" providerId="ADAL" clId="{A5643672-A189-4AFA-9FDE-7DCEED8B30D5}" dt="2021-11-15T17:02:12.592" v="38"/>
        <pc:sldMkLst>
          <pc:docMk/>
          <pc:sldMk cId="2713380596" sldId="7895"/>
        </pc:sldMkLst>
        <pc:spChg chg="mod">
          <ac:chgData name="Pellegrini, Mattia (Bip)" userId="c03e0a15-b871-426c-bb2c-7c438983d25f" providerId="ADAL" clId="{A5643672-A189-4AFA-9FDE-7DCEED8B30D5}" dt="2021-11-15T17:01:51.473" v="30" actId="164"/>
          <ac:spMkLst>
            <pc:docMk/>
            <pc:sldMk cId="2713380596" sldId="7895"/>
            <ac:spMk id="95" creationId="{0ED88860-670A-4695-BD11-078C29EE8C67}"/>
          </ac:spMkLst>
        </pc:spChg>
        <pc:grpChg chg="add mod">
          <ac:chgData name="Pellegrini, Mattia (Bip)" userId="c03e0a15-b871-426c-bb2c-7c438983d25f" providerId="ADAL" clId="{A5643672-A189-4AFA-9FDE-7DCEED8B30D5}" dt="2021-11-15T17:01:51.473" v="30" actId="164"/>
          <ac:grpSpMkLst>
            <pc:docMk/>
            <pc:sldMk cId="2713380596" sldId="7895"/>
            <ac:grpSpMk id="2" creationId="{0959CC07-2191-453D-89FB-48D6B7A8D456}"/>
          </ac:grpSpMkLst>
        </pc:grpChg>
        <pc:picChg chg="mod">
          <ac:chgData name="Pellegrini, Mattia (Bip)" userId="c03e0a15-b871-426c-bb2c-7c438983d25f" providerId="ADAL" clId="{A5643672-A189-4AFA-9FDE-7DCEED8B30D5}" dt="2021-11-15T17:01:51.473" v="30" actId="164"/>
          <ac:picMkLst>
            <pc:docMk/>
            <pc:sldMk cId="2713380596" sldId="7895"/>
            <ac:picMk id="96" creationId="{E6337F28-1AC9-4D93-B6CC-C4B539A0FCA5}"/>
          </ac:picMkLst>
        </pc:picChg>
      </pc:sldChg>
      <pc:sldChg chg="addSp modSp modAnim">
        <pc:chgData name="Pellegrini, Mattia (Bip)" userId="c03e0a15-b871-426c-bb2c-7c438983d25f" providerId="ADAL" clId="{A5643672-A189-4AFA-9FDE-7DCEED8B30D5}" dt="2021-11-15T17:03:57.070" v="68"/>
        <pc:sldMkLst>
          <pc:docMk/>
          <pc:sldMk cId="1342275156" sldId="7919"/>
        </pc:sldMkLst>
        <pc:spChg chg="mod">
          <ac:chgData name="Pellegrini, Mattia (Bip)" userId="c03e0a15-b871-426c-bb2c-7c438983d25f" providerId="ADAL" clId="{A5643672-A189-4AFA-9FDE-7DCEED8B30D5}" dt="2021-11-15T17:03:54.450" v="66" actId="164"/>
          <ac:spMkLst>
            <pc:docMk/>
            <pc:sldMk cId="1342275156" sldId="7919"/>
            <ac:spMk id="17" creationId="{CC1FB8DE-2C3A-4A27-881D-76B03AB5519D}"/>
          </ac:spMkLst>
        </pc:spChg>
        <pc:spChg chg="mod">
          <ac:chgData name="Pellegrini, Mattia (Bip)" userId="c03e0a15-b871-426c-bb2c-7c438983d25f" providerId="ADAL" clId="{A5643672-A189-4AFA-9FDE-7DCEED8B30D5}" dt="2021-11-15T17:03:54.450" v="66" actId="164"/>
          <ac:spMkLst>
            <pc:docMk/>
            <pc:sldMk cId="1342275156" sldId="7919"/>
            <ac:spMk id="41" creationId="{348FE356-0FC2-407C-A85F-4CE37E5A2A5B}"/>
          </ac:spMkLst>
        </pc:spChg>
        <pc:grpChg chg="add mod">
          <ac:chgData name="Pellegrini, Mattia (Bip)" userId="c03e0a15-b871-426c-bb2c-7c438983d25f" providerId="ADAL" clId="{A5643672-A189-4AFA-9FDE-7DCEED8B30D5}" dt="2021-11-15T17:03:54.450" v="66" actId="164"/>
          <ac:grpSpMkLst>
            <pc:docMk/>
            <pc:sldMk cId="1342275156" sldId="7919"/>
            <ac:grpSpMk id="2" creationId="{CF8083C6-35E2-4CE6-A2A1-96F306B4A5D3}"/>
          </ac:grpSpMkLst>
        </pc:grpChg>
        <pc:grpChg chg="mod">
          <ac:chgData name="Pellegrini, Mattia (Bip)" userId="c03e0a15-b871-426c-bb2c-7c438983d25f" providerId="ADAL" clId="{A5643672-A189-4AFA-9FDE-7DCEED8B30D5}" dt="2021-11-15T17:03:54.450" v="66" actId="164"/>
          <ac:grpSpMkLst>
            <pc:docMk/>
            <pc:sldMk cId="1342275156" sldId="7919"/>
            <ac:grpSpMk id="12" creationId="{FB6FA557-7BE4-4261-AF65-2491C5DDC45C}"/>
          </ac:grpSpMkLst>
        </pc:grpChg>
      </pc:sldChg>
      <pc:sldChg chg="addSp modSp modAnim">
        <pc:chgData name="Pellegrini, Mattia (Bip)" userId="c03e0a15-b871-426c-bb2c-7c438983d25f" providerId="ADAL" clId="{A5643672-A189-4AFA-9FDE-7DCEED8B30D5}" dt="2021-11-15T17:04:05.298" v="71"/>
        <pc:sldMkLst>
          <pc:docMk/>
          <pc:sldMk cId="1303167797" sldId="7921"/>
        </pc:sldMkLst>
        <pc:spChg chg="mod">
          <ac:chgData name="Pellegrini, Mattia (Bip)" userId="c03e0a15-b871-426c-bb2c-7c438983d25f" providerId="ADAL" clId="{A5643672-A189-4AFA-9FDE-7DCEED8B30D5}" dt="2021-11-15T17:04:02.757" v="69" actId="164"/>
          <ac:spMkLst>
            <pc:docMk/>
            <pc:sldMk cId="1303167797" sldId="7921"/>
            <ac:spMk id="17" creationId="{0AA1B798-7825-445F-BE55-31223A331509}"/>
          </ac:spMkLst>
        </pc:spChg>
        <pc:spChg chg="mod">
          <ac:chgData name="Pellegrini, Mattia (Bip)" userId="c03e0a15-b871-426c-bb2c-7c438983d25f" providerId="ADAL" clId="{A5643672-A189-4AFA-9FDE-7DCEED8B30D5}" dt="2021-11-15T17:04:02.757" v="69" actId="164"/>
          <ac:spMkLst>
            <pc:docMk/>
            <pc:sldMk cId="1303167797" sldId="7921"/>
            <ac:spMk id="41" creationId="{348FE356-0FC2-407C-A85F-4CE37E5A2A5B}"/>
          </ac:spMkLst>
        </pc:spChg>
        <pc:grpChg chg="add mod">
          <ac:chgData name="Pellegrini, Mattia (Bip)" userId="c03e0a15-b871-426c-bb2c-7c438983d25f" providerId="ADAL" clId="{A5643672-A189-4AFA-9FDE-7DCEED8B30D5}" dt="2021-11-15T17:04:02.757" v="69" actId="164"/>
          <ac:grpSpMkLst>
            <pc:docMk/>
            <pc:sldMk cId="1303167797" sldId="7921"/>
            <ac:grpSpMk id="2" creationId="{11004F40-94DE-4F9D-8D0A-6B9F28585580}"/>
          </ac:grpSpMkLst>
        </pc:grpChg>
        <pc:grpChg chg="mod">
          <ac:chgData name="Pellegrini, Mattia (Bip)" userId="c03e0a15-b871-426c-bb2c-7c438983d25f" providerId="ADAL" clId="{A5643672-A189-4AFA-9FDE-7DCEED8B30D5}" dt="2021-11-15T17:04:02.757" v="69" actId="164"/>
          <ac:grpSpMkLst>
            <pc:docMk/>
            <pc:sldMk cId="1303167797" sldId="7921"/>
            <ac:grpSpMk id="12" creationId="{FB6FA557-7BE4-4261-AF65-2491C5DDC45C}"/>
          </ac:grpSpMkLst>
        </pc:grpChg>
      </pc:sldChg>
      <pc:sldChg chg="addSp modSp mod">
        <pc:chgData name="Pellegrini, Mattia (Bip)" userId="c03e0a15-b871-426c-bb2c-7c438983d25f" providerId="ADAL" clId="{A5643672-A189-4AFA-9FDE-7DCEED8B30D5}" dt="2021-11-28T15:23:51.819" v="98" actId="1036"/>
        <pc:sldMkLst>
          <pc:docMk/>
          <pc:sldMk cId="3194615212" sldId="7968"/>
        </pc:sldMkLst>
        <pc:spChg chg="add mod">
          <ac:chgData name="Pellegrini, Mattia (Bip)" userId="c03e0a15-b871-426c-bb2c-7c438983d25f" providerId="ADAL" clId="{A5643672-A189-4AFA-9FDE-7DCEED8B30D5}" dt="2021-11-26T17:35:43.538" v="93" actId="1035"/>
          <ac:spMkLst>
            <pc:docMk/>
            <pc:sldMk cId="3194615212" sldId="7968"/>
            <ac:spMk id="63" creationId="{D3D2660D-C87B-4D19-89E0-7E067D1B06E2}"/>
          </ac:spMkLst>
        </pc:spChg>
        <pc:spChg chg="add mod">
          <ac:chgData name="Pellegrini, Mattia (Bip)" userId="c03e0a15-b871-426c-bb2c-7c438983d25f" providerId="ADAL" clId="{A5643672-A189-4AFA-9FDE-7DCEED8B30D5}" dt="2021-11-28T15:23:51.819" v="98" actId="1036"/>
          <ac:spMkLst>
            <pc:docMk/>
            <pc:sldMk cId="3194615212" sldId="7968"/>
            <ac:spMk id="64" creationId="{DF5531D4-1F8A-4148-B57D-5E98CCCB010F}"/>
          </ac:spMkLst>
        </pc:spChg>
        <pc:cxnChg chg="add mod">
          <ac:chgData name="Pellegrini, Mattia (Bip)" userId="c03e0a15-b871-426c-bb2c-7c438983d25f" providerId="ADAL" clId="{A5643672-A189-4AFA-9FDE-7DCEED8B30D5}" dt="2021-11-26T17:35:36.225" v="74" actId="14100"/>
          <ac:cxnSpMkLst>
            <pc:docMk/>
            <pc:sldMk cId="3194615212" sldId="7968"/>
            <ac:cxnSpMk id="62" creationId="{7E987DAF-36B0-4D39-BA3D-3BE5EC9F5635}"/>
          </ac:cxnSpMkLst>
        </pc:cxnChg>
      </pc:sldChg>
      <pc:sldChg chg="addSp modSp modAnim">
        <pc:chgData name="Pellegrini, Mattia (Bip)" userId="c03e0a15-b871-426c-bb2c-7c438983d25f" providerId="ADAL" clId="{A5643672-A189-4AFA-9FDE-7DCEED8B30D5}" dt="2021-11-15T17:02:39.258" v="47"/>
        <pc:sldMkLst>
          <pc:docMk/>
          <pc:sldMk cId="2507810575" sldId="7971"/>
        </pc:sldMkLst>
        <pc:spChg chg="mod">
          <ac:chgData name="Pellegrini, Mattia (Bip)" userId="c03e0a15-b871-426c-bb2c-7c438983d25f" providerId="ADAL" clId="{A5643672-A189-4AFA-9FDE-7DCEED8B30D5}" dt="2021-11-15T17:02:25.272" v="40" actId="164"/>
          <ac:spMkLst>
            <pc:docMk/>
            <pc:sldMk cId="2507810575" sldId="7971"/>
            <ac:spMk id="27" creationId="{866F5FDA-DE26-4192-9DAD-7891AAC18009}"/>
          </ac:spMkLst>
        </pc:spChg>
        <pc:spChg chg="mod">
          <ac:chgData name="Pellegrini, Mattia (Bip)" userId="c03e0a15-b871-426c-bb2c-7c438983d25f" providerId="ADAL" clId="{A5643672-A189-4AFA-9FDE-7DCEED8B30D5}" dt="2021-11-15T17:02:28.394" v="41" actId="164"/>
          <ac:spMkLst>
            <pc:docMk/>
            <pc:sldMk cId="2507810575" sldId="7971"/>
            <ac:spMk id="44" creationId="{02C0F018-F0A1-4BB5-93B4-8D2E800D4898}"/>
          </ac:spMkLst>
        </pc:spChg>
        <pc:spChg chg="mod">
          <ac:chgData name="Pellegrini, Mattia (Bip)" userId="c03e0a15-b871-426c-bb2c-7c438983d25f" providerId="ADAL" clId="{A5643672-A189-4AFA-9FDE-7DCEED8B30D5}" dt="2021-11-15T17:02:28.394" v="41" actId="164"/>
          <ac:spMkLst>
            <pc:docMk/>
            <pc:sldMk cId="2507810575" sldId="7971"/>
            <ac:spMk id="46" creationId="{33573ED2-4D7A-4117-9693-27BCF58A34C5}"/>
          </ac:spMkLst>
        </pc:spChg>
        <pc:spChg chg="mod">
          <ac:chgData name="Pellegrini, Mattia (Bip)" userId="c03e0a15-b871-426c-bb2c-7c438983d25f" providerId="ADAL" clId="{A5643672-A189-4AFA-9FDE-7DCEED8B30D5}" dt="2021-11-15T17:02:23.318" v="39" actId="164"/>
          <ac:spMkLst>
            <pc:docMk/>
            <pc:sldMk cId="2507810575" sldId="7971"/>
            <ac:spMk id="67" creationId="{C290C30B-27BF-4344-B81F-18539C478B88}"/>
          </ac:spMkLst>
        </pc:spChg>
        <pc:grpChg chg="add mod">
          <ac:chgData name="Pellegrini, Mattia (Bip)" userId="c03e0a15-b871-426c-bb2c-7c438983d25f" providerId="ADAL" clId="{A5643672-A189-4AFA-9FDE-7DCEED8B30D5}" dt="2021-11-15T17:02:23.318" v="39" actId="164"/>
          <ac:grpSpMkLst>
            <pc:docMk/>
            <pc:sldMk cId="2507810575" sldId="7971"/>
            <ac:grpSpMk id="2" creationId="{04A699A9-9F98-401D-AC06-6EB9AA89899F}"/>
          </ac:grpSpMkLst>
        </pc:grpChg>
        <pc:grpChg chg="add mod">
          <ac:chgData name="Pellegrini, Mattia (Bip)" userId="c03e0a15-b871-426c-bb2c-7c438983d25f" providerId="ADAL" clId="{A5643672-A189-4AFA-9FDE-7DCEED8B30D5}" dt="2021-11-15T17:02:25.272" v="40" actId="164"/>
          <ac:grpSpMkLst>
            <pc:docMk/>
            <pc:sldMk cId="2507810575" sldId="7971"/>
            <ac:grpSpMk id="4" creationId="{8620AF4A-B37D-4EA2-BDD7-2146CC53FC6F}"/>
          </ac:grpSpMkLst>
        </pc:grpChg>
        <pc:grpChg chg="mod">
          <ac:chgData name="Pellegrini, Mattia (Bip)" userId="c03e0a15-b871-426c-bb2c-7c438983d25f" providerId="ADAL" clId="{A5643672-A189-4AFA-9FDE-7DCEED8B30D5}" dt="2021-11-15T17:02:28.394" v="41" actId="164"/>
          <ac:grpSpMkLst>
            <pc:docMk/>
            <pc:sldMk cId="2507810575" sldId="7971"/>
            <ac:grpSpMk id="6" creationId="{2DB2A4A0-6D69-4383-8EC3-DF2D1C9FE717}"/>
          </ac:grpSpMkLst>
        </pc:grpChg>
        <pc:grpChg chg="add mod">
          <ac:chgData name="Pellegrini, Mattia (Bip)" userId="c03e0a15-b871-426c-bb2c-7c438983d25f" providerId="ADAL" clId="{A5643672-A189-4AFA-9FDE-7DCEED8B30D5}" dt="2021-11-15T17:02:28.394" v="41" actId="164"/>
          <ac:grpSpMkLst>
            <pc:docMk/>
            <pc:sldMk cId="2507810575" sldId="7971"/>
            <ac:grpSpMk id="7" creationId="{A08F4133-A68C-41B6-B99F-224AE20DDB48}"/>
          </ac:grpSpMkLst>
        </pc:grpChg>
        <pc:picChg chg="mod">
          <ac:chgData name="Pellegrini, Mattia (Bip)" userId="c03e0a15-b871-426c-bb2c-7c438983d25f" providerId="ADAL" clId="{A5643672-A189-4AFA-9FDE-7DCEED8B30D5}" dt="2021-11-15T17:02:23.318" v="39" actId="164"/>
          <ac:picMkLst>
            <pc:docMk/>
            <pc:sldMk cId="2507810575" sldId="7971"/>
            <ac:picMk id="12" creationId="{40DA9893-D856-4A56-8D10-3D94AD23BD91}"/>
          </ac:picMkLst>
        </pc:picChg>
        <pc:picChg chg="mod">
          <ac:chgData name="Pellegrini, Mattia (Bip)" userId="c03e0a15-b871-426c-bb2c-7c438983d25f" providerId="ADAL" clId="{A5643672-A189-4AFA-9FDE-7DCEED8B30D5}" dt="2021-11-15T17:02:25.272" v="40" actId="164"/>
          <ac:picMkLst>
            <pc:docMk/>
            <pc:sldMk cId="2507810575" sldId="7971"/>
            <ac:picMk id="68" creationId="{2077CF96-B894-4FAD-97A3-D1EDBA9F487D}"/>
          </ac:picMkLst>
        </pc:picChg>
      </pc:sldChg>
      <pc:sldChg chg="addSp modSp modAnim">
        <pc:chgData name="Pellegrini, Mattia (Bip)" userId="c03e0a15-b871-426c-bb2c-7c438983d25f" providerId="ADAL" clId="{A5643672-A189-4AFA-9FDE-7DCEED8B30D5}" dt="2021-11-15T17:02:45.653" v="50"/>
        <pc:sldMkLst>
          <pc:docMk/>
          <pc:sldMk cId="3702760215" sldId="7972"/>
        </pc:sldMkLst>
        <pc:spChg chg="mod">
          <ac:chgData name="Pellegrini, Mattia (Bip)" userId="c03e0a15-b871-426c-bb2c-7c438983d25f" providerId="ADAL" clId="{A5643672-A189-4AFA-9FDE-7DCEED8B30D5}" dt="2021-11-15T17:02:43.264" v="48" actId="164"/>
          <ac:spMkLst>
            <pc:docMk/>
            <pc:sldMk cId="3702760215" sldId="7972"/>
            <ac:spMk id="95" creationId="{0ED88860-670A-4695-BD11-078C29EE8C67}"/>
          </ac:spMkLst>
        </pc:spChg>
        <pc:grpChg chg="add mod">
          <ac:chgData name="Pellegrini, Mattia (Bip)" userId="c03e0a15-b871-426c-bb2c-7c438983d25f" providerId="ADAL" clId="{A5643672-A189-4AFA-9FDE-7DCEED8B30D5}" dt="2021-11-15T17:02:43.264" v="48" actId="164"/>
          <ac:grpSpMkLst>
            <pc:docMk/>
            <pc:sldMk cId="3702760215" sldId="7972"/>
            <ac:grpSpMk id="2" creationId="{54124136-00E6-4FCE-A773-932DA4AEA93E}"/>
          </ac:grpSpMkLst>
        </pc:grpChg>
        <pc:picChg chg="mod">
          <ac:chgData name="Pellegrini, Mattia (Bip)" userId="c03e0a15-b871-426c-bb2c-7c438983d25f" providerId="ADAL" clId="{A5643672-A189-4AFA-9FDE-7DCEED8B30D5}" dt="2021-11-15T17:02:43.264" v="48" actId="164"/>
          <ac:picMkLst>
            <pc:docMk/>
            <pc:sldMk cId="3702760215" sldId="7972"/>
            <ac:picMk id="96" creationId="{E6337F28-1AC9-4D93-B6CC-C4B539A0FCA5}"/>
          </ac:picMkLst>
        </pc:picChg>
      </pc:sldChg>
      <pc:sldChg chg="addSp modSp modAnim">
        <pc:chgData name="Pellegrini, Mattia (Bip)" userId="c03e0a15-b871-426c-bb2c-7c438983d25f" providerId="ADAL" clId="{A5643672-A189-4AFA-9FDE-7DCEED8B30D5}" dt="2021-11-15T17:03:03.667" v="53"/>
        <pc:sldMkLst>
          <pc:docMk/>
          <pc:sldMk cId="2529802168" sldId="7981"/>
        </pc:sldMkLst>
        <pc:spChg chg="mod">
          <ac:chgData name="Pellegrini, Mattia (Bip)" userId="c03e0a15-b871-426c-bb2c-7c438983d25f" providerId="ADAL" clId="{A5643672-A189-4AFA-9FDE-7DCEED8B30D5}" dt="2021-11-15T17:03:00.457" v="51" actId="164"/>
          <ac:spMkLst>
            <pc:docMk/>
            <pc:sldMk cId="2529802168" sldId="7981"/>
            <ac:spMk id="15" creationId="{6A23E611-6389-4CB9-AFE6-CE62AAB5D25D}"/>
          </ac:spMkLst>
        </pc:spChg>
        <pc:spChg chg="mod">
          <ac:chgData name="Pellegrini, Mattia (Bip)" userId="c03e0a15-b871-426c-bb2c-7c438983d25f" providerId="ADAL" clId="{A5643672-A189-4AFA-9FDE-7DCEED8B30D5}" dt="2021-11-15T17:03:00.457" v="51" actId="164"/>
          <ac:spMkLst>
            <pc:docMk/>
            <pc:sldMk cId="2529802168" sldId="7981"/>
            <ac:spMk id="19" creationId="{79E49AD1-E173-458D-8BC2-79E8765FF5E3}"/>
          </ac:spMkLst>
        </pc:spChg>
        <pc:spChg chg="mod">
          <ac:chgData name="Pellegrini, Mattia (Bip)" userId="c03e0a15-b871-426c-bb2c-7c438983d25f" providerId="ADAL" clId="{A5643672-A189-4AFA-9FDE-7DCEED8B30D5}" dt="2021-11-15T17:03:00.457" v="51" actId="164"/>
          <ac:spMkLst>
            <pc:docMk/>
            <pc:sldMk cId="2529802168" sldId="7981"/>
            <ac:spMk id="41" creationId="{348FE356-0FC2-407C-A85F-4CE37E5A2A5B}"/>
          </ac:spMkLst>
        </pc:spChg>
        <pc:spChg chg="mod">
          <ac:chgData name="Pellegrini, Mattia (Bip)" userId="c03e0a15-b871-426c-bb2c-7c438983d25f" providerId="ADAL" clId="{A5643672-A189-4AFA-9FDE-7DCEED8B30D5}" dt="2021-11-15T17:03:00.457" v="51" actId="164"/>
          <ac:spMkLst>
            <pc:docMk/>
            <pc:sldMk cId="2529802168" sldId="7981"/>
            <ac:spMk id="45" creationId="{0AA15C6E-1C56-4CE3-866E-40D6F856D6AD}"/>
          </ac:spMkLst>
        </pc:spChg>
        <pc:grpChg chg="add mod">
          <ac:chgData name="Pellegrini, Mattia (Bip)" userId="c03e0a15-b871-426c-bb2c-7c438983d25f" providerId="ADAL" clId="{A5643672-A189-4AFA-9FDE-7DCEED8B30D5}" dt="2021-11-15T17:03:00.457" v="51" actId="164"/>
          <ac:grpSpMkLst>
            <pc:docMk/>
            <pc:sldMk cId="2529802168" sldId="7981"/>
            <ac:grpSpMk id="2" creationId="{25776F65-49F2-4379-B1C1-916496E78B3E}"/>
          </ac:grpSpMkLst>
        </pc:grpChg>
      </pc:sldChg>
      <pc:sldChg chg="addSp modSp modAnim">
        <pc:chgData name="Pellegrini, Mattia (Bip)" userId="c03e0a15-b871-426c-bb2c-7c438983d25f" providerId="ADAL" clId="{A5643672-A189-4AFA-9FDE-7DCEED8B30D5}" dt="2021-11-15T17:03:11.587" v="56"/>
        <pc:sldMkLst>
          <pc:docMk/>
          <pc:sldMk cId="464213422" sldId="7982"/>
        </pc:sldMkLst>
        <pc:spChg chg="mod">
          <ac:chgData name="Pellegrini, Mattia (Bip)" userId="c03e0a15-b871-426c-bb2c-7c438983d25f" providerId="ADAL" clId="{A5643672-A189-4AFA-9FDE-7DCEED8B30D5}" dt="2021-11-15T17:03:08.759" v="54" actId="164"/>
          <ac:spMkLst>
            <pc:docMk/>
            <pc:sldMk cId="464213422" sldId="7982"/>
            <ac:spMk id="14" creationId="{82F763CF-B7F5-48BA-A91B-BBAC9815ECE0}"/>
          </ac:spMkLst>
        </pc:spChg>
        <pc:spChg chg="mod">
          <ac:chgData name="Pellegrini, Mattia (Bip)" userId="c03e0a15-b871-426c-bb2c-7c438983d25f" providerId="ADAL" clId="{A5643672-A189-4AFA-9FDE-7DCEED8B30D5}" dt="2021-11-15T17:03:08.759" v="54" actId="164"/>
          <ac:spMkLst>
            <pc:docMk/>
            <pc:sldMk cId="464213422" sldId="7982"/>
            <ac:spMk id="15" creationId="{009E93EF-5DEC-4CE9-8E3F-F951BF41FBB0}"/>
          </ac:spMkLst>
        </pc:spChg>
        <pc:spChg chg="mod">
          <ac:chgData name="Pellegrini, Mattia (Bip)" userId="c03e0a15-b871-426c-bb2c-7c438983d25f" providerId="ADAL" clId="{A5643672-A189-4AFA-9FDE-7DCEED8B30D5}" dt="2021-11-15T17:03:08.759" v="54" actId="164"/>
          <ac:spMkLst>
            <pc:docMk/>
            <pc:sldMk cId="464213422" sldId="7982"/>
            <ac:spMk id="41" creationId="{348FE356-0FC2-407C-A85F-4CE37E5A2A5B}"/>
          </ac:spMkLst>
        </pc:spChg>
        <pc:spChg chg="mod">
          <ac:chgData name="Pellegrini, Mattia (Bip)" userId="c03e0a15-b871-426c-bb2c-7c438983d25f" providerId="ADAL" clId="{A5643672-A189-4AFA-9FDE-7DCEED8B30D5}" dt="2021-11-15T17:03:08.759" v="54" actId="164"/>
          <ac:spMkLst>
            <pc:docMk/>
            <pc:sldMk cId="464213422" sldId="7982"/>
            <ac:spMk id="45" creationId="{0AA15C6E-1C56-4CE3-866E-40D6F856D6AD}"/>
          </ac:spMkLst>
        </pc:spChg>
        <pc:grpChg chg="add mod">
          <ac:chgData name="Pellegrini, Mattia (Bip)" userId="c03e0a15-b871-426c-bb2c-7c438983d25f" providerId="ADAL" clId="{A5643672-A189-4AFA-9FDE-7DCEED8B30D5}" dt="2021-11-15T17:03:08.759" v="54" actId="164"/>
          <ac:grpSpMkLst>
            <pc:docMk/>
            <pc:sldMk cId="464213422" sldId="7982"/>
            <ac:grpSpMk id="2" creationId="{95B25DC0-B2FD-46DD-B880-1265BDECB306}"/>
          </ac:grpSpMkLst>
        </pc:grpChg>
      </pc:sldChg>
      <pc:sldChg chg="addSp modSp modAnim">
        <pc:chgData name="Pellegrini, Mattia (Bip)" userId="c03e0a15-b871-426c-bb2c-7c438983d25f" providerId="ADAL" clId="{A5643672-A189-4AFA-9FDE-7DCEED8B30D5}" dt="2021-11-15T17:03:18.078" v="59"/>
        <pc:sldMkLst>
          <pc:docMk/>
          <pc:sldMk cId="2987603234" sldId="7983"/>
        </pc:sldMkLst>
        <pc:spChg chg="mod">
          <ac:chgData name="Pellegrini, Mattia (Bip)" userId="c03e0a15-b871-426c-bb2c-7c438983d25f" providerId="ADAL" clId="{A5643672-A189-4AFA-9FDE-7DCEED8B30D5}" dt="2021-11-15T17:03:15.590" v="57" actId="164"/>
          <ac:spMkLst>
            <pc:docMk/>
            <pc:sldMk cId="2987603234" sldId="7983"/>
            <ac:spMk id="14" creationId="{46569232-697D-48F5-AE06-3858B474BA66}"/>
          </ac:spMkLst>
        </pc:spChg>
        <pc:spChg chg="mod">
          <ac:chgData name="Pellegrini, Mattia (Bip)" userId="c03e0a15-b871-426c-bb2c-7c438983d25f" providerId="ADAL" clId="{A5643672-A189-4AFA-9FDE-7DCEED8B30D5}" dt="2021-11-15T17:03:15.590" v="57" actId="164"/>
          <ac:spMkLst>
            <pc:docMk/>
            <pc:sldMk cId="2987603234" sldId="7983"/>
            <ac:spMk id="15" creationId="{009E93EF-5DEC-4CE9-8E3F-F951BF41FBB0}"/>
          </ac:spMkLst>
        </pc:spChg>
        <pc:spChg chg="mod">
          <ac:chgData name="Pellegrini, Mattia (Bip)" userId="c03e0a15-b871-426c-bb2c-7c438983d25f" providerId="ADAL" clId="{A5643672-A189-4AFA-9FDE-7DCEED8B30D5}" dt="2021-11-15T17:03:15.590" v="57" actId="164"/>
          <ac:spMkLst>
            <pc:docMk/>
            <pc:sldMk cId="2987603234" sldId="7983"/>
            <ac:spMk id="41" creationId="{348FE356-0FC2-407C-A85F-4CE37E5A2A5B}"/>
          </ac:spMkLst>
        </pc:spChg>
        <pc:spChg chg="mod">
          <ac:chgData name="Pellegrini, Mattia (Bip)" userId="c03e0a15-b871-426c-bb2c-7c438983d25f" providerId="ADAL" clId="{A5643672-A189-4AFA-9FDE-7DCEED8B30D5}" dt="2021-11-15T17:03:15.590" v="57" actId="164"/>
          <ac:spMkLst>
            <pc:docMk/>
            <pc:sldMk cId="2987603234" sldId="7983"/>
            <ac:spMk id="45" creationId="{0AA15C6E-1C56-4CE3-866E-40D6F856D6AD}"/>
          </ac:spMkLst>
        </pc:spChg>
        <pc:grpChg chg="add mod">
          <ac:chgData name="Pellegrini, Mattia (Bip)" userId="c03e0a15-b871-426c-bb2c-7c438983d25f" providerId="ADAL" clId="{A5643672-A189-4AFA-9FDE-7DCEED8B30D5}" dt="2021-11-15T17:03:15.590" v="57" actId="164"/>
          <ac:grpSpMkLst>
            <pc:docMk/>
            <pc:sldMk cId="2987603234" sldId="7983"/>
            <ac:grpSpMk id="2" creationId="{D659D91F-A8BD-454D-8B05-594F53DA929C}"/>
          </ac:grpSpMkLst>
        </pc:grpChg>
      </pc:sldChg>
      <pc:sldChg chg="addSp modSp modAnim">
        <pc:chgData name="Pellegrini, Mattia (Bip)" userId="c03e0a15-b871-426c-bb2c-7c438983d25f" providerId="ADAL" clId="{A5643672-A189-4AFA-9FDE-7DCEED8B30D5}" dt="2021-11-15T17:03:28.444" v="62"/>
        <pc:sldMkLst>
          <pc:docMk/>
          <pc:sldMk cId="1893366654" sldId="7984"/>
        </pc:sldMkLst>
        <pc:spChg chg="mod">
          <ac:chgData name="Pellegrini, Mattia (Bip)" userId="c03e0a15-b871-426c-bb2c-7c438983d25f" providerId="ADAL" clId="{A5643672-A189-4AFA-9FDE-7DCEED8B30D5}" dt="2021-11-15T17:03:25.883" v="60" actId="164"/>
          <ac:spMkLst>
            <pc:docMk/>
            <pc:sldMk cId="1893366654" sldId="7984"/>
            <ac:spMk id="17" creationId="{81909ACB-47CB-4FDC-80FA-6409DE1FB9FB}"/>
          </ac:spMkLst>
        </pc:spChg>
        <pc:spChg chg="mod">
          <ac:chgData name="Pellegrini, Mattia (Bip)" userId="c03e0a15-b871-426c-bb2c-7c438983d25f" providerId="ADAL" clId="{A5643672-A189-4AFA-9FDE-7DCEED8B30D5}" dt="2021-11-15T17:03:25.883" v="60" actId="164"/>
          <ac:spMkLst>
            <pc:docMk/>
            <pc:sldMk cId="1893366654" sldId="7984"/>
            <ac:spMk id="41" creationId="{348FE356-0FC2-407C-A85F-4CE37E5A2A5B}"/>
          </ac:spMkLst>
        </pc:spChg>
        <pc:grpChg chg="add mod">
          <ac:chgData name="Pellegrini, Mattia (Bip)" userId="c03e0a15-b871-426c-bb2c-7c438983d25f" providerId="ADAL" clId="{A5643672-A189-4AFA-9FDE-7DCEED8B30D5}" dt="2021-11-15T17:03:25.883" v="60" actId="164"/>
          <ac:grpSpMkLst>
            <pc:docMk/>
            <pc:sldMk cId="1893366654" sldId="7984"/>
            <ac:grpSpMk id="2" creationId="{142FF569-FF1F-4B6B-A93A-DCB0A4E84908}"/>
          </ac:grpSpMkLst>
        </pc:grpChg>
        <pc:grpChg chg="mod">
          <ac:chgData name="Pellegrini, Mattia (Bip)" userId="c03e0a15-b871-426c-bb2c-7c438983d25f" providerId="ADAL" clId="{A5643672-A189-4AFA-9FDE-7DCEED8B30D5}" dt="2021-11-15T17:03:25.883" v="60" actId="164"/>
          <ac:grpSpMkLst>
            <pc:docMk/>
            <pc:sldMk cId="1893366654" sldId="7984"/>
            <ac:grpSpMk id="12" creationId="{FB6FA557-7BE4-4261-AF65-2491C5DDC45C}"/>
          </ac:grpSpMkLst>
        </pc:grpChg>
      </pc:sldChg>
      <pc:sldChg chg="addSp modSp modAnim">
        <pc:chgData name="Pellegrini, Mattia (Bip)" userId="c03e0a15-b871-426c-bb2c-7c438983d25f" providerId="ADAL" clId="{A5643672-A189-4AFA-9FDE-7DCEED8B30D5}" dt="2021-11-15T17:03:35.745" v="65"/>
        <pc:sldMkLst>
          <pc:docMk/>
          <pc:sldMk cId="2619702842" sldId="7985"/>
        </pc:sldMkLst>
        <pc:spChg chg="mod">
          <ac:chgData name="Pellegrini, Mattia (Bip)" userId="c03e0a15-b871-426c-bb2c-7c438983d25f" providerId="ADAL" clId="{A5643672-A189-4AFA-9FDE-7DCEED8B30D5}" dt="2021-11-15T17:03:32.625" v="63" actId="164"/>
          <ac:spMkLst>
            <pc:docMk/>
            <pc:sldMk cId="2619702842" sldId="7985"/>
            <ac:spMk id="17" creationId="{94F1C2A0-B6EC-41A1-9D40-A99B8EECA1E5}"/>
          </ac:spMkLst>
        </pc:spChg>
        <pc:spChg chg="mod">
          <ac:chgData name="Pellegrini, Mattia (Bip)" userId="c03e0a15-b871-426c-bb2c-7c438983d25f" providerId="ADAL" clId="{A5643672-A189-4AFA-9FDE-7DCEED8B30D5}" dt="2021-11-15T17:03:32.625" v="63" actId="164"/>
          <ac:spMkLst>
            <pc:docMk/>
            <pc:sldMk cId="2619702842" sldId="7985"/>
            <ac:spMk id="41" creationId="{348FE356-0FC2-407C-A85F-4CE37E5A2A5B}"/>
          </ac:spMkLst>
        </pc:spChg>
        <pc:grpChg chg="add mod">
          <ac:chgData name="Pellegrini, Mattia (Bip)" userId="c03e0a15-b871-426c-bb2c-7c438983d25f" providerId="ADAL" clId="{A5643672-A189-4AFA-9FDE-7DCEED8B30D5}" dt="2021-11-15T17:03:32.625" v="63" actId="164"/>
          <ac:grpSpMkLst>
            <pc:docMk/>
            <pc:sldMk cId="2619702842" sldId="7985"/>
            <ac:grpSpMk id="2" creationId="{98D78F19-5E7A-40AE-B2A3-E6B7A4778BD9}"/>
          </ac:grpSpMkLst>
        </pc:grpChg>
        <pc:grpChg chg="mod">
          <ac:chgData name="Pellegrini, Mattia (Bip)" userId="c03e0a15-b871-426c-bb2c-7c438983d25f" providerId="ADAL" clId="{A5643672-A189-4AFA-9FDE-7DCEED8B30D5}" dt="2021-11-15T17:03:32.625" v="63" actId="164"/>
          <ac:grpSpMkLst>
            <pc:docMk/>
            <pc:sldMk cId="2619702842" sldId="7985"/>
            <ac:grpSpMk id="12" creationId="{FB6FA557-7BE4-4261-AF65-2491C5DDC45C}"/>
          </ac:grpSpMkLst>
        </pc:gr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t-IT">
              <a:latin typeface="Arial"/>
            </a:endParaRPr>
          </a:p>
        </p:txBody>
      </p:sp>
      <p:sp>
        <p:nvSpPr>
          <p:cNvPr id="3" name="Segnaposto data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86777E4-9475-8446-9C92-3FD7FFADEFA1}" type="datetimeFigureOut">
              <a:rPr lang="it-IT" smtClean="0">
                <a:latin typeface="Arial"/>
              </a:rPr>
              <a:pPr/>
              <a:t>24/11/2025</a:t>
            </a:fld>
            <a:endParaRPr lang="it-IT">
              <a:latin typeface="Arial"/>
            </a:endParaRPr>
          </a:p>
        </p:txBody>
      </p:sp>
      <p:sp>
        <p:nvSpPr>
          <p:cNvPr id="4" name="Segnaposto piè di pagina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it-IT">
              <a:latin typeface="Arial"/>
            </a:endParaRPr>
          </a:p>
        </p:txBody>
      </p:sp>
      <p:sp>
        <p:nvSpPr>
          <p:cNvPr id="5" name="Segnaposto numero diapositiva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7004876-7C41-8541-8A87-AC5A2920BFC6}" type="slidenum">
              <a:rPr lang="it-IT" smtClean="0">
                <a:latin typeface="Arial"/>
              </a:rPr>
              <a:pPr/>
              <a:t>‹N›</a:t>
            </a:fld>
            <a:endParaRPr lang="it-IT">
              <a:latin typeface="Arial"/>
            </a:endParaRPr>
          </a:p>
        </p:txBody>
      </p:sp>
    </p:spTree>
    <p:extLst>
      <p:ext uri="{BB962C8B-B14F-4D97-AF65-F5344CB8AC3E}">
        <p14:creationId xmlns:p14="http://schemas.microsoft.com/office/powerpoint/2010/main" val="263713711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a:defRPr>
            </a:lvl1pPr>
          </a:lstStyle>
          <a:p>
            <a:endParaRPr lang="it-IT"/>
          </a:p>
        </p:txBody>
      </p:sp>
      <p:sp>
        <p:nvSpPr>
          <p:cNvPr id="3" name="Segnaposto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a:defRPr>
            </a:lvl1pPr>
          </a:lstStyle>
          <a:p>
            <a:fld id="{11A086D9-B6C2-4543-93F1-7626B8D6DACC}" type="datetimeFigureOut">
              <a:rPr lang="it-IT" smtClean="0"/>
              <a:pPr/>
              <a:t>24/11/2025</a:t>
            </a:fld>
            <a:endParaRPr lang="it-IT"/>
          </a:p>
        </p:txBody>
      </p:sp>
      <p:sp>
        <p:nvSpPr>
          <p:cNvPr id="4" name="Segnaposto immagine diapositiva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Fare </a:t>
            </a:r>
            <a:r>
              <a:rPr lang="en-US" err="1"/>
              <a:t>clic</a:t>
            </a:r>
            <a:r>
              <a:rPr lang="en-US"/>
              <a:t> per </a:t>
            </a:r>
            <a:r>
              <a:rPr lang="en-US" err="1"/>
              <a:t>modificare</a:t>
            </a:r>
            <a:r>
              <a:rPr lang="en-US"/>
              <a:t> </a:t>
            </a:r>
            <a:r>
              <a:rPr lang="en-US" err="1"/>
              <a:t>gli</a:t>
            </a:r>
            <a:r>
              <a:rPr lang="en-US"/>
              <a:t> </a:t>
            </a:r>
            <a:r>
              <a:rPr lang="en-US" err="1"/>
              <a:t>stili</a:t>
            </a:r>
            <a:r>
              <a:rPr lang="en-US"/>
              <a:t> del </a:t>
            </a:r>
            <a:r>
              <a:rPr lang="en-US" err="1"/>
              <a:t>testo</a:t>
            </a:r>
            <a:r>
              <a:rPr lang="en-US"/>
              <a:t> </a:t>
            </a:r>
            <a:r>
              <a:rPr lang="en-US" err="1"/>
              <a:t>dello</a:t>
            </a:r>
            <a:r>
              <a:rPr lang="en-US"/>
              <a:t> schema</a:t>
            </a:r>
          </a:p>
          <a:p>
            <a:pPr lvl="1"/>
            <a:r>
              <a:rPr lang="en-US"/>
              <a:t>Secondo </a:t>
            </a:r>
            <a:r>
              <a:rPr lang="en-US" err="1"/>
              <a:t>livello</a:t>
            </a:r>
            <a:endParaRPr lang="en-US"/>
          </a:p>
          <a:p>
            <a:pPr lvl="2"/>
            <a:r>
              <a:rPr lang="en-US" err="1"/>
              <a:t>Terzo</a:t>
            </a:r>
            <a:r>
              <a:rPr lang="en-US"/>
              <a:t> </a:t>
            </a:r>
            <a:r>
              <a:rPr lang="en-US" err="1"/>
              <a:t>livello</a:t>
            </a:r>
            <a:endParaRPr lang="en-US"/>
          </a:p>
          <a:p>
            <a:pPr lvl="3"/>
            <a:r>
              <a:rPr lang="en-US"/>
              <a:t>Quarto </a:t>
            </a:r>
            <a:r>
              <a:rPr lang="en-US" err="1"/>
              <a:t>livello</a:t>
            </a:r>
            <a:endParaRPr lang="en-US"/>
          </a:p>
          <a:p>
            <a:pPr lvl="4"/>
            <a:r>
              <a:rPr lang="en-US" err="1"/>
              <a:t>Quinto</a:t>
            </a:r>
            <a:r>
              <a:rPr lang="en-US"/>
              <a:t> </a:t>
            </a:r>
            <a:r>
              <a:rPr lang="en-US" err="1"/>
              <a:t>livello</a:t>
            </a:r>
            <a:endParaRPr lang="it-IT"/>
          </a:p>
        </p:txBody>
      </p:sp>
      <p:sp>
        <p:nvSpPr>
          <p:cNvPr id="6" name="Segnaposto piè di pa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a:defRPr>
            </a:lvl1pPr>
          </a:lstStyle>
          <a:p>
            <a:endParaRPr lang="it-IT"/>
          </a:p>
        </p:txBody>
      </p:sp>
      <p:sp>
        <p:nvSpPr>
          <p:cNvPr id="7" name="Segnaposto numero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a:defRPr>
            </a:lvl1pPr>
          </a:lstStyle>
          <a:p>
            <a:fld id="{D56EDDCE-EE65-6D48-ACA2-30328AA80092}" type="slidenum">
              <a:rPr lang="it-IT" smtClean="0"/>
              <a:pPr/>
              <a:t>‹N›</a:t>
            </a:fld>
            <a:endParaRPr lang="it-IT"/>
          </a:p>
        </p:txBody>
      </p:sp>
    </p:spTree>
    <p:extLst>
      <p:ext uri="{BB962C8B-B14F-4D97-AF65-F5344CB8AC3E}">
        <p14:creationId xmlns:p14="http://schemas.microsoft.com/office/powerpoint/2010/main" val="1746336913"/>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Arial"/>
        <a:ea typeface="+mn-ea"/>
        <a:cs typeface="+mn-cs"/>
      </a:defRPr>
    </a:lvl1pPr>
    <a:lvl2pPr marL="457200" algn="l" defTabSz="457200" rtl="0" eaLnBrk="1" latinLnBrk="0" hangingPunct="1">
      <a:defRPr sz="1200" kern="1200">
        <a:solidFill>
          <a:schemeClr val="tx1"/>
        </a:solidFill>
        <a:latin typeface="Arial"/>
        <a:ea typeface="+mn-ea"/>
        <a:cs typeface="+mn-cs"/>
      </a:defRPr>
    </a:lvl2pPr>
    <a:lvl3pPr marL="914400" algn="l" defTabSz="457200" rtl="0" eaLnBrk="1" latinLnBrk="0" hangingPunct="1">
      <a:defRPr sz="1200" kern="1200">
        <a:solidFill>
          <a:schemeClr val="tx1"/>
        </a:solidFill>
        <a:latin typeface="Arial"/>
        <a:ea typeface="+mn-ea"/>
        <a:cs typeface="+mn-cs"/>
      </a:defRPr>
    </a:lvl3pPr>
    <a:lvl4pPr marL="1371600" algn="l" defTabSz="457200" rtl="0" eaLnBrk="1" latinLnBrk="0" hangingPunct="1">
      <a:defRPr sz="1200" kern="1200">
        <a:solidFill>
          <a:schemeClr val="tx1"/>
        </a:solidFill>
        <a:latin typeface="Arial"/>
        <a:ea typeface="+mn-ea"/>
        <a:cs typeface="+mn-cs"/>
      </a:defRPr>
    </a:lvl4pPr>
    <a:lvl5pPr marL="1828800" algn="l" defTabSz="457200" rtl="0" eaLnBrk="1" latinLnBrk="0" hangingPunct="1">
      <a:defRPr sz="1200" kern="1200">
        <a:solidFill>
          <a:schemeClr val="tx1"/>
        </a:solidFill>
        <a:latin typeface="Arial"/>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53053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The purpose of this chapter is to ensure a common understanding of the basic concepts of IT Service Management as defined in ITIL® and of the terminology used.</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Whilst considering these concepts and the terminology, it is well to bear in mind that we are all service providers and we are all service consumers. We may provide services professionally, either in a business such as a bank, or in a department such as IT. We also may provide services informally, such as taking children to school to ensure that they arrive safely and on time. When we consider what should be done to provide services, we should think about services that we consume, such as communication or transport services and remind ourselves of what we do not like about those services.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Although ITIL® is often applied purely to IT services, the basic concepts apply to any type of service in any environment.</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Calibri" panose="020F0502020204030204" pitchFamily="34" charset="0"/>
              <a:ea typeface="Calibri" panose="020F0502020204030204" pitchFamily="34" charset="0"/>
              <a:cs typeface="+mn-cs"/>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338091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cs typeface="+mn-cs"/>
              </a:rPr>
              <a:t>Since the initial steps in IT Service Management started more than thirty years ago, services have been thought of as something to be delivered, like a parcel. IT Service Management has therefore been thought of in the context of a one- directional and distant relationship.</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Calibri" panose="020F0502020204030204" pitchFamily="34"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cs typeface="+mn-cs"/>
              </a:rPr>
              <a:t>Nothing could be further from the truth. Even in something as simple as a parcel delivery service, there are many actors who must all play a part to ensure that the service works.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Calibri" panose="020F0502020204030204" pitchFamily="34"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cs typeface="+mn-cs"/>
              </a:rPr>
              <a:t>In the modern world, it is realized that the service provider cannot do everything themselves. The ones who consume a service have a significant role to play in getting the value out of a service, so we now use the phrase “enabling value co-creation” to describe the fact that both service consumers and service providers should work together to ensure that the service provides the value that is intended</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Calibri" panose="020F0502020204030204" pitchFamily="34"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cs typeface="+mn-cs"/>
              </a:rPr>
              <a:t>Imagine a scenario in which you need to attend a meeting in a distant city to close an important deal, so you decide to use an airline service to get there. You have the responsibility to buy the ticket, get to the airport, check in and follow the rules and get to the gate on time. If you, or any other passengers (service consumer) arrive late or tries to take illegal items on board the </a:t>
            </a:r>
            <a:r>
              <a:rPr lang="en-US" sz="1200" kern="1200" err="1">
                <a:solidFill>
                  <a:schemeClr val="tx1"/>
                </a:solidFill>
                <a:effectLst/>
                <a:latin typeface="Calibri" panose="020F0502020204030204" pitchFamily="34" charset="0"/>
                <a:cs typeface="+mn-cs"/>
              </a:rPr>
              <a:t>aeroplane</a:t>
            </a:r>
            <a:r>
              <a:rPr lang="en-US" sz="1200" kern="1200">
                <a:solidFill>
                  <a:schemeClr val="tx1"/>
                </a:solidFill>
                <a:effectLst/>
                <a:latin typeface="Calibri" panose="020F0502020204030204" pitchFamily="34" charset="0"/>
                <a:cs typeface="+mn-cs"/>
              </a:rPr>
              <a:t>, the flight may well be delayed, and you may not make the meeting, so losing the deal. It is not the fault of the </a:t>
            </a:r>
            <a:r>
              <a:rPr lang="en-US"/>
              <a:t>service provider (the airline) that you did not get the value.</a:t>
            </a:r>
          </a:p>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609992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The origins of </a:t>
            </a:r>
            <a:r>
              <a:rPr lang="en-US" sz="1200" b="1" kern="1200">
                <a:solidFill>
                  <a:schemeClr val="tx1"/>
                </a:solidFill>
                <a:effectLst/>
                <a:latin typeface="Calibri" panose="020F0502020204030204" pitchFamily="34" charset="0"/>
                <a:ea typeface="Calibri" panose="020F0502020204030204" pitchFamily="34" charset="0"/>
                <a:cs typeface="+mn-cs"/>
              </a:rPr>
              <a:t>IT Service Management </a:t>
            </a:r>
            <a:r>
              <a:rPr lang="en-US" sz="1200" kern="1200">
                <a:solidFill>
                  <a:schemeClr val="tx1"/>
                </a:solidFill>
                <a:effectLst/>
                <a:latin typeface="Calibri" panose="020F0502020204030204" pitchFamily="34" charset="0"/>
                <a:ea typeface="Calibri" panose="020F0502020204030204" pitchFamily="34" charset="0"/>
                <a:cs typeface="+mn-cs"/>
              </a:rPr>
              <a:t>are in traditional service businesses such as airlines, banks, hotels and phone companies. Its practice has grown with the adoption by IT organizations of a service-oriented approach to managing IT applications, infrastructure and processes. Solutions to business problems and support for business models, strategies and operations are increasingly in the form of services.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Services need to be managed by people with appropriate and specialized skills or capabilities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a:solidFill>
                  <a:schemeClr val="tx1"/>
                </a:solidFill>
                <a:effectLst/>
                <a:latin typeface="Calibri" panose="020F0502020204030204" pitchFamily="34" charset="0"/>
                <a:ea typeface="Calibri" panose="020F0502020204030204" pitchFamily="34" charset="0"/>
                <a:cs typeface="+mn-cs"/>
              </a:rPr>
              <a:t>IT Service Management </a:t>
            </a:r>
            <a:r>
              <a:rPr lang="en-US" sz="1200" kern="1200">
                <a:solidFill>
                  <a:schemeClr val="tx1"/>
                </a:solidFill>
                <a:effectLst/>
                <a:latin typeface="Calibri" panose="020F0502020204030204" pitchFamily="34" charset="0"/>
                <a:ea typeface="Calibri" panose="020F0502020204030204" pitchFamily="34" charset="0"/>
                <a:cs typeface="+mn-cs"/>
              </a:rPr>
              <a:t>involves the implementation and management of quality IT services that meet the needs of the business. </a:t>
            </a:r>
            <a:r>
              <a:rPr lang="en-US" sz="1200" b="1" kern="1200">
                <a:solidFill>
                  <a:schemeClr val="tx1"/>
                </a:solidFill>
                <a:effectLst/>
                <a:latin typeface="Calibri" panose="020F0502020204030204" pitchFamily="34" charset="0"/>
                <a:ea typeface="Calibri" panose="020F0502020204030204" pitchFamily="34" charset="0"/>
                <a:cs typeface="+mn-cs"/>
              </a:rPr>
              <a:t>IT Service Management </a:t>
            </a:r>
            <a:r>
              <a:rPr lang="en-US" sz="1200" kern="1200">
                <a:solidFill>
                  <a:schemeClr val="tx1"/>
                </a:solidFill>
                <a:effectLst/>
                <a:latin typeface="Calibri" panose="020F0502020204030204" pitchFamily="34" charset="0"/>
                <a:ea typeface="Calibri" panose="020F0502020204030204" pitchFamily="34" charset="0"/>
                <a:cs typeface="+mn-cs"/>
              </a:rPr>
              <a:t>is not just the management of technology, but also the management of people, process, information, skills and many other types of resource.</a:t>
            </a:r>
          </a:p>
          <a:p>
            <a:endParaRPr lang="en-GB" sz="1200" kern="1200">
              <a:solidFill>
                <a:schemeClr val="tx1"/>
              </a:solidFill>
              <a:effectLst/>
              <a:latin typeface="Calibri" panose="020F0502020204030204" pitchFamily="34" charset="0"/>
              <a:cs typeface="+mn-cs"/>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86047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A customer of a service is interested in the </a:t>
            </a:r>
            <a:r>
              <a:rPr lang="en-US" sz="1200" b="1" kern="1200">
                <a:solidFill>
                  <a:schemeClr val="tx1"/>
                </a:solidFill>
                <a:effectLst/>
                <a:latin typeface="Calibri" panose="020F0502020204030204" pitchFamily="34" charset="0"/>
                <a:ea typeface="Calibri" panose="020F0502020204030204" pitchFamily="34" charset="0"/>
                <a:cs typeface="+mn-cs"/>
              </a:rPr>
              <a:t>outcomes</a:t>
            </a:r>
            <a:r>
              <a:rPr lang="en-US" sz="1200" kern="1200">
                <a:solidFill>
                  <a:schemeClr val="tx1"/>
                </a:solidFill>
                <a:effectLst/>
                <a:latin typeface="Calibri" panose="020F0502020204030204" pitchFamily="34" charset="0"/>
                <a:ea typeface="Calibri" panose="020F0502020204030204" pitchFamily="34" charset="0"/>
                <a:cs typeface="+mn-cs"/>
              </a:rPr>
              <a:t> that are enabled by service and should not be interested in the detail of providing the service. </a:t>
            </a:r>
            <a:r>
              <a:rPr lang="en-US" sz="1200" b="1" kern="1200">
                <a:solidFill>
                  <a:schemeClr val="tx1"/>
                </a:solidFill>
                <a:effectLst/>
                <a:latin typeface="Calibri" panose="020F0502020204030204" pitchFamily="34" charset="0"/>
                <a:ea typeface="Calibri" panose="020F0502020204030204" pitchFamily="34" charset="0"/>
                <a:cs typeface="+mn-cs"/>
              </a:rPr>
              <a:t>Outcomes</a:t>
            </a:r>
            <a:r>
              <a:rPr lang="en-US" sz="1200" kern="1200">
                <a:solidFill>
                  <a:schemeClr val="tx1"/>
                </a:solidFill>
                <a:effectLst/>
                <a:latin typeface="Calibri" panose="020F0502020204030204" pitchFamily="34" charset="0"/>
                <a:ea typeface="Calibri" panose="020F0502020204030204" pitchFamily="34" charset="0"/>
                <a:cs typeface="+mn-cs"/>
              </a:rPr>
              <a:t> are the things that are important, and they are enabled by outputs. Having the </a:t>
            </a:r>
            <a:r>
              <a:rPr lang="en-US" sz="1200" b="1" kern="1200">
                <a:solidFill>
                  <a:schemeClr val="tx1"/>
                </a:solidFill>
                <a:effectLst/>
                <a:latin typeface="Calibri" panose="020F0502020204030204" pitchFamily="34" charset="0"/>
                <a:ea typeface="Calibri" panose="020F0502020204030204" pitchFamily="34" charset="0"/>
                <a:cs typeface="+mn-cs"/>
              </a:rPr>
              <a:t>output</a:t>
            </a:r>
            <a:r>
              <a:rPr lang="en-US" sz="1200" kern="1200">
                <a:solidFill>
                  <a:schemeClr val="tx1"/>
                </a:solidFill>
                <a:effectLst/>
                <a:latin typeface="Calibri" panose="020F0502020204030204" pitchFamily="34" charset="0"/>
                <a:ea typeface="Calibri" panose="020F0502020204030204" pitchFamily="34" charset="0"/>
                <a:cs typeface="+mn-cs"/>
              </a:rPr>
              <a:t> enables, but does not guarantee, achievement of </a:t>
            </a:r>
            <a:r>
              <a:rPr lang="en-US" sz="1200" b="1" kern="1200">
                <a:solidFill>
                  <a:schemeClr val="tx1"/>
                </a:solidFill>
                <a:effectLst/>
                <a:latin typeface="Calibri" panose="020F0502020204030204" pitchFamily="34" charset="0"/>
                <a:ea typeface="Calibri" panose="020F0502020204030204" pitchFamily="34" charset="0"/>
                <a:cs typeface="+mn-cs"/>
              </a:rPr>
              <a:t>outcomes</a:t>
            </a:r>
            <a:r>
              <a:rPr lang="en-US" sz="1200" kern="1200">
                <a:solidFill>
                  <a:schemeClr val="tx1"/>
                </a:solidFill>
                <a:effectLst/>
                <a:latin typeface="Calibri" panose="020F0502020204030204" pitchFamily="34" charset="0"/>
                <a:ea typeface="Calibri" panose="020F0502020204030204" pitchFamily="34" charset="0"/>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A key part of good practice in IT Service Management is collaboration and value co-creation. The providers of service must work closely with the consumers of service and appropriate information must be shared in a clear and timely manner.</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When we talk of adopting a service mindset, we mean adopting a focus on outcomes that deliver value to the business being supported, and on the management of costs and risks in an appropriate way on behalf of the business being supported.</a:t>
            </a:r>
          </a:p>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694200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To some extent, everything that you do has </a:t>
            </a:r>
            <a:r>
              <a:rPr lang="en-US" sz="1200" b="1" kern="1200">
                <a:solidFill>
                  <a:schemeClr val="tx1"/>
                </a:solidFill>
                <a:effectLst/>
                <a:latin typeface="Calibri" panose="020F0502020204030204" pitchFamily="34" charset="0"/>
                <a:ea typeface="Calibri" panose="020F0502020204030204" pitchFamily="34" charset="0"/>
                <a:cs typeface="+mn-cs"/>
              </a:rPr>
              <a:t>cost</a:t>
            </a:r>
            <a:r>
              <a:rPr lang="en-US" sz="1200" kern="1200">
                <a:solidFill>
                  <a:schemeClr val="tx1"/>
                </a:solidFill>
                <a:effectLst/>
                <a:latin typeface="Calibri" panose="020F0502020204030204" pitchFamily="34" charset="0"/>
                <a:ea typeface="Calibri" panose="020F0502020204030204" pitchFamily="34" charset="0"/>
                <a:cs typeface="+mn-cs"/>
              </a:rPr>
              <a:t>, carries </a:t>
            </a:r>
            <a:r>
              <a:rPr lang="en-US" sz="1200" b="1" kern="1200">
                <a:solidFill>
                  <a:schemeClr val="tx1"/>
                </a:solidFill>
                <a:effectLst/>
                <a:latin typeface="Calibri" panose="020F0502020204030204" pitchFamily="34" charset="0"/>
                <a:ea typeface="Calibri" panose="020F0502020204030204" pitchFamily="34" charset="0"/>
                <a:cs typeface="+mn-cs"/>
              </a:rPr>
              <a:t>risk</a:t>
            </a:r>
            <a:r>
              <a:rPr lang="en-US" sz="1200" kern="1200">
                <a:solidFill>
                  <a:schemeClr val="tx1"/>
                </a:solidFill>
                <a:effectLst/>
                <a:latin typeface="Calibri" panose="020F0502020204030204" pitchFamily="34" charset="0"/>
                <a:ea typeface="Calibri" panose="020F0502020204030204" pitchFamily="34" charset="0"/>
                <a:cs typeface="+mn-cs"/>
              </a:rPr>
              <a:t> and may have unintentional side effects.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The outcomes enabled by a service and the costs and the risks removed by that service should outweigh the costs and risks introduced by that service any negative impact on outcomes of other services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Calibri" panose="020F0502020204030204" pitchFamily="34" charset="0"/>
              <a:ea typeface="Calibri" panose="020F0502020204030204" pitchFamily="34"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As shown, we must consider costs, but they cannot be the prime means of management. If we manage only by managing cost, then we will keep reducing budgets and resources until we cannot do anything of value.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The main focus of IT Service Management is therefore on the provision of </a:t>
            </a:r>
            <a:r>
              <a:rPr lang="en-US" sz="1200" b="1" kern="1200">
                <a:solidFill>
                  <a:schemeClr val="tx1"/>
                </a:solidFill>
                <a:effectLst/>
                <a:latin typeface="Calibri" panose="020F0502020204030204" pitchFamily="34" charset="0"/>
                <a:ea typeface="Calibri" panose="020F0502020204030204" pitchFamily="34" charset="0"/>
                <a:cs typeface="+mn-cs"/>
              </a:rPr>
              <a:t>value</a:t>
            </a:r>
            <a:r>
              <a:rPr lang="en-US" sz="1200" kern="1200">
                <a:solidFill>
                  <a:schemeClr val="tx1"/>
                </a:solidFill>
                <a:effectLst/>
                <a:latin typeface="Calibri" panose="020F0502020204030204" pitchFamily="34" charset="0"/>
                <a:ea typeface="Calibri" panose="020F0502020204030204" pitchFamily="34" charset="0"/>
                <a:cs typeface="+mn-cs"/>
              </a:rPr>
              <a:t>. To understand value, we must ask “what is it worth?”. Value can be financial, but could also be almost intangible items such as image or opportunity.</a:t>
            </a:r>
          </a:p>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73694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Especially when considering IT services, they generally enable users to do something and to do it efficiently and reliably. Simplistically, value might be “increased sales” through effective customer ordering (</a:t>
            </a:r>
            <a:r>
              <a:rPr lang="en-US" sz="1200" b="1" kern="1200">
                <a:solidFill>
                  <a:schemeClr val="tx1"/>
                </a:solidFill>
                <a:effectLst/>
                <a:latin typeface="Calibri" panose="020F0502020204030204" pitchFamily="34" charset="0"/>
                <a:ea typeface="Calibri" panose="020F0502020204030204" pitchFamily="34" charset="0"/>
                <a:cs typeface="+mn-cs"/>
              </a:rPr>
              <a:t>utility</a:t>
            </a:r>
            <a:r>
              <a:rPr lang="en-US" sz="1200" kern="1200">
                <a:solidFill>
                  <a:schemeClr val="tx1"/>
                </a:solidFill>
                <a:effectLst/>
                <a:latin typeface="Calibri" panose="020F0502020204030204" pitchFamily="34" charset="0"/>
                <a:ea typeface="Calibri" panose="020F0502020204030204" pitchFamily="34" charset="0"/>
                <a:cs typeface="+mn-cs"/>
              </a:rPr>
              <a:t>) enabled by a reliable, fast, easy-to-use and secure web-site (</a:t>
            </a:r>
            <a:r>
              <a:rPr lang="en-US" sz="1200" b="1" kern="1200">
                <a:solidFill>
                  <a:schemeClr val="tx1"/>
                </a:solidFill>
                <a:effectLst/>
                <a:latin typeface="Calibri" panose="020F0502020204030204" pitchFamily="34" charset="0"/>
                <a:ea typeface="Calibri" panose="020F0502020204030204" pitchFamily="34" charset="0"/>
                <a:cs typeface="+mn-cs"/>
              </a:rPr>
              <a:t>warranty</a:t>
            </a:r>
            <a:r>
              <a:rPr lang="en-US" sz="1200" kern="1200">
                <a:solidFill>
                  <a:schemeClr val="tx1"/>
                </a:solidFill>
                <a:effectLst/>
                <a:latin typeface="Calibri" panose="020F0502020204030204" pitchFamily="34" charset="0"/>
                <a:ea typeface="Calibri" panose="020F0502020204030204" pitchFamily="34" charset="0"/>
                <a:cs typeface="+mn-cs"/>
              </a:rPr>
              <a:t>).</a:t>
            </a:r>
          </a:p>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58464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The term “</a:t>
            </a:r>
            <a:r>
              <a:rPr lang="en-US" sz="1200" b="1" kern="1200">
                <a:solidFill>
                  <a:schemeClr val="tx1"/>
                </a:solidFill>
                <a:effectLst/>
                <a:latin typeface="Calibri" panose="020F0502020204030204" pitchFamily="34" charset="0"/>
                <a:ea typeface="Calibri" panose="020F0502020204030204" pitchFamily="34" charset="0"/>
                <a:cs typeface="+mn-cs"/>
              </a:rPr>
              <a:t>organization</a:t>
            </a:r>
            <a:r>
              <a:rPr lang="en-US" sz="1200" kern="1200">
                <a:solidFill>
                  <a:schemeClr val="tx1"/>
                </a:solidFill>
                <a:effectLst/>
                <a:latin typeface="Calibri" panose="020F0502020204030204" pitchFamily="34" charset="0"/>
                <a:ea typeface="Calibri" panose="020F0502020204030204" pitchFamily="34" charset="0"/>
                <a:cs typeface="+mn-cs"/>
              </a:rPr>
              <a:t>” will be used very often in this course. It is a generic term for any group of people filling roles that share the responsibilities to achieve objectives. The term could be used to represent a team, department, section, division or a public or private company.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Calibri" panose="020F0502020204030204" pitchFamily="34" charset="0"/>
              <a:ea typeface="Calibri" panose="020F0502020204030204" pitchFamily="34"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Key generic units of organization used frequently are shown on the next page as:</a:t>
            </a:r>
          </a:p>
          <a:p>
            <a:pPr>
              <a:spcBef>
                <a:spcPts val="25"/>
              </a:spcBef>
            </a:pPr>
            <a:r>
              <a:rPr lang="en-US" sz="800">
                <a:effectLst/>
                <a:latin typeface="Calibri" panose="020F0502020204030204" pitchFamily="34" charset="0"/>
                <a:ea typeface="Calibri" panose="020F0502020204030204" pitchFamily="34" charset="0"/>
              </a:rPr>
              <a:t> </a:t>
            </a:r>
            <a:endParaRPr lang="en-US" sz="1100">
              <a:effectLst/>
              <a:latin typeface="Calibri" panose="020F0502020204030204" pitchFamily="34" charset="0"/>
              <a:ea typeface="Calibri" panose="020F0502020204030204" pitchFamily="34" charset="0"/>
            </a:endParaRPr>
          </a:p>
          <a:p>
            <a:pPr marL="171450" marR="294005" lvl="0" indent="-171450" algn="l" defTabSz="457200" rtl="0" eaLnBrk="1" fontAlgn="auto" latinLnBrk="0" hangingPunct="1">
              <a:lnSpc>
                <a:spcPct val="100000"/>
              </a:lnSpc>
              <a:spcBef>
                <a:spcPts val="20"/>
              </a:spcBef>
              <a:spcAft>
                <a:spcPts val="0"/>
              </a:spcAft>
              <a:buClrTx/>
              <a:buSzTx/>
              <a:buFont typeface="Wingdings" panose="05000000000000000000" pitchFamily="2" charset="2"/>
              <a:buChar char="§"/>
              <a:tabLst>
                <a:tab pos="659765" algn="l"/>
                <a:tab pos="660400" algn="l"/>
              </a:tabLst>
              <a:defRPr/>
            </a:pPr>
            <a:r>
              <a:rPr lang="en-US" sz="1100" b="1" kern="1200">
                <a:solidFill>
                  <a:schemeClr val="tx1"/>
                </a:solidFill>
                <a:effectLst/>
                <a:latin typeface="Calibri" panose="020F0502020204030204" pitchFamily="34" charset="0"/>
                <a:ea typeface="Calibri" panose="020F0502020204030204" pitchFamily="34" charset="0"/>
                <a:cs typeface="+mn-cs"/>
              </a:rPr>
              <a:t>Service provider </a:t>
            </a:r>
            <a:r>
              <a:rPr lang="en-US" sz="1100" kern="1200">
                <a:solidFill>
                  <a:schemeClr val="tx1"/>
                </a:solidFill>
                <a:effectLst/>
                <a:latin typeface="Calibri" panose="020F0502020204030204" pitchFamily="34" charset="0"/>
                <a:ea typeface="Calibri" panose="020F0502020204030204" pitchFamily="34" charset="0"/>
                <a:cs typeface="+mn-cs"/>
              </a:rPr>
              <a:t>– to indicate the defined organization that provides services to other organizations. It could be “the IT department”, it could be another business department, it could be a separate company selling services or it could be several of these entities working together</a:t>
            </a:r>
          </a:p>
          <a:p>
            <a:pPr marL="171450" marR="294005" lvl="0" indent="-171450" algn="l" defTabSz="457200" rtl="0" eaLnBrk="1" fontAlgn="auto" latinLnBrk="0" hangingPunct="1">
              <a:lnSpc>
                <a:spcPct val="100000"/>
              </a:lnSpc>
              <a:spcBef>
                <a:spcPts val="20"/>
              </a:spcBef>
              <a:spcAft>
                <a:spcPts val="0"/>
              </a:spcAft>
              <a:buClrTx/>
              <a:buSzTx/>
              <a:buFont typeface="Wingdings" panose="05000000000000000000" pitchFamily="2" charset="2"/>
              <a:buChar char="§"/>
              <a:tabLst>
                <a:tab pos="659765" algn="l"/>
                <a:tab pos="660400" algn="l"/>
              </a:tabLst>
              <a:defRPr/>
            </a:pPr>
            <a:r>
              <a:rPr lang="en-US" sz="1100" b="1" kern="1200">
                <a:solidFill>
                  <a:schemeClr val="tx1"/>
                </a:solidFill>
                <a:effectLst/>
                <a:latin typeface="Calibri" panose="020F0502020204030204" pitchFamily="34" charset="0"/>
                <a:ea typeface="Calibri" panose="020F0502020204030204" pitchFamily="34" charset="0"/>
                <a:cs typeface="+mn-cs"/>
              </a:rPr>
              <a:t>Consumer</a:t>
            </a:r>
            <a:r>
              <a:rPr lang="en-US" sz="1100" kern="1200">
                <a:solidFill>
                  <a:schemeClr val="tx1"/>
                </a:solidFill>
                <a:effectLst/>
                <a:latin typeface="Calibri" panose="020F0502020204030204" pitchFamily="34" charset="0"/>
                <a:ea typeface="Calibri" panose="020F0502020204030204" pitchFamily="34" charset="0"/>
                <a:cs typeface="+mn-cs"/>
              </a:rPr>
              <a:t> – when receiving services, an organization takes on the role of the service consumer. This is a generic role that is used to simplify the definition and description of the structure of service relationships. In practice, there are more specific roles (which may be combined in practice) involved in service consumption;</a:t>
            </a:r>
          </a:p>
          <a:p>
            <a:pPr marL="628650" marR="0" lvl="1"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200" b="1" kern="1200">
                <a:solidFill>
                  <a:schemeClr val="tx1"/>
                </a:solidFill>
                <a:effectLst/>
                <a:latin typeface="Calibri" panose="020F0502020204030204" pitchFamily="34" charset="0"/>
                <a:ea typeface="Verdana" panose="020B0604030504040204" pitchFamily="34" charset="0"/>
                <a:cs typeface="+mn-cs"/>
              </a:rPr>
              <a:t>Customer</a:t>
            </a:r>
            <a:r>
              <a:rPr lang="en-US" sz="1200" kern="1200">
                <a:solidFill>
                  <a:schemeClr val="tx1"/>
                </a:solidFill>
                <a:effectLst/>
                <a:latin typeface="Calibri" panose="020F0502020204030204" pitchFamily="34" charset="0"/>
                <a:ea typeface="Verdana" panose="020B0604030504040204" pitchFamily="34" charset="0"/>
                <a:cs typeface="+mn-cs"/>
              </a:rPr>
              <a:t> – defining the requirements and taking responsibility for the outcomes of consumption</a:t>
            </a:r>
          </a:p>
          <a:p>
            <a:pPr marL="628650" marR="0" lvl="1"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200" b="1" kern="1200">
                <a:solidFill>
                  <a:schemeClr val="tx1"/>
                </a:solidFill>
                <a:effectLst/>
                <a:latin typeface="Calibri" panose="020F0502020204030204" pitchFamily="34" charset="0"/>
                <a:ea typeface="Verdana" panose="020B0604030504040204" pitchFamily="34" charset="0"/>
                <a:cs typeface="+mn-cs"/>
              </a:rPr>
              <a:t>User</a:t>
            </a:r>
            <a:r>
              <a:rPr lang="en-US" sz="1200" kern="1200">
                <a:solidFill>
                  <a:schemeClr val="tx1"/>
                </a:solidFill>
                <a:effectLst/>
                <a:latin typeface="Calibri" panose="020F0502020204030204" pitchFamily="34" charset="0"/>
                <a:ea typeface="Verdana" panose="020B0604030504040204" pitchFamily="34" charset="0"/>
                <a:cs typeface="+mn-cs"/>
              </a:rPr>
              <a:t> – uses a service to facilitate business outcomes</a:t>
            </a:r>
          </a:p>
          <a:p>
            <a:pPr marL="628650" marR="0" lvl="1"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200" b="1" kern="1200">
                <a:solidFill>
                  <a:schemeClr val="tx1"/>
                </a:solidFill>
                <a:effectLst/>
                <a:latin typeface="Calibri" panose="020F0502020204030204" pitchFamily="34" charset="0"/>
                <a:ea typeface="Verdana" panose="020B0604030504040204" pitchFamily="34" charset="0"/>
                <a:cs typeface="+mn-cs"/>
              </a:rPr>
              <a:t>Sponsor</a:t>
            </a:r>
            <a:r>
              <a:rPr lang="en-US" sz="1200" kern="1200">
                <a:solidFill>
                  <a:schemeClr val="tx1"/>
                </a:solidFill>
                <a:effectLst/>
                <a:latin typeface="Calibri" panose="020F0502020204030204" pitchFamily="34" charset="0"/>
                <a:ea typeface="Verdana" panose="020B0604030504040204" pitchFamily="34" charset="0"/>
                <a:cs typeface="+mn-cs"/>
              </a:rPr>
              <a:t> – authorizing budget for service consumption</a:t>
            </a:r>
            <a:endParaRPr lang="en-GB" sz="1200" kern="1200">
              <a:solidFill>
                <a:schemeClr val="tx1"/>
              </a:solidFill>
              <a:effectLst/>
              <a:latin typeface="Calibri" panose="020F0502020204030204" pitchFamily="34" charset="0"/>
              <a:cs typeface="+mn-cs"/>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56686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Whilst it is not necessarily unreasonable to apply the concepts of IT Service Management to a product, it is far better to focus on a group of products or goods, together with associated access to resources and service actions as a “</a:t>
            </a:r>
            <a:r>
              <a:rPr lang="en-US" sz="1200" b="1" kern="1200">
                <a:solidFill>
                  <a:schemeClr val="tx1"/>
                </a:solidFill>
                <a:effectLst/>
                <a:latin typeface="Calibri" panose="020F0502020204030204" pitchFamily="34" charset="0"/>
                <a:ea typeface="Calibri" panose="020F0502020204030204" pitchFamily="34" charset="0"/>
                <a:cs typeface="+mn-cs"/>
              </a:rPr>
              <a:t>service offering</a:t>
            </a:r>
            <a:r>
              <a:rPr lang="en-US" sz="1200" kern="1200">
                <a:solidFill>
                  <a:schemeClr val="tx1"/>
                </a:solidFill>
                <a:effectLst/>
                <a:latin typeface="Calibri" panose="020F0502020204030204" pitchFamily="34" charset="0"/>
                <a:ea typeface="Calibri" panose="020F0502020204030204" pitchFamily="34" charset="0"/>
                <a:cs typeface="+mn-cs"/>
              </a:rPr>
              <a:t>”.</a:t>
            </a:r>
          </a:p>
          <a:p>
            <a:endParaRPr lang="en-GB" sz="1200" kern="1200">
              <a:solidFill>
                <a:schemeClr val="tx1"/>
              </a:solidFill>
              <a:effectLst/>
              <a:latin typeface="Calibri" panose="020F0502020204030204" pitchFamily="34" charset="0"/>
              <a:cs typeface="+mn-cs"/>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83760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They may be many and complex relationships to manage, but essentially, it is the relationship between the provider and the consumer that the service provider has to manage. Remember from earlier in the chapter that we are all service providers and we are also all service consumers. A service provider may well be a consumer of a service from an external supplier. Each service provided will create and modify resources enabling value co-creation for the consumer. There can be along chain of relationships from organization to organization, each adding value to that which is received by them.</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Calibri" panose="020F0502020204030204" pitchFamily="34" charset="0"/>
              <a:ea typeface="Calibri" panose="020F0502020204030204" pitchFamily="34"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The right side of this slide defining service relationship management also includes the simple diagram from the second slide showing that provider and consumer must work together.</a:t>
            </a:r>
          </a:p>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48204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Some organizations try to adopt ITIL first, but that is doing things the wrong way around. The first step is to adopt a service-based approach and then, if appropriate, adapt ITIL guidance to suit the service organization and its consumers. The </a:t>
            </a:r>
            <a:r>
              <a:rPr lang="en-US" sz="1200" b="1" kern="1200">
                <a:solidFill>
                  <a:schemeClr val="tx1"/>
                </a:solidFill>
                <a:effectLst/>
                <a:latin typeface="Calibri" panose="020F0502020204030204" pitchFamily="34" charset="0"/>
                <a:ea typeface="Calibri" panose="020F0502020204030204" pitchFamily="34" charset="0"/>
                <a:cs typeface="+mn-cs"/>
              </a:rPr>
              <a:t>guiding principles</a:t>
            </a:r>
            <a:r>
              <a:rPr lang="en-US" sz="1200" kern="1200">
                <a:solidFill>
                  <a:schemeClr val="tx1"/>
                </a:solidFill>
                <a:effectLst/>
                <a:latin typeface="Calibri" panose="020F0502020204030204" pitchFamily="34" charset="0"/>
                <a:ea typeface="Calibri" panose="020F0502020204030204" pitchFamily="34" charset="0"/>
                <a:cs typeface="+mn-cs"/>
              </a:rPr>
              <a:t> provide a useful framework to adapt ITIL guidance appropriately for the organization.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ITIL offers the principles but does not tell you how to implement them. Implementing them in your organization is adapting ITIL to your needs.</a:t>
            </a:r>
          </a:p>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761787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marL="228600" indent="-228600">
              <a:buFont typeface="+mj-lt"/>
              <a:buAutoNum type="arabicPeriod"/>
            </a:pPr>
            <a:r>
              <a:rPr lang="en-US" b="1"/>
              <a:t>Focus on value</a:t>
            </a:r>
          </a:p>
          <a:p>
            <a:pPr marL="685800" lvl="1" indent="-228600">
              <a:buFont typeface="+mj-lt"/>
              <a:buAutoNum type="arabicPeriod"/>
            </a:pPr>
            <a:endParaRPr lang="en-US"/>
          </a:p>
          <a:p>
            <a:pPr marL="457200" lvl="1" indent="0">
              <a:buFont typeface="+mj-lt"/>
              <a:buNone/>
            </a:pPr>
            <a:r>
              <a:rPr lang="en-US"/>
              <a:t>KEY MESSAGE: All activities conducted by the organization should link back, directly or indirectly, to value for itself, for its customers and for other stakeholders.</a:t>
            </a:r>
          </a:p>
          <a:p>
            <a:pPr marL="457200" lvl="1" indent="0">
              <a:buFont typeface="+mj-lt"/>
              <a:buNone/>
            </a:pPr>
            <a:endParaRPr lang="en-US"/>
          </a:p>
          <a:p>
            <a:pPr marL="457200" lvl="1" indent="0">
              <a:buFont typeface="+mj-lt"/>
              <a:buNone/>
            </a:pPr>
            <a:r>
              <a:rPr lang="en-US"/>
              <a:t>The first step must therefore be to define who gets value and what the value is.</a:t>
            </a:r>
          </a:p>
          <a:p>
            <a:pPr marL="628650" lvl="1" indent="-171450" algn="l" defTabSz="457200" rtl="0" eaLnBrk="1" latinLnBrk="0" hangingPunct="1">
              <a:buFont typeface="Wingdings" panose="05000000000000000000" pitchFamily="2" charset="2"/>
              <a:buChar char="§"/>
            </a:pPr>
            <a:endParaRPr lang="en-US" sz="1200" kern="1200">
              <a:solidFill>
                <a:schemeClr val="tx1"/>
              </a:solidFill>
              <a:latin typeface="Arial"/>
              <a:ea typeface="+mn-ea"/>
              <a:cs typeface="+mn-cs"/>
            </a:endParaRPr>
          </a:p>
          <a:p>
            <a:pPr marL="457200" lvl="1" indent="0">
              <a:buFont typeface="+mj-lt"/>
              <a:buNone/>
            </a:pPr>
            <a:r>
              <a:rPr lang="en-US"/>
              <a:t>This course is mostly focused on the creation of value for service consumers. However, a service also contributes to value for the organization and other stakeholders. This value may come in various forms, such as revenue, customer loyalty, lower cost or growth opportunities.</a:t>
            </a:r>
          </a:p>
          <a:p>
            <a:pPr marL="457200" lvl="1" indent="0">
              <a:buFont typeface="+mj-lt"/>
              <a:buNone/>
            </a:pPr>
            <a:endParaRPr lang="en-US"/>
          </a:p>
          <a:p>
            <a:pPr marL="457200" lvl="1" indent="0">
              <a:buFont typeface="+mj-lt"/>
              <a:buNone/>
            </a:pPr>
            <a:r>
              <a:rPr lang="en-US"/>
              <a:t>The service provider must understand what is truly of value to the service consumer(s). The service provider needs to know:</a:t>
            </a:r>
          </a:p>
          <a:p>
            <a:pPr marL="457200" lvl="1" indent="0">
              <a:buFont typeface="+mj-lt"/>
              <a:buNone/>
            </a:pPr>
            <a:endParaRPr lang="en-US"/>
          </a:p>
          <a:p>
            <a:pPr marL="628650" lvl="1" indent="-171450" algn="l" defTabSz="457200" rtl="0" eaLnBrk="1" latinLnBrk="0" hangingPunct="1">
              <a:buFont typeface="Wingdings" panose="05000000000000000000" pitchFamily="2" charset="2"/>
              <a:buChar char="§"/>
            </a:pPr>
            <a:r>
              <a:rPr lang="en-US" sz="1200" kern="1200">
                <a:solidFill>
                  <a:schemeClr val="tx1"/>
                </a:solidFill>
                <a:latin typeface="Arial"/>
                <a:ea typeface="+mn-ea"/>
                <a:cs typeface="+mn-cs"/>
              </a:rPr>
              <a:t>Why the consumer uses the services</a:t>
            </a:r>
          </a:p>
          <a:p>
            <a:pPr marL="628650" lvl="1" indent="-171450" algn="l" defTabSz="457200" rtl="0" eaLnBrk="1" latinLnBrk="0" hangingPunct="1">
              <a:buFont typeface="Wingdings" panose="05000000000000000000" pitchFamily="2" charset="2"/>
              <a:buChar char="§"/>
            </a:pPr>
            <a:r>
              <a:rPr lang="en-US" sz="1200" kern="1200">
                <a:solidFill>
                  <a:schemeClr val="tx1"/>
                </a:solidFill>
                <a:latin typeface="Arial"/>
                <a:ea typeface="+mn-ea"/>
                <a:cs typeface="+mn-cs"/>
              </a:rPr>
              <a:t>What the services help them to do</a:t>
            </a:r>
          </a:p>
          <a:p>
            <a:pPr marL="628650" lvl="1" indent="-171450" algn="l" defTabSz="457200" rtl="0" eaLnBrk="1" latinLnBrk="0" hangingPunct="1">
              <a:buFont typeface="Wingdings" panose="05000000000000000000" pitchFamily="2" charset="2"/>
              <a:buChar char="§"/>
            </a:pPr>
            <a:r>
              <a:rPr lang="en-US" sz="1200" kern="1200">
                <a:solidFill>
                  <a:schemeClr val="tx1"/>
                </a:solidFill>
                <a:latin typeface="Arial"/>
                <a:ea typeface="+mn-ea"/>
                <a:cs typeface="+mn-cs"/>
              </a:rPr>
              <a:t>How the services help them meet their goals</a:t>
            </a:r>
          </a:p>
          <a:p>
            <a:pPr marL="628650" lvl="1" indent="-171450" algn="l" defTabSz="457200" rtl="0" eaLnBrk="1" latinLnBrk="0" hangingPunct="1">
              <a:buFont typeface="Wingdings" panose="05000000000000000000" pitchFamily="2" charset="2"/>
              <a:buChar char="§"/>
            </a:pPr>
            <a:r>
              <a:rPr lang="en-US" sz="1200" kern="1200">
                <a:solidFill>
                  <a:schemeClr val="tx1"/>
                </a:solidFill>
                <a:latin typeface="Arial"/>
                <a:ea typeface="+mn-ea"/>
                <a:cs typeface="+mn-cs"/>
              </a:rPr>
              <a:t>The role of cost/financial consequences for the service consumer</a:t>
            </a:r>
          </a:p>
          <a:p>
            <a:pPr marL="628650" lvl="1" indent="-171450" algn="l" defTabSz="457200" rtl="0" eaLnBrk="1" latinLnBrk="0" hangingPunct="1">
              <a:buFont typeface="Wingdings" panose="05000000000000000000" pitchFamily="2" charset="2"/>
              <a:buChar char="§"/>
            </a:pPr>
            <a:r>
              <a:rPr lang="en-US" sz="1200" kern="1200">
                <a:solidFill>
                  <a:schemeClr val="tx1"/>
                </a:solidFill>
                <a:latin typeface="Arial"/>
                <a:ea typeface="+mn-ea"/>
                <a:cs typeface="+mn-cs"/>
              </a:rPr>
              <a:t>The role of risks for the service consumer</a:t>
            </a:r>
          </a:p>
          <a:p>
            <a:pPr marL="457200" lvl="1" indent="0">
              <a:buFont typeface="+mj-lt"/>
              <a:buNone/>
            </a:pPr>
            <a:endParaRPr lang="en-US"/>
          </a:p>
          <a:p>
            <a:pPr marL="457200" lvl="1" indent="0">
              <a:buFont typeface="+mj-lt"/>
              <a:buNone/>
            </a:pPr>
            <a:r>
              <a:rPr lang="en-US"/>
              <a:t>Value can come in many forms, such as increased productivity, reduced negative impact, reduced costs, the ability to pursue new markets or a better competitive position. Value for the service consumer:</a:t>
            </a:r>
          </a:p>
          <a:p>
            <a:pPr marL="457200" lvl="1" indent="0">
              <a:buFont typeface="+mj-lt"/>
              <a:buNone/>
            </a:pPr>
            <a:endParaRPr lang="en-US" sz="1200" kern="1200">
              <a:solidFill>
                <a:schemeClr val="tx1"/>
              </a:solidFill>
              <a:latin typeface="Arial"/>
              <a:ea typeface="+mn-ea"/>
              <a:cs typeface="+mn-cs"/>
            </a:endParaRPr>
          </a:p>
          <a:p>
            <a:pPr marL="628650" lvl="1" indent="-171450" algn="l" defTabSz="457200" rtl="0" eaLnBrk="1" latinLnBrk="0" hangingPunct="1">
              <a:buFont typeface="Wingdings" panose="05000000000000000000" pitchFamily="2" charset="2"/>
              <a:buChar char="§"/>
            </a:pPr>
            <a:r>
              <a:rPr lang="en-US" sz="1200" kern="1200">
                <a:solidFill>
                  <a:schemeClr val="tx1"/>
                </a:solidFill>
                <a:latin typeface="Arial"/>
                <a:ea typeface="+mn-ea"/>
                <a:cs typeface="+mn-cs"/>
              </a:rPr>
              <a:t>Is defined by their own needs</a:t>
            </a:r>
          </a:p>
          <a:p>
            <a:pPr marL="628650" lvl="1" indent="-171450" algn="l" defTabSz="457200" rtl="0" eaLnBrk="1" latinLnBrk="0" hangingPunct="1">
              <a:buFont typeface="Wingdings" panose="05000000000000000000" pitchFamily="2" charset="2"/>
              <a:buChar char="§"/>
            </a:pPr>
            <a:r>
              <a:rPr lang="en-US" sz="1200" kern="1200">
                <a:solidFill>
                  <a:schemeClr val="tx1"/>
                </a:solidFill>
                <a:latin typeface="Arial"/>
                <a:ea typeface="+mn-ea"/>
                <a:cs typeface="+mn-cs"/>
              </a:rPr>
              <a:t>Is achieved through the support of intended outcomes and optimization of the service consumer’s costs and risks</a:t>
            </a:r>
          </a:p>
          <a:p>
            <a:pPr marL="628650" lvl="1" indent="-171450" algn="l" defTabSz="457200" rtl="0" eaLnBrk="1" latinLnBrk="0" hangingPunct="1">
              <a:buFont typeface="Wingdings" panose="05000000000000000000" pitchFamily="2" charset="2"/>
              <a:buChar char="§"/>
            </a:pPr>
            <a:r>
              <a:rPr lang="en-US" sz="1200" kern="1200">
                <a:solidFill>
                  <a:schemeClr val="tx1"/>
                </a:solidFill>
                <a:latin typeface="Arial"/>
                <a:ea typeface="+mn-ea"/>
                <a:cs typeface="+mn-cs"/>
              </a:rPr>
              <a:t>Changes over time and in different circumstances.</a:t>
            </a:r>
          </a:p>
          <a:p>
            <a:pPr marL="228600" indent="-228600">
              <a:buFont typeface="+mj-lt"/>
              <a:buAutoNum type="arabicPeriod"/>
            </a:pPr>
            <a:endParaRPr lang="en-US"/>
          </a:p>
          <a:p>
            <a:pPr marL="228600" indent="-228600">
              <a:buFont typeface="+mj-lt"/>
              <a:buAutoNum type="arabicPeriod"/>
            </a:pPr>
            <a:r>
              <a:rPr lang="en-US" b="1"/>
              <a:t>Start where you are</a:t>
            </a:r>
          </a:p>
          <a:p>
            <a:pPr marL="228600" indent="-228600">
              <a:buFont typeface="+mj-lt"/>
              <a:buAutoNum type="arabicPeriod"/>
            </a:pPr>
            <a:endParaRPr lang="en-US"/>
          </a:p>
          <a:p>
            <a:pPr marL="457200" lvl="1" indent="0">
              <a:buFont typeface="+mj-lt"/>
              <a:buNone/>
            </a:pPr>
            <a:r>
              <a:rPr lang="en-US"/>
              <a:t>KEY MESSAGE: Do not start afresh without first considering what is already available to be leveraged.</a:t>
            </a:r>
          </a:p>
          <a:p>
            <a:pPr marL="457200" lvl="1" indent="0">
              <a:buFont typeface="+mj-lt"/>
              <a:buNone/>
            </a:pPr>
            <a:endParaRPr lang="en-US"/>
          </a:p>
          <a:p>
            <a:pPr marL="457200" lvl="1" indent="0">
              <a:buFont typeface="+mj-lt"/>
              <a:buNone/>
            </a:pPr>
            <a:r>
              <a:rPr lang="en-US"/>
              <a:t>In the process of eliminating old, unsuccessful methods or services and creating something better, there can be great temptation to remove what has been done in the past and build something completely new. This is rarely necessary. This approach can be extremely wasteful, not only in terms of time, but also in terms of the loss of existing services, processes, people, and tools that could have significant value in the improvement effort. Do not start over without first considering what is already available to be leveraged.</a:t>
            </a:r>
          </a:p>
          <a:p>
            <a:pPr marL="457200" lvl="1" indent="0">
              <a:buFont typeface="+mj-lt"/>
              <a:buNone/>
            </a:pPr>
            <a:endParaRPr lang="en-US"/>
          </a:p>
          <a:p>
            <a:pPr marL="457200" lvl="1" indent="0">
              <a:buFont typeface="+mj-lt"/>
              <a:buNone/>
            </a:pPr>
            <a:r>
              <a:rPr lang="en-US"/>
              <a:t>Services and methods already in place should be measured and/or observed directly to properly understand their current state and what can be reused from them.</a:t>
            </a:r>
          </a:p>
          <a:p>
            <a:pPr marL="457200" lvl="1" indent="0">
              <a:buFont typeface="+mj-lt"/>
              <a:buNone/>
            </a:pPr>
            <a:r>
              <a:rPr lang="en-US"/>
              <a:t> </a:t>
            </a:r>
          </a:p>
          <a:p>
            <a:pPr marL="457200" lvl="1" indent="0">
              <a:buFont typeface="+mj-lt"/>
              <a:buNone/>
            </a:pPr>
            <a:r>
              <a:rPr lang="en-US"/>
              <a:t>Decisions on how to proceed should be based on information that is as accurate as possible. Within organizations there is frequently a discrepancy between reports and reality. This is due to the difficulty of accurately measuring certain data, or the unintentional bias or distortion of data that is produced through reports. Getting data from the source helps to avoid assumptions which, if proven to be unfounded, can be disastrous to timelines, budgets and the quality of results</a:t>
            </a:r>
          </a:p>
          <a:p>
            <a:pPr marL="685800" lvl="1" indent="-228600">
              <a:buFont typeface="+mj-lt"/>
              <a:buAutoNum type="arabicPeriod"/>
            </a:pPr>
            <a:endParaRPr lang="en-US"/>
          </a:p>
          <a:p>
            <a:pPr marL="228600" indent="-228600">
              <a:buFont typeface="+mj-lt"/>
              <a:buAutoNum type="arabicPeriod"/>
            </a:pPr>
            <a:r>
              <a:rPr lang="en-US" b="1"/>
              <a:t> Progress iteratively, with feedback</a:t>
            </a:r>
          </a:p>
          <a:p>
            <a:pPr marL="228600" indent="-228600">
              <a:buFont typeface="+mj-lt"/>
              <a:buAutoNum type="arabicPeriod"/>
            </a:pPr>
            <a:endParaRPr lang="en-US"/>
          </a:p>
          <a:p>
            <a:pPr marL="457200" lvl="1" indent="0">
              <a:buFont typeface="+mj-lt"/>
              <a:buNone/>
            </a:pPr>
            <a:r>
              <a:rPr lang="en-US"/>
              <a:t>KEY MESSAGE: Resist the temptation to do everything at once. Even huge initiatives must be accomplished iteratively. By organizing work into smaller, manageable sections that can be executed and completed in a timely manner, the focus on each effort will be sharper and easier to maintain.</a:t>
            </a:r>
          </a:p>
          <a:p>
            <a:pPr marL="457200" lvl="1" indent="0">
              <a:buFont typeface="+mj-lt"/>
              <a:buNone/>
            </a:pPr>
            <a:endParaRPr lang="en-US"/>
          </a:p>
          <a:p>
            <a:pPr marL="457200" lvl="1" indent="0">
              <a:buFont typeface="+mj-lt"/>
              <a:buNone/>
            </a:pPr>
            <a:r>
              <a:rPr lang="en-US"/>
              <a:t>Improvement iterations can be sequential or simultaneous, based on the requirements of the improvement and what resources are available. Each individual iteration should be both manageable and managed, ensuring that tangible results are returned in a timely manner and built upon to create further improvement.</a:t>
            </a:r>
          </a:p>
          <a:p>
            <a:pPr marL="457200" lvl="1" indent="0">
              <a:buFont typeface="+mj-lt"/>
              <a:buNone/>
            </a:pPr>
            <a:endParaRPr lang="en-US"/>
          </a:p>
          <a:p>
            <a:pPr marL="457200" lvl="1" indent="0">
              <a:buFont typeface="+mj-lt"/>
              <a:buNone/>
            </a:pPr>
            <a:r>
              <a:rPr lang="en-US"/>
              <a:t>A major improvement initiative or </a:t>
            </a:r>
            <a:r>
              <a:rPr lang="en-US" err="1"/>
              <a:t>programme</a:t>
            </a:r>
            <a:r>
              <a:rPr lang="en-US"/>
              <a:t> may be organized into several significant improvement initiatives, and each of these may, in turn, comprise smaller improvement efforts. The overall initiative or </a:t>
            </a:r>
            <a:r>
              <a:rPr lang="en-US" err="1"/>
              <a:t>programme</a:t>
            </a:r>
            <a:r>
              <a:rPr lang="en-US"/>
              <a:t>, as well as its component iterations, must be continually re-evaluated and potentially revised to reflect any changes in circumstances and ensure that the focus on value has not been lost. This re-evaluation should make use of a wide range of feedback channels and methods to ensure that the status of the initiative and its progress are properly understood.</a:t>
            </a:r>
          </a:p>
          <a:p>
            <a:pPr marL="457200" lvl="1" indent="0">
              <a:buFont typeface="+mj-lt"/>
              <a:buNone/>
            </a:pPr>
            <a:endParaRPr lang="en-US"/>
          </a:p>
          <a:p>
            <a:pPr marL="457200" lvl="1" indent="0">
              <a:buFont typeface="+mj-lt"/>
              <a:buNone/>
            </a:pPr>
            <a:r>
              <a:rPr lang="en-US"/>
              <a:t>Working in a time-boxed, iterative manner with feedback loops embedded into the process allows for:</a:t>
            </a:r>
          </a:p>
          <a:p>
            <a:pPr marL="457200" lvl="1" indent="0">
              <a:buFont typeface="+mj-lt"/>
              <a:buNone/>
            </a:pPr>
            <a:endParaRPr lang="en-US"/>
          </a:p>
          <a:p>
            <a:pPr marL="628650" lvl="1" indent="-171450">
              <a:buFont typeface="Wingdings" panose="05000000000000000000" pitchFamily="2" charset="2"/>
              <a:buChar char="§"/>
            </a:pPr>
            <a:r>
              <a:rPr lang="en-US"/>
              <a:t>Greater flexibility</a:t>
            </a:r>
          </a:p>
          <a:p>
            <a:pPr marL="628650" lvl="1" indent="-171450">
              <a:buFont typeface="Wingdings" panose="05000000000000000000" pitchFamily="2" charset="2"/>
              <a:buChar char="§"/>
            </a:pPr>
            <a:r>
              <a:rPr lang="en-US"/>
              <a:t>Faster responses to customer and business needs</a:t>
            </a:r>
          </a:p>
          <a:p>
            <a:pPr marL="628650" lvl="1" indent="-171450">
              <a:buFont typeface="Wingdings" panose="05000000000000000000" pitchFamily="2" charset="2"/>
              <a:buChar char="§"/>
            </a:pPr>
            <a:r>
              <a:rPr lang="en-US"/>
              <a:t>The ability to discover and respond to failure earlier</a:t>
            </a:r>
          </a:p>
          <a:p>
            <a:pPr marL="628650" lvl="1" indent="-171450">
              <a:buFont typeface="Wingdings" panose="05000000000000000000" pitchFamily="2" charset="2"/>
              <a:buChar char="§"/>
            </a:pPr>
            <a:r>
              <a:rPr lang="en-US"/>
              <a:t>An overall improvement in quality</a:t>
            </a:r>
          </a:p>
          <a:p>
            <a:pPr marL="685800" lvl="1" indent="-228600">
              <a:buFont typeface="+mj-lt"/>
              <a:buAutoNum type="arabicPeriod"/>
            </a:pPr>
            <a:endParaRPr lang="en-US"/>
          </a:p>
          <a:p>
            <a:pPr marL="457200" lvl="1" indent="0">
              <a:buFont typeface="+mj-lt"/>
              <a:buNone/>
            </a:pPr>
            <a:r>
              <a:rPr lang="en-US"/>
              <a:t>Having appropriate feedback loops between the participants of an activity gives them a better understanding of where their work comes from, where their outputs go and how their actions and outputs affect the outcomes, which in turn enables them to make better decisions.</a:t>
            </a:r>
          </a:p>
          <a:p>
            <a:pPr marL="228600" indent="-228600">
              <a:buFont typeface="+mj-lt"/>
              <a:buAutoNum type="arabicPeriod"/>
            </a:pPr>
            <a:endParaRPr lang="en-US"/>
          </a:p>
          <a:p>
            <a:pPr marL="228600" indent="-228600">
              <a:buFont typeface="+mj-lt"/>
              <a:buAutoNum type="arabicPeriod"/>
            </a:pPr>
            <a:r>
              <a:rPr lang="en-US" b="1"/>
              <a:t>Collaborate and promote visibility</a:t>
            </a:r>
          </a:p>
          <a:p>
            <a:pPr marL="228600" indent="-228600">
              <a:buFont typeface="+mj-lt"/>
              <a:buAutoNum type="arabicPeriod"/>
            </a:pPr>
            <a:endParaRPr lang="en-US"/>
          </a:p>
          <a:p>
            <a:pPr marL="457200" lvl="1" indent="0">
              <a:buFont typeface="+mj-lt"/>
              <a:buNone/>
            </a:pPr>
            <a:r>
              <a:rPr lang="en-US"/>
              <a:t>KEY MESSAGE: When initiatives involve the right people in the correct roles, efforts benefit from better buy-in, more relevance (because better information is available for decision-making) and increased likelihood of long-term success.</a:t>
            </a:r>
          </a:p>
          <a:p>
            <a:pPr marL="457200" lvl="1" indent="0">
              <a:buFont typeface="+mj-lt"/>
              <a:buNone/>
            </a:pPr>
            <a:endParaRPr lang="en-US"/>
          </a:p>
          <a:p>
            <a:pPr marL="457200" lvl="1" indent="0">
              <a:buFont typeface="+mj-lt"/>
              <a:buNone/>
            </a:pPr>
            <a:r>
              <a:rPr lang="en-US"/>
              <a:t>Creative solutions, enthusiastic contributions and important perspectives can be obtained from unexpected sources, so inclusion is generally a better policy than exclusion. Cooperation and collaboration are better than isolated work, which is frequently referred to as ‘silo activity'. Silos can occur through the </a:t>
            </a:r>
            <a:r>
              <a:rPr lang="en-US" err="1"/>
              <a:t>behaviour</a:t>
            </a:r>
            <a:r>
              <a:rPr lang="en-US"/>
              <a:t> of individuals and teams, but also through structural causes.</a:t>
            </a:r>
          </a:p>
          <a:p>
            <a:pPr marL="457200" lvl="1" indent="0">
              <a:buFont typeface="+mj-lt"/>
              <a:buNone/>
            </a:pPr>
            <a:r>
              <a:rPr lang="en-US"/>
              <a:t> </a:t>
            </a:r>
          </a:p>
          <a:p>
            <a:pPr marL="457200" lvl="1" indent="0">
              <a:buFont typeface="+mj-lt"/>
              <a:buNone/>
            </a:pPr>
            <a:endParaRPr lang="en-US"/>
          </a:p>
          <a:p>
            <a:pPr marL="457200" lvl="1" indent="0">
              <a:buFont typeface="+mj-lt"/>
              <a:buNone/>
            </a:pPr>
            <a:r>
              <a:rPr lang="en-US"/>
              <a:t>This typically happens where functions or business units in an organization are impeded or unable to collaborate, because their processes, systems, documentation, and communications are designed to fulfil the needs of only a specific part of the organization. Applying the guiding principle of “think and work holistically” (below) can help organizations to break down barriers between silos of work.</a:t>
            </a:r>
          </a:p>
          <a:p>
            <a:pPr marL="457200" lvl="1" indent="0">
              <a:buFont typeface="+mj-lt"/>
              <a:buNone/>
            </a:pPr>
            <a:endParaRPr lang="en-US"/>
          </a:p>
          <a:p>
            <a:pPr marL="457200" lvl="1" indent="0">
              <a:buFont typeface="+mj-lt"/>
              <a:buNone/>
            </a:pPr>
            <a:r>
              <a:rPr lang="en-US"/>
              <a:t>Recognition of the need for genuine collaboration has been one of the driving factors in the evolution of what is now known as DevOps. Without effective collaboration, neither Agile, Lean nor any other ITSM framework or method can work.</a:t>
            </a:r>
          </a:p>
          <a:p>
            <a:pPr marL="228600" indent="-228600">
              <a:buFont typeface="+mj-lt"/>
              <a:buAutoNum type="arabicPeriod"/>
            </a:pPr>
            <a:endParaRPr lang="en-US"/>
          </a:p>
          <a:p>
            <a:pPr marL="228600" indent="-228600">
              <a:buFont typeface="+mj-lt"/>
              <a:buAutoNum type="arabicPeriod"/>
            </a:pPr>
            <a:r>
              <a:rPr lang="en-US" b="1"/>
              <a:t>Think and work holistically</a:t>
            </a:r>
          </a:p>
          <a:p>
            <a:pPr marL="228600" indent="-228600">
              <a:buFont typeface="+mj-lt"/>
              <a:buAutoNum type="arabicPeriod"/>
            </a:pPr>
            <a:endParaRPr lang="en-US"/>
          </a:p>
          <a:p>
            <a:pPr marL="457200" lvl="1" indent="0">
              <a:buFont typeface="+mj-lt"/>
              <a:buNone/>
            </a:pPr>
            <a:r>
              <a:rPr lang="en-US"/>
              <a:t>KEY MESSAGE: No service, practice, process, department or supplier stands alone. The outputs that the organization delivers to itself, customers and other stakeholders will suffer unless the organization works in an integrated way to handle its activities as whole, rather than as separate parts. All of the organization’s activities should be focused on the delivery of value.</a:t>
            </a:r>
          </a:p>
          <a:p>
            <a:pPr marL="457200" lvl="1" indent="0">
              <a:buFont typeface="+mj-lt"/>
              <a:buNone/>
            </a:pPr>
            <a:endParaRPr lang="en-US"/>
          </a:p>
          <a:p>
            <a:pPr marL="457200" lvl="1" indent="0">
              <a:buFont typeface="+mj-lt"/>
              <a:buNone/>
            </a:pPr>
            <a:r>
              <a:rPr lang="en-US"/>
              <a:t>Services are delivered to internal and external service consumers through the coordination and integration of the four dimensions of IT Service Management</a:t>
            </a:r>
          </a:p>
          <a:p>
            <a:pPr marL="457200" lvl="1" indent="0">
              <a:buFont typeface="+mj-lt"/>
              <a:buNone/>
            </a:pPr>
            <a:endParaRPr lang="en-US"/>
          </a:p>
          <a:p>
            <a:pPr marL="457200" lvl="1" indent="0">
              <a:buFont typeface="+mj-lt"/>
              <a:buNone/>
            </a:pPr>
            <a:r>
              <a:rPr lang="en-US"/>
              <a:t>Taking an holistic approach to IT Service Management includes establishing an understanding of how all the parts of an organization work together in an integrated way. It requires end-to-end visibility of how demand is captured and translated into outcomes.</a:t>
            </a:r>
          </a:p>
          <a:p>
            <a:pPr marL="457200" lvl="1" indent="0">
              <a:buFont typeface="+mj-lt"/>
              <a:buNone/>
            </a:pPr>
            <a:endParaRPr lang="en-US"/>
          </a:p>
          <a:p>
            <a:pPr marL="457200" lvl="1" indent="0">
              <a:buFont typeface="+mj-lt"/>
              <a:buNone/>
            </a:pPr>
            <a:r>
              <a:rPr lang="en-US"/>
              <a:t>In a complex system, the alteration of one element can impact others and, where possible, these impacts need to be identified, </a:t>
            </a:r>
            <a:r>
              <a:rPr lang="en-US" err="1"/>
              <a:t>analysed</a:t>
            </a:r>
            <a:r>
              <a:rPr lang="en-US"/>
              <a:t> and planned for.</a:t>
            </a:r>
          </a:p>
          <a:p>
            <a:pPr marL="228600" indent="-228600">
              <a:buFont typeface="+mj-lt"/>
              <a:buAutoNum type="arabicPeriod"/>
            </a:pPr>
            <a:endParaRPr lang="en-US"/>
          </a:p>
          <a:p>
            <a:pPr marL="228600" indent="-228600">
              <a:buFont typeface="+mj-lt"/>
              <a:buAutoNum type="arabicPeriod"/>
            </a:pPr>
            <a:r>
              <a:rPr lang="en-US" b="1"/>
              <a:t>Keep it simple and practical</a:t>
            </a:r>
          </a:p>
          <a:p>
            <a:pPr marL="228600" indent="-228600">
              <a:buFont typeface="+mj-lt"/>
              <a:buAutoNum type="arabicPeriod"/>
            </a:pPr>
            <a:endParaRPr lang="en-US"/>
          </a:p>
          <a:p>
            <a:pPr marL="457200" lvl="1" indent="0">
              <a:buFont typeface="+mj-lt"/>
              <a:buNone/>
            </a:pPr>
            <a:r>
              <a:rPr lang="en-US"/>
              <a:t>KEY MESSAGE: Always use the minimum number of steps needed to accomplish an objective. Outcome- based thinking should be used to produce practical solutions that deliver valuable outcomes. If a process, service, action or metric provides no value or produces no useful outcome, then eliminate it.</a:t>
            </a:r>
          </a:p>
          <a:p>
            <a:pPr marL="457200" lvl="1" indent="0">
              <a:buFont typeface="+mj-lt"/>
              <a:buNone/>
            </a:pPr>
            <a:endParaRPr lang="en-US"/>
          </a:p>
          <a:p>
            <a:pPr marL="457200" lvl="1" indent="0">
              <a:buFont typeface="+mj-lt"/>
              <a:buNone/>
            </a:pPr>
            <a:r>
              <a:rPr lang="en-US"/>
              <a:t>Although this principle may seem obvious, it is frequently ignored, resulting in overly complex work methods that rarely maximize outcomes or minimize cost.</a:t>
            </a:r>
          </a:p>
          <a:p>
            <a:pPr marL="457200" lvl="1" indent="0">
              <a:buFont typeface="+mj-lt"/>
              <a:buNone/>
            </a:pPr>
            <a:endParaRPr lang="en-US"/>
          </a:p>
          <a:p>
            <a:pPr marL="457200" lvl="1" indent="0">
              <a:buFont typeface="+mj-lt"/>
              <a:buNone/>
            </a:pPr>
            <a:r>
              <a:rPr lang="en-US"/>
              <a:t>Trying to provide a solution for every exception will often lead to overcomplication. When creating a process or a service, designers need to think about exceptions, but they cannot cover them all. Instead, rules should be designed that can be used to handle exceptions generally.</a:t>
            </a:r>
          </a:p>
          <a:p>
            <a:pPr marL="228600" indent="-228600">
              <a:buFont typeface="+mj-lt"/>
              <a:buAutoNum type="arabicPeriod"/>
            </a:pPr>
            <a:endParaRPr lang="en-US"/>
          </a:p>
          <a:p>
            <a:pPr marL="228600" indent="-228600">
              <a:buFont typeface="+mj-lt"/>
              <a:buAutoNum type="arabicPeriod"/>
            </a:pPr>
            <a:r>
              <a:rPr lang="en-US" b="1"/>
              <a:t>Optimize and automate</a:t>
            </a:r>
          </a:p>
          <a:p>
            <a:pPr marL="685800" lvl="1" indent="-228600">
              <a:buFont typeface="+mj-lt"/>
              <a:buAutoNum type="arabicPeriod"/>
            </a:pPr>
            <a:endParaRPr lang="en-US"/>
          </a:p>
          <a:p>
            <a:pPr marL="457200" lvl="1" indent="0">
              <a:buFont typeface="+mj-lt"/>
              <a:buNone/>
            </a:pPr>
            <a:r>
              <a:rPr lang="en-US"/>
              <a:t>KEY MESSAGE: Organizations must maximize the value of the work carried out by its human and technical resources. Technology can help organizations to scale up and can take on frequent and repetitive “toil”, allowing human resources to be used for more complex decision making.</a:t>
            </a:r>
          </a:p>
          <a:p>
            <a:pPr marL="457200" lvl="1" indent="0">
              <a:buFont typeface="+mj-lt"/>
              <a:buNone/>
            </a:pPr>
            <a:endParaRPr lang="en-US"/>
          </a:p>
          <a:p>
            <a:pPr marL="457200" lvl="1" indent="0">
              <a:buFont typeface="+mj-lt"/>
              <a:buNone/>
            </a:pPr>
            <a:r>
              <a:rPr lang="en-US"/>
              <a:t>The four dimensions model provides an holistic view of the various constraints, resource types, and other areas that should be considered when designing, managing, or operating an organization. Technology can help organizations to scale up, and take on frequent and repetitive tasks, allowing human resources to be used for more complex decision-making. However, technology should not always be relied upon without the capability of human intervention, as automation for automation's sake can increase costs and reduce organizational robustness and resilience. Optimization means to make something as effective and useful as it needs to be. Before an activity can be effectively automated, it should be optimized to whatever degree is possible and reasonable.</a:t>
            </a:r>
          </a:p>
          <a:p>
            <a:pPr marL="228600" indent="-228600">
              <a:buFont typeface="+mj-lt"/>
              <a:buAutoNum type="arabicPeriod"/>
            </a:pPr>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65225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46671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18796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054069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373380" algn="l" defTabSz="457200" rtl="0" eaLnBrk="1" latinLnBrk="0" hangingPunct="1">
              <a:spcBef>
                <a:spcPts val="20"/>
              </a:spcBef>
              <a:spcAft>
                <a:spcPts val="0"/>
              </a:spcAft>
            </a:pPr>
            <a:r>
              <a:rPr lang="en-US" sz="1100" kern="1200">
                <a:solidFill>
                  <a:schemeClr val="tx1"/>
                </a:solidFill>
                <a:effectLst/>
                <a:latin typeface="Calibri" panose="020F0502020204030204" pitchFamily="34" charset="0"/>
                <a:ea typeface="Calibri" panose="020F0502020204030204" pitchFamily="34" charset="0"/>
                <a:cs typeface="+mn-cs"/>
              </a:rPr>
              <a:t>“Think and work holistically” is one of the guiding principles that we looked at in chapter 1.</a:t>
            </a:r>
          </a:p>
          <a:p>
            <a:pPr marL="0" marR="373380" algn="l" defTabSz="457200" rtl="0" eaLnBrk="1" latinLnBrk="0" hangingPunct="1">
              <a:spcBef>
                <a:spcPts val="20"/>
              </a:spcBef>
              <a:spcAft>
                <a:spcPts val="0"/>
              </a:spcAft>
            </a:pPr>
            <a:endParaRPr lang="en-US" sz="1100" kern="1200">
              <a:solidFill>
                <a:schemeClr val="tx1"/>
              </a:solidFill>
              <a:effectLst/>
              <a:latin typeface="Calibri" panose="020F0502020204030204" pitchFamily="34" charset="0"/>
              <a:ea typeface="Calibri" panose="020F0502020204030204" pitchFamily="34" charset="0"/>
              <a:cs typeface="+mn-cs"/>
            </a:endParaRPr>
          </a:p>
          <a:p>
            <a:pPr marL="0" marR="373380" algn="l" defTabSz="457200" rtl="0" eaLnBrk="1" latinLnBrk="0" hangingPunct="1">
              <a:spcBef>
                <a:spcPts val="20"/>
              </a:spcBef>
              <a:spcAft>
                <a:spcPts val="0"/>
              </a:spcAft>
            </a:pPr>
            <a:r>
              <a:rPr lang="en-US" sz="1100" kern="1200">
                <a:solidFill>
                  <a:schemeClr val="tx1"/>
                </a:solidFill>
                <a:effectLst/>
                <a:latin typeface="Calibri" panose="020F0502020204030204" pitchFamily="34" charset="0"/>
                <a:ea typeface="Calibri" panose="020F0502020204030204" pitchFamily="34" charset="0"/>
                <a:cs typeface="+mn-cs"/>
              </a:rPr>
              <a:t>The aim of IT Service Management is to deliver value to the customer by facilitating outcomes. The outcomes are facilitated using products and services delivered by the service provider.</a:t>
            </a:r>
            <a:br>
              <a:rPr lang="en-US" sz="1100" kern="1200">
                <a:solidFill>
                  <a:schemeClr val="tx1"/>
                </a:solidFill>
                <a:effectLst/>
                <a:latin typeface="Calibri" panose="020F0502020204030204" pitchFamily="34" charset="0"/>
                <a:ea typeface="Calibri" panose="020F0502020204030204" pitchFamily="34" charset="0"/>
                <a:cs typeface="+mn-cs"/>
              </a:rPr>
            </a:br>
            <a:r>
              <a:rPr lang="en-US" sz="1100" kern="1200">
                <a:solidFill>
                  <a:schemeClr val="tx1"/>
                </a:solidFill>
                <a:effectLst/>
                <a:latin typeface="Calibri" panose="020F0502020204030204" pitchFamily="34" charset="0"/>
                <a:ea typeface="Calibri" panose="020F0502020204030204" pitchFamily="34" charset="0"/>
                <a:cs typeface="+mn-cs"/>
              </a:rPr>
              <a:t>The four dimensions of IT Service Management to be addressed in this chapter represent how ITIL 4 documents the concepts of applying a holistic approach to the delivery and management of products and services and to the IT Service Management itself.</a:t>
            </a:r>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863847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l" defTabSz="457200" rtl="0" eaLnBrk="1" latinLnBrk="0" hangingPunct="1">
              <a:spcBef>
                <a:spcPts val="20"/>
              </a:spcBef>
              <a:spcAft>
                <a:spcPts val="0"/>
              </a:spcAft>
            </a:pPr>
            <a:r>
              <a:rPr lang="en-US" sz="1100" kern="1200">
                <a:solidFill>
                  <a:schemeClr val="tx1"/>
                </a:solidFill>
                <a:effectLst/>
                <a:latin typeface="Calibri" panose="020F0502020204030204" pitchFamily="34" charset="0"/>
                <a:ea typeface="Calibri" panose="020F0502020204030204" pitchFamily="34" charset="0"/>
                <a:cs typeface="+mn-cs"/>
              </a:rPr>
              <a:t>The four dimensions of IT Service Management, as defined in ITIL 4, are:</a:t>
            </a:r>
          </a:p>
          <a:p>
            <a:pPr>
              <a:spcBef>
                <a:spcPts val="20"/>
              </a:spcBef>
            </a:pPr>
            <a:r>
              <a:rPr lang="en-US" sz="800">
                <a:effectLst/>
                <a:latin typeface="Calibri" panose="020F0502020204030204" pitchFamily="34" charset="0"/>
                <a:ea typeface="Calibri" panose="020F0502020204030204" pitchFamily="34" charset="0"/>
              </a:rPr>
              <a:t> </a:t>
            </a:r>
            <a:endParaRPr lang="en-US" sz="1100">
              <a:effectLst/>
              <a:latin typeface="Calibri" panose="020F0502020204030204" pitchFamily="34" charset="0"/>
              <a:ea typeface="Calibri" panose="020F0502020204030204" pitchFamily="34" charset="0"/>
            </a:endParaRPr>
          </a:p>
          <a:p>
            <a:pPr marL="342900" lvl="0" indent="-342900">
              <a:buSzPts val="1100"/>
              <a:buFont typeface="Calibri" panose="020F0502020204030204" pitchFamily="34" charset="0"/>
              <a:buAutoNum type="arabicPeriod"/>
              <a:tabLst>
                <a:tab pos="660400" algn="l"/>
              </a:tabLst>
            </a:pPr>
            <a:r>
              <a:rPr lang="en-US" sz="1100" b="1" spc="0">
                <a:effectLst/>
                <a:latin typeface="Calibri" panose="020F0502020204030204" pitchFamily="34" charset="0"/>
                <a:ea typeface="Calibri" panose="020F0502020204030204" pitchFamily="34" charset="0"/>
              </a:rPr>
              <a:t>Organization</a:t>
            </a:r>
            <a:r>
              <a:rPr lang="en-US" sz="1100" b="1" spc="-20">
                <a:effectLst/>
                <a:latin typeface="Calibri" panose="020F0502020204030204" pitchFamily="34" charset="0"/>
                <a:ea typeface="Calibri" panose="020F0502020204030204" pitchFamily="34" charset="0"/>
              </a:rPr>
              <a:t> </a:t>
            </a:r>
            <a:r>
              <a:rPr lang="en-US" sz="1100" b="1" spc="0">
                <a:effectLst/>
                <a:latin typeface="Calibri" panose="020F0502020204030204" pitchFamily="34" charset="0"/>
                <a:ea typeface="Calibri" panose="020F0502020204030204" pitchFamily="34" charset="0"/>
              </a:rPr>
              <a:t>&amp;</a:t>
            </a:r>
            <a:r>
              <a:rPr lang="en-US" sz="1100" b="1" spc="-20">
                <a:effectLst/>
                <a:latin typeface="Calibri" panose="020F0502020204030204" pitchFamily="34" charset="0"/>
                <a:ea typeface="Calibri" panose="020F0502020204030204" pitchFamily="34" charset="0"/>
              </a:rPr>
              <a:t> </a:t>
            </a:r>
            <a:r>
              <a:rPr lang="en-US" sz="1100" b="1" spc="0">
                <a:effectLst/>
                <a:latin typeface="Calibri" panose="020F0502020204030204" pitchFamily="34" charset="0"/>
                <a:ea typeface="Calibri" panose="020F0502020204030204" pitchFamily="34" charset="0"/>
              </a:rPr>
              <a:t>people</a:t>
            </a:r>
            <a:r>
              <a:rPr lang="en-US" sz="1100" spc="0">
                <a:effectLst/>
                <a:latin typeface="Calibri" panose="020F0502020204030204" pitchFamily="34" charset="0"/>
                <a:ea typeface="Calibri" panose="020F0502020204030204" pitchFamily="34" charset="0"/>
              </a:rPr>
              <a:t>,</a:t>
            </a:r>
            <a:r>
              <a:rPr lang="en-US" sz="1100" spc="-25">
                <a:effectLst/>
                <a:latin typeface="Calibri" panose="020F0502020204030204" pitchFamily="34" charset="0"/>
                <a:ea typeface="Calibri" panose="020F0502020204030204" pitchFamily="34" charset="0"/>
              </a:rPr>
              <a:t> </a:t>
            </a:r>
            <a:r>
              <a:rPr lang="en-US" sz="1100" spc="0">
                <a:effectLst/>
                <a:latin typeface="Calibri" panose="020F0502020204030204" pitchFamily="34" charset="0"/>
                <a:ea typeface="Calibri" panose="020F0502020204030204" pitchFamily="34" charset="0"/>
              </a:rPr>
              <a:t>especially:</a:t>
            </a:r>
          </a:p>
          <a:p>
            <a:pPr marL="742950" lvl="1" indent="-285750" algn="l" defTabSz="457200" rtl="0" eaLnBrk="1" latinLnBrk="0" hangingPunct="1">
              <a:spcBef>
                <a:spcPts val="5"/>
              </a:spcBef>
              <a:spcAft>
                <a:spcPts val="0"/>
              </a:spcAft>
              <a:buSzPts val="1100"/>
              <a:buFont typeface="Wingdings" panose="05000000000000000000" pitchFamily="2" charset="2"/>
              <a:buChar char="§"/>
              <a:tabLst>
                <a:tab pos="1117600" algn="l"/>
              </a:tabLst>
            </a:pPr>
            <a:r>
              <a:rPr lang="en-US" sz="1100" kern="1200" spc="-5">
                <a:solidFill>
                  <a:schemeClr val="tx1"/>
                </a:solidFill>
                <a:effectLst/>
                <a:latin typeface="Calibri" panose="020F0502020204030204" pitchFamily="34" charset="0"/>
                <a:ea typeface="Calibri" panose="020F0502020204030204" pitchFamily="34" charset="0"/>
                <a:cs typeface="+mn-cs"/>
              </a:rPr>
              <a:t>Roles &amp; responsibilities</a:t>
            </a:r>
          </a:p>
          <a:p>
            <a:pPr marL="742950" lvl="1" indent="-285750" algn="l" defTabSz="457200" rtl="0" eaLnBrk="1" latinLnBrk="0" hangingPunct="1">
              <a:buSzPts val="1100"/>
              <a:buFont typeface="Wingdings" panose="05000000000000000000" pitchFamily="2" charset="2"/>
              <a:buChar char="§"/>
              <a:tabLst>
                <a:tab pos="1117600" algn="l"/>
              </a:tabLst>
            </a:pPr>
            <a:r>
              <a:rPr lang="en-US" sz="1100" kern="1200" spc="-5">
                <a:solidFill>
                  <a:schemeClr val="tx1"/>
                </a:solidFill>
                <a:effectLst/>
                <a:latin typeface="Calibri" panose="020F0502020204030204" pitchFamily="34" charset="0"/>
                <a:ea typeface="Calibri" panose="020F0502020204030204" pitchFamily="34" charset="0"/>
                <a:cs typeface="+mn-cs"/>
              </a:rPr>
              <a:t>Formal organizational structures</a:t>
            </a:r>
          </a:p>
          <a:p>
            <a:pPr marL="742950" lvl="1" indent="-285750" algn="l" defTabSz="457200" rtl="0" eaLnBrk="1" latinLnBrk="0" hangingPunct="1">
              <a:buSzPts val="1100"/>
              <a:buFont typeface="Wingdings" panose="05000000000000000000" pitchFamily="2" charset="2"/>
              <a:buChar char="§"/>
              <a:tabLst>
                <a:tab pos="1116965" algn="l"/>
                <a:tab pos="1117600" algn="l"/>
              </a:tabLst>
            </a:pPr>
            <a:r>
              <a:rPr lang="en-US" sz="1100" kern="1200" spc="-5">
                <a:solidFill>
                  <a:schemeClr val="tx1"/>
                </a:solidFill>
                <a:effectLst/>
                <a:latin typeface="Calibri" panose="020F0502020204030204" pitchFamily="34" charset="0"/>
                <a:ea typeface="Calibri" panose="020F0502020204030204" pitchFamily="34" charset="0"/>
                <a:cs typeface="+mn-cs"/>
              </a:rPr>
              <a:t>Culture</a:t>
            </a:r>
          </a:p>
          <a:p>
            <a:pPr marL="742950" lvl="1" indent="-285750" algn="l" defTabSz="457200" rtl="0" eaLnBrk="1" latinLnBrk="0" hangingPunct="1">
              <a:lnSpc>
                <a:spcPts val="1335"/>
              </a:lnSpc>
              <a:buSzPts val="1100"/>
              <a:buFont typeface="Wingdings" panose="05000000000000000000" pitchFamily="2" charset="2"/>
              <a:buChar char="§"/>
              <a:tabLst>
                <a:tab pos="1117600" algn="l"/>
              </a:tabLst>
            </a:pPr>
            <a:r>
              <a:rPr lang="en-US" sz="1100" kern="1200" spc="-5">
                <a:solidFill>
                  <a:schemeClr val="tx1"/>
                </a:solidFill>
                <a:effectLst/>
                <a:latin typeface="Calibri" panose="020F0502020204030204" pitchFamily="34" charset="0"/>
                <a:ea typeface="Calibri" panose="020F0502020204030204" pitchFamily="34" charset="0"/>
                <a:cs typeface="+mn-cs"/>
              </a:rPr>
              <a:t>Required staffing and competencies</a:t>
            </a:r>
          </a:p>
          <a:p>
            <a:pPr marL="457200" lvl="1" indent="0">
              <a:lnSpc>
                <a:spcPts val="1335"/>
              </a:lnSpc>
              <a:buSzPts val="1100"/>
              <a:buFont typeface="Calibri" panose="020F0502020204030204" pitchFamily="34" charset="0"/>
              <a:buNone/>
              <a:tabLst>
                <a:tab pos="1117600" algn="l"/>
              </a:tabLst>
            </a:pPr>
            <a:endParaRPr lang="en-US" sz="1100" spc="-5">
              <a:effectLst/>
              <a:latin typeface="Calibri" panose="020F0502020204030204" pitchFamily="34" charset="0"/>
              <a:ea typeface="Calibri" panose="020F0502020204030204" pitchFamily="34" charset="0"/>
            </a:endParaRPr>
          </a:p>
          <a:p>
            <a:pPr marL="342900" lvl="0" indent="-342900">
              <a:lnSpc>
                <a:spcPts val="1335"/>
              </a:lnSpc>
              <a:buSzPts val="1100"/>
              <a:buFont typeface="Calibri" panose="020F0502020204030204" pitchFamily="34" charset="0"/>
              <a:buAutoNum type="arabicPeriod"/>
              <a:tabLst>
                <a:tab pos="660400" algn="l"/>
              </a:tabLst>
            </a:pPr>
            <a:r>
              <a:rPr lang="en-US" sz="1100" b="1" spc="0">
                <a:effectLst/>
                <a:latin typeface="Calibri" panose="020F0502020204030204" pitchFamily="34" charset="0"/>
                <a:ea typeface="Calibri" panose="020F0502020204030204" pitchFamily="34" charset="0"/>
              </a:rPr>
              <a:t>Information</a:t>
            </a:r>
            <a:r>
              <a:rPr lang="en-US" sz="1100" b="1" spc="-20">
                <a:effectLst/>
                <a:latin typeface="Calibri" panose="020F0502020204030204" pitchFamily="34" charset="0"/>
                <a:ea typeface="Calibri" panose="020F0502020204030204" pitchFamily="34" charset="0"/>
              </a:rPr>
              <a:t> </a:t>
            </a:r>
            <a:r>
              <a:rPr lang="en-US" sz="1100" b="1" spc="0">
                <a:effectLst/>
                <a:latin typeface="Calibri" panose="020F0502020204030204" pitchFamily="34" charset="0"/>
                <a:ea typeface="Calibri" panose="020F0502020204030204" pitchFamily="34" charset="0"/>
              </a:rPr>
              <a:t>&amp;</a:t>
            </a:r>
            <a:r>
              <a:rPr lang="en-US" sz="1100" b="1" spc="-30">
                <a:effectLst/>
                <a:latin typeface="Calibri" panose="020F0502020204030204" pitchFamily="34" charset="0"/>
                <a:ea typeface="Calibri" panose="020F0502020204030204" pitchFamily="34" charset="0"/>
              </a:rPr>
              <a:t> </a:t>
            </a:r>
            <a:r>
              <a:rPr lang="en-US" sz="1100" b="1" spc="0">
                <a:effectLst/>
                <a:latin typeface="Calibri" panose="020F0502020204030204" pitchFamily="34" charset="0"/>
                <a:ea typeface="Calibri" panose="020F0502020204030204" pitchFamily="34" charset="0"/>
              </a:rPr>
              <a:t>technology</a:t>
            </a:r>
            <a:r>
              <a:rPr lang="en-US" sz="1100" spc="0">
                <a:effectLst/>
                <a:latin typeface="Calibri" panose="020F0502020204030204" pitchFamily="34" charset="0"/>
                <a:ea typeface="Calibri" panose="020F0502020204030204" pitchFamily="34" charset="0"/>
              </a:rPr>
              <a:t>,</a:t>
            </a:r>
            <a:r>
              <a:rPr lang="en-US" sz="1100" spc="-15">
                <a:effectLst/>
                <a:latin typeface="Calibri" panose="020F0502020204030204" pitchFamily="34" charset="0"/>
                <a:ea typeface="Calibri" panose="020F0502020204030204" pitchFamily="34" charset="0"/>
              </a:rPr>
              <a:t> </a:t>
            </a:r>
            <a:r>
              <a:rPr lang="en-US" sz="1100" spc="0">
                <a:effectLst/>
                <a:latin typeface="Calibri" panose="020F0502020204030204" pitchFamily="34" charset="0"/>
                <a:ea typeface="Calibri" panose="020F0502020204030204" pitchFamily="34" charset="0"/>
              </a:rPr>
              <a:t>especially;</a:t>
            </a:r>
          </a:p>
          <a:p>
            <a:pPr marL="742950" lvl="1" indent="-285750" algn="l" defTabSz="457200" rtl="0" eaLnBrk="1" latinLnBrk="0" hangingPunct="1">
              <a:spcBef>
                <a:spcPts val="5"/>
              </a:spcBef>
              <a:spcAft>
                <a:spcPts val="0"/>
              </a:spcAft>
              <a:buSzPts val="1100"/>
              <a:buFont typeface="Wingdings" panose="05000000000000000000" pitchFamily="2" charset="2"/>
              <a:buChar char="§"/>
              <a:tabLst>
                <a:tab pos="1117600" algn="l"/>
              </a:tabLst>
            </a:pPr>
            <a:r>
              <a:rPr lang="en-US" sz="1100" kern="1200" spc="-5">
                <a:solidFill>
                  <a:schemeClr val="tx1"/>
                </a:solidFill>
                <a:effectLst/>
                <a:latin typeface="Calibri" panose="020F0502020204030204" pitchFamily="34" charset="0"/>
                <a:ea typeface="Calibri" panose="020F0502020204030204" pitchFamily="34" charset="0"/>
                <a:cs typeface="+mn-cs"/>
              </a:rPr>
              <a:t>Business information &amp; technology</a:t>
            </a:r>
          </a:p>
          <a:p>
            <a:pPr marL="742950" lvl="1" indent="-285750" algn="l" defTabSz="457200" rtl="0" eaLnBrk="1" latinLnBrk="0" hangingPunct="1">
              <a:buSzPts val="1100"/>
              <a:buFont typeface="Wingdings" panose="05000000000000000000" pitchFamily="2" charset="2"/>
              <a:buChar char="§"/>
              <a:tabLst>
                <a:tab pos="1117600" algn="l"/>
              </a:tabLst>
            </a:pPr>
            <a:r>
              <a:rPr lang="en-US" sz="1100" kern="1200" spc="-5">
                <a:solidFill>
                  <a:schemeClr val="tx1"/>
                </a:solidFill>
                <a:effectLst/>
                <a:latin typeface="Calibri" panose="020F0502020204030204" pitchFamily="34" charset="0"/>
                <a:ea typeface="Calibri" panose="020F0502020204030204" pitchFamily="34" charset="0"/>
                <a:cs typeface="+mn-cs"/>
              </a:rPr>
              <a:t>Service management information &amp; technology</a:t>
            </a:r>
          </a:p>
          <a:p>
            <a:pPr marL="457200" lvl="1" indent="0">
              <a:buSzPts val="1100"/>
              <a:buFont typeface="Calibri" panose="020F0502020204030204" pitchFamily="34" charset="0"/>
              <a:buNone/>
              <a:tabLst>
                <a:tab pos="1117600" algn="l"/>
              </a:tabLst>
            </a:pPr>
            <a:endParaRPr lang="en-US" sz="1100" kern="1200" spc="-5">
              <a:solidFill>
                <a:schemeClr val="tx1"/>
              </a:solidFill>
              <a:effectLst/>
              <a:latin typeface="Calibri" panose="020F0502020204030204" pitchFamily="34" charset="0"/>
              <a:ea typeface="Calibri" panose="020F0502020204030204" pitchFamily="34" charset="0"/>
              <a:cs typeface="+mn-cs"/>
            </a:endParaRPr>
          </a:p>
          <a:p>
            <a:pPr marL="342900" lvl="0" indent="-342900">
              <a:buSzPts val="1100"/>
              <a:buFont typeface="Calibri" panose="020F0502020204030204" pitchFamily="34" charset="0"/>
              <a:buAutoNum type="arabicPeriod"/>
              <a:tabLst>
                <a:tab pos="660400" algn="l"/>
              </a:tabLst>
            </a:pPr>
            <a:r>
              <a:rPr lang="en-US" sz="1100" b="1" spc="0">
                <a:effectLst/>
                <a:latin typeface="Calibri" panose="020F0502020204030204" pitchFamily="34" charset="0"/>
                <a:ea typeface="Calibri" panose="020F0502020204030204" pitchFamily="34" charset="0"/>
              </a:rPr>
              <a:t>Partners</a:t>
            </a:r>
            <a:r>
              <a:rPr lang="en-US" sz="1100" b="1" spc="-25">
                <a:effectLst/>
                <a:latin typeface="Calibri" panose="020F0502020204030204" pitchFamily="34" charset="0"/>
                <a:ea typeface="Calibri" panose="020F0502020204030204" pitchFamily="34" charset="0"/>
              </a:rPr>
              <a:t> </a:t>
            </a:r>
            <a:r>
              <a:rPr lang="en-US" sz="1100" b="1" spc="0">
                <a:effectLst/>
                <a:latin typeface="Calibri" panose="020F0502020204030204" pitchFamily="34" charset="0"/>
                <a:ea typeface="Calibri" panose="020F0502020204030204" pitchFamily="34" charset="0"/>
              </a:rPr>
              <a:t>&amp;</a:t>
            </a:r>
            <a:r>
              <a:rPr lang="en-US" sz="1100" b="1" spc="-20">
                <a:effectLst/>
                <a:latin typeface="Calibri" panose="020F0502020204030204" pitchFamily="34" charset="0"/>
                <a:ea typeface="Calibri" panose="020F0502020204030204" pitchFamily="34" charset="0"/>
              </a:rPr>
              <a:t> </a:t>
            </a:r>
            <a:r>
              <a:rPr lang="en-US" sz="1100" b="1" spc="0">
                <a:effectLst/>
                <a:latin typeface="Calibri" panose="020F0502020204030204" pitchFamily="34" charset="0"/>
                <a:ea typeface="Calibri" panose="020F0502020204030204" pitchFamily="34" charset="0"/>
              </a:rPr>
              <a:t>suppliers</a:t>
            </a:r>
            <a:r>
              <a:rPr lang="en-US" sz="1100" spc="0">
                <a:effectLst/>
                <a:latin typeface="Calibri" panose="020F0502020204030204" pitchFamily="34" charset="0"/>
                <a:ea typeface="Calibri" panose="020F0502020204030204" pitchFamily="34" charset="0"/>
              </a:rPr>
              <a:t>,</a:t>
            </a:r>
            <a:r>
              <a:rPr lang="en-US" sz="1100" spc="-25">
                <a:effectLst/>
                <a:latin typeface="Calibri" panose="020F0502020204030204" pitchFamily="34" charset="0"/>
                <a:ea typeface="Calibri" panose="020F0502020204030204" pitchFamily="34" charset="0"/>
              </a:rPr>
              <a:t> </a:t>
            </a:r>
            <a:r>
              <a:rPr lang="en-US" sz="1100" spc="0">
                <a:effectLst/>
                <a:latin typeface="Calibri" panose="020F0502020204030204" pitchFamily="34" charset="0"/>
                <a:ea typeface="Calibri" panose="020F0502020204030204" pitchFamily="34" charset="0"/>
              </a:rPr>
              <a:t>especially;</a:t>
            </a:r>
          </a:p>
          <a:p>
            <a:pPr marL="742950" lvl="1" indent="-285750">
              <a:buSzPts val="1100"/>
              <a:buFont typeface="Wingdings" panose="05000000000000000000" pitchFamily="2" charset="2"/>
              <a:buChar char="§"/>
              <a:tabLst>
                <a:tab pos="1117600" algn="l"/>
              </a:tabLst>
            </a:pPr>
            <a:r>
              <a:rPr lang="en-US" sz="1100" spc="-5">
                <a:effectLst/>
                <a:latin typeface="Calibri" panose="020F0502020204030204" pitchFamily="34" charset="0"/>
                <a:ea typeface="Calibri" panose="020F0502020204030204" pitchFamily="34" charset="0"/>
              </a:rPr>
              <a:t>Other</a:t>
            </a:r>
            <a:r>
              <a:rPr lang="en-US" sz="1100" spc="-10">
                <a:effectLst/>
                <a:latin typeface="Calibri" panose="020F0502020204030204" pitchFamily="34" charset="0"/>
                <a:ea typeface="Calibri" panose="020F0502020204030204" pitchFamily="34" charset="0"/>
              </a:rPr>
              <a:t> </a:t>
            </a:r>
            <a:r>
              <a:rPr lang="en-US" sz="1100" spc="-5">
                <a:effectLst/>
                <a:latin typeface="Calibri" panose="020F0502020204030204" pitchFamily="34" charset="0"/>
                <a:ea typeface="Calibri" panose="020F0502020204030204" pitchFamily="34" charset="0"/>
              </a:rPr>
              <a:t>companies</a:t>
            </a:r>
            <a:r>
              <a:rPr lang="en-US" sz="1100" spc="-10">
                <a:effectLst/>
                <a:latin typeface="Calibri" panose="020F0502020204030204" pitchFamily="34" charset="0"/>
                <a:ea typeface="Calibri" panose="020F0502020204030204" pitchFamily="34" charset="0"/>
              </a:rPr>
              <a:t> </a:t>
            </a:r>
            <a:r>
              <a:rPr lang="en-US" sz="1100" spc="-5">
                <a:effectLst/>
                <a:latin typeface="Calibri" panose="020F0502020204030204" pitchFamily="34" charset="0"/>
                <a:ea typeface="Calibri" panose="020F0502020204030204" pitchFamily="34" charset="0"/>
              </a:rPr>
              <a:t>involved</a:t>
            </a:r>
            <a:r>
              <a:rPr lang="en-US" sz="1100" spc="-15">
                <a:effectLst/>
                <a:latin typeface="Calibri" panose="020F0502020204030204" pitchFamily="34" charset="0"/>
                <a:ea typeface="Calibri" panose="020F0502020204030204" pitchFamily="34" charset="0"/>
              </a:rPr>
              <a:t> </a:t>
            </a:r>
            <a:r>
              <a:rPr lang="en-US" sz="1100" spc="-5">
                <a:effectLst/>
                <a:latin typeface="Calibri" panose="020F0502020204030204" pitchFamily="34" charset="0"/>
                <a:ea typeface="Calibri" panose="020F0502020204030204" pitchFamily="34" charset="0"/>
              </a:rPr>
              <a:t>in</a:t>
            </a:r>
            <a:r>
              <a:rPr lang="en-US" sz="1100" spc="-15">
                <a:effectLst/>
                <a:latin typeface="Calibri" panose="020F0502020204030204" pitchFamily="34" charset="0"/>
                <a:ea typeface="Calibri" panose="020F0502020204030204" pitchFamily="34" charset="0"/>
              </a:rPr>
              <a:t> </a:t>
            </a:r>
            <a:r>
              <a:rPr lang="en-US" sz="1100" spc="-5">
                <a:effectLst/>
                <a:latin typeface="Calibri" panose="020F0502020204030204" pitchFamily="34" charset="0"/>
                <a:ea typeface="Calibri" panose="020F0502020204030204" pitchFamily="34" charset="0"/>
              </a:rPr>
              <a:t>the delivery,</a:t>
            </a:r>
            <a:r>
              <a:rPr lang="en-US" sz="1100" spc="-10">
                <a:effectLst/>
                <a:latin typeface="Calibri" panose="020F0502020204030204" pitchFamily="34" charset="0"/>
                <a:ea typeface="Calibri" panose="020F0502020204030204" pitchFamily="34" charset="0"/>
              </a:rPr>
              <a:t> </a:t>
            </a:r>
            <a:r>
              <a:rPr lang="en-US" sz="1100" spc="-5">
                <a:effectLst/>
                <a:latin typeface="Calibri" panose="020F0502020204030204" pitchFamily="34" charset="0"/>
                <a:ea typeface="Calibri" panose="020F0502020204030204" pitchFamily="34" charset="0"/>
              </a:rPr>
              <a:t>use</a:t>
            </a:r>
            <a:r>
              <a:rPr lang="en-US" sz="1100" spc="-20">
                <a:effectLst/>
                <a:latin typeface="Calibri" panose="020F0502020204030204" pitchFamily="34" charset="0"/>
                <a:ea typeface="Calibri" panose="020F0502020204030204" pitchFamily="34" charset="0"/>
              </a:rPr>
              <a:t> </a:t>
            </a:r>
            <a:r>
              <a:rPr lang="en-US" sz="1100" spc="-5">
                <a:effectLst/>
                <a:latin typeface="Calibri" panose="020F0502020204030204" pitchFamily="34" charset="0"/>
                <a:ea typeface="Calibri" panose="020F0502020204030204" pitchFamily="34" charset="0"/>
              </a:rPr>
              <a:t>and</a:t>
            </a:r>
            <a:r>
              <a:rPr lang="en-US" sz="1100" spc="-15">
                <a:effectLst/>
                <a:latin typeface="Calibri" panose="020F0502020204030204" pitchFamily="34" charset="0"/>
                <a:ea typeface="Calibri" panose="020F0502020204030204" pitchFamily="34" charset="0"/>
              </a:rPr>
              <a:t> </a:t>
            </a:r>
            <a:r>
              <a:rPr lang="en-US" sz="1100" spc="-5">
                <a:effectLst/>
                <a:latin typeface="Calibri" panose="020F0502020204030204" pitchFamily="34" charset="0"/>
                <a:ea typeface="Calibri" panose="020F0502020204030204" pitchFamily="34" charset="0"/>
              </a:rPr>
              <a:t>management</a:t>
            </a:r>
            <a:r>
              <a:rPr lang="en-US" sz="1100" spc="-20">
                <a:effectLst/>
                <a:latin typeface="Calibri" panose="020F0502020204030204" pitchFamily="34" charset="0"/>
                <a:ea typeface="Calibri" panose="020F0502020204030204" pitchFamily="34" charset="0"/>
              </a:rPr>
              <a:t> </a:t>
            </a:r>
            <a:r>
              <a:rPr lang="en-US" sz="1100" spc="-5">
                <a:effectLst/>
                <a:latin typeface="Calibri" panose="020F0502020204030204" pitchFamily="34" charset="0"/>
                <a:ea typeface="Calibri" panose="020F0502020204030204" pitchFamily="34" charset="0"/>
              </a:rPr>
              <a:t>of</a:t>
            </a:r>
            <a:r>
              <a:rPr lang="en-US" sz="1100" spc="-20">
                <a:effectLst/>
                <a:latin typeface="Calibri" panose="020F0502020204030204" pitchFamily="34" charset="0"/>
                <a:ea typeface="Calibri" panose="020F0502020204030204" pitchFamily="34" charset="0"/>
              </a:rPr>
              <a:t> </a:t>
            </a:r>
            <a:r>
              <a:rPr lang="en-US" sz="1100" spc="-5">
                <a:effectLst/>
                <a:latin typeface="Calibri" panose="020F0502020204030204" pitchFamily="34" charset="0"/>
                <a:ea typeface="Calibri" panose="020F0502020204030204" pitchFamily="34" charset="0"/>
              </a:rPr>
              <a:t>services</a:t>
            </a:r>
          </a:p>
          <a:p>
            <a:pPr marL="742950" lvl="1" indent="-285750">
              <a:spcBef>
                <a:spcPts val="5"/>
              </a:spcBef>
              <a:spcAft>
                <a:spcPts val="0"/>
              </a:spcAft>
              <a:buSzPts val="1100"/>
              <a:buFont typeface="Wingdings" panose="05000000000000000000" pitchFamily="2" charset="2"/>
              <a:buChar char="§"/>
              <a:tabLst>
                <a:tab pos="1117600" algn="l"/>
              </a:tabLst>
            </a:pPr>
            <a:r>
              <a:rPr lang="en-US" sz="1100" spc="-5">
                <a:effectLst/>
                <a:latin typeface="Calibri" panose="020F0502020204030204" pitchFamily="34" charset="0"/>
                <a:ea typeface="Calibri" panose="020F0502020204030204" pitchFamily="34" charset="0"/>
              </a:rPr>
              <a:t>Other</a:t>
            </a:r>
            <a:r>
              <a:rPr lang="en-US" sz="1100" spc="-10">
                <a:effectLst/>
                <a:latin typeface="Calibri" panose="020F0502020204030204" pitchFamily="34" charset="0"/>
                <a:ea typeface="Calibri" panose="020F0502020204030204" pitchFamily="34" charset="0"/>
              </a:rPr>
              <a:t> </a:t>
            </a:r>
            <a:r>
              <a:rPr lang="en-US" sz="1100" spc="-5">
                <a:effectLst/>
                <a:latin typeface="Calibri" panose="020F0502020204030204" pitchFamily="34" charset="0"/>
                <a:ea typeface="Calibri" panose="020F0502020204030204" pitchFamily="34" charset="0"/>
              </a:rPr>
              <a:t>departments</a:t>
            </a:r>
            <a:r>
              <a:rPr lang="en-US" sz="1100" spc="-10">
                <a:effectLst/>
                <a:latin typeface="Calibri" panose="020F0502020204030204" pitchFamily="34" charset="0"/>
                <a:ea typeface="Calibri" panose="020F0502020204030204" pitchFamily="34" charset="0"/>
              </a:rPr>
              <a:t> </a:t>
            </a:r>
            <a:r>
              <a:rPr lang="en-US" sz="1100" spc="-5">
                <a:effectLst/>
                <a:latin typeface="Calibri" panose="020F0502020204030204" pitchFamily="34" charset="0"/>
                <a:ea typeface="Calibri" panose="020F0502020204030204" pitchFamily="34" charset="0"/>
              </a:rPr>
              <a:t>involved</a:t>
            </a:r>
            <a:r>
              <a:rPr lang="en-US" sz="1100" spc="-10">
                <a:effectLst/>
                <a:latin typeface="Calibri" panose="020F0502020204030204" pitchFamily="34" charset="0"/>
                <a:ea typeface="Calibri" panose="020F0502020204030204" pitchFamily="34" charset="0"/>
              </a:rPr>
              <a:t> </a:t>
            </a:r>
            <a:r>
              <a:rPr lang="en-US" sz="1100" spc="-5">
                <a:effectLst/>
                <a:latin typeface="Calibri" panose="020F0502020204030204" pitchFamily="34" charset="0"/>
                <a:ea typeface="Calibri" panose="020F0502020204030204" pitchFamily="34" charset="0"/>
              </a:rPr>
              <a:t>in</a:t>
            </a:r>
            <a:r>
              <a:rPr lang="en-US" sz="1100" spc="-15">
                <a:effectLst/>
                <a:latin typeface="Calibri" panose="020F0502020204030204" pitchFamily="34" charset="0"/>
                <a:ea typeface="Calibri" panose="020F0502020204030204" pitchFamily="34" charset="0"/>
              </a:rPr>
              <a:t> </a:t>
            </a:r>
            <a:r>
              <a:rPr lang="en-US" sz="1100" spc="-5">
                <a:effectLst/>
                <a:latin typeface="Calibri" panose="020F0502020204030204" pitchFamily="34" charset="0"/>
                <a:ea typeface="Calibri" panose="020F0502020204030204" pitchFamily="34" charset="0"/>
              </a:rPr>
              <a:t>the delivery,</a:t>
            </a:r>
            <a:r>
              <a:rPr lang="en-US" sz="1100" spc="-10">
                <a:effectLst/>
                <a:latin typeface="Calibri" panose="020F0502020204030204" pitchFamily="34" charset="0"/>
                <a:ea typeface="Calibri" panose="020F0502020204030204" pitchFamily="34" charset="0"/>
              </a:rPr>
              <a:t> </a:t>
            </a:r>
            <a:r>
              <a:rPr lang="en-US" sz="1100" spc="-5">
                <a:effectLst/>
                <a:latin typeface="Calibri" panose="020F0502020204030204" pitchFamily="34" charset="0"/>
                <a:ea typeface="Calibri" panose="020F0502020204030204" pitchFamily="34" charset="0"/>
              </a:rPr>
              <a:t>use</a:t>
            </a:r>
            <a:r>
              <a:rPr lang="en-US" sz="1100" spc="-20">
                <a:effectLst/>
                <a:latin typeface="Calibri" panose="020F0502020204030204" pitchFamily="34" charset="0"/>
                <a:ea typeface="Calibri" panose="020F0502020204030204" pitchFamily="34" charset="0"/>
              </a:rPr>
              <a:t> </a:t>
            </a:r>
            <a:r>
              <a:rPr lang="en-US" sz="1100" spc="-5">
                <a:effectLst/>
                <a:latin typeface="Calibri" panose="020F0502020204030204" pitchFamily="34" charset="0"/>
                <a:ea typeface="Calibri" panose="020F0502020204030204" pitchFamily="34" charset="0"/>
              </a:rPr>
              <a:t>and</a:t>
            </a:r>
            <a:r>
              <a:rPr lang="en-US" sz="1100" spc="-20">
                <a:effectLst/>
                <a:latin typeface="Calibri" panose="020F0502020204030204" pitchFamily="34" charset="0"/>
                <a:ea typeface="Calibri" panose="020F0502020204030204" pitchFamily="34" charset="0"/>
              </a:rPr>
              <a:t> </a:t>
            </a:r>
            <a:r>
              <a:rPr lang="en-US" sz="1100" spc="-5">
                <a:effectLst/>
                <a:latin typeface="Calibri" panose="020F0502020204030204" pitchFamily="34" charset="0"/>
                <a:ea typeface="Calibri" panose="020F0502020204030204" pitchFamily="34" charset="0"/>
              </a:rPr>
              <a:t>management</a:t>
            </a:r>
            <a:r>
              <a:rPr lang="en-US" sz="1100" spc="-20">
                <a:effectLst/>
                <a:latin typeface="Calibri" panose="020F0502020204030204" pitchFamily="34" charset="0"/>
                <a:ea typeface="Calibri" panose="020F0502020204030204" pitchFamily="34" charset="0"/>
              </a:rPr>
              <a:t> </a:t>
            </a:r>
            <a:r>
              <a:rPr lang="en-US" sz="1100" spc="-5">
                <a:effectLst/>
                <a:latin typeface="Calibri" panose="020F0502020204030204" pitchFamily="34" charset="0"/>
                <a:ea typeface="Calibri" panose="020F0502020204030204" pitchFamily="34" charset="0"/>
              </a:rPr>
              <a:t>of</a:t>
            </a:r>
            <a:r>
              <a:rPr lang="en-US" sz="1100" spc="-15">
                <a:effectLst/>
                <a:latin typeface="Calibri" panose="020F0502020204030204" pitchFamily="34" charset="0"/>
                <a:ea typeface="Calibri" panose="020F0502020204030204" pitchFamily="34" charset="0"/>
              </a:rPr>
              <a:t> </a:t>
            </a:r>
            <a:r>
              <a:rPr lang="en-US" sz="1100" spc="-5">
                <a:effectLst/>
                <a:latin typeface="Calibri" panose="020F0502020204030204" pitchFamily="34" charset="0"/>
                <a:ea typeface="Calibri" panose="020F0502020204030204" pitchFamily="34" charset="0"/>
              </a:rPr>
              <a:t>services</a:t>
            </a:r>
          </a:p>
          <a:p>
            <a:pPr marL="742950" lvl="1" indent="-285750">
              <a:buSzPts val="1100"/>
              <a:buFont typeface="Wingdings" panose="05000000000000000000" pitchFamily="2" charset="2"/>
              <a:buChar char="§"/>
              <a:tabLst>
                <a:tab pos="1116965" algn="l"/>
                <a:tab pos="1117600" algn="l"/>
              </a:tabLst>
            </a:pPr>
            <a:r>
              <a:rPr lang="en-US" sz="1100" spc="-5">
                <a:effectLst/>
                <a:latin typeface="Calibri" panose="020F0502020204030204" pitchFamily="34" charset="0"/>
                <a:ea typeface="Calibri" panose="020F0502020204030204" pitchFamily="34" charset="0"/>
              </a:rPr>
              <a:t>All</a:t>
            </a:r>
            <a:r>
              <a:rPr lang="en-US" sz="1100" spc="-10">
                <a:effectLst/>
                <a:latin typeface="Calibri" panose="020F0502020204030204" pitchFamily="34" charset="0"/>
                <a:ea typeface="Calibri" panose="020F0502020204030204" pitchFamily="34" charset="0"/>
              </a:rPr>
              <a:t> </a:t>
            </a:r>
            <a:r>
              <a:rPr lang="en-US" sz="1100" spc="-5">
                <a:effectLst/>
                <a:latin typeface="Calibri" panose="020F0502020204030204" pitchFamily="34" charset="0"/>
                <a:ea typeface="Calibri" panose="020F0502020204030204" pitchFamily="34" charset="0"/>
              </a:rPr>
              <a:t>teams involved</a:t>
            </a:r>
            <a:r>
              <a:rPr lang="en-US" sz="1100" spc="-15">
                <a:effectLst/>
                <a:latin typeface="Calibri" panose="020F0502020204030204" pitchFamily="34" charset="0"/>
                <a:ea typeface="Calibri" panose="020F0502020204030204" pitchFamily="34" charset="0"/>
              </a:rPr>
              <a:t> </a:t>
            </a:r>
            <a:r>
              <a:rPr lang="en-US" sz="1100" spc="-5">
                <a:effectLst/>
                <a:latin typeface="Calibri" panose="020F0502020204030204" pitchFamily="34" charset="0"/>
                <a:ea typeface="Calibri" panose="020F0502020204030204" pitchFamily="34" charset="0"/>
              </a:rPr>
              <a:t>in</a:t>
            </a:r>
            <a:r>
              <a:rPr lang="en-US" sz="1100" spc="-20">
                <a:effectLst/>
                <a:latin typeface="Calibri" panose="020F0502020204030204" pitchFamily="34" charset="0"/>
                <a:ea typeface="Calibri" panose="020F0502020204030204" pitchFamily="34" charset="0"/>
              </a:rPr>
              <a:t> </a:t>
            </a:r>
            <a:r>
              <a:rPr lang="en-US" sz="1100" spc="-5">
                <a:effectLst/>
                <a:latin typeface="Calibri" panose="020F0502020204030204" pitchFamily="34" charset="0"/>
                <a:ea typeface="Calibri" panose="020F0502020204030204" pitchFamily="34" charset="0"/>
              </a:rPr>
              <a:t>the delivery, use and</a:t>
            </a:r>
            <a:r>
              <a:rPr lang="en-US" sz="1100" spc="-25">
                <a:effectLst/>
                <a:latin typeface="Calibri" panose="020F0502020204030204" pitchFamily="34" charset="0"/>
                <a:ea typeface="Calibri" panose="020F0502020204030204" pitchFamily="34" charset="0"/>
              </a:rPr>
              <a:t> </a:t>
            </a:r>
            <a:r>
              <a:rPr lang="en-US" sz="1100" spc="-5">
                <a:effectLst/>
                <a:latin typeface="Calibri" panose="020F0502020204030204" pitchFamily="34" charset="0"/>
                <a:ea typeface="Calibri" panose="020F0502020204030204" pitchFamily="34" charset="0"/>
              </a:rPr>
              <a:t>management of</a:t>
            </a:r>
            <a:r>
              <a:rPr lang="en-US" sz="1100" spc="-20">
                <a:effectLst/>
                <a:latin typeface="Calibri" panose="020F0502020204030204" pitchFamily="34" charset="0"/>
                <a:ea typeface="Calibri" panose="020F0502020204030204" pitchFamily="34" charset="0"/>
              </a:rPr>
              <a:t> </a:t>
            </a:r>
            <a:r>
              <a:rPr lang="en-US" sz="1100" spc="-5">
                <a:effectLst/>
                <a:latin typeface="Calibri" panose="020F0502020204030204" pitchFamily="34" charset="0"/>
                <a:ea typeface="Calibri" panose="020F0502020204030204" pitchFamily="34" charset="0"/>
              </a:rPr>
              <a:t>services</a:t>
            </a:r>
          </a:p>
          <a:p>
            <a:pPr marL="457200" lvl="1" indent="0">
              <a:buSzPts val="1100"/>
              <a:buFont typeface="Calibri" panose="020F0502020204030204" pitchFamily="34" charset="0"/>
              <a:buNone/>
              <a:tabLst>
                <a:tab pos="1116965" algn="l"/>
                <a:tab pos="1117600" algn="l"/>
              </a:tabLst>
            </a:pPr>
            <a:endParaRPr lang="en-US" sz="1100" spc="-5">
              <a:effectLst/>
              <a:latin typeface="Calibri" panose="020F0502020204030204" pitchFamily="34" charset="0"/>
              <a:ea typeface="Calibri" panose="020F0502020204030204" pitchFamily="34" charset="0"/>
            </a:endParaRPr>
          </a:p>
          <a:p>
            <a:pPr marL="342900" lvl="0" indent="-342900">
              <a:buSzPts val="1100"/>
              <a:buFont typeface="Calibri" panose="020F0502020204030204" pitchFamily="34" charset="0"/>
              <a:buAutoNum type="arabicPeriod"/>
              <a:tabLst>
                <a:tab pos="660400" algn="l"/>
              </a:tabLst>
            </a:pPr>
            <a:r>
              <a:rPr lang="en-US" sz="1100" b="1" spc="0">
                <a:effectLst/>
                <a:latin typeface="Calibri" panose="020F0502020204030204" pitchFamily="34" charset="0"/>
                <a:ea typeface="Calibri" panose="020F0502020204030204" pitchFamily="34" charset="0"/>
              </a:rPr>
              <a:t>Value</a:t>
            </a:r>
            <a:r>
              <a:rPr lang="en-US" sz="1100" b="1" spc="-10">
                <a:effectLst/>
                <a:latin typeface="Calibri" panose="020F0502020204030204" pitchFamily="34" charset="0"/>
                <a:ea typeface="Calibri" panose="020F0502020204030204" pitchFamily="34" charset="0"/>
              </a:rPr>
              <a:t> </a:t>
            </a:r>
            <a:r>
              <a:rPr lang="en-US" sz="1100" b="1" spc="0">
                <a:effectLst/>
                <a:latin typeface="Calibri" panose="020F0502020204030204" pitchFamily="34" charset="0"/>
                <a:ea typeface="Calibri" panose="020F0502020204030204" pitchFamily="34" charset="0"/>
              </a:rPr>
              <a:t>streams</a:t>
            </a:r>
            <a:r>
              <a:rPr lang="en-US" sz="1100" b="1" spc="-25">
                <a:effectLst/>
                <a:latin typeface="Calibri" panose="020F0502020204030204" pitchFamily="34" charset="0"/>
                <a:ea typeface="Calibri" panose="020F0502020204030204" pitchFamily="34" charset="0"/>
              </a:rPr>
              <a:t> </a:t>
            </a:r>
            <a:r>
              <a:rPr lang="en-US" sz="1100" b="1" spc="0">
                <a:effectLst/>
                <a:latin typeface="Calibri" panose="020F0502020204030204" pitchFamily="34" charset="0"/>
                <a:ea typeface="Calibri" panose="020F0502020204030204" pitchFamily="34" charset="0"/>
              </a:rPr>
              <a:t>&amp;</a:t>
            </a:r>
            <a:r>
              <a:rPr lang="en-US" sz="1100" b="1" spc="-20">
                <a:effectLst/>
                <a:latin typeface="Calibri" panose="020F0502020204030204" pitchFamily="34" charset="0"/>
                <a:ea typeface="Calibri" panose="020F0502020204030204" pitchFamily="34" charset="0"/>
              </a:rPr>
              <a:t> </a:t>
            </a:r>
            <a:r>
              <a:rPr lang="en-US" sz="1100" b="1" spc="0">
                <a:effectLst/>
                <a:latin typeface="Calibri" panose="020F0502020204030204" pitchFamily="34" charset="0"/>
                <a:ea typeface="Calibri" panose="020F0502020204030204" pitchFamily="34" charset="0"/>
              </a:rPr>
              <a:t>processes</a:t>
            </a:r>
            <a:r>
              <a:rPr lang="en-US" sz="1100" spc="0">
                <a:effectLst/>
                <a:latin typeface="Calibri" panose="020F0502020204030204" pitchFamily="34" charset="0"/>
                <a:ea typeface="Calibri" panose="020F0502020204030204" pitchFamily="34" charset="0"/>
              </a:rPr>
              <a:t>,</a:t>
            </a:r>
            <a:r>
              <a:rPr lang="en-US" sz="1100" spc="-15">
                <a:effectLst/>
                <a:latin typeface="Calibri" panose="020F0502020204030204" pitchFamily="34" charset="0"/>
                <a:ea typeface="Calibri" panose="020F0502020204030204" pitchFamily="34" charset="0"/>
              </a:rPr>
              <a:t> </a:t>
            </a:r>
            <a:r>
              <a:rPr lang="en-US" sz="1100" spc="0">
                <a:effectLst/>
                <a:latin typeface="Calibri" panose="020F0502020204030204" pitchFamily="34" charset="0"/>
                <a:ea typeface="Calibri" panose="020F0502020204030204" pitchFamily="34" charset="0"/>
              </a:rPr>
              <a:t>especially;</a:t>
            </a:r>
          </a:p>
          <a:p>
            <a:pPr marL="742950" lvl="1" indent="-285750">
              <a:buSzPts val="1100"/>
              <a:buFont typeface="Wingdings" panose="05000000000000000000" pitchFamily="2" charset="2"/>
              <a:buChar char="§"/>
              <a:tabLst>
                <a:tab pos="1118235" algn="l"/>
              </a:tabLst>
            </a:pPr>
            <a:r>
              <a:rPr lang="en-US" sz="1100" spc="-5">
                <a:effectLst/>
                <a:latin typeface="Calibri" panose="020F0502020204030204" pitchFamily="34" charset="0"/>
                <a:ea typeface="Calibri" panose="020F0502020204030204" pitchFamily="34" charset="0"/>
              </a:rPr>
              <a:t>The steps taken</a:t>
            </a:r>
            <a:r>
              <a:rPr lang="en-US" sz="1100" spc="-10">
                <a:effectLst/>
                <a:latin typeface="Calibri" panose="020F0502020204030204" pitchFamily="34" charset="0"/>
                <a:ea typeface="Calibri" panose="020F0502020204030204" pitchFamily="34" charset="0"/>
              </a:rPr>
              <a:t> </a:t>
            </a:r>
            <a:r>
              <a:rPr lang="en-US" sz="1100" spc="-5">
                <a:effectLst/>
                <a:latin typeface="Calibri" panose="020F0502020204030204" pitchFamily="34" charset="0"/>
                <a:ea typeface="Calibri" panose="020F0502020204030204" pitchFamily="34" charset="0"/>
              </a:rPr>
              <a:t>to</a:t>
            </a:r>
            <a:r>
              <a:rPr lang="en-US" sz="1100" spc="-10">
                <a:effectLst/>
                <a:latin typeface="Calibri" panose="020F0502020204030204" pitchFamily="34" charset="0"/>
                <a:ea typeface="Calibri" panose="020F0502020204030204" pitchFamily="34" charset="0"/>
              </a:rPr>
              <a:t> </a:t>
            </a:r>
            <a:r>
              <a:rPr lang="en-US" sz="1100" spc="-5">
                <a:effectLst/>
                <a:latin typeface="Calibri" panose="020F0502020204030204" pitchFamily="34" charset="0"/>
                <a:ea typeface="Calibri" panose="020F0502020204030204" pitchFamily="34" charset="0"/>
              </a:rPr>
              <a:t>create and</a:t>
            </a:r>
            <a:r>
              <a:rPr lang="en-US" sz="1100" spc="-10">
                <a:effectLst/>
                <a:latin typeface="Calibri" panose="020F0502020204030204" pitchFamily="34" charset="0"/>
                <a:ea typeface="Calibri" panose="020F0502020204030204" pitchFamily="34" charset="0"/>
              </a:rPr>
              <a:t> </a:t>
            </a:r>
            <a:r>
              <a:rPr lang="en-US" sz="1100" spc="-5">
                <a:effectLst/>
                <a:latin typeface="Calibri" panose="020F0502020204030204" pitchFamily="34" charset="0"/>
                <a:ea typeface="Calibri" panose="020F0502020204030204" pitchFamily="34" charset="0"/>
              </a:rPr>
              <a:t>deliver</a:t>
            </a:r>
            <a:r>
              <a:rPr lang="en-US" sz="1100" spc="-15">
                <a:effectLst/>
                <a:latin typeface="Calibri" panose="020F0502020204030204" pitchFamily="34" charset="0"/>
                <a:ea typeface="Calibri" panose="020F0502020204030204" pitchFamily="34" charset="0"/>
              </a:rPr>
              <a:t> </a:t>
            </a:r>
            <a:r>
              <a:rPr lang="en-US" sz="1100" spc="-5">
                <a:effectLst/>
                <a:latin typeface="Calibri" panose="020F0502020204030204" pitchFamily="34" charset="0"/>
                <a:ea typeface="Calibri" panose="020F0502020204030204" pitchFamily="34" charset="0"/>
              </a:rPr>
              <a:t>value</a:t>
            </a:r>
            <a:r>
              <a:rPr lang="en-US" sz="1100" spc="-15">
                <a:effectLst/>
                <a:latin typeface="Calibri" panose="020F0502020204030204" pitchFamily="34" charset="0"/>
                <a:ea typeface="Calibri" panose="020F0502020204030204" pitchFamily="34" charset="0"/>
              </a:rPr>
              <a:t> </a:t>
            </a:r>
            <a:r>
              <a:rPr lang="en-US" sz="1100" spc="-5">
                <a:effectLst/>
                <a:latin typeface="Calibri" panose="020F0502020204030204" pitchFamily="34" charset="0"/>
                <a:ea typeface="Calibri" panose="020F0502020204030204" pitchFamily="34" charset="0"/>
              </a:rPr>
              <a:t>to</a:t>
            </a:r>
            <a:r>
              <a:rPr lang="en-US" sz="1100" spc="-10">
                <a:effectLst/>
                <a:latin typeface="Calibri" panose="020F0502020204030204" pitchFamily="34" charset="0"/>
                <a:ea typeface="Calibri" panose="020F0502020204030204" pitchFamily="34" charset="0"/>
              </a:rPr>
              <a:t> </a:t>
            </a:r>
            <a:r>
              <a:rPr lang="en-US" sz="1100" spc="-5">
                <a:effectLst/>
                <a:latin typeface="Calibri" panose="020F0502020204030204" pitchFamily="34" charset="0"/>
                <a:ea typeface="Calibri" panose="020F0502020204030204" pitchFamily="34" charset="0"/>
              </a:rPr>
              <a:t>the</a:t>
            </a:r>
            <a:r>
              <a:rPr lang="en-US" sz="1100" spc="-10">
                <a:effectLst/>
                <a:latin typeface="Calibri" panose="020F0502020204030204" pitchFamily="34" charset="0"/>
                <a:ea typeface="Calibri" panose="020F0502020204030204" pitchFamily="34" charset="0"/>
              </a:rPr>
              <a:t> </a:t>
            </a:r>
            <a:r>
              <a:rPr lang="en-US" sz="1100" spc="-5">
                <a:effectLst/>
                <a:latin typeface="Calibri" panose="020F0502020204030204" pitchFamily="34" charset="0"/>
                <a:ea typeface="Calibri" panose="020F0502020204030204" pitchFamily="34" charset="0"/>
              </a:rPr>
              <a:t>consumers.</a:t>
            </a:r>
          </a:p>
          <a:p>
            <a:pPr>
              <a:spcBef>
                <a:spcPts val="20"/>
              </a:spcBef>
            </a:pPr>
            <a:endParaRPr lang="en-US" sz="800">
              <a:effectLst/>
              <a:latin typeface="Calibri" panose="020F0502020204030204" pitchFamily="34" charset="0"/>
              <a:ea typeface="Calibri" panose="020F0502020204030204" pitchFamily="34" charset="0"/>
            </a:endParaRPr>
          </a:p>
          <a:p>
            <a:pPr>
              <a:spcBef>
                <a:spcPts val="20"/>
              </a:spcBef>
            </a:pPr>
            <a:r>
              <a:rPr lang="en-US" sz="1100">
                <a:effectLst/>
                <a:latin typeface="Calibri" panose="020F0502020204030204" pitchFamily="34" charset="0"/>
                <a:ea typeface="Calibri" panose="020F0502020204030204" pitchFamily="34" charset="0"/>
              </a:rPr>
              <a:t>These four dimensions should always be considered in the light of many factors which affect the</a:t>
            </a:r>
            <a:r>
              <a:rPr lang="en-US" sz="1100" spc="5">
                <a:effectLst/>
                <a:latin typeface="Calibri" panose="020F0502020204030204" pitchFamily="34" charset="0"/>
                <a:ea typeface="Calibri" panose="020F0502020204030204" pitchFamily="34" charset="0"/>
              </a:rPr>
              <a:t> </a:t>
            </a:r>
            <a:r>
              <a:rPr lang="en-US" sz="1100">
                <a:effectLst/>
                <a:latin typeface="Calibri" panose="020F0502020204030204" pitchFamily="34" charset="0"/>
                <a:ea typeface="Calibri" panose="020F0502020204030204" pitchFamily="34" charset="0"/>
              </a:rPr>
              <a:t>provision and management of services.</a:t>
            </a:r>
            <a:r>
              <a:rPr lang="en-US" sz="1100" spc="5">
                <a:effectLst/>
                <a:latin typeface="Calibri" panose="020F0502020204030204" pitchFamily="34" charset="0"/>
                <a:ea typeface="Calibri" panose="020F0502020204030204" pitchFamily="34" charset="0"/>
              </a:rPr>
              <a:t> </a:t>
            </a:r>
            <a:r>
              <a:rPr lang="en-US" sz="1100">
                <a:effectLst/>
                <a:latin typeface="Calibri" panose="020F0502020204030204" pitchFamily="34" charset="0"/>
                <a:ea typeface="Calibri" panose="020F0502020204030204" pitchFamily="34" charset="0"/>
              </a:rPr>
              <a:t>All four dimensions are applicable to specific goods and</a:t>
            </a:r>
            <a:r>
              <a:rPr lang="en-US" sz="1100" spc="5">
                <a:effectLst/>
                <a:latin typeface="Calibri" panose="020F0502020204030204" pitchFamily="34" charset="0"/>
                <a:ea typeface="Calibri" panose="020F0502020204030204" pitchFamily="34" charset="0"/>
              </a:rPr>
              <a:t> </a:t>
            </a:r>
            <a:r>
              <a:rPr lang="en-US" sz="1100">
                <a:effectLst/>
                <a:latin typeface="Calibri" panose="020F0502020204030204" pitchFamily="34" charset="0"/>
                <a:ea typeface="Calibri" panose="020F0502020204030204" pitchFamily="34" charset="0"/>
              </a:rPr>
              <a:t>services</a:t>
            </a:r>
            <a:r>
              <a:rPr lang="en-US" sz="1100" spc="-5">
                <a:effectLst/>
                <a:latin typeface="Calibri" panose="020F0502020204030204" pitchFamily="34" charset="0"/>
                <a:ea typeface="Calibri" panose="020F0502020204030204" pitchFamily="34" charset="0"/>
              </a:rPr>
              <a:t> </a:t>
            </a:r>
            <a:r>
              <a:rPr lang="en-US" sz="1100">
                <a:effectLst/>
                <a:latin typeface="Calibri" panose="020F0502020204030204" pitchFamily="34" charset="0"/>
                <a:ea typeface="Calibri" panose="020F0502020204030204" pitchFamily="34" charset="0"/>
              </a:rPr>
              <a:t>and</a:t>
            </a:r>
            <a:r>
              <a:rPr lang="en-US" sz="1100" spc="-10">
                <a:effectLst/>
                <a:latin typeface="Calibri" panose="020F0502020204030204" pitchFamily="34" charset="0"/>
                <a:ea typeface="Calibri" panose="020F0502020204030204" pitchFamily="34" charset="0"/>
              </a:rPr>
              <a:t> </a:t>
            </a:r>
            <a:r>
              <a:rPr lang="en-US" sz="1100">
                <a:effectLst/>
                <a:latin typeface="Calibri" panose="020F0502020204030204" pitchFamily="34" charset="0"/>
                <a:ea typeface="Calibri" panose="020F0502020204030204" pitchFamily="34" charset="0"/>
              </a:rPr>
              <a:t>to</a:t>
            </a:r>
            <a:r>
              <a:rPr lang="en-US" sz="1100" spc="-10">
                <a:effectLst/>
                <a:latin typeface="Calibri" panose="020F0502020204030204" pitchFamily="34" charset="0"/>
                <a:ea typeface="Calibri" panose="020F0502020204030204" pitchFamily="34" charset="0"/>
              </a:rPr>
              <a:t> </a:t>
            </a:r>
            <a:r>
              <a:rPr lang="en-US" sz="1100">
                <a:effectLst/>
                <a:latin typeface="Calibri" panose="020F0502020204030204" pitchFamily="34" charset="0"/>
                <a:ea typeface="Calibri" panose="020F0502020204030204" pitchFamily="34" charset="0"/>
              </a:rPr>
              <a:t>the Service</a:t>
            </a:r>
            <a:r>
              <a:rPr lang="en-US" sz="1100" spc="-15">
                <a:effectLst/>
                <a:latin typeface="Calibri" panose="020F0502020204030204" pitchFamily="34" charset="0"/>
                <a:ea typeface="Calibri" panose="020F0502020204030204" pitchFamily="34" charset="0"/>
              </a:rPr>
              <a:t> </a:t>
            </a:r>
            <a:r>
              <a:rPr lang="en-US" sz="1100">
                <a:effectLst/>
                <a:latin typeface="Calibri" panose="020F0502020204030204" pitchFamily="34" charset="0"/>
                <a:ea typeface="Calibri" panose="020F0502020204030204" pitchFamily="34" charset="0"/>
              </a:rPr>
              <a:t>Value system</a:t>
            </a:r>
            <a:r>
              <a:rPr lang="en-US" sz="1100" spc="5">
                <a:effectLst/>
                <a:latin typeface="Calibri" panose="020F0502020204030204" pitchFamily="34" charset="0"/>
                <a:ea typeface="Calibri" panose="020F0502020204030204" pitchFamily="34" charset="0"/>
              </a:rPr>
              <a:t> </a:t>
            </a:r>
            <a:r>
              <a:rPr lang="en-US" sz="1100">
                <a:effectLst/>
                <a:latin typeface="Calibri" panose="020F0502020204030204" pitchFamily="34" charset="0"/>
                <a:ea typeface="Calibri" panose="020F0502020204030204" pitchFamily="34" charset="0"/>
              </a:rPr>
              <a:t>(SVS,</a:t>
            </a:r>
            <a:r>
              <a:rPr lang="en-US" sz="1100" spc="-15">
                <a:effectLst/>
                <a:latin typeface="Calibri" panose="020F0502020204030204" pitchFamily="34" charset="0"/>
                <a:ea typeface="Calibri" panose="020F0502020204030204" pitchFamily="34" charset="0"/>
              </a:rPr>
              <a:t> </a:t>
            </a:r>
            <a:r>
              <a:rPr lang="en-US" sz="1100">
                <a:effectLst/>
                <a:latin typeface="Calibri" panose="020F0502020204030204" pitchFamily="34" charset="0"/>
                <a:ea typeface="Calibri" panose="020F0502020204030204" pitchFamily="34" charset="0"/>
              </a:rPr>
              <a:t>covered</a:t>
            </a:r>
            <a:r>
              <a:rPr lang="en-US" sz="1100" spc="-20">
                <a:effectLst/>
                <a:latin typeface="Calibri" panose="020F0502020204030204" pitchFamily="34" charset="0"/>
                <a:ea typeface="Calibri" panose="020F0502020204030204" pitchFamily="34" charset="0"/>
              </a:rPr>
              <a:t> </a:t>
            </a:r>
            <a:r>
              <a:rPr lang="en-US" sz="1100">
                <a:effectLst/>
                <a:latin typeface="Calibri" panose="020F0502020204030204" pitchFamily="34" charset="0"/>
                <a:ea typeface="Calibri" panose="020F0502020204030204" pitchFamily="34" charset="0"/>
              </a:rPr>
              <a:t>in</a:t>
            </a:r>
            <a:r>
              <a:rPr lang="en-US" sz="1100" spc="-10">
                <a:effectLst/>
                <a:latin typeface="Calibri" panose="020F0502020204030204" pitchFamily="34" charset="0"/>
                <a:ea typeface="Calibri" panose="020F0502020204030204" pitchFamily="34" charset="0"/>
              </a:rPr>
              <a:t> </a:t>
            </a:r>
            <a:r>
              <a:rPr lang="en-US" sz="1100">
                <a:effectLst/>
                <a:latin typeface="Calibri" panose="020F0502020204030204" pitchFamily="34" charset="0"/>
                <a:ea typeface="Calibri" panose="020F0502020204030204" pitchFamily="34" charset="0"/>
              </a:rPr>
              <a:t>chapter 3)</a:t>
            </a:r>
            <a:r>
              <a:rPr lang="en-US" sz="1100" spc="-5">
                <a:effectLst/>
                <a:latin typeface="Calibri" panose="020F0502020204030204" pitchFamily="34" charset="0"/>
                <a:ea typeface="Calibri" panose="020F0502020204030204" pitchFamily="34" charset="0"/>
              </a:rPr>
              <a:t> </a:t>
            </a:r>
            <a:r>
              <a:rPr lang="en-US" sz="1100">
                <a:effectLst/>
                <a:latin typeface="Calibri" panose="020F0502020204030204" pitchFamily="34" charset="0"/>
                <a:ea typeface="Calibri" panose="020F0502020204030204" pitchFamily="34" charset="0"/>
              </a:rPr>
              <a:t>as</a:t>
            </a:r>
            <a:r>
              <a:rPr lang="en-US" sz="1100" spc="-5">
                <a:effectLst/>
                <a:latin typeface="Calibri" panose="020F0502020204030204" pitchFamily="34" charset="0"/>
                <a:ea typeface="Calibri" panose="020F0502020204030204" pitchFamily="34" charset="0"/>
              </a:rPr>
              <a:t> </a:t>
            </a:r>
            <a:r>
              <a:rPr lang="en-US" sz="1100">
                <a:effectLst/>
                <a:latin typeface="Calibri" panose="020F0502020204030204" pitchFamily="34" charset="0"/>
                <a:ea typeface="Calibri" panose="020F0502020204030204" pitchFamily="34" charset="0"/>
              </a:rPr>
              <a:t>a</a:t>
            </a:r>
            <a:r>
              <a:rPr lang="en-US" sz="1100" spc="-10">
                <a:effectLst/>
                <a:latin typeface="Calibri" panose="020F0502020204030204" pitchFamily="34" charset="0"/>
                <a:ea typeface="Calibri" panose="020F0502020204030204" pitchFamily="34" charset="0"/>
              </a:rPr>
              <a:t> </a:t>
            </a:r>
            <a:r>
              <a:rPr lang="en-US" sz="1100">
                <a:effectLst/>
                <a:latin typeface="Calibri" panose="020F0502020204030204" pitchFamily="34" charset="0"/>
                <a:ea typeface="Calibri" panose="020F0502020204030204" pitchFamily="34" charset="0"/>
              </a:rPr>
              <a:t>whole.</a:t>
            </a:r>
          </a:p>
          <a:p>
            <a:endParaRPr lang="en-GB" sz="1100" kern="1200" spc="-5">
              <a:solidFill>
                <a:schemeClr val="tx1"/>
              </a:solidFill>
              <a:effectLst/>
              <a:latin typeface="Calibri" panose="020F0502020204030204" pitchFamily="34" charset="0"/>
              <a:cs typeface="+mn-cs"/>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09015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442595" algn="l" defTabSz="457200" rtl="0" eaLnBrk="1" latinLnBrk="0" hangingPunct="1">
              <a:spcBef>
                <a:spcPts val="20"/>
              </a:spcBef>
              <a:spcAft>
                <a:spcPts val="0"/>
              </a:spcAft>
            </a:pPr>
            <a:r>
              <a:rPr lang="en-US" sz="1100" kern="1200">
                <a:solidFill>
                  <a:schemeClr val="tx1"/>
                </a:solidFill>
                <a:effectLst/>
                <a:latin typeface="Calibri" panose="020F0502020204030204" pitchFamily="34" charset="0"/>
                <a:ea typeface="Calibri" panose="020F0502020204030204" pitchFamily="34" charset="0"/>
                <a:cs typeface="+mn-cs"/>
              </a:rPr>
              <a:t>In any kind of business, it is always important to understand the way that it is structured and managed and to understand and clarify the roles, responsibilities and authorities that exist and/or are required to support the strategy and chosen way of working of an organization.</a:t>
            </a:r>
          </a:p>
          <a:p>
            <a:pPr marL="0" algn="l" defTabSz="457200" rtl="0" eaLnBrk="1" latinLnBrk="0" hangingPunct="1">
              <a:spcBef>
                <a:spcPts val="20"/>
              </a:spcBef>
              <a:spcAft>
                <a:spcPts val="0"/>
              </a:spcAft>
            </a:pPr>
            <a:r>
              <a:rPr lang="en-US" sz="1100" kern="1200">
                <a:solidFill>
                  <a:schemeClr val="tx1"/>
                </a:solidFill>
                <a:effectLst/>
                <a:latin typeface="Calibri" panose="020F0502020204030204" pitchFamily="34" charset="0"/>
                <a:ea typeface="Calibri" panose="020F0502020204030204" pitchFamily="34" charset="0"/>
                <a:cs typeface="+mn-cs"/>
              </a:rPr>
              <a:t> </a:t>
            </a:r>
          </a:p>
          <a:p>
            <a:pPr marL="0" marR="442595" algn="l" defTabSz="457200" rtl="0" eaLnBrk="1" latinLnBrk="0" hangingPunct="1">
              <a:spcBef>
                <a:spcPts val="20"/>
              </a:spcBef>
              <a:spcAft>
                <a:spcPts val="0"/>
              </a:spcAft>
            </a:pPr>
            <a:r>
              <a:rPr lang="en-US" sz="1100" kern="1200">
                <a:solidFill>
                  <a:schemeClr val="tx1"/>
                </a:solidFill>
                <a:effectLst/>
                <a:latin typeface="Calibri" panose="020F0502020204030204" pitchFamily="34" charset="0"/>
                <a:ea typeface="Calibri" panose="020F0502020204030204" pitchFamily="34" charset="0"/>
                <a:cs typeface="+mn-cs"/>
              </a:rPr>
              <a:t>In an increasingly complex world, an organization needs a formally established structure and system of authority as well as a culture that’s supports its aims and a workforce that has the right level of capacity and competence.</a:t>
            </a:r>
          </a:p>
          <a:p>
            <a:pPr marL="0" algn="l" defTabSz="457200" rtl="0" eaLnBrk="1" latinLnBrk="0" hangingPunct="1">
              <a:spcBef>
                <a:spcPts val="20"/>
              </a:spcBef>
              <a:spcAft>
                <a:spcPts val="0"/>
              </a:spcAft>
            </a:pPr>
            <a:r>
              <a:rPr lang="en-US" sz="1100" kern="1200">
                <a:solidFill>
                  <a:schemeClr val="tx1"/>
                </a:solidFill>
                <a:effectLst/>
                <a:latin typeface="Calibri" panose="020F0502020204030204" pitchFamily="34" charset="0"/>
                <a:ea typeface="Calibri" panose="020F0502020204030204" pitchFamily="34" charset="0"/>
                <a:cs typeface="+mn-cs"/>
              </a:rPr>
              <a:t> </a:t>
            </a:r>
          </a:p>
          <a:p>
            <a:pPr marL="0" marR="441960" algn="l" defTabSz="457200" rtl="0" eaLnBrk="1" latinLnBrk="0" hangingPunct="1">
              <a:spcBef>
                <a:spcPts val="20"/>
              </a:spcBef>
              <a:spcAft>
                <a:spcPts val="0"/>
              </a:spcAft>
            </a:pPr>
            <a:r>
              <a:rPr lang="en-US" sz="1100" kern="1200">
                <a:solidFill>
                  <a:schemeClr val="tx1"/>
                </a:solidFill>
                <a:effectLst/>
                <a:latin typeface="Calibri" panose="020F0502020204030204" pitchFamily="34" charset="0"/>
                <a:ea typeface="Calibri" panose="020F0502020204030204" pitchFamily="34" charset="0"/>
                <a:cs typeface="+mn-cs"/>
              </a:rPr>
              <a:t>The </a:t>
            </a:r>
            <a:r>
              <a:rPr lang="en-US" sz="1100" b="1" kern="1200" spc="-5">
                <a:solidFill>
                  <a:schemeClr val="tx1"/>
                </a:solidFill>
                <a:effectLst/>
                <a:latin typeface="Calibri" panose="020F0502020204030204" pitchFamily="34" charset="0"/>
                <a:ea typeface="Calibri" panose="020F0502020204030204" pitchFamily="34" charset="0"/>
                <a:cs typeface="+mn-cs"/>
              </a:rPr>
              <a:t>Organization &amp; people </a:t>
            </a:r>
            <a:r>
              <a:rPr lang="en-US" sz="1100" kern="1200">
                <a:solidFill>
                  <a:schemeClr val="tx1"/>
                </a:solidFill>
                <a:effectLst/>
                <a:latin typeface="Calibri" panose="020F0502020204030204" pitchFamily="34" charset="0"/>
                <a:ea typeface="Calibri" panose="020F0502020204030204" pitchFamily="34" charset="0"/>
                <a:cs typeface="+mn-cs"/>
              </a:rPr>
              <a:t>dimension of </a:t>
            </a:r>
            <a:r>
              <a:rPr lang="en-US" sz="1100" kern="1200" spc="-5">
                <a:solidFill>
                  <a:schemeClr val="tx1"/>
                </a:solidFill>
                <a:effectLst/>
                <a:latin typeface="Calibri" panose="020F0502020204030204" pitchFamily="34" charset="0"/>
                <a:ea typeface="Calibri" panose="020F0502020204030204" pitchFamily="34" charset="0"/>
                <a:cs typeface="+mn-cs"/>
              </a:rPr>
              <a:t>IT Service Management</a:t>
            </a:r>
            <a:r>
              <a:rPr lang="en-US" sz="1100" kern="1200">
                <a:solidFill>
                  <a:schemeClr val="tx1"/>
                </a:solidFill>
                <a:effectLst/>
                <a:latin typeface="Calibri" panose="020F0502020204030204" pitchFamily="34" charset="0"/>
                <a:ea typeface="Calibri" panose="020F0502020204030204" pitchFamily="34" charset="0"/>
                <a:cs typeface="+mn-cs"/>
              </a:rPr>
              <a:t> addresses roles and responsibilities (including clarification of ownership or services, of value streams and processes), formal structure, culture, staffing levels and skills related to the creation, delivery, use and improvement of a service.</a:t>
            </a:r>
          </a:p>
          <a:p>
            <a:pPr marL="0" marR="441960" algn="l" defTabSz="457200" rtl="0" eaLnBrk="1" latinLnBrk="0" hangingPunct="1">
              <a:spcBef>
                <a:spcPts val="20"/>
              </a:spcBef>
              <a:spcAft>
                <a:spcPts val="0"/>
              </a:spcAft>
            </a:pPr>
            <a:endParaRPr lang="en-US" sz="1100" kern="1200">
              <a:solidFill>
                <a:schemeClr val="tx1"/>
              </a:solidFill>
              <a:effectLst/>
              <a:latin typeface="Calibri" panose="020F0502020204030204" pitchFamily="34" charset="0"/>
              <a:ea typeface="Calibri" panose="020F0502020204030204" pitchFamily="34" charset="0"/>
              <a:cs typeface="+mn-cs"/>
            </a:endParaRPr>
          </a:p>
          <a:p>
            <a:pPr marL="0" algn="l" defTabSz="457200" rtl="0" eaLnBrk="1" latinLnBrk="0" hangingPunct="1">
              <a:spcBef>
                <a:spcPts val="20"/>
              </a:spcBef>
              <a:spcAft>
                <a:spcPts val="0"/>
              </a:spcAft>
            </a:pPr>
            <a:r>
              <a:rPr lang="en-US" sz="1100" kern="1200">
                <a:solidFill>
                  <a:schemeClr val="tx1"/>
                </a:solidFill>
                <a:effectLst/>
                <a:latin typeface="Calibri" panose="020F0502020204030204" pitchFamily="34" charset="0"/>
                <a:ea typeface="Calibri" panose="020F0502020204030204" pitchFamily="34" charset="0"/>
                <a:cs typeface="+mn-cs"/>
              </a:rPr>
              <a:t>Roles and responsibilities must be defined and accepted, and the appropriate staffing and competencies provided. The structure enables clarity and control and the culture should allow staff to play an appropriate part in IT Service Management.</a:t>
            </a:r>
            <a:endParaRPr lang="en-GB" sz="1100" kern="1200">
              <a:solidFill>
                <a:schemeClr val="tx1"/>
              </a:solidFill>
              <a:effectLst/>
              <a:latin typeface="Calibri" panose="020F0502020204030204" pitchFamily="34" charset="0"/>
              <a:cs typeface="+mn-cs"/>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54328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294005" algn="l" defTabSz="457200" rtl="0" eaLnBrk="1" latinLnBrk="0" hangingPunct="1">
              <a:spcBef>
                <a:spcPts val="20"/>
              </a:spcBef>
              <a:spcAft>
                <a:spcPts val="0"/>
              </a:spcAft>
            </a:pPr>
            <a:r>
              <a:rPr lang="en-US" sz="1100" kern="1200">
                <a:solidFill>
                  <a:schemeClr val="tx1"/>
                </a:solidFill>
                <a:effectLst/>
                <a:latin typeface="Calibri" panose="020F0502020204030204" pitchFamily="34" charset="0"/>
                <a:ea typeface="Calibri" panose="020F0502020204030204" pitchFamily="34" charset="0"/>
                <a:cs typeface="+mn-cs"/>
              </a:rPr>
              <a:t>An organization may have rigid structures of authority, roles and competencies, but it will not provide results without having:</a:t>
            </a:r>
          </a:p>
          <a:p>
            <a:pPr marL="0" marR="294005" algn="l" defTabSz="457200" rtl="0" eaLnBrk="1" latinLnBrk="0" hangingPunct="1">
              <a:spcBef>
                <a:spcPts val="20"/>
              </a:spcBef>
              <a:spcAft>
                <a:spcPts val="0"/>
              </a:spcAft>
            </a:pPr>
            <a:endParaRPr lang="en-US" sz="1100" kern="1200">
              <a:solidFill>
                <a:schemeClr val="tx1"/>
              </a:solidFill>
              <a:effectLst/>
              <a:latin typeface="Calibri" panose="020F0502020204030204" pitchFamily="34" charset="0"/>
              <a:ea typeface="Calibri" panose="020F0502020204030204" pitchFamily="34" charset="0"/>
              <a:cs typeface="+mn-cs"/>
            </a:endParaRPr>
          </a:p>
          <a:p>
            <a:pPr marL="171450" indent="-171450" algn="l" defTabSz="457200" rtl="0" eaLnBrk="1" latinLnBrk="0" hangingPunct="1">
              <a:spcBef>
                <a:spcPts val="20"/>
              </a:spcBef>
              <a:spcAft>
                <a:spcPts val="0"/>
              </a:spcAft>
              <a:buFont typeface="Wingdings" panose="05000000000000000000" pitchFamily="2" charset="2"/>
              <a:buChar char="§"/>
            </a:pPr>
            <a:r>
              <a:rPr lang="en-US" sz="1100" kern="1200">
                <a:solidFill>
                  <a:schemeClr val="tx1"/>
                </a:solidFill>
                <a:effectLst/>
                <a:latin typeface="Calibri" panose="020F0502020204030204" pitchFamily="34" charset="0"/>
                <a:ea typeface="Calibri" panose="020F0502020204030204" pitchFamily="34" charset="0"/>
                <a:cs typeface="+mn-cs"/>
              </a:rPr>
              <a:t>People prepared to lead and to be advocates for the chosen way of working</a:t>
            </a:r>
          </a:p>
          <a:p>
            <a:pPr marL="171450" lvl="0" indent="-171450" algn="l" defTabSz="457200" rtl="0" eaLnBrk="1" latinLnBrk="0" hangingPunct="1">
              <a:lnSpc>
                <a:spcPts val="1395"/>
              </a:lnSpc>
              <a:spcBef>
                <a:spcPts val="20"/>
              </a:spcBef>
              <a:spcAft>
                <a:spcPts val="0"/>
              </a:spcAft>
              <a:buFont typeface="Wingdings" panose="05000000000000000000" pitchFamily="2" charset="2"/>
              <a:buChar char="§"/>
              <a:tabLst>
                <a:tab pos="659765" algn="l"/>
                <a:tab pos="660400" algn="l"/>
              </a:tabLst>
            </a:pPr>
            <a:r>
              <a:rPr lang="en-US" sz="1100" kern="1200">
                <a:solidFill>
                  <a:schemeClr val="tx1"/>
                </a:solidFill>
                <a:effectLst/>
                <a:latin typeface="Calibri" panose="020F0502020204030204" pitchFamily="34" charset="0"/>
                <a:ea typeface="Calibri" panose="020F0502020204030204" pitchFamily="34" charset="0"/>
                <a:cs typeface="+mn-cs"/>
              </a:rPr>
              <a:t>Shared values and attitudes amongst all stakeholders</a:t>
            </a:r>
          </a:p>
          <a:p>
            <a:pPr marL="171450" lvl="0" indent="-171450" algn="l" defTabSz="457200" rtl="0" eaLnBrk="1" latinLnBrk="0" hangingPunct="1">
              <a:spcBef>
                <a:spcPts val="20"/>
              </a:spcBef>
              <a:spcAft>
                <a:spcPts val="0"/>
              </a:spcAft>
              <a:buFont typeface="Wingdings" panose="05000000000000000000" pitchFamily="2" charset="2"/>
              <a:buChar char="§"/>
              <a:tabLst>
                <a:tab pos="659765" algn="l"/>
                <a:tab pos="660400" algn="l"/>
              </a:tabLst>
            </a:pPr>
            <a:r>
              <a:rPr lang="en-US" sz="1100" kern="1200">
                <a:solidFill>
                  <a:schemeClr val="tx1"/>
                </a:solidFill>
                <a:effectLst/>
                <a:latin typeface="Calibri" panose="020F0502020204030204" pitchFamily="34" charset="0"/>
                <a:ea typeface="Calibri" panose="020F0502020204030204" pitchFamily="34" charset="0"/>
                <a:cs typeface="+mn-cs"/>
              </a:rPr>
              <a:t>Good communication between all stakeholders, leading to;</a:t>
            </a:r>
          </a:p>
          <a:p>
            <a:pPr marL="171450" lvl="0" indent="-171450" algn="l" defTabSz="457200" rtl="0" eaLnBrk="1" latinLnBrk="0" hangingPunct="1">
              <a:spcBef>
                <a:spcPts val="20"/>
              </a:spcBef>
              <a:spcAft>
                <a:spcPts val="0"/>
              </a:spcAft>
              <a:buFont typeface="Wingdings" panose="05000000000000000000" pitchFamily="2" charset="2"/>
              <a:buChar char="§"/>
              <a:tabLst>
                <a:tab pos="659765" algn="l"/>
                <a:tab pos="660400" algn="l"/>
              </a:tabLst>
            </a:pPr>
            <a:r>
              <a:rPr lang="en-US" sz="1100" kern="1200">
                <a:solidFill>
                  <a:schemeClr val="tx1"/>
                </a:solidFill>
                <a:effectLst/>
                <a:latin typeface="Calibri" panose="020F0502020204030204" pitchFamily="34" charset="0"/>
                <a:ea typeface="Calibri" panose="020F0502020204030204" pitchFamily="34" charset="0"/>
                <a:cs typeface="+mn-cs"/>
              </a:rPr>
              <a:t>Trust between stakeholders and transparency of action</a:t>
            </a:r>
            <a:endParaRPr lang="en-US" sz="1100" kern="1200" spc="-5">
              <a:solidFill>
                <a:schemeClr val="tx1"/>
              </a:solidFill>
              <a:effectLst/>
              <a:latin typeface="Calibri" panose="020F0502020204030204" pitchFamily="34" charset="0"/>
              <a:ea typeface="Calibri" panose="020F0502020204030204" pitchFamily="34" charset="0"/>
              <a:cs typeface="+mn-cs"/>
            </a:endParaRPr>
          </a:p>
          <a:p>
            <a:pPr marL="171450" lvl="0" indent="-171450" algn="l" defTabSz="457200" rtl="0" eaLnBrk="1" latinLnBrk="0" hangingPunct="1">
              <a:spcBef>
                <a:spcPts val="20"/>
              </a:spcBef>
              <a:spcAft>
                <a:spcPts val="0"/>
              </a:spcAft>
              <a:buFont typeface="Wingdings" panose="05000000000000000000" pitchFamily="2" charset="2"/>
              <a:buChar char="§"/>
              <a:tabLst>
                <a:tab pos="659765" algn="l"/>
                <a:tab pos="660400" algn="l"/>
              </a:tabLst>
            </a:pPr>
            <a:r>
              <a:rPr lang="en-US" sz="1100" kern="1200" spc="-5">
                <a:solidFill>
                  <a:schemeClr val="tx1"/>
                </a:solidFill>
                <a:effectLst/>
                <a:latin typeface="Calibri" panose="020F0502020204030204" pitchFamily="34" charset="0"/>
                <a:ea typeface="Calibri" panose="020F0502020204030204" pitchFamily="34" charset="0"/>
                <a:cs typeface="+mn-cs"/>
              </a:rPr>
              <a:t>Etc.</a:t>
            </a:r>
            <a:endParaRPr lang="en-US" sz="1100" kern="1200">
              <a:solidFill>
                <a:schemeClr val="tx1"/>
              </a:solidFill>
              <a:effectLst/>
              <a:latin typeface="Calibri" panose="020F0502020204030204" pitchFamily="34" charset="0"/>
              <a:ea typeface="Calibri" panose="020F0502020204030204" pitchFamily="34" charset="0"/>
              <a:cs typeface="+mn-cs"/>
            </a:endParaRPr>
          </a:p>
          <a:p>
            <a:pPr marL="0" lvl="0" indent="0" algn="l" defTabSz="457200" rtl="0" eaLnBrk="1" latinLnBrk="0" hangingPunct="1">
              <a:spcBef>
                <a:spcPts val="20"/>
              </a:spcBef>
              <a:spcAft>
                <a:spcPts val="0"/>
              </a:spcAft>
              <a:buFont typeface="Arial" panose="020B0604020202020204" pitchFamily="34" charset="0"/>
              <a:buNone/>
              <a:tabLst>
                <a:tab pos="659765" algn="l"/>
                <a:tab pos="660400" algn="l"/>
              </a:tabLst>
            </a:pPr>
            <a:br>
              <a:rPr lang="en-US" sz="1100" kern="1200">
                <a:solidFill>
                  <a:schemeClr val="tx1"/>
                </a:solidFill>
                <a:effectLst/>
                <a:latin typeface="Calibri" panose="020F0502020204030204" pitchFamily="34" charset="0"/>
                <a:ea typeface="Calibri" panose="020F0502020204030204" pitchFamily="34" charset="0"/>
                <a:cs typeface="+mn-cs"/>
              </a:rPr>
            </a:br>
            <a:r>
              <a:rPr lang="en-US" sz="1100" kern="1200">
                <a:solidFill>
                  <a:schemeClr val="tx1"/>
                </a:solidFill>
                <a:effectLst/>
                <a:latin typeface="Calibri" panose="020F0502020204030204" pitchFamily="34" charset="0"/>
                <a:ea typeface="Calibri" panose="020F0502020204030204" pitchFamily="34" charset="0"/>
                <a:cs typeface="+mn-cs"/>
              </a:rPr>
              <a:t>As shown here, there are many facets to good management. The topics discussed in this dimension are vital in the establishment of the guiding principles discussed in the previous chapter.</a:t>
            </a:r>
          </a:p>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144793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pPr marL="0" marR="294005" algn="l" defTabSz="457200" rtl="0" eaLnBrk="1" latinLnBrk="0" hangingPunct="1">
              <a:spcBef>
                <a:spcPts val="20"/>
              </a:spcBef>
              <a:spcAft>
                <a:spcPts val="0"/>
              </a:spcAft>
            </a:pPr>
            <a:r>
              <a:rPr lang="en-US" sz="1100" kern="1200">
                <a:solidFill>
                  <a:schemeClr val="tx1"/>
                </a:solidFill>
                <a:effectLst/>
                <a:latin typeface="Calibri" panose="020F0502020204030204" pitchFamily="34" charset="0"/>
                <a:ea typeface="Calibri" panose="020F0502020204030204" pitchFamily="34" charset="0"/>
                <a:cs typeface="+mn-cs"/>
              </a:rPr>
              <a:t>As the topic is generally IT Service Management, it should come as no surprise to find out that this </a:t>
            </a:r>
            <a:r>
              <a:rPr lang="en-US" sz="1100" b="1" kern="1200">
                <a:solidFill>
                  <a:schemeClr val="tx1"/>
                </a:solidFill>
                <a:effectLst/>
                <a:latin typeface="Calibri" panose="020F0502020204030204" pitchFamily="34" charset="0"/>
                <a:ea typeface="Calibri" panose="020F0502020204030204" pitchFamily="34" charset="0"/>
                <a:cs typeface="+mn-cs"/>
              </a:rPr>
              <a:t>Information &amp; technology</a:t>
            </a:r>
            <a:r>
              <a:rPr lang="en-US" sz="1100" kern="1200">
                <a:solidFill>
                  <a:schemeClr val="tx1"/>
                </a:solidFill>
                <a:effectLst/>
                <a:latin typeface="Calibri" panose="020F0502020204030204" pitchFamily="34" charset="0"/>
                <a:ea typeface="Calibri" panose="020F0502020204030204" pitchFamily="34" charset="0"/>
                <a:cs typeface="+mn-cs"/>
              </a:rPr>
              <a:t> provides an important dimension in this context. Often, an organization will consider this aspect for the service or services being managed, but neglect to apply it to IT Service Management. Therefore, many service providers have inappropriate tools and inadequate information to do what is expected of them.</a:t>
            </a:r>
          </a:p>
          <a:p>
            <a:pPr marL="0" marR="294005" algn="l" defTabSz="457200" rtl="0" eaLnBrk="1" latinLnBrk="0" hangingPunct="1">
              <a:spcBef>
                <a:spcPts val="20"/>
              </a:spcBef>
              <a:spcAft>
                <a:spcPts val="0"/>
              </a:spcAft>
            </a:pPr>
            <a:r>
              <a:rPr lang="en-US" sz="1100" kern="1200">
                <a:solidFill>
                  <a:schemeClr val="tx1"/>
                </a:solidFill>
                <a:effectLst/>
                <a:latin typeface="Calibri" panose="020F0502020204030204" pitchFamily="34" charset="0"/>
                <a:ea typeface="Calibri" panose="020F0502020204030204" pitchFamily="34" charset="0"/>
                <a:cs typeface="+mn-cs"/>
              </a:rPr>
              <a:t> </a:t>
            </a:r>
          </a:p>
          <a:p>
            <a:pPr marL="0" marR="294005" algn="l" defTabSz="457200" rtl="0" eaLnBrk="1" latinLnBrk="0" hangingPunct="1">
              <a:lnSpc>
                <a:spcPct val="100000"/>
              </a:lnSpc>
              <a:spcBef>
                <a:spcPts val="20"/>
              </a:spcBef>
              <a:spcAft>
                <a:spcPts val="0"/>
              </a:spcAft>
            </a:pPr>
            <a:r>
              <a:rPr lang="en-US" sz="1100" kern="1200">
                <a:solidFill>
                  <a:schemeClr val="tx1"/>
                </a:solidFill>
                <a:effectLst/>
                <a:latin typeface="Calibri" panose="020F0502020204030204" pitchFamily="34" charset="0"/>
                <a:ea typeface="Calibri" panose="020F0502020204030204" pitchFamily="34" charset="0"/>
                <a:cs typeface="+mn-cs"/>
              </a:rPr>
              <a:t>There are many examples of service providers buying a tool (such as a service desk ticketing system) and then finding out what the tool can do and what information can be maintained by it.</a:t>
            </a:r>
          </a:p>
          <a:p>
            <a:pPr marL="0" marR="294005" algn="l" defTabSz="457200" rtl="0" eaLnBrk="1" latinLnBrk="0" hangingPunct="1">
              <a:spcBef>
                <a:spcPts val="20"/>
              </a:spcBef>
              <a:spcAft>
                <a:spcPts val="0"/>
              </a:spcAft>
            </a:pPr>
            <a:r>
              <a:rPr lang="en-US" sz="1100" kern="1200">
                <a:solidFill>
                  <a:schemeClr val="tx1"/>
                </a:solidFill>
                <a:effectLst/>
                <a:latin typeface="Calibri" panose="020F0502020204030204" pitchFamily="34" charset="0"/>
                <a:ea typeface="Calibri" panose="020F0502020204030204" pitchFamily="34" charset="0"/>
                <a:cs typeface="+mn-cs"/>
              </a:rPr>
              <a:t> </a:t>
            </a:r>
          </a:p>
          <a:p>
            <a:pPr marL="0" marR="294005" algn="l" defTabSz="457200" rtl="0" eaLnBrk="1" latinLnBrk="0" hangingPunct="1">
              <a:spcBef>
                <a:spcPts val="20"/>
              </a:spcBef>
              <a:spcAft>
                <a:spcPts val="0"/>
              </a:spcAft>
            </a:pPr>
            <a:r>
              <a:rPr lang="en-US" sz="1100" kern="1200">
                <a:solidFill>
                  <a:schemeClr val="tx1"/>
                </a:solidFill>
                <a:effectLst/>
                <a:latin typeface="Calibri" panose="020F0502020204030204" pitchFamily="34" charset="0"/>
                <a:ea typeface="Calibri" panose="020F0502020204030204" pitchFamily="34" charset="0"/>
                <a:cs typeface="+mn-cs"/>
              </a:rPr>
              <a:t>A provider must apply the same logic to themselves as they seek to apply to the service consumers and, prior to applying technology, they must consider:</a:t>
            </a:r>
          </a:p>
          <a:p>
            <a:pPr>
              <a:spcBef>
                <a:spcPts val="20"/>
              </a:spcBef>
            </a:pPr>
            <a:r>
              <a:rPr lang="en-US" sz="1800">
                <a:effectLst/>
                <a:latin typeface="Calibri" panose="020F0502020204030204" pitchFamily="34" charset="0"/>
                <a:ea typeface="Calibri" panose="020F0502020204030204" pitchFamily="34" charset="0"/>
              </a:rPr>
              <a:t> </a:t>
            </a:r>
          </a:p>
          <a:p>
            <a:pPr marL="171450" marR="294005" lvl="0" indent="-171450" algn="l" defTabSz="457200" rtl="0" eaLnBrk="1" latinLnBrk="0" hangingPunct="1">
              <a:spcBef>
                <a:spcPts val="20"/>
              </a:spcBef>
              <a:spcAft>
                <a:spcPts val="0"/>
              </a:spcAft>
              <a:buFont typeface="Wingdings" panose="05000000000000000000" pitchFamily="2" charset="2"/>
              <a:buChar char="§"/>
              <a:tabLst>
                <a:tab pos="659765" algn="l"/>
                <a:tab pos="660400" algn="l"/>
              </a:tabLst>
            </a:pPr>
            <a:r>
              <a:rPr lang="en-US" sz="1100" kern="1200">
                <a:solidFill>
                  <a:schemeClr val="tx1"/>
                </a:solidFill>
                <a:effectLst/>
                <a:latin typeface="Calibri" panose="020F0502020204030204" pitchFamily="34" charset="0"/>
                <a:ea typeface="Calibri" panose="020F0502020204030204" pitchFamily="34" charset="0"/>
                <a:cs typeface="+mn-cs"/>
              </a:rPr>
              <a:t>What are the service provider processes that need to be supported?</a:t>
            </a:r>
          </a:p>
          <a:p>
            <a:pPr marL="171450" marR="294005" lvl="0" indent="-171450" algn="l" defTabSz="457200" rtl="0" eaLnBrk="1" latinLnBrk="0" hangingPunct="1">
              <a:lnSpc>
                <a:spcPts val="1395"/>
              </a:lnSpc>
              <a:spcBef>
                <a:spcPts val="20"/>
              </a:spcBef>
              <a:spcAft>
                <a:spcPts val="0"/>
              </a:spcAft>
              <a:buFont typeface="Wingdings" panose="05000000000000000000" pitchFamily="2" charset="2"/>
              <a:buChar char="§"/>
              <a:tabLst>
                <a:tab pos="659765" algn="l"/>
                <a:tab pos="660400" algn="l"/>
              </a:tabLst>
            </a:pPr>
            <a:r>
              <a:rPr lang="en-US" sz="1100" kern="1200">
                <a:solidFill>
                  <a:schemeClr val="tx1"/>
                </a:solidFill>
                <a:effectLst/>
                <a:latin typeface="Calibri" panose="020F0502020204030204" pitchFamily="34" charset="0"/>
                <a:ea typeface="Calibri" panose="020F0502020204030204" pitchFamily="34" charset="0"/>
                <a:cs typeface="+mn-cs"/>
              </a:rPr>
              <a:t>What are the information needs to manage services?</a:t>
            </a:r>
          </a:p>
          <a:p>
            <a:pPr marL="171450" marR="294005" lvl="0" indent="-171450" algn="l" defTabSz="457200" rtl="0" eaLnBrk="1" latinLnBrk="0" hangingPunct="1">
              <a:lnSpc>
                <a:spcPts val="1395"/>
              </a:lnSpc>
              <a:spcBef>
                <a:spcPts val="20"/>
              </a:spcBef>
              <a:spcAft>
                <a:spcPts val="0"/>
              </a:spcAft>
              <a:buFont typeface="Wingdings" panose="05000000000000000000" pitchFamily="2" charset="2"/>
              <a:buChar char="§"/>
              <a:tabLst>
                <a:tab pos="659765" algn="l"/>
                <a:tab pos="660400" algn="l"/>
              </a:tabLst>
            </a:pPr>
            <a:r>
              <a:rPr lang="en-US" sz="1100" kern="1200">
                <a:solidFill>
                  <a:schemeClr val="tx1"/>
                </a:solidFill>
                <a:effectLst/>
                <a:latin typeface="Calibri" panose="020F0502020204030204" pitchFamily="34" charset="0"/>
                <a:ea typeface="Calibri" panose="020F0502020204030204" pitchFamily="34" charset="0"/>
                <a:cs typeface="+mn-cs"/>
              </a:rPr>
              <a:t>How should that information be shared or exchanged and how should it be tracked?</a:t>
            </a:r>
          </a:p>
          <a:p>
            <a:pPr marL="171450" marR="294005" lvl="0" indent="-171450" algn="l" defTabSz="457200" rtl="0" eaLnBrk="1" latinLnBrk="0" hangingPunct="1">
              <a:spcBef>
                <a:spcPts val="20"/>
              </a:spcBef>
              <a:spcAft>
                <a:spcPts val="0"/>
              </a:spcAft>
              <a:buFont typeface="Wingdings" panose="05000000000000000000" pitchFamily="2" charset="2"/>
              <a:buChar char="§"/>
              <a:tabLst>
                <a:tab pos="659765" algn="l"/>
                <a:tab pos="660400" algn="l"/>
              </a:tabLst>
            </a:pPr>
            <a:r>
              <a:rPr lang="en-US" sz="1100" kern="1200">
                <a:solidFill>
                  <a:schemeClr val="tx1"/>
                </a:solidFill>
                <a:effectLst/>
                <a:latin typeface="Calibri" panose="020F0502020204030204" pitchFamily="34" charset="0"/>
                <a:ea typeface="Calibri" panose="020F0502020204030204" pitchFamily="34" charset="0"/>
                <a:cs typeface="+mn-cs"/>
              </a:rPr>
              <a:t>What are the compatibility needs of any required technology?</a:t>
            </a:r>
          </a:p>
          <a:p>
            <a:pPr marL="171450" marR="294005" lvl="0" indent="-171450" algn="l" defTabSz="457200" rtl="0" eaLnBrk="1" latinLnBrk="0" hangingPunct="1">
              <a:spcBef>
                <a:spcPts val="20"/>
              </a:spcBef>
              <a:spcAft>
                <a:spcPts val="0"/>
              </a:spcAft>
              <a:buFont typeface="Wingdings" panose="05000000000000000000" pitchFamily="2" charset="2"/>
              <a:buChar char="§"/>
              <a:tabLst>
                <a:tab pos="659765" algn="l"/>
                <a:tab pos="660400" algn="l"/>
              </a:tabLst>
            </a:pPr>
            <a:r>
              <a:rPr lang="en-US" sz="1100" kern="1200">
                <a:solidFill>
                  <a:schemeClr val="tx1"/>
                </a:solidFill>
                <a:effectLst/>
                <a:latin typeface="Calibri" panose="020F0502020204030204" pitchFamily="34" charset="0"/>
                <a:ea typeface="Calibri" panose="020F0502020204030204" pitchFamily="34" charset="0"/>
                <a:cs typeface="+mn-cs"/>
              </a:rPr>
              <a:t>Will it aid regulatory compliance and other governance needs?</a:t>
            </a:r>
          </a:p>
          <a:p>
            <a:pPr marL="171450" marR="294005" lvl="0" indent="-171450" algn="l" defTabSz="457200" rtl="0" eaLnBrk="1" latinLnBrk="0" hangingPunct="1">
              <a:spcBef>
                <a:spcPts val="20"/>
              </a:spcBef>
              <a:spcAft>
                <a:spcPts val="0"/>
              </a:spcAft>
              <a:buFont typeface="Wingdings" panose="05000000000000000000" pitchFamily="2" charset="2"/>
              <a:buChar char="§"/>
              <a:tabLst>
                <a:tab pos="659765" algn="l"/>
                <a:tab pos="660400" algn="l"/>
              </a:tabLst>
            </a:pPr>
            <a:r>
              <a:rPr lang="en-US" sz="1100" kern="1200">
                <a:solidFill>
                  <a:schemeClr val="tx1"/>
                </a:solidFill>
                <a:effectLst/>
                <a:latin typeface="Calibri" panose="020F0502020204030204" pitchFamily="34" charset="0"/>
                <a:ea typeface="Calibri" panose="020F0502020204030204" pitchFamily="34" charset="0"/>
                <a:cs typeface="+mn-cs"/>
              </a:rPr>
              <a:t>Will/do staff have the right skills to use the technology?</a:t>
            </a:r>
          </a:p>
          <a:p>
            <a:pPr marL="171450" marR="294005" lvl="0" indent="-171450" algn="l" defTabSz="457200" rtl="0" eaLnBrk="1" latinLnBrk="0" hangingPunct="1">
              <a:spcBef>
                <a:spcPts val="20"/>
              </a:spcBef>
              <a:spcAft>
                <a:spcPts val="0"/>
              </a:spcAft>
              <a:buFont typeface="Wingdings" panose="05000000000000000000" pitchFamily="2" charset="2"/>
              <a:buChar char="§"/>
              <a:tabLst>
                <a:tab pos="659765" algn="l"/>
                <a:tab pos="660400" algn="l"/>
              </a:tabLst>
            </a:pPr>
            <a:r>
              <a:rPr lang="en-US" sz="1100" kern="1200">
                <a:solidFill>
                  <a:schemeClr val="tx1"/>
                </a:solidFill>
                <a:effectLst/>
                <a:latin typeface="Calibri" panose="020F0502020204030204" pitchFamily="34" charset="0"/>
                <a:ea typeface="Calibri" panose="020F0502020204030204" pitchFamily="34" charset="0"/>
                <a:cs typeface="+mn-cs"/>
              </a:rPr>
              <a:t>What risks will be managed and what risks will be or are introduced by the technology?</a:t>
            </a:r>
          </a:p>
          <a:p>
            <a:pPr marL="0" marR="294005" lvl="0" indent="0" algn="l" defTabSz="457200" rtl="0" eaLnBrk="1" latinLnBrk="0" hangingPunct="1">
              <a:spcBef>
                <a:spcPts val="20"/>
              </a:spcBef>
              <a:spcAft>
                <a:spcPts val="0"/>
              </a:spcAft>
              <a:buFont typeface="Wingdings" panose="05000000000000000000" pitchFamily="2" charset="2"/>
              <a:buNone/>
              <a:tabLst>
                <a:tab pos="659765" algn="l"/>
                <a:tab pos="660400" algn="l"/>
              </a:tabLst>
            </a:pPr>
            <a:endParaRPr lang="en-US" sz="1100" kern="1200">
              <a:solidFill>
                <a:schemeClr val="tx1"/>
              </a:solidFill>
              <a:effectLst/>
              <a:latin typeface="Calibri" panose="020F0502020204030204" pitchFamily="34" charset="0"/>
              <a:ea typeface="Calibri" panose="020F0502020204030204" pitchFamily="34" charset="0"/>
              <a:cs typeface="+mn-cs"/>
            </a:endParaRPr>
          </a:p>
          <a:p>
            <a:pPr marL="0" marR="294005" algn="l" defTabSz="457200" rtl="0" eaLnBrk="1" latinLnBrk="0" hangingPunct="1">
              <a:spcBef>
                <a:spcPts val="20"/>
              </a:spcBef>
              <a:spcAft>
                <a:spcPts val="0"/>
              </a:spcAft>
            </a:pPr>
            <a:r>
              <a:rPr lang="en-US" sz="1100" kern="1200">
                <a:solidFill>
                  <a:schemeClr val="tx1"/>
                </a:solidFill>
                <a:effectLst/>
                <a:latin typeface="Calibri" panose="020F0502020204030204" pitchFamily="34" charset="0"/>
                <a:ea typeface="Calibri" panose="020F0502020204030204" pitchFamily="34" charset="0"/>
                <a:cs typeface="+mn-cs"/>
              </a:rPr>
              <a:t>These things become ever more important in the world of Cloud-based services, or </a:t>
            </a:r>
            <a:r>
              <a:rPr lang="it-IT" sz="1100" kern="1200">
                <a:solidFill>
                  <a:schemeClr val="tx1"/>
                </a:solidFill>
                <a:effectLst/>
                <a:latin typeface="Calibri" panose="020F0502020204030204" pitchFamily="34" charset="0"/>
                <a:ea typeface="Calibri" panose="020F0502020204030204" pitchFamily="34" charset="0"/>
                <a:cs typeface="+mn-cs"/>
              </a:rPr>
              <a:t>SaaS </a:t>
            </a:r>
            <a:r>
              <a:rPr lang="en-US" sz="1100" kern="1200">
                <a:solidFill>
                  <a:schemeClr val="tx1"/>
                </a:solidFill>
                <a:effectLst/>
                <a:latin typeface="Calibri" panose="020F0502020204030204" pitchFamily="34" charset="0"/>
                <a:ea typeface="Calibri" panose="020F0502020204030204" pitchFamily="34" charset="0"/>
                <a:cs typeface="+mn-cs"/>
              </a:rPr>
              <a:t>etc.</a:t>
            </a:r>
          </a:p>
          <a:p>
            <a:pPr marL="0" marR="294005" algn="l" defTabSz="457200" rtl="0" eaLnBrk="1" latinLnBrk="0" hangingPunct="1">
              <a:spcBef>
                <a:spcPts val="20"/>
              </a:spcBef>
              <a:spcAft>
                <a:spcPts val="0"/>
              </a:spcAft>
            </a:pPr>
            <a:r>
              <a:rPr lang="en-US" sz="1100" kern="1200">
                <a:solidFill>
                  <a:schemeClr val="tx1"/>
                </a:solidFill>
                <a:effectLst/>
                <a:latin typeface="Calibri" panose="020F0502020204030204" pitchFamily="34" charset="0"/>
                <a:ea typeface="Calibri" panose="020F0502020204030204" pitchFamily="34" charset="0"/>
                <a:cs typeface="+mn-cs"/>
              </a:rPr>
              <a:t> </a:t>
            </a:r>
          </a:p>
          <a:p>
            <a:pPr marL="0" marR="294005" algn="l" defTabSz="457200" rtl="0" eaLnBrk="1" latinLnBrk="0" hangingPunct="1">
              <a:spcBef>
                <a:spcPts val="20"/>
              </a:spcBef>
              <a:spcAft>
                <a:spcPts val="0"/>
              </a:spcAft>
            </a:pPr>
            <a:r>
              <a:rPr lang="en-US" sz="1100" kern="1200">
                <a:solidFill>
                  <a:schemeClr val="tx1"/>
                </a:solidFill>
                <a:effectLst/>
                <a:latin typeface="Calibri" panose="020F0502020204030204" pitchFamily="34" charset="0"/>
                <a:ea typeface="Calibri" panose="020F0502020204030204" pitchFamily="34" charset="0"/>
                <a:cs typeface="+mn-cs"/>
              </a:rPr>
              <a:t>In the context of a specific IT service, this dimension includes the information created, managed, and used in the course of service provision and consumption, and the technologies that support and enable that service. The specific information and technologies depend on the nature of the services being provided and usually cover all levels of IT architecture, including applications, databases, communication systems, and their integrations. In many areas, IT services use the latest technology developments, such as blockchain, artificial intelligence, and cognitive computing. These services provide a business differentiation potential to early adopters, especially in highly competitive industries. Other technology solutions, such as Cloud Computing or mobile apps, have become common practice across many industries globally.</a:t>
            </a:r>
          </a:p>
          <a:p>
            <a:pPr marL="0" marR="294005" algn="l" defTabSz="457200" rtl="0" eaLnBrk="1" latinLnBrk="0" hangingPunct="1">
              <a:spcBef>
                <a:spcPts val="20"/>
              </a:spcBef>
              <a:spcAft>
                <a:spcPts val="0"/>
              </a:spcAft>
            </a:pPr>
            <a:endParaRPr lang="en-US" sz="1100" kern="1200">
              <a:solidFill>
                <a:schemeClr val="tx1"/>
              </a:solidFill>
              <a:effectLst/>
              <a:latin typeface="Calibri" panose="020F0502020204030204" pitchFamily="34" charset="0"/>
              <a:ea typeface="Calibri" panose="020F0502020204030204" pitchFamily="34" charset="0"/>
              <a:cs typeface="+mn-cs"/>
            </a:endParaRPr>
          </a:p>
          <a:p>
            <a:pPr marL="0" marR="294005" algn="l" defTabSz="457200" rtl="0" eaLnBrk="1" latinLnBrk="0" hangingPunct="1">
              <a:spcBef>
                <a:spcPts val="20"/>
              </a:spcBef>
              <a:spcAft>
                <a:spcPts val="0"/>
              </a:spcAft>
            </a:pPr>
            <a:r>
              <a:rPr lang="en-US" sz="1100" kern="1200">
                <a:solidFill>
                  <a:schemeClr val="tx1"/>
                </a:solidFill>
                <a:effectLst/>
                <a:latin typeface="Calibri" panose="020F0502020204030204" pitchFamily="34" charset="0"/>
                <a:ea typeface="Calibri" panose="020F0502020204030204" pitchFamily="34" charset="0"/>
                <a:cs typeface="+mn-cs"/>
              </a:rPr>
              <a:t>In relation to the information component of this dimension, organizations should consider the following questions:</a:t>
            </a:r>
          </a:p>
          <a:p>
            <a:pPr marL="0" marR="294005" algn="l" defTabSz="457200" rtl="0" eaLnBrk="1" latinLnBrk="0" hangingPunct="1">
              <a:spcBef>
                <a:spcPts val="20"/>
              </a:spcBef>
              <a:spcAft>
                <a:spcPts val="0"/>
              </a:spcAft>
            </a:pPr>
            <a:r>
              <a:rPr lang="en-US" sz="1100" kern="1200">
                <a:solidFill>
                  <a:schemeClr val="tx1"/>
                </a:solidFill>
                <a:effectLst/>
                <a:latin typeface="Calibri" panose="020F0502020204030204" pitchFamily="34" charset="0"/>
                <a:ea typeface="Calibri" panose="020F0502020204030204" pitchFamily="34" charset="0"/>
                <a:cs typeface="+mn-cs"/>
              </a:rPr>
              <a:t> </a:t>
            </a:r>
          </a:p>
          <a:p>
            <a:pPr marL="171450" marR="294005" lvl="0" indent="-171450" algn="l" defTabSz="457200" rtl="0" eaLnBrk="1" latinLnBrk="0" hangingPunct="1">
              <a:lnSpc>
                <a:spcPts val="1395"/>
              </a:lnSpc>
              <a:spcBef>
                <a:spcPts val="20"/>
              </a:spcBef>
              <a:spcAft>
                <a:spcPts val="0"/>
              </a:spcAft>
              <a:buFont typeface="Wingdings" panose="05000000000000000000" pitchFamily="2" charset="2"/>
              <a:buChar char="§"/>
              <a:tabLst>
                <a:tab pos="659765" algn="l"/>
                <a:tab pos="660400" algn="l"/>
              </a:tabLst>
            </a:pPr>
            <a:r>
              <a:rPr lang="en-US" sz="1100" kern="1200">
                <a:solidFill>
                  <a:schemeClr val="tx1"/>
                </a:solidFill>
                <a:effectLst/>
                <a:latin typeface="Calibri" panose="020F0502020204030204" pitchFamily="34" charset="0"/>
                <a:ea typeface="Calibri" panose="020F0502020204030204" pitchFamily="34" charset="0"/>
                <a:cs typeface="+mn-cs"/>
              </a:rPr>
              <a:t>What risks will be managed and what risks will be introduced by the technology?</a:t>
            </a:r>
          </a:p>
          <a:p>
            <a:pPr marL="171450" marR="294005" lvl="0" indent="-171450" algn="l" defTabSz="457200" rtl="0" eaLnBrk="1" latinLnBrk="0" hangingPunct="1">
              <a:lnSpc>
                <a:spcPts val="1395"/>
              </a:lnSpc>
              <a:spcBef>
                <a:spcPts val="20"/>
              </a:spcBef>
              <a:spcAft>
                <a:spcPts val="0"/>
              </a:spcAft>
              <a:buFont typeface="Wingdings" panose="05000000000000000000" pitchFamily="2" charset="2"/>
              <a:buChar char="§"/>
              <a:tabLst>
                <a:tab pos="659765" algn="l"/>
                <a:tab pos="660400" algn="l"/>
              </a:tabLst>
            </a:pPr>
            <a:r>
              <a:rPr lang="en-US" sz="1100" kern="1200">
                <a:solidFill>
                  <a:schemeClr val="tx1"/>
                </a:solidFill>
                <a:effectLst/>
                <a:latin typeface="Calibri" panose="020F0502020204030204" pitchFamily="34" charset="0"/>
                <a:ea typeface="Calibri" panose="020F0502020204030204" pitchFamily="34" charset="0"/>
                <a:cs typeface="+mn-cs"/>
              </a:rPr>
              <a:t>What supporting information and knowledge are needed to deliver and manage the services?</a:t>
            </a:r>
          </a:p>
          <a:p>
            <a:pPr marL="171450" marR="294005" lvl="0" indent="-171450" algn="l" defTabSz="457200" rtl="0" eaLnBrk="1" latinLnBrk="0" hangingPunct="1">
              <a:spcBef>
                <a:spcPts val="20"/>
              </a:spcBef>
              <a:spcAft>
                <a:spcPts val="0"/>
              </a:spcAft>
              <a:buFont typeface="Wingdings" panose="05000000000000000000" pitchFamily="2" charset="2"/>
              <a:buChar char="§"/>
              <a:tabLst>
                <a:tab pos="659765" algn="l"/>
                <a:tab pos="660400" algn="l"/>
              </a:tabLst>
            </a:pPr>
            <a:r>
              <a:rPr lang="en-US" sz="1100" kern="1200">
                <a:solidFill>
                  <a:schemeClr val="tx1"/>
                </a:solidFill>
                <a:effectLst/>
                <a:latin typeface="Calibri" panose="020F0502020204030204" pitchFamily="34" charset="0"/>
                <a:ea typeface="Calibri" panose="020F0502020204030204" pitchFamily="34" charset="0"/>
                <a:cs typeface="+mn-cs"/>
              </a:rPr>
              <a:t>How will the information and knowledge assets be protected, managed, archived and disposed of?</a:t>
            </a:r>
          </a:p>
          <a:p>
            <a:pPr marL="0" marR="294005" algn="l" defTabSz="457200" rtl="0" eaLnBrk="1" latinLnBrk="0" hangingPunct="1">
              <a:spcBef>
                <a:spcPts val="20"/>
              </a:spcBef>
              <a:spcAft>
                <a:spcPts val="0"/>
              </a:spcAft>
            </a:pPr>
            <a:r>
              <a:rPr lang="en-US" sz="1100" kern="1200">
                <a:solidFill>
                  <a:schemeClr val="tx1"/>
                </a:solidFill>
                <a:effectLst/>
                <a:latin typeface="Calibri" panose="020F0502020204030204" pitchFamily="34" charset="0"/>
                <a:ea typeface="Calibri" panose="020F0502020204030204" pitchFamily="34" charset="0"/>
                <a:cs typeface="+mn-cs"/>
              </a:rPr>
              <a:t> </a:t>
            </a:r>
          </a:p>
          <a:p>
            <a:pPr marL="0" marR="294005" algn="l" defTabSz="457200" rtl="0" eaLnBrk="1" latinLnBrk="0" hangingPunct="1">
              <a:spcBef>
                <a:spcPts val="20"/>
              </a:spcBef>
              <a:spcAft>
                <a:spcPts val="0"/>
              </a:spcAft>
            </a:pPr>
            <a:r>
              <a:rPr lang="en-US" sz="1100" kern="1200">
                <a:solidFill>
                  <a:schemeClr val="tx1"/>
                </a:solidFill>
                <a:effectLst/>
                <a:latin typeface="Calibri" panose="020F0502020204030204" pitchFamily="34" charset="0"/>
                <a:ea typeface="Calibri" panose="020F0502020204030204" pitchFamily="34" charset="0"/>
                <a:cs typeface="+mn-cs"/>
              </a:rPr>
              <a:t>The concerns of management of information in information technology are shown in the next slide.</a:t>
            </a:r>
          </a:p>
          <a:p>
            <a:pPr marL="3151505" marR="441325" algn="l">
              <a:spcBef>
                <a:spcPts val="280"/>
              </a:spcBef>
              <a:spcAft>
                <a:spcPts val="0"/>
              </a:spcAft>
            </a:pPr>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910169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294005" algn="l" defTabSz="457200" rtl="0" eaLnBrk="1" latinLnBrk="0" hangingPunct="1">
              <a:spcBef>
                <a:spcPts val="20"/>
              </a:spcBef>
              <a:spcAft>
                <a:spcPts val="0"/>
              </a:spcAft>
            </a:pPr>
            <a:r>
              <a:rPr lang="en-US" sz="1100" kern="1200">
                <a:solidFill>
                  <a:schemeClr val="tx1"/>
                </a:solidFill>
                <a:effectLst/>
                <a:latin typeface="Calibri" panose="020F0502020204030204" pitchFamily="34" charset="0"/>
                <a:ea typeface="Calibri" panose="020F0502020204030204" pitchFamily="34" charset="0"/>
                <a:cs typeface="+mn-cs"/>
              </a:rPr>
              <a:t>Service providers often forget that they are managing business information that needs to be:</a:t>
            </a:r>
          </a:p>
          <a:p>
            <a:pPr marL="0" marR="294005" algn="l" defTabSz="457200" rtl="0" eaLnBrk="1" latinLnBrk="0" hangingPunct="1">
              <a:spcBef>
                <a:spcPts val="20"/>
              </a:spcBef>
              <a:spcAft>
                <a:spcPts val="0"/>
              </a:spcAft>
            </a:pPr>
            <a:r>
              <a:rPr lang="en-US" sz="1100" kern="1200">
                <a:solidFill>
                  <a:schemeClr val="tx1"/>
                </a:solidFill>
                <a:effectLst/>
                <a:latin typeface="Calibri" panose="020F0502020204030204" pitchFamily="34" charset="0"/>
                <a:ea typeface="Calibri" panose="020F0502020204030204" pitchFamily="34" charset="0"/>
                <a:cs typeface="+mn-cs"/>
              </a:rPr>
              <a:t> </a:t>
            </a:r>
          </a:p>
          <a:p>
            <a:pPr marL="171450" marR="294005" lvl="0" indent="-171450" algn="l" defTabSz="457200" rtl="0" eaLnBrk="1" latinLnBrk="0" hangingPunct="1">
              <a:lnSpc>
                <a:spcPts val="1395"/>
              </a:lnSpc>
              <a:spcBef>
                <a:spcPts val="20"/>
              </a:spcBef>
              <a:spcAft>
                <a:spcPts val="0"/>
              </a:spcAft>
              <a:buFont typeface="Wingdings" panose="05000000000000000000" pitchFamily="2" charset="2"/>
              <a:buChar char="§"/>
              <a:tabLst>
                <a:tab pos="659765" algn="l"/>
                <a:tab pos="660400" algn="l"/>
              </a:tabLst>
            </a:pPr>
            <a:r>
              <a:rPr lang="en-US" sz="1100" b="1" kern="1200">
                <a:solidFill>
                  <a:schemeClr val="tx1"/>
                </a:solidFill>
                <a:effectLst/>
                <a:latin typeface="Calibri" panose="020F0502020204030204" pitchFamily="34" charset="0"/>
                <a:ea typeface="Calibri" panose="020F0502020204030204" pitchFamily="34" charset="0"/>
                <a:cs typeface="+mn-cs"/>
              </a:rPr>
              <a:t>Available</a:t>
            </a:r>
            <a:r>
              <a:rPr lang="en-US" sz="1100" kern="1200">
                <a:solidFill>
                  <a:schemeClr val="tx1"/>
                </a:solidFill>
                <a:effectLst/>
                <a:latin typeface="Calibri" panose="020F0502020204030204" pitchFamily="34" charset="0"/>
                <a:ea typeface="Calibri" panose="020F0502020204030204" pitchFamily="34" charset="0"/>
                <a:cs typeface="+mn-cs"/>
              </a:rPr>
              <a:t> to those who are authorizes to access it</a:t>
            </a:r>
          </a:p>
          <a:p>
            <a:pPr marL="171450" marR="294005" lvl="0" indent="-171450" algn="l" defTabSz="457200" rtl="0" eaLnBrk="1" latinLnBrk="0" hangingPunct="1">
              <a:lnSpc>
                <a:spcPts val="1395"/>
              </a:lnSpc>
              <a:spcBef>
                <a:spcPts val="20"/>
              </a:spcBef>
              <a:spcAft>
                <a:spcPts val="0"/>
              </a:spcAft>
              <a:buFont typeface="Wingdings" panose="05000000000000000000" pitchFamily="2" charset="2"/>
              <a:buChar char="§"/>
              <a:tabLst>
                <a:tab pos="659765" algn="l"/>
                <a:tab pos="660400" algn="l"/>
              </a:tabLst>
            </a:pPr>
            <a:r>
              <a:rPr lang="en-US" sz="1100" b="1" kern="1200">
                <a:solidFill>
                  <a:schemeClr val="tx1"/>
                </a:solidFill>
                <a:effectLst/>
                <a:latin typeface="Calibri" panose="020F0502020204030204" pitchFamily="34" charset="0"/>
                <a:ea typeface="Calibri" panose="020F0502020204030204" pitchFamily="34" charset="0"/>
                <a:cs typeface="+mn-cs"/>
              </a:rPr>
              <a:t>Reliable</a:t>
            </a:r>
            <a:r>
              <a:rPr lang="en-US" sz="1100" kern="1200">
                <a:solidFill>
                  <a:schemeClr val="tx1"/>
                </a:solidFill>
                <a:effectLst/>
                <a:latin typeface="Calibri" panose="020F0502020204030204" pitchFamily="34" charset="0"/>
                <a:ea typeface="Calibri" panose="020F0502020204030204" pitchFamily="34" charset="0"/>
                <a:cs typeface="+mn-cs"/>
              </a:rPr>
              <a:t>, as must the information itself</a:t>
            </a:r>
          </a:p>
          <a:p>
            <a:pPr marL="171450" marR="294005" lvl="0" indent="-171450" algn="l" defTabSz="457200" rtl="0" eaLnBrk="1" latinLnBrk="0" hangingPunct="1">
              <a:spcBef>
                <a:spcPts val="20"/>
              </a:spcBef>
              <a:spcAft>
                <a:spcPts val="0"/>
              </a:spcAft>
              <a:buFont typeface="Wingdings" panose="05000000000000000000" pitchFamily="2" charset="2"/>
              <a:buChar char="§"/>
              <a:tabLst>
                <a:tab pos="659765" algn="l"/>
                <a:tab pos="660400" algn="l"/>
              </a:tabLst>
            </a:pPr>
            <a:r>
              <a:rPr lang="en-US" sz="1100" b="1" kern="1200">
                <a:solidFill>
                  <a:schemeClr val="tx1"/>
                </a:solidFill>
                <a:effectLst/>
                <a:latin typeface="Calibri" panose="020F0502020204030204" pitchFamily="34" charset="0"/>
                <a:ea typeface="Calibri" panose="020F0502020204030204" pitchFamily="34" charset="0"/>
                <a:cs typeface="+mn-cs"/>
              </a:rPr>
              <a:t>Accessible</a:t>
            </a:r>
            <a:r>
              <a:rPr lang="en-US" sz="1100" kern="1200">
                <a:solidFill>
                  <a:schemeClr val="tx1"/>
                </a:solidFill>
                <a:effectLst/>
                <a:latin typeface="Calibri" panose="020F0502020204030204" pitchFamily="34" charset="0"/>
                <a:ea typeface="Calibri" panose="020F0502020204030204" pitchFamily="34" charset="0"/>
                <a:cs typeface="+mn-cs"/>
              </a:rPr>
              <a:t> for authorized to users</a:t>
            </a:r>
          </a:p>
          <a:p>
            <a:pPr marL="171450" marR="294005" lvl="0" indent="-171450" algn="l" defTabSz="457200" rtl="0" eaLnBrk="1" latinLnBrk="0" hangingPunct="1">
              <a:spcBef>
                <a:spcPts val="20"/>
              </a:spcBef>
              <a:spcAft>
                <a:spcPts val="0"/>
              </a:spcAft>
              <a:buFont typeface="Wingdings" panose="05000000000000000000" pitchFamily="2" charset="2"/>
              <a:buChar char="§"/>
              <a:tabLst>
                <a:tab pos="659765" algn="l"/>
                <a:tab pos="660400" algn="l"/>
              </a:tabLst>
            </a:pPr>
            <a:r>
              <a:rPr lang="en-US" sz="1100" b="1" kern="1200">
                <a:solidFill>
                  <a:schemeClr val="tx1"/>
                </a:solidFill>
                <a:effectLst/>
                <a:latin typeface="Calibri" panose="020F0502020204030204" pitchFamily="34" charset="0"/>
                <a:ea typeface="Calibri" panose="020F0502020204030204" pitchFamily="34" charset="0"/>
                <a:cs typeface="+mn-cs"/>
              </a:rPr>
              <a:t>Available</a:t>
            </a:r>
            <a:r>
              <a:rPr lang="en-US" sz="1100" kern="1200">
                <a:solidFill>
                  <a:schemeClr val="tx1"/>
                </a:solidFill>
                <a:effectLst/>
                <a:latin typeface="Calibri" panose="020F0502020204030204" pitchFamily="34" charset="0"/>
                <a:ea typeface="Calibri" panose="020F0502020204030204" pitchFamily="34" charset="0"/>
                <a:cs typeface="+mn-cs"/>
              </a:rPr>
              <a:t> and accessible when it is need at the right time and/or speed</a:t>
            </a:r>
          </a:p>
          <a:p>
            <a:pPr marL="171450" marR="294005" lvl="0" indent="-171450" algn="l" defTabSz="457200" rtl="0" eaLnBrk="1" latinLnBrk="0" hangingPunct="1">
              <a:spcBef>
                <a:spcPts val="20"/>
              </a:spcBef>
              <a:spcAft>
                <a:spcPts val="0"/>
              </a:spcAft>
              <a:buFont typeface="Wingdings" panose="05000000000000000000" pitchFamily="2" charset="2"/>
              <a:buChar char="§"/>
              <a:tabLst>
                <a:tab pos="659765" algn="l"/>
                <a:tab pos="660400" algn="l"/>
              </a:tabLst>
            </a:pPr>
            <a:r>
              <a:rPr lang="en-US" sz="1100" b="1" kern="1200">
                <a:solidFill>
                  <a:schemeClr val="tx1"/>
                </a:solidFill>
                <a:effectLst/>
                <a:latin typeface="Calibri" panose="020F0502020204030204" pitchFamily="34" charset="0"/>
                <a:ea typeface="Calibri" panose="020F0502020204030204" pitchFamily="34" charset="0"/>
                <a:cs typeface="+mn-cs"/>
              </a:rPr>
              <a:t>Accurate</a:t>
            </a:r>
            <a:r>
              <a:rPr lang="en-US" sz="1100" kern="1200">
                <a:solidFill>
                  <a:schemeClr val="tx1"/>
                </a:solidFill>
                <a:effectLst/>
                <a:latin typeface="Calibri" panose="020F0502020204030204" pitchFamily="34" charset="0"/>
                <a:ea typeface="Calibri" panose="020F0502020204030204" pitchFamily="34" charset="0"/>
                <a:cs typeface="+mn-cs"/>
              </a:rPr>
              <a:t> – an organization has to be able to depend on the accuracy of its information</a:t>
            </a:r>
          </a:p>
          <a:p>
            <a:pPr marL="171450" marR="294005" lvl="0" indent="-171450" algn="l" defTabSz="457200" rtl="0" eaLnBrk="1" latinLnBrk="0" hangingPunct="1">
              <a:spcBef>
                <a:spcPts val="20"/>
              </a:spcBef>
              <a:spcAft>
                <a:spcPts val="0"/>
              </a:spcAft>
              <a:buFont typeface="Wingdings" panose="05000000000000000000" pitchFamily="2" charset="2"/>
              <a:buChar char="§"/>
              <a:tabLst>
                <a:tab pos="659765" algn="l"/>
                <a:tab pos="661035" algn="l"/>
              </a:tabLst>
            </a:pPr>
            <a:r>
              <a:rPr lang="en-US" sz="1100" b="1" kern="1200">
                <a:solidFill>
                  <a:schemeClr val="tx1"/>
                </a:solidFill>
                <a:effectLst/>
                <a:latin typeface="Calibri" panose="020F0502020204030204" pitchFamily="34" charset="0"/>
                <a:ea typeface="Calibri" panose="020F0502020204030204" pitchFamily="34" charset="0"/>
                <a:cs typeface="+mn-cs"/>
              </a:rPr>
              <a:t>Relevant</a:t>
            </a:r>
            <a:r>
              <a:rPr lang="en-US" sz="1100" kern="1200">
                <a:solidFill>
                  <a:schemeClr val="tx1"/>
                </a:solidFill>
                <a:effectLst/>
                <a:latin typeface="Calibri" panose="020F0502020204030204" pitchFamily="34" charset="0"/>
                <a:ea typeface="Calibri" panose="020F0502020204030204" pitchFamily="34" charset="0"/>
                <a:cs typeface="+mn-cs"/>
              </a:rPr>
              <a:t> to the business task in hand</a:t>
            </a:r>
          </a:p>
          <a:p>
            <a:br>
              <a:rPr lang="en-GB">
                <a:cs typeface="Arial"/>
              </a:rPr>
            </a:br>
            <a:endParaRPr lang="en-GB">
              <a:cs typeface="Arial"/>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211380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a:effectLst/>
                <a:latin typeface="Calibri" panose="020F0502020204030204" pitchFamily="34" charset="0"/>
                <a:ea typeface="Calibri" panose="020F0502020204030204" pitchFamily="34" charset="0"/>
              </a:rPr>
              <a:t>Every organization depends, to some extent, on</a:t>
            </a:r>
            <a:r>
              <a:rPr lang="en-US" sz="1800" spc="-23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services provided by another organization</a:t>
            </a:r>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248686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457200" rtl="0" eaLnBrk="1" fontAlgn="auto" latinLnBrk="0" hangingPunct="1">
              <a:lnSpc>
                <a:spcPct val="100000"/>
              </a:lnSpc>
              <a:spcBef>
                <a:spcPts val="35"/>
              </a:spcBef>
              <a:spcAft>
                <a:spcPts val="0"/>
              </a:spcAft>
              <a:buClrTx/>
              <a:buSzTx/>
              <a:buFontTx/>
              <a:buNone/>
              <a:tabLst/>
              <a:defRPr/>
            </a:pPr>
            <a:r>
              <a:rPr lang="en-US" sz="1800">
                <a:effectLst/>
                <a:latin typeface="Calibri" panose="020F0502020204030204" pitchFamily="34" charset="0"/>
                <a:ea typeface="Calibri" panose="020F0502020204030204" pitchFamily="34" charset="0"/>
              </a:rPr>
              <a:t>This</a:t>
            </a:r>
            <a:r>
              <a:rPr lang="en-US" sz="1800" spc="-4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dimension</a:t>
            </a:r>
            <a:r>
              <a:rPr lang="en-US" sz="1800" spc="-60">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is</a:t>
            </a:r>
            <a:r>
              <a:rPr lang="en-US" sz="1800" spc="-5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concerned</a:t>
            </a:r>
            <a:r>
              <a:rPr lang="en-US" sz="1800" spc="-4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with</a:t>
            </a:r>
            <a:r>
              <a:rPr lang="en-US" sz="1800" spc="-50">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how</a:t>
            </a:r>
            <a:r>
              <a:rPr lang="en-US" sz="1800" spc="-23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the various parts of the organization</a:t>
            </a:r>
            <a:r>
              <a:rPr lang="en-US" sz="1800" spc="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work</a:t>
            </a:r>
            <a:r>
              <a:rPr lang="en-US" sz="1800" spc="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in</a:t>
            </a:r>
            <a:r>
              <a:rPr lang="en-US" sz="1800" spc="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coordinated,</a:t>
            </a:r>
            <a:r>
              <a:rPr lang="en-US" sz="1800" spc="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consistent</a:t>
            </a:r>
            <a:r>
              <a:rPr lang="en-US" sz="1800" spc="-23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manner</a:t>
            </a:r>
            <a:r>
              <a:rPr lang="en-US" sz="1800" spc="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to</a:t>
            </a:r>
            <a:r>
              <a:rPr lang="en-US" sz="1800" spc="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enable</a:t>
            </a:r>
            <a:r>
              <a:rPr lang="en-US" sz="1800" spc="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value</a:t>
            </a:r>
            <a:r>
              <a:rPr lang="en-US" sz="1800" spc="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creation</a:t>
            </a:r>
            <a:r>
              <a:rPr lang="en-US" sz="1800" spc="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through products and services.</a:t>
            </a:r>
            <a:r>
              <a:rPr lang="en-US" sz="1800" spc="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The</a:t>
            </a:r>
            <a:r>
              <a:rPr lang="en-US" sz="1800" spc="5">
                <a:effectLst/>
                <a:latin typeface="Calibri" panose="020F0502020204030204" pitchFamily="34" charset="0"/>
                <a:ea typeface="Calibri" panose="020F0502020204030204" pitchFamily="34" charset="0"/>
              </a:rPr>
              <a:t> </a:t>
            </a:r>
            <a:r>
              <a:rPr lang="en-US" sz="1800" b="1">
                <a:effectLst/>
                <a:latin typeface="Calibri" panose="020F0502020204030204" pitchFamily="34" charset="0"/>
                <a:ea typeface="Calibri" panose="020F0502020204030204" pitchFamily="34" charset="0"/>
              </a:rPr>
              <a:t>value streams and process </a:t>
            </a:r>
            <a:r>
              <a:rPr lang="en-US" sz="1800">
                <a:effectLst/>
                <a:latin typeface="Calibri" panose="020F0502020204030204" pitchFamily="34" charset="0"/>
                <a:ea typeface="Calibri" panose="020F0502020204030204" pitchFamily="34" charset="0"/>
              </a:rPr>
              <a:t>focus not</a:t>
            </a:r>
            <a:r>
              <a:rPr lang="en-US" sz="1800" spc="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only</a:t>
            </a:r>
            <a:r>
              <a:rPr lang="en-US" sz="1800" spc="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on</a:t>
            </a:r>
            <a:r>
              <a:rPr lang="en-US" sz="1800" spc="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what</a:t>
            </a:r>
            <a:r>
              <a:rPr lang="en-US" sz="1800" spc="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activities</a:t>
            </a:r>
            <a:r>
              <a:rPr lang="en-US" sz="1800" spc="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an</a:t>
            </a:r>
            <a:r>
              <a:rPr lang="en-US" sz="1800" spc="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organization undertakes, but on how</a:t>
            </a:r>
            <a:r>
              <a:rPr lang="en-US" sz="1800" spc="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they are organized and how effective</a:t>
            </a:r>
            <a:r>
              <a:rPr lang="en-US" sz="1800" spc="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and</a:t>
            </a:r>
            <a:r>
              <a:rPr lang="en-US" sz="1800" spc="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efficient</a:t>
            </a:r>
            <a:r>
              <a:rPr lang="en-US" sz="1800" spc="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value</a:t>
            </a:r>
            <a:r>
              <a:rPr lang="en-US" sz="1800" spc="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creation</a:t>
            </a:r>
            <a:r>
              <a:rPr lang="en-US" sz="1800" spc="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for</a:t>
            </a:r>
            <a:r>
              <a:rPr lang="en-US" sz="1800" spc="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all</a:t>
            </a:r>
            <a:r>
              <a:rPr lang="en-US" sz="1800" spc="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stakeholders.</a:t>
            </a:r>
          </a:p>
          <a:p>
            <a:pPr>
              <a:spcBef>
                <a:spcPts val="35"/>
              </a:spcBef>
            </a:pPr>
            <a:endParaRPr lang="en-US" sz="1800">
              <a:effectLst/>
              <a:latin typeface="Calibri" panose="020F0502020204030204" pitchFamily="34" charset="0"/>
              <a:ea typeface="Calibri" panose="020F0502020204030204" pitchFamily="34" charset="0"/>
            </a:endParaRPr>
          </a:p>
          <a:p>
            <a:pPr>
              <a:spcBef>
                <a:spcPts val="35"/>
              </a:spcBef>
            </a:pPr>
            <a:r>
              <a:rPr lang="en-US" sz="1800">
                <a:effectLst/>
                <a:latin typeface="Calibri" panose="020F0502020204030204" pitchFamily="34" charset="0"/>
                <a:ea typeface="Calibri" panose="020F0502020204030204" pitchFamily="34" charset="0"/>
              </a:rPr>
              <a:t>Historically,</a:t>
            </a:r>
            <a:r>
              <a:rPr lang="en-US" sz="1800" spc="-60">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many</a:t>
            </a:r>
            <a:r>
              <a:rPr lang="en-US" sz="1800" spc="-50">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management</a:t>
            </a:r>
            <a:r>
              <a:rPr lang="en-US" sz="1800" spc="-5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frameworks</a:t>
            </a:r>
            <a:r>
              <a:rPr lang="en-US" sz="1800" spc="-5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(including</a:t>
            </a:r>
            <a:r>
              <a:rPr lang="en-US" sz="1800" spc="-4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ITIL)</a:t>
            </a:r>
            <a:r>
              <a:rPr lang="en-US" sz="1800" spc="-4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have</a:t>
            </a:r>
            <a:r>
              <a:rPr lang="en-US" sz="1800" spc="-45">
                <a:effectLst/>
                <a:latin typeface="Calibri" panose="020F0502020204030204" pitchFamily="34" charset="0"/>
                <a:ea typeface="Calibri" panose="020F0502020204030204" pitchFamily="34" charset="0"/>
              </a:rPr>
              <a:t> </a:t>
            </a:r>
            <a:r>
              <a:rPr lang="en-US" sz="1100" kern="1200">
                <a:solidFill>
                  <a:schemeClr val="tx1"/>
                </a:solidFill>
                <a:effectLst/>
                <a:latin typeface="Calibri" panose="020F0502020204030204" pitchFamily="34" charset="0"/>
                <a:ea typeface="Calibri" panose="020F0502020204030204" pitchFamily="34" charset="0"/>
                <a:cs typeface="+mn-cs"/>
              </a:rPr>
              <a:t>focused</a:t>
            </a:r>
            <a:r>
              <a:rPr lang="en-US" sz="1800" spc="-60">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on</a:t>
            </a:r>
            <a:r>
              <a:rPr lang="en-US" sz="1800" spc="-50">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process.</a:t>
            </a:r>
            <a:r>
              <a:rPr lang="en-US" sz="1800" spc="15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Unfortunately,</a:t>
            </a:r>
            <a:r>
              <a:rPr lang="en-US" sz="1800" spc="-23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whilst useful for providing a consistent and easily-understood approach to work, processes only</a:t>
            </a:r>
            <a:r>
              <a:rPr lang="en-US" sz="1800" spc="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provide</a:t>
            </a:r>
            <a:r>
              <a:rPr lang="en-US" sz="1800" spc="-1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part</a:t>
            </a:r>
            <a:r>
              <a:rPr lang="en-US" sz="1800" spc="-10">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of the</a:t>
            </a:r>
            <a:r>
              <a:rPr lang="en-US" sz="1800" spc="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picture.</a:t>
            </a:r>
          </a:p>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13426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Calibri" panose="020F0502020204030204" pitchFamily="34" charset="0"/>
                <a:ea typeface="Calibri" panose="020F0502020204030204" pitchFamily="34" charset="0"/>
                <a:cs typeface="+mn-cs"/>
              </a:rPr>
              <a:t>A </a:t>
            </a:r>
            <a:r>
              <a:rPr lang="en-US" sz="1800" b="1" kern="1200">
                <a:solidFill>
                  <a:schemeClr val="tx1"/>
                </a:solidFill>
                <a:effectLst/>
                <a:latin typeface="Calibri" panose="020F0502020204030204" pitchFamily="34" charset="0"/>
                <a:ea typeface="Calibri" panose="020F0502020204030204" pitchFamily="34" charset="0"/>
                <a:cs typeface="+mn-cs"/>
              </a:rPr>
              <a:t>process</a:t>
            </a:r>
            <a:r>
              <a:rPr lang="en-US" sz="1800" kern="1200">
                <a:solidFill>
                  <a:schemeClr val="tx1"/>
                </a:solidFill>
                <a:effectLst/>
                <a:latin typeface="Calibri" panose="020F0502020204030204" pitchFamily="34" charset="0"/>
                <a:ea typeface="Calibri" panose="020F0502020204030204" pitchFamily="34" charset="0"/>
                <a:cs typeface="+mn-cs"/>
              </a:rPr>
              <a:t> is a set of interrelated or interacting activities that transform inputs into outputs; it defines the sequence of actions and their dependencies.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Calibri" panose="020F0502020204030204" pitchFamily="34" charset="0"/>
                <a:ea typeface="Calibri" panose="020F0502020204030204" pitchFamily="34" charset="0"/>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Calibri" panose="020F0502020204030204" pitchFamily="34" charset="0"/>
                <a:ea typeface="Calibri" panose="020F0502020204030204" pitchFamily="34" charset="0"/>
                <a:cs typeface="+mn-cs"/>
              </a:rPr>
              <a:t>A </a:t>
            </a:r>
            <a:r>
              <a:rPr lang="en-US" sz="1800" b="1" kern="1200">
                <a:solidFill>
                  <a:schemeClr val="tx1"/>
                </a:solidFill>
                <a:effectLst/>
                <a:latin typeface="Calibri" panose="020F0502020204030204" pitchFamily="34" charset="0"/>
                <a:ea typeface="Calibri" panose="020F0502020204030204" pitchFamily="34" charset="0"/>
                <a:cs typeface="+mn-cs"/>
              </a:rPr>
              <a:t>value stream </a:t>
            </a:r>
            <a:r>
              <a:rPr lang="en-US" sz="1800" kern="1200">
                <a:solidFill>
                  <a:schemeClr val="tx1"/>
                </a:solidFill>
                <a:effectLst/>
                <a:latin typeface="Calibri" panose="020F0502020204030204" pitchFamily="34" charset="0"/>
                <a:ea typeface="Calibri" panose="020F0502020204030204" pitchFamily="34" charset="0"/>
                <a:cs typeface="+mn-cs"/>
              </a:rPr>
              <a:t>is a series of steps that an organization undertakes to create and deliver products and services to consumers. A </a:t>
            </a:r>
            <a:r>
              <a:rPr lang="en-US" sz="1800" b="1" kern="1200">
                <a:solidFill>
                  <a:schemeClr val="tx1"/>
                </a:solidFill>
                <a:effectLst/>
                <a:latin typeface="Calibri" panose="020F0502020204030204" pitchFamily="34" charset="0"/>
                <a:ea typeface="Calibri" panose="020F0502020204030204" pitchFamily="34" charset="0"/>
                <a:cs typeface="+mn-cs"/>
              </a:rPr>
              <a:t>value stream </a:t>
            </a:r>
            <a:r>
              <a:rPr lang="en-US" sz="1800" kern="1200">
                <a:solidFill>
                  <a:schemeClr val="tx1"/>
                </a:solidFill>
                <a:effectLst/>
                <a:latin typeface="Calibri" panose="020F0502020204030204" pitchFamily="34" charset="0"/>
                <a:ea typeface="Calibri" panose="020F0502020204030204" pitchFamily="34" charset="0"/>
                <a:cs typeface="+mn-cs"/>
              </a:rPr>
              <a:t>may contain many </a:t>
            </a:r>
            <a:r>
              <a:rPr lang="en-US" sz="1800" b="1" kern="1200">
                <a:solidFill>
                  <a:schemeClr val="tx1"/>
                </a:solidFill>
                <a:effectLst/>
                <a:latin typeface="Calibri" panose="020F0502020204030204" pitchFamily="34" charset="0"/>
                <a:ea typeface="Calibri" panose="020F0502020204030204" pitchFamily="34" charset="0"/>
                <a:cs typeface="+mn-cs"/>
              </a:rPr>
              <a:t>processes</a:t>
            </a:r>
            <a:r>
              <a:rPr lang="en-US" sz="1800" kern="1200">
                <a:solidFill>
                  <a:schemeClr val="tx1"/>
                </a:solidFill>
                <a:effectLst/>
                <a:latin typeface="Calibri" panose="020F0502020204030204" pitchFamily="34" charset="0"/>
                <a:ea typeface="Calibri" panose="020F0502020204030204" pitchFamily="34" charset="0"/>
                <a:cs typeface="+mn-cs"/>
              </a:rPr>
              <a:t> (and other value stream components), or a process may be part of many value chains.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800" kern="1200">
              <a:solidFill>
                <a:schemeClr val="tx1"/>
              </a:solidFill>
              <a:effectLst/>
              <a:latin typeface="Calibri" panose="020F0502020204030204" pitchFamily="34" charset="0"/>
              <a:ea typeface="Calibri" panose="020F0502020204030204" pitchFamily="34"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Calibri" panose="020F0502020204030204" pitchFamily="34" charset="0"/>
                <a:ea typeface="Calibri" panose="020F0502020204030204" pitchFamily="34" charset="0"/>
                <a:cs typeface="+mn-cs"/>
              </a:rPr>
              <a:t>The example shows a testing </a:t>
            </a:r>
            <a:r>
              <a:rPr lang="en-US" sz="1800" b="1" kern="1200">
                <a:solidFill>
                  <a:schemeClr val="tx1"/>
                </a:solidFill>
                <a:effectLst/>
                <a:latin typeface="Calibri" panose="020F0502020204030204" pitchFamily="34" charset="0"/>
                <a:ea typeface="Calibri" panose="020F0502020204030204" pitchFamily="34" charset="0"/>
                <a:cs typeface="+mn-cs"/>
              </a:rPr>
              <a:t>process</a:t>
            </a:r>
            <a:r>
              <a:rPr lang="en-US" sz="1800" kern="1200">
                <a:solidFill>
                  <a:schemeClr val="tx1"/>
                </a:solidFill>
                <a:effectLst/>
                <a:latin typeface="Calibri" panose="020F0502020204030204" pitchFamily="34" charset="0"/>
                <a:ea typeface="Calibri" panose="020F0502020204030204" pitchFamily="34" charset="0"/>
                <a:cs typeface="+mn-cs"/>
              </a:rPr>
              <a:t>,. The process is part of a bigger value stream of design, build, test, deploy and it is this value stream that delivers value to the users.</a:t>
            </a:r>
          </a:p>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0906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Arial Narrow" panose="020B0606020202030204" pitchFamily="34" charset="0"/>
                <a:ea typeface="Calibri" panose="020F0502020204030204" pitchFamily="34" charset="0"/>
                <a:cs typeface="+mn-cs"/>
              </a:rPr>
              <a:t>Each and all the four dimensions should be considered in the light of many relevant factors. There are many lists of factors and many was of remembering factors.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Arial Narrow" panose="020B0606020202030204" pitchFamily="34" charset="0"/>
                <a:ea typeface="Calibri" panose="020F0502020204030204" pitchFamily="34" charset="0"/>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800" b="1" u="sng" kern="1200">
                <a:solidFill>
                  <a:schemeClr val="tx1"/>
                </a:solidFill>
                <a:effectLst/>
                <a:latin typeface="Arial Narrow" panose="020B0606020202030204" pitchFamily="34" charset="0"/>
                <a:ea typeface="Calibri" panose="020F0502020204030204" pitchFamily="34" charset="0"/>
                <a:cs typeface="+mn-cs"/>
              </a:rPr>
              <a:t>Although it is not examinable, ITIL 4 includes around the four dimensions diagram a set of factors that can be remembered using the mnemonic PESTLE.</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800" kern="1200">
              <a:solidFill>
                <a:schemeClr val="tx1"/>
              </a:solidFill>
              <a:effectLst/>
              <a:latin typeface="Arial Narrow" panose="020B0606020202030204" pitchFamily="34" charset="0"/>
              <a:ea typeface="Calibri" panose="020F0502020204030204" pitchFamily="34"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Arial Narrow" panose="020B0606020202030204" pitchFamily="34" charset="0"/>
                <a:ea typeface="Calibri" panose="020F0502020204030204" pitchFamily="34" charset="0"/>
                <a:cs typeface="+mn-cs"/>
              </a:rPr>
              <a:t>PESTLE analysis involves asking six main questions: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800" kern="1200">
              <a:solidFill>
                <a:schemeClr val="tx1"/>
              </a:solidFill>
              <a:effectLst/>
              <a:latin typeface="Arial Narrow" panose="020B0606020202030204" pitchFamily="34" charset="0"/>
              <a:ea typeface="Calibri" panose="020F0502020204030204" pitchFamily="34" charset="0"/>
              <a:cs typeface="+mn-cs"/>
            </a:endParaRPr>
          </a:p>
          <a:p>
            <a:pPr marL="171450" marR="294005" lvl="0" indent="-171450" algn="l" defTabSz="457200" rtl="0" eaLnBrk="1" fontAlgn="auto" latinLnBrk="0" hangingPunct="1">
              <a:lnSpc>
                <a:spcPct val="100000"/>
              </a:lnSpc>
              <a:spcBef>
                <a:spcPts val="20"/>
              </a:spcBef>
              <a:spcAft>
                <a:spcPts val="0"/>
              </a:spcAft>
              <a:buClrTx/>
              <a:buSzTx/>
              <a:buFont typeface="Wingdings" panose="05000000000000000000" pitchFamily="2" charset="2"/>
              <a:buChar char="§"/>
              <a:tabLst/>
              <a:defRPr/>
            </a:pPr>
            <a:r>
              <a:rPr lang="en-US" sz="1100" kern="1200">
                <a:solidFill>
                  <a:schemeClr val="tx1"/>
                </a:solidFill>
                <a:effectLst/>
                <a:latin typeface="Calibri" panose="020F0502020204030204" pitchFamily="34" charset="0"/>
                <a:ea typeface="Calibri" panose="020F0502020204030204" pitchFamily="34" charset="0"/>
                <a:cs typeface="+mn-cs"/>
              </a:rPr>
              <a:t>What is the political situation of the country/region/district and how can it affect the organization?</a:t>
            </a:r>
          </a:p>
          <a:p>
            <a:pPr marL="171450" marR="294005" lvl="0" indent="-171450" algn="l" defTabSz="457200" rtl="0" eaLnBrk="1" fontAlgn="auto" latinLnBrk="0" hangingPunct="1">
              <a:lnSpc>
                <a:spcPct val="100000"/>
              </a:lnSpc>
              <a:spcBef>
                <a:spcPts val="20"/>
              </a:spcBef>
              <a:spcAft>
                <a:spcPts val="0"/>
              </a:spcAft>
              <a:buClrTx/>
              <a:buSzTx/>
              <a:buFont typeface="Wingdings" panose="05000000000000000000" pitchFamily="2" charset="2"/>
              <a:buChar char="§"/>
              <a:tabLst/>
              <a:defRPr/>
            </a:pPr>
            <a:r>
              <a:rPr lang="en-US" sz="1100" kern="1200">
                <a:solidFill>
                  <a:schemeClr val="tx1"/>
                </a:solidFill>
                <a:effectLst/>
                <a:latin typeface="Calibri" panose="020F0502020204030204" pitchFamily="34" charset="0"/>
                <a:ea typeface="Calibri" panose="020F0502020204030204" pitchFamily="34" charset="0"/>
                <a:cs typeface="+mn-cs"/>
              </a:rPr>
              <a:t>What are the prevalent economic factors?</a:t>
            </a:r>
          </a:p>
          <a:p>
            <a:pPr marL="171450" marR="294005" lvl="0" indent="-171450" algn="l" defTabSz="457200" rtl="0" eaLnBrk="1" fontAlgn="auto" latinLnBrk="0" hangingPunct="1">
              <a:lnSpc>
                <a:spcPct val="100000"/>
              </a:lnSpc>
              <a:spcBef>
                <a:spcPts val="20"/>
              </a:spcBef>
              <a:spcAft>
                <a:spcPts val="0"/>
              </a:spcAft>
              <a:buClrTx/>
              <a:buSzTx/>
              <a:buFont typeface="Wingdings" panose="05000000000000000000" pitchFamily="2" charset="2"/>
              <a:buChar char="§"/>
              <a:tabLst/>
              <a:defRPr/>
            </a:pPr>
            <a:r>
              <a:rPr lang="en-US" sz="1100" kern="1200">
                <a:solidFill>
                  <a:schemeClr val="tx1"/>
                </a:solidFill>
                <a:effectLst/>
                <a:latin typeface="Calibri" panose="020F0502020204030204" pitchFamily="34" charset="0"/>
                <a:ea typeface="Calibri" panose="020F0502020204030204" pitchFamily="34" charset="0"/>
                <a:cs typeface="+mn-cs"/>
              </a:rPr>
              <a:t>How much importance does culture and the social environment have in the business and what are its determinants?</a:t>
            </a:r>
          </a:p>
          <a:p>
            <a:pPr marL="171450" marR="294005" lvl="0" indent="-171450" algn="l" defTabSz="457200" rtl="0" eaLnBrk="1" fontAlgn="auto" latinLnBrk="0" hangingPunct="1">
              <a:lnSpc>
                <a:spcPct val="100000"/>
              </a:lnSpc>
              <a:spcBef>
                <a:spcPts val="20"/>
              </a:spcBef>
              <a:spcAft>
                <a:spcPts val="0"/>
              </a:spcAft>
              <a:buClrTx/>
              <a:buSzTx/>
              <a:buFont typeface="Wingdings" panose="05000000000000000000" pitchFamily="2" charset="2"/>
              <a:buChar char="§"/>
              <a:tabLst/>
              <a:defRPr/>
            </a:pPr>
            <a:r>
              <a:rPr lang="en-US" sz="1100" kern="1200">
                <a:solidFill>
                  <a:schemeClr val="tx1"/>
                </a:solidFill>
                <a:effectLst/>
                <a:latin typeface="Calibri" panose="020F0502020204030204" pitchFamily="34" charset="0"/>
                <a:ea typeface="Calibri" panose="020F0502020204030204" pitchFamily="34" charset="0"/>
                <a:cs typeface="+mn-cs"/>
              </a:rPr>
              <a:t>What technological innovations are likely to arise and affect the business structure?</a:t>
            </a:r>
          </a:p>
          <a:p>
            <a:pPr marL="171450" marR="294005" lvl="0" indent="-171450" algn="l" defTabSz="457200" rtl="0" eaLnBrk="1" fontAlgn="auto" latinLnBrk="0" hangingPunct="1">
              <a:lnSpc>
                <a:spcPct val="100000"/>
              </a:lnSpc>
              <a:spcBef>
                <a:spcPts val="20"/>
              </a:spcBef>
              <a:spcAft>
                <a:spcPts val="0"/>
              </a:spcAft>
              <a:buClrTx/>
              <a:buSzTx/>
              <a:buFont typeface="Wingdings" panose="05000000000000000000" pitchFamily="2" charset="2"/>
              <a:buChar char="§"/>
              <a:tabLst/>
              <a:defRPr/>
            </a:pPr>
            <a:r>
              <a:rPr lang="en-US" sz="1100" kern="1200">
                <a:solidFill>
                  <a:schemeClr val="tx1"/>
                </a:solidFill>
                <a:effectLst/>
                <a:latin typeface="Calibri" panose="020F0502020204030204" pitchFamily="34" charset="0"/>
                <a:ea typeface="Calibri" panose="020F0502020204030204" pitchFamily="34" charset="0"/>
                <a:cs typeface="+mn-cs"/>
              </a:rPr>
              <a:t>Are there any current legislations that regulate the organization or can there be any change in the legislations for the organization?</a:t>
            </a:r>
          </a:p>
          <a:p>
            <a:pPr marL="171450" marR="294005" lvl="0" indent="-171450" algn="l" defTabSz="457200" rtl="0" eaLnBrk="1" fontAlgn="auto" latinLnBrk="0" hangingPunct="1">
              <a:lnSpc>
                <a:spcPct val="100000"/>
              </a:lnSpc>
              <a:spcBef>
                <a:spcPts val="20"/>
              </a:spcBef>
              <a:spcAft>
                <a:spcPts val="0"/>
              </a:spcAft>
              <a:buClrTx/>
              <a:buSzTx/>
              <a:buFont typeface="Wingdings" panose="05000000000000000000" pitchFamily="2" charset="2"/>
              <a:buChar char="§"/>
              <a:tabLst/>
              <a:defRPr/>
            </a:pPr>
            <a:r>
              <a:rPr lang="en-US" sz="1100" kern="1200">
                <a:solidFill>
                  <a:schemeClr val="tx1"/>
                </a:solidFill>
                <a:effectLst/>
                <a:latin typeface="Calibri" panose="020F0502020204030204" pitchFamily="34" charset="0"/>
                <a:ea typeface="Calibri" panose="020F0502020204030204" pitchFamily="34" charset="0"/>
                <a:cs typeface="+mn-cs"/>
              </a:rPr>
              <a:t>What are the environmental concerns for the organization?</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lang="en-US" sz="1800" kern="1200">
              <a:solidFill>
                <a:schemeClr val="tx1"/>
              </a:solidFill>
              <a:effectLst/>
              <a:latin typeface="Arial Narrow" panose="020B0606020202030204" pitchFamily="34" charset="0"/>
              <a:ea typeface="Calibri" panose="020F0502020204030204" pitchFamily="34"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Arial Narrow" panose="020B0606020202030204" pitchFamily="34" charset="0"/>
                <a:ea typeface="Calibri" panose="020F0502020204030204" pitchFamily="34" charset="0"/>
                <a:cs typeface="+mn-cs"/>
              </a:rPr>
              <a:t>PESTLE is fairly old-fashioned analysis, but it still has its place in the modern world, as do such other techniques for considering appropriate factors, such as SWOT analysis</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212248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755073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249063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624794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52750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ITIL 4 describes a set of interacting elements organized and maintained to achieve a stated purpose of value co-creation.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The interacting elements are described at a high level as being part of the </a:t>
            </a:r>
            <a:r>
              <a:rPr lang="en-US" sz="1200" b="1" kern="1200">
                <a:solidFill>
                  <a:schemeClr val="tx1"/>
                </a:solidFill>
                <a:effectLst/>
                <a:latin typeface="Calibri" panose="020F0502020204030204" pitchFamily="34" charset="0"/>
                <a:ea typeface="Calibri" panose="020F0502020204030204" pitchFamily="34" charset="0"/>
                <a:cs typeface="+mn-cs"/>
              </a:rPr>
              <a:t>Service Value System</a:t>
            </a:r>
            <a:r>
              <a:rPr lang="en-US" sz="1200" kern="1200">
                <a:solidFill>
                  <a:schemeClr val="tx1"/>
                </a:solidFill>
                <a:effectLst/>
                <a:latin typeface="Calibri" panose="020F0502020204030204" pitchFamily="34" charset="0"/>
                <a:ea typeface="Calibri" panose="020F0502020204030204" pitchFamily="34" charset="0"/>
                <a:cs typeface="+mn-cs"/>
              </a:rPr>
              <a:t>, or </a:t>
            </a:r>
            <a:r>
              <a:rPr lang="en-US" sz="1200" b="1" kern="1200">
                <a:solidFill>
                  <a:schemeClr val="tx1"/>
                </a:solidFill>
                <a:effectLst/>
                <a:latin typeface="Calibri" panose="020F0502020204030204" pitchFamily="34" charset="0"/>
                <a:ea typeface="Calibri" panose="020F0502020204030204" pitchFamily="34" charset="0"/>
                <a:cs typeface="+mn-cs"/>
              </a:rPr>
              <a:t>SVS</a:t>
            </a:r>
            <a:r>
              <a:rPr lang="en-US" sz="1200" kern="1200">
                <a:solidFill>
                  <a:schemeClr val="tx1"/>
                </a:solidFill>
                <a:effectLst/>
                <a:latin typeface="Calibri" panose="020F0502020204030204" pitchFamily="34" charset="0"/>
                <a:ea typeface="Calibri" panose="020F0502020204030204" pitchFamily="34" charset="0"/>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ITIL 4 is not a method, nor is a set of processes nor a technique or techniques. It is a framework for IT Service Management, and the word “framework” is defined by the Oxford English Dictionary as “an essential underlying or supporting structure”.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It can therefore be argued that the SVS is the ITIL 4 framework or that the ITIL 4 framework is represented by the SVS.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We have already addressed in sufficient detail some elements of the SVS, but this chapter will bring them all together.</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GB" sz="1200" kern="1200">
              <a:solidFill>
                <a:schemeClr val="tx1"/>
              </a:solidFill>
              <a:effectLst/>
              <a:latin typeface="Calibri" panose="020F0502020204030204" pitchFamily="34"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The SVS describes how all of the components of an organization work together as a “system”, which is a set of things working together as an interconnected network.</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It is not a lifecycle nor is it a single set of actions to be executed in order, but rather is a set of areas that should be addressed to ensure value provision in the form of services.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The SVS can support many approaches to work, such as Agile, DevOps and Lean and also supports project, </a:t>
            </a:r>
            <a:r>
              <a:rPr lang="en-US" sz="1200" kern="1200" err="1">
                <a:solidFill>
                  <a:schemeClr val="tx1"/>
                </a:solidFill>
                <a:effectLst/>
                <a:latin typeface="Calibri" panose="020F0502020204030204" pitchFamily="34" charset="0"/>
                <a:ea typeface="Calibri" panose="020F0502020204030204" pitchFamily="34" charset="0"/>
                <a:cs typeface="+mn-cs"/>
              </a:rPr>
              <a:t>programme</a:t>
            </a:r>
            <a:r>
              <a:rPr lang="en-US" sz="1200" kern="1200">
                <a:solidFill>
                  <a:schemeClr val="tx1"/>
                </a:solidFill>
                <a:effectLst/>
                <a:latin typeface="Calibri" panose="020F0502020204030204" pitchFamily="34" charset="0"/>
                <a:ea typeface="Calibri" panose="020F0502020204030204" pitchFamily="34" charset="0"/>
                <a:cs typeface="+mn-cs"/>
              </a:rPr>
              <a:t> and portfolio management. It is scalable, and its scope can be a network of organizations, an organization or a sub-set of an organization.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 </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97974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a:solidFill>
                  <a:schemeClr val="tx1"/>
                </a:solidFill>
                <a:effectLst/>
                <a:latin typeface="Calibri" panose="020F0502020204030204" pitchFamily="34" charset="0"/>
                <a:cs typeface="+mn-cs"/>
              </a:rPr>
              <a:t>Demand</a:t>
            </a:r>
            <a:r>
              <a:rPr lang="en-US" sz="1200" kern="1200">
                <a:solidFill>
                  <a:schemeClr val="tx1"/>
                </a:solidFill>
                <a:effectLst/>
                <a:latin typeface="Calibri" panose="020F0502020204030204" pitchFamily="34" charset="0"/>
                <a:cs typeface="+mn-cs"/>
              </a:rPr>
              <a:t> represents the needs or desire for products and services from internal and/or from external customers. </a:t>
            </a:r>
            <a:r>
              <a:rPr lang="en-US" sz="1200" b="1" kern="1200">
                <a:solidFill>
                  <a:schemeClr val="tx1"/>
                </a:solidFill>
                <a:effectLst/>
                <a:latin typeface="Calibri" panose="020F0502020204030204" pitchFamily="34" charset="0"/>
                <a:cs typeface="+mn-cs"/>
              </a:rPr>
              <a:t>Opportunity</a:t>
            </a:r>
            <a:r>
              <a:rPr lang="en-US" sz="1200" kern="1200">
                <a:solidFill>
                  <a:schemeClr val="tx1"/>
                </a:solidFill>
                <a:effectLst/>
                <a:latin typeface="Calibri" panose="020F0502020204030204" pitchFamily="34" charset="0"/>
                <a:cs typeface="+mn-cs"/>
              </a:rPr>
              <a:t> and </a:t>
            </a:r>
            <a:r>
              <a:rPr lang="en-US" sz="1200" b="1" kern="1200">
                <a:solidFill>
                  <a:schemeClr val="tx1"/>
                </a:solidFill>
                <a:effectLst/>
                <a:latin typeface="Calibri" panose="020F0502020204030204" pitchFamily="34" charset="0"/>
                <a:cs typeface="+mn-cs"/>
              </a:rPr>
              <a:t>demand</a:t>
            </a:r>
            <a:r>
              <a:rPr lang="en-US" sz="1200" kern="1200">
                <a:solidFill>
                  <a:schemeClr val="tx1"/>
                </a:solidFill>
                <a:effectLst/>
                <a:latin typeface="Calibri" panose="020F0502020204030204" pitchFamily="34" charset="0"/>
                <a:cs typeface="+mn-cs"/>
              </a:rPr>
              <a:t> will not always be automatically accepted, but where they are accepted, they will always trigger work that should follow the SVS model in order to deliver </a:t>
            </a:r>
            <a:r>
              <a:rPr lang="en-US" sz="1200" b="1" kern="1200">
                <a:solidFill>
                  <a:schemeClr val="tx1"/>
                </a:solidFill>
                <a:effectLst/>
                <a:latin typeface="Calibri" panose="020F0502020204030204" pitchFamily="34" charset="0"/>
                <a:cs typeface="+mn-cs"/>
              </a:rPr>
              <a:t>value</a:t>
            </a:r>
            <a:r>
              <a:rPr lang="en-US" sz="1200" kern="1200">
                <a:solidFill>
                  <a:schemeClr val="tx1"/>
                </a:solidFill>
                <a:effectLst/>
                <a:latin typeface="Calibri" panose="020F0502020204030204" pitchFamily="34" charset="0"/>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Calibri" panose="020F0502020204030204" pitchFamily="34"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cs typeface="+mn-cs"/>
              </a:rPr>
              <a:t>The SVS allows us to ensure that we do the right things to provide value that meets the </a:t>
            </a:r>
            <a:r>
              <a:rPr lang="en-US" sz="1200" b="1" kern="1200">
                <a:solidFill>
                  <a:schemeClr val="tx1"/>
                </a:solidFill>
                <a:effectLst/>
                <a:latin typeface="Calibri" panose="020F0502020204030204" pitchFamily="34" charset="0"/>
                <a:cs typeface="+mn-cs"/>
              </a:rPr>
              <a:t>Opportunity</a:t>
            </a:r>
            <a:r>
              <a:rPr lang="en-US" sz="1200" kern="1200">
                <a:solidFill>
                  <a:schemeClr val="tx1"/>
                </a:solidFill>
                <a:effectLst/>
                <a:latin typeface="Calibri" panose="020F0502020204030204" pitchFamily="34" charset="0"/>
                <a:cs typeface="+mn-cs"/>
              </a:rPr>
              <a:t> or </a:t>
            </a:r>
            <a:r>
              <a:rPr lang="en-US" sz="1200" b="1" kern="1200">
                <a:solidFill>
                  <a:schemeClr val="tx1"/>
                </a:solidFill>
                <a:effectLst/>
                <a:latin typeface="Calibri" panose="020F0502020204030204" pitchFamily="34" charset="0"/>
                <a:cs typeface="+mn-cs"/>
              </a:rPr>
              <a:t>Demand</a:t>
            </a:r>
            <a:r>
              <a:rPr lang="en-US" sz="1200" kern="1200">
                <a:solidFill>
                  <a:schemeClr val="tx1"/>
                </a:solidFill>
                <a:effectLst/>
                <a:latin typeface="Calibri" panose="020F0502020204030204" pitchFamily="34" charset="0"/>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kern="1200">
              <a:solidFill>
                <a:schemeClr val="tx1"/>
              </a:solidFill>
              <a:effectLst/>
              <a:latin typeface="Calibri" panose="020F0502020204030204" pitchFamily="34"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cs typeface="+mn-cs"/>
              </a:rPr>
              <a:t>The SVS is the framework of elements that enable an organization to either meet a demand for value or to exploit an opportunity to deliver value. The output of the SVS is the </a:t>
            </a:r>
            <a:r>
              <a:rPr lang="en-US" sz="1200" b="1" kern="1200">
                <a:solidFill>
                  <a:schemeClr val="tx1"/>
                </a:solidFill>
                <a:effectLst/>
                <a:latin typeface="Calibri" panose="020F0502020204030204" pitchFamily="34" charset="0"/>
                <a:cs typeface="+mn-cs"/>
              </a:rPr>
              <a:t>co-created value</a:t>
            </a:r>
            <a:r>
              <a:rPr lang="en-US" sz="1200" kern="1200">
                <a:solidFill>
                  <a:schemeClr val="tx1"/>
                </a:solidFill>
                <a:effectLst/>
                <a:latin typeface="Calibri" panose="020F0502020204030204" pitchFamily="34" charset="0"/>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Calibri" panose="020F0502020204030204" pitchFamily="34"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cs typeface="+mn-cs"/>
              </a:rPr>
              <a:t>The </a:t>
            </a:r>
            <a:r>
              <a:rPr lang="en-US" sz="1200" b="1" kern="1200">
                <a:solidFill>
                  <a:schemeClr val="tx1"/>
                </a:solidFill>
                <a:effectLst/>
                <a:latin typeface="Calibri" panose="020F0502020204030204" pitchFamily="34" charset="0"/>
                <a:cs typeface="+mn-cs"/>
              </a:rPr>
              <a:t>Guiding Principles </a:t>
            </a:r>
            <a:r>
              <a:rPr lang="en-US" sz="1200" kern="1200">
                <a:solidFill>
                  <a:schemeClr val="tx1"/>
                </a:solidFill>
                <a:effectLst/>
                <a:latin typeface="Calibri" panose="020F0502020204030204" pitchFamily="34" charset="0"/>
                <a:cs typeface="+mn-cs"/>
              </a:rPr>
              <a:t>were addressed in chapter 1 of this course; they are universal and enduring and therefore applicable to all parts of an organization at all times.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Calibri" panose="020F0502020204030204" pitchFamily="34"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cs typeface="+mn-cs"/>
              </a:rPr>
              <a:t>The </a:t>
            </a:r>
            <a:r>
              <a:rPr lang="en-US" sz="1200" b="1" kern="1200">
                <a:solidFill>
                  <a:schemeClr val="tx1"/>
                </a:solidFill>
                <a:effectLst/>
                <a:latin typeface="Calibri" panose="020F0502020204030204" pitchFamily="34" charset="0"/>
                <a:cs typeface="+mn-cs"/>
              </a:rPr>
              <a:t>Guiding Principles </a:t>
            </a:r>
            <a:r>
              <a:rPr lang="en-US" sz="1200" kern="1200">
                <a:solidFill>
                  <a:schemeClr val="tx1"/>
                </a:solidFill>
                <a:effectLst/>
                <a:latin typeface="Calibri" panose="020F0502020204030204" pitchFamily="34" charset="0"/>
                <a:cs typeface="+mn-cs"/>
              </a:rPr>
              <a:t>are therefore an integral part of the service value system as they apply to everything and everyone in IT Service Management.</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Calibri" panose="020F0502020204030204" pitchFamily="34"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cs typeface="+mn-cs"/>
              </a:rPr>
              <a:t>The </a:t>
            </a:r>
            <a:r>
              <a:rPr lang="en-US" sz="1200" b="1" kern="1200">
                <a:solidFill>
                  <a:schemeClr val="tx1"/>
                </a:solidFill>
                <a:effectLst/>
                <a:latin typeface="Calibri" panose="020F0502020204030204" pitchFamily="34" charset="0"/>
                <a:cs typeface="+mn-cs"/>
              </a:rPr>
              <a:t>Guiding Principles </a:t>
            </a:r>
            <a:r>
              <a:rPr lang="en-US" sz="1200" kern="1200">
                <a:solidFill>
                  <a:schemeClr val="tx1"/>
                </a:solidFill>
                <a:effectLst/>
                <a:latin typeface="Calibri" panose="020F0502020204030204" pitchFamily="34" charset="0"/>
                <a:cs typeface="+mn-cs"/>
              </a:rPr>
              <a:t>are reflected in many other frameworks, standards, philosophies and or bodies of knowledge, including (but not limited to);</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Calibri" panose="020F0502020204030204" pitchFamily="34" charset="0"/>
              <a:cs typeface="+mn-cs"/>
            </a:endParaRPr>
          </a:p>
          <a:p>
            <a:pPr marL="171450" marR="0" lvl="0" indent="-171450" algn="l" defTabSz="457200" rtl="0" eaLnBrk="1" fontAlgn="auto" latinLnBrk="0" hangingPunct="1">
              <a:lnSpc>
                <a:spcPct val="100000"/>
              </a:lnSpc>
              <a:spcBef>
                <a:spcPts val="20"/>
              </a:spcBef>
              <a:spcAft>
                <a:spcPts val="0"/>
              </a:spcAft>
              <a:buClrTx/>
              <a:buSzTx/>
              <a:buFont typeface="Wingdings" panose="05000000000000000000" pitchFamily="2" charset="2"/>
              <a:buChar char="§"/>
              <a:tabLst/>
              <a:defRPr/>
            </a:pPr>
            <a:r>
              <a:rPr lang="en-US" sz="1100" kern="1200">
                <a:solidFill>
                  <a:schemeClr val="tx1"/>
                </a:solidFill>
                <a:effectLst/>
                <a:latin typeface="Calibri" panose="020F0502020204030204" pitchFamily="34" charset="0"/>
                <a:cs typeface="+mn-cs"/>
              </a:rPr>
              <a:t>Lean</a:t>
            </a:r>
          </a:p>
          <a:p>
            <a:pPr marL="171450" marR="0" lvl="0" indent="-171450" algn="l" defTabSz="457200" rtl="0" eaLnBrk="1" fontAlgn="auto" latinLnBrk="0" hangingPunct="1">
              <a:lnSpc>
                <a:spcPct val="100000"/>
              </a:lnSpc>
              <a:spcBef>
                <a:spcPts val="20"/>
              </a:spcBef>
              <a:spcAft>
                <a:spcPts val="0"/>
              </a:spcAft>
              <a:buClrTx/>
              <a:buSzTx/>
              <a:buFont typeface="Wingdings" panose="05000000000000000000" pitchFamily="2" charset="2"/>
              <a:buChar char="§"/>
              <a:tabLst/>
              <a:defRPr/>
            </a:pPr>
            <a:r>
              <a:rPr lang="en-US" sz="1100" kern="1200">
                <a:solidFill>
                  <a:schemeClr val="tx1"/>
                </a:solidFill>
                <a:effectLst/>
                <a:latin typeface="Calibri" panose="020F0502020204030204" pitchFamily="34" charset="0"/>
                <a:cs typeface="+mn-cs"/>
              </a:rPr>
              <a:t>Agile</a:t>
            </a:r>
          </a:p>
          <a:p>
            <a:pPr marL="171450" marR="0" lvl="0" indent="-171450" algn="l" defTabSz="457200" rtl="0" eaLnBrk="1" fontAlgn="auto" latinLnBrk="0" hangingPunct="1">
              <a:lnSpc>
                <a:spcPct val="100000"/>
              </a:lnSpc>
              <a:spcBef>
                <a:spcPts val="20"/>
              </a:spcBef>
              <a:spcAft>
                <a:spcPts val="0"/>
              </a:spcAft>
              <a:buClrTx/>
              <a:buSzTx/>
              <a:buFont typeface="Wingdings" panose="05000000000000000000" pitchFamily="2" charset="2"/>
              <a:buChar char="§"/>
              <a:tabLst/>
              <a:defRPr/>
            </a:pPr>
            <a:r>
              <a:rPr lang="en-US" sz="1100" kern="1200">
                <a:solidFill>
                  <a:schemeClr val="tx1"/>
                </a:solidFill>
                <a:effectLst/>
                <a:latin typeface="Calibri" panose="020F0502020204030204" pitchFamily="34" charset="0"/>
                <a:cs typeface="+mn-cs"/>
              </a:rPr>
              <a:t>DevOps</a:t>
            </a:r>
          </a:p>
          <a:p>
            <a:pPr marL="171450" marR="0" lvl="0" indent="-171450" algn="l" defTabSz="457200" rtl="0" eaLnBrk="1" fontAlgn="auto" latinLnBrk="0" hangingPunct="1">
              <a:lnSpc>
                <a:spcPct val="100000"/>
              </a:lnSpc>
              <a:spcBef>
                <a:spcPts val="20"/>
              </a:spcBef>
              <a:spcAft>
                <a:spcPts val="0"/>
              </a:spcAft>
              <a:buClrTx/>
              <a:buSzTx/>
              <a:buFont typeface="Wingdings" panose="05000000000000000000" pitchFamily="2" charset="2"/>
              <a:buChar char="§"/>
              <a:tabLst/>
              <a:defRPr/>
            </a:pPr>
            <a:r>
              <a:rPr lang="en-US" sz="1100" kern="1200">
                <a:solidFill>
                  <a:schemeClr val="tx1"/>
                </a:solidFill>
                <a:effectLst/>
                <a:latin typeface="Calibri" panose="020F0502020204030204" pitchFamily="34" charset="0"/>
                <a:cs typeface="+mn-cs"/>
              </a:rPr>
              <a:t>COBIT</a:t>
            </a:r>
          </a:p>
          <a:p>
            <a:pPr marL="171450" marR="0" lvl="0" indent="-171450" algn="l" defTabSz="457200" rtl="0" eaLnBrk="1" fontAlgn="auto" latinLnBrk="0" hangingPunct="1">
              <a:lnSpc>
                <a:spcPct val="100000"/>
              </a:lnSpc>
              <a:spcBef>
                <a:spcPts val="20"/>
              </a:spcBef>
              <a:spcAft>
                <a:spcPts val="0"/>
              </a:spcAft>
              <a:buClrTx/>
              <a:buSzTx/>
              <a:buFont typeface="Wingdings" panose="05000000000000000000" pitchFamily="2" charset="2"/>
              <a:buChar char="§"/>
              <a:tabLst/>
              <a:defRPr/>
            </a:pPr>
            <a:r>
              <a:rPr lang="en-US" sz="1100" kern="1200">
                <a:solidFill>
                  <a:schemeClr val="tx1"/>
                </a:solidFill>
                <a:effectLst/>
                <a:latin typeface="Calibri" panose="020F0502020204030204" pitchFamily="34" charset="0"/>
                <a:cs typeface="+mn-cs"/>
              </a:rPr>
              <a:t>ISO/IEC 20000</a:t>
            </a:r>
          </a:p>
          <a:p>
            <a:pPr marL="171450" marR="0" lvl="0" indent="-171450" algn="l" defTabSz="457200" rtl="0" eaLnBrk="1" fontAlgn="auto" latinLnBrk="0" hangingPunct="1">
              <a:lnSpc>
                <a:spcPct val="100000"/>
              </a:lnSpc>
              <a:spcBef>
                <a:spcPts val="20"/>
              </a:spcBef>
              <a:spcAft>
                <a:spcPts val="0"/>
              </a:spcAft>
              <a:buClrTx/>
              <a:buSzTx/>
              <a:buFont typeface="Wingdings" panose="05000000000000000000" pitchFamily="2" charset="2"/>
              <a:buChar char="§"/>
              <a:tabLst/>
              <a:defRPr/>
            </a:pPr>
            <a:r>
              <a:rPr lang="en-US" sz="1100" kern="1200">
                <a:solidFill>
                  <a:schemeClr val="tx1"/>
                </a:solidFill>
                <a:effectLst/>
                <a:latin typeface="Calibri" panose="020F0502020204030204" pitchFamily="34" charset="0"/>
                <a:cs typeface="+mn-cs"/>
              </a:rPr>
              <a:t>ISO/IEC 27001</a:t>
            </a:r>
          </a:p>
          <a:p>
            <a:pPr marL="171450" marR="0" lvl="0" indent="-171450" algn="l" defTabSz="457200" rtl="0" eaLnBrk="1" fontAlgn="auto" latinLnBrk="0" hangingPunct="1">
              <a:lnSpc>
                <a:spcPct val="100000"/>
              </a:lnSpc>
              <a:spcBef>
                <a:spcPts val="20"/>
              </a:spcBef>
              <a:spcAft>
                <a:spcPts val="0"/>
              </a:spcAft>
              <a:buClrTx/>
              <a:buSzTx/>
              <a:buFont typeface="Arial" panose="020B0604020202020204" pitchFamily="34" charset="0"/>
              <a:buChar char="•"/>
              <a:tabLst/>
              <a:defRPr/>
            </a:pPr>
            <a:endParaRPr lang="en-US" sz="1100" kern="1200">
              <a:solidFill>
                <a:schemeClr val="tx1"/>
              </a:solidFill>
              <a:effectLst/>
              <a:latin typeface="Calibri" panose="020F0502020204030204" pitchFamily="34"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cs typeface="+mn-cs"/>
              </a:rPr>
              <a:t>Organizations should be able to integrate and embed multiple ways of working into an overall approach to IT Service Management.</a:t>
            </a:r>
          </a:p>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182584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62500" lnSpcReduction="20000"/>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0">
                <a:solidFill>
                  <a:srgbClr val="0C2340"/>
                </a:solidFill>
                <a:latin typeface="Arial Narrow" panose="020B0606020202030204" pitchFamily="34" charset="0"/>
              </a:rPr>
              <a:t>Continual Improvement </a:t>
            </a:r>
            <a:r>
              <a:rPr lang="en-US" sz="1200" kern="0">
                <a:solidFill>
                  <a:srgbClr val="0C2340"/>
                </a:solidFill>
                <a:latin typeface="Arial Narrow" panose="020B0606020202030204" pitchFamily="34" charset="0"/>
              </a:rPr>
              <a:t>is defined and documented as a practice and it will be covered in appropriate detail later in this course. However, it has its own section in the SVS as it is of universal importance. An organization that stops improving is starting to fail.</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kern="0">
              <a:solidFill>
                <a:srgbClr val="0C2340"/>
              </a:solidFill>
              <a:latin typeface="Arial Narrow" panose="020B060602020203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0">
                <a:solidFill>
                  <a:srgbClr val="0C2340"/>
                </a:solidFill>
                <a:latin typeface="Arial Narrow" panose="020B0606020202030204" pitchFamily="34" charset="0"/>
                <a:ea typeface="+mn-ea"/>
                <a:cs typeface="+mn-cs"/>
              </a:rPr>
              <a:t>All components of the SVS, not just services or products themselves, should be regularly reviewed using the </a:t>
            </a:r>
            <a:r>
              <a:rPr lang="en-US" sz="1200" b="1" kern="0">
                <a:solidFill>
                  <a:srgbClr val="0C2340"/>
                </a:solidFill>
                <a:latin typeface="Arial Narrow" panose="020B0606020202030204" pitchFamily="34" charset="0"/>
              </a:rPr>
              <a:t>Continual Improvement </a:t>
            </a:r>
            <a:r>
              <a:rPr lang="en-US" sz="1200" kern="0">
                <a:solidFill>
                  <a:srgbClr val="0C2340"/>
                </a:solidFill>
                <a:latin typeface="Arial Narrow" panose="020B0606020202030204" pitchFamily="34" charset="0"/>
                <a:ea typeface="+mn-ea"/>
                <a:cs typeface="+mn-cs"/>
              </a:rPr>
              <a:t>practice defined later in the course.</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kern="0">
              <a:solidFill>
                <a:srgbClr val="0C2340"/>
              </a:solidFill>
              <a:latin typeface="Arial Narrow" panose="020B060602020203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0">
                <a:solidFill>
                  <a:srgbClr val="0C2340"/>
                </a:solidFill>
                <a:latin typeface="Arial Narrow" panose="020B0606020202030204" pitchFamily="34" charset="0"/>
                <a:ea typeface="+mn-ea"/>
                <a:cs typeface="+mn-cs"/>
              </a:rPr>
              <a:t>It is important to note that:</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kern="0">
              <a:solidFill>
                <a:srgbClr val="0C2340"/>
              </a:solidFill>
              <a:latin typeface="Arial Narrow" panose="020B0606020202030204" pitchFamily="34" charset="0"/>
              <a:ea typeface="+mn-ea"/>
              <a:cs typeface="+mn-cs"/>
            </a:endParaRPr>
          </a:p>
          <a:p>
            <a:pPr marL="171450" marR="0" lvl="0" indent="-171450" algn="l" defTabSz="457200" rtl="0" eaLnBrk="1" fontAlgn="auto" latinLnBrk="0" hangingPunct="1">
              <a:lnSpc>
                <a:spcPct val="100000"/>
              </a:lnSpc>
              <a:spcBef>
                <a:spcPts val="20"/>
              </a:spcBef>
              <a:spcAft>
                <a:spcPts val="0"/>
              </a:spcAft>
              <a:buClrTx/>
              <a:buSzTx/>
              <a:buFont typeface="Wingdings" panose="05000000000000000000" pitchFamily="2" charset="2"/>
              <a:buChar char="§"/>
              <a:tabLst/>
              <a:defRPr/>
            </a:pPr>
            <a:r>
              <a:rPr lang="en-US" sz="1100" kern="1200">
                <a:solidFill>
                  <a:schemeClr val="tx1"/>
                </a:solidFill>
                <a:effectLst/>
                <a:latin typeface="Calibri" panose="020F0502020204030204" pitchFamily="34" charset="0"/>
                <a:ea typeface="+mn-ea"/>
                <a:cs typeface="+mn-cs"/>
              </a:rPr>
              <a:t>The term </a:t>
            </a:r>
            <a:r>
              <a:rPr lang="en-US" sz="1100" b="1" kern="1200">
                <a:solidFill>
                  <a:schemeClr val="tx1"/>
                </a:solidFill>
                <a:effectLst/>
                <a:latin typeface="Calibri" panose="020F0502020204030204" pitchFamily="34" charset="0"/>
                <a:ea typeface="+mn-ea"/>
                <a:cs typeface="+mn-cs"/>
              </a:rPr>
              <a:t>continual</a:t>
            </a:r>
            <a:r>
              <a:rPr lang="en-US" sz="1100" kern="1200">
                <a:solidFill>
                  <a:schemeClr val="tx1"/>
                </a:solidFill>
                <a:effectLst/>
                <a:latin typeface="Calibri" panose="020F0502020204030204" pitchFamily="34" charset="0"/>
                <a:ea typeface="+mn-ea"/>
                <a:cs typeface="+mn-cs"/>
              </a:rPr>
              <a:t> means frequently occurring, not always occurring</a:t>
            </a:r>
          </a:p>
          <a:p>
            <a:pPr marL="171450" marR="0" lvl="0" indent="-171450" algn="l" defTabSz="457200" rtl="0" eaLnBrk="1" fontAlgn="auto" latinLnBrk="0" hangingPunct="1">
              <a:lnSpc>
                <a:spcPct val="100000"/>
              </a:lnSpc>
              <a:spcBef>
                <a:spcPts val="20"/>
              </a:spcBef>
              <a:spcAft>
                <a:spcPts val="0"/>
              </a:spcAft>
              <a:buClrTx/>
              <a:buSzTx/>
              <a:buFont typeface="Wingdings" panose="05000000000000000000" pitchFamily="2" charset="2"/>
              <a:buChar char="§"/>
              <a:tabLst/>
              <a:defRPr/>
            </a:pPr>
            <a:r>
              <a:rPr lang="en-US" sz="1100" kern="1200">
                <a:solidFill>
                  <a:schemeClr val="tx1"/>
                </a:solidFill>
                <a:effectLst/>
                <a:latin typeface="Calibri" panose="020F0502020204030204" pitchFamily="34" charset="0"/>
                <a:ea typeface="+mn-ea"/>
                <a:cs typeface="+mn-cs"/>
              </a:rPr>
              <a:t>The term “</a:t>
            </a:r>
            <a:r>
              <a:rPr lang="en-US" sz="1100" b="1" kern="1200">
                <a:solidFill>
                  <a:schemeClr val="tx1"/>
                </a:solidFill>
                <a:effectLst/>
                <a:latin typeface="Calibri" panose="020F0502020204030204" pitchFamily="34" charset="0"/>
                <a:ea typeface="+mn-ea"/>
                <a:cs typeface="+mn-cs"/>
              </a:rPr>
              <a:t>improvement</a:t>
            </a:r>
            <a:r>
              <a:rPr lang="en-US" sz="1100" kern="1200">
                <a:solidFill>
                  <a:schemeClr val="tx1"/>
                </a:solidFill>
                <a:effectLst/>
                <a:latin typeface="Calibri" panose="020F0502020204030204" pitchFamily="34" charset="0"/>
                <a:ea typeface="+mn-ea"/>
                <a:cs typeface="+mn-cs"/>
              </a:rPr>
              <a:t>” may refer to keeping up with a changing world, changing business needs, changing technology and/or changing governance. It does not necessarily mean more of, faster, cheaper etc.</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kern="0">
              <a:solidFill>
                <a:srgbClr val="0C2340"/>
              </a:solidFill>
              <a:latin typeface="Arial Narrow" panose="020B060602020203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0">
                <a:solidFill>
                  <a:srgbClr val="0C2340"/>
                </a:solidFill>
                <a:latin typeface="Arial Narrow" panose="020B0606020202030204" pitchFamily="34" charset="0"/>
                <a:ea typeface="+mn-ea"/>
                <a:cs typeface="+mn-cs"/>
              </a:rPr>
              <a:t>The </a:t>
            </a:r>
            <a:r>
              <a:rPr lang="en-US" sz="1200" b="1" kern="0">
                <a:solidFill>
                  <a:srgbClr val="0C2340"/>
                </a:solidFill>
                <a:latin typeface="Arial Narrow" panose="020B0606020202030204" pitchFamily="34" charset="0"/>
              </a:rPr>
              <a:t>Continual Improvement </a:t>
            </a:r>
            <a:r>
              <a:rPr lang="en-US" sz="1200" kern="0">
                <a:solidFill>
                  <a:srgbClr val="0C2340"/>
                </a:solidFill>
                <a:latin typeface="Arial Narrow" panose="020B0606020202030204" pitchFamily="34" charset="0"/>
                <a:ea typeface="+mn-ea"/>
                <a:cs typeface="+mn-cs"/>
              </a:rPr>
              <a:t>practice provides a structure to ensure only real and needed and improvements are made in an appropriate manner. It also ensures that, once an improvement has been made, it remains in place and people do not revert to earlier, now inappropriate ways of working.</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GB" sz="1200" kern="0">
              <a:solidFill>
                <a:srgbClr val="0C2340"/>
              </a:solidFill>
              <a:latin typeface="Arial Narrow" panose="020B060602020203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0">
                <a:solidFill>
                  <a:srgbClr val="0C2340"/>
                </a:solidFill>
                <a:latin typeface="Arial Narrow" panose="020B0606020202030204" pitchFamily="34" charset="0"/>
                <a:ea typeface="+mn-ea"/>
                <a:cs typeface="+mn-cs"/>
              </a:rPr>
              <a:t>Governance</a:t>
            </a:r>
            <a:r>
              <a:rPr lang="en-US" sz="1200" kern="0">
                <a:solidFill>
                  <a:srgbClr val="0C2340"/>
                </a:solidFill>
                <a:latin typeface="Arial Narrow" panose="020B0606020202030204" pitchFamily="34" charset="0"/>
                <a:ea typeface="+mn-ea"/>
                <a:cs typeface="+mn-cs"/>
              </a:rPr>
              <a:t> is the action or manner of governing. To govern means to:</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kern="0">
              <a:solidFill>
                <a:srgbClr val="0C2340"/>
              </a:solidFill>
              <a:latin typeface="Arial Narrow" panose="020B0606020202030204" pitchFamily="34" charset="0"/>
              <a:ea typeface="+mn-ea"/>
              <a:cs typeface="+mn-cs"/>
            </a:endParaRPr>
          </a:p>
          <a:p>
            <a:pPr marL="171450" marR="0" lvl="0" indent="-171450" algn="l" defTabSz="457200" rtl="0" eaLnBrk="1" fontAlgn="auto" latinLnBrk="0" hangingPunct="1">
              <a:lnSpc>
                <a:spcPct val="100000"/>
              </a:lnSpc>
              <a:spcBef>
                <a:spcPts val="20"/>
              </a:spcBef>
              <a:spcAft>
                <a:spcPts val="0"/>
              </a:spcAft>
              <a:buClrTx/>
              <a:buSzTx/>
              <a:buFont typeface="Wingdings" panose="05000000000000000000" pitchFamily="2" charset="2"/>
              <a:buChar char="§"/>
              <a:tabLst/>
              <a:defRPr/>
            </a:pPr>
            <a:r>
              <a:rPr lang="en-US" sz="1100" kern="1200">
                <a:solidFill>
                  <a:schemeClr val="tx1"/>
                </a:solidFill>
                <a:effectLst/>
                <a:latin typeface="Calibri" panose="020F0502020204030204" pitchFamily="34" charset="0"/>
                <a:ea typeface="+mn-ea"/>
                <a:cs typeface="+mn-cs"/>
              </a:rPr>
              <a:t>Conduct the policy and affairs of an organization</a:t>
            </a:r>
          </a:p>
          <a:p>
            <a:pPr marL="171450" marR="0" lvl="0" indent="-171450" algn="l" defTabSz="457200" rtl="0" eaLnBrk="1" fontAlgn="auto" latinLnBrk="0" hangingPunct="1">
              <a:lnSpc>
                <a:spcPct val="100000"/>
              </a:lnSpc>
              <a:spcBef>
                <a:spcPts val="20"/>
              </a:spcBef>
              <a:spcAft>
                <a:spcPts val="0"/>
              </a:spcAft>
              <a:buClrTx/>
              <a:buSzTx/>
              <a:buFont typeface="Wingdings" panose="05000000000000000000" pitchFamily="2" charset="2"/>
              <a:buChar char="§"/>
              <a:tabLst/>
              <a:defRPr/>
            </a:pPr>
            <a:r>
              <a:rPr lang="en-US" sz="1100" kern="1200">
                <a:solidFill>
                  <a:schemeClr val="tx1"/>
                </a:solidFill>
                <a:effectLst/>
                <a:latin typeface="Calibri" panose="020F0502020204030204" pitchFamily="34" charset="0"/>
                <a:ea typeface="+mn-ea"/>
                <a:cs typeface="+mn-cs"/>
              </a:rPr>
              <a:t>Control or influence</a:t>
            </a:r>
          </a:p>
          <a:p>
            <a:pPr marL="171450" marR="0" lvl="0" indent="-171450" algn="l" defTabSz="457200" rtl="0" eaLnBrk="1" fontAlgn="auto" latinLnBrk="0" hangingPunct="1">
              <a:lnSpc>
                <a:spcPct val="100000"/>
              </a:lnSpc>
              <a:spcBef>
                <a:spcPts val="20"/>
              </a:spcBef>
              <a:spcAft>
                <a:spcPts val="0"/>
              </a:spcAft>
              <a:buClrTx/>
              <a:buSzTx/>
              <a:buFont typeface="Wingdings" panose="05000000000000000000" pitchFamily="2" charset="2"/>
              <a:buChar char="§"/>
              <a:tabLst/>
              <a:defRPr/>
            </a:pPr>
            <a:r>
              <a:rPr lang="en-US" sz="1100" kern="1200">
                <a:solidFill>
                  <a:schemeClr val="tx1"/>
                </a:solidFill>
                <a:effectLst/>
                <a:latin typeface="Calibri" panose="020F0502020204030204" pitchFamily="34" charset="0"/>
                <a:ea typeface="+mn-ea"/>
                <a:cs typeface="+mn-cs"/>
              </a:rPr>
              <a:t>Constitute a rule or principle for control of an organization.</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kern="0">
              <a:solidFill>
                <a:srgbClr val="0C2340"/>
              </a:solidFill>
              <a:latin typeface="Arial Narrow" panose="020B060602020203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0">
                <a:solidFill>
                  <a:srgbClr val="0C2340"/>
                </a:solidFill>
                <a:latin typeface="Arial Narrow" panose="020B0606020202030204" pitchFamily="34" charset="0"/>
                <a:ea typeface="+mn-ea"/>
                <a:cs typeface="+mn-cs"/>
              </a:rPr>
              <a:t>Governance</a:t>
            </a:r>
            <a:r>
              <a:rPr lang="en-US" sz="1200" kern="0">
                <a:solidFill>
                  <a:srgbClr val="0C2340"/>
                </a:solidFill>
                <a:latin typeface="Arial Narrow" panose="020B0606020202030204" pitchFamily="34" charset="0"/>
                <a:ea typeface="+mn-ea"/>
                <a:cs typeface="+mn-cs"/>
              </a:rPr>
              <a:t> is vital in the modern world and, as such, it is a specific element of the SVS.</a:t>
            </a:r>
          </a:p>
          <a:p>
            <a:endParaRPr lang="en-US"/>
          </a:p>
          <a:p>
            <a:r>
              <a:rPr lang="en-US" b="1"/>
              <a:t>Governance</a:t>
            </a:r>
            <a:r>
              <a:rPr lang="en-US"/>
              <a:t> defines those things with which an organization should or must comply, such as:</a:t>
            </a:r>
          </a:p>
          <a:p>
            <a:endParaRPr lang="en-US"/>
          </a:p>
          <a:p>
            <a:pPr marL="171450" marR="0" lvl="0" indent="-171450" algn="l" defTabSz="457200" rtl="0" eaLnBrk="1" fontAlgn="auto" latinLnBrk="0" hangingPunct="1">
              <a:lnSpc>
                <a:spcPct val="100000"/>
              </a:lnSpc>
              <a:spcBef>
                <a:spcPts val="20"/>
              </a:spcBef>
              <a:spcAft>
                <a:spcPts val="0"/>
              </a:spcAft>
              <a:buClrTx/>
              <a:buSzTx/>
              <a:buFont typeface="Wingdings" panose="05000000000000000000" pitchFamily="2" charset="2"/>
              <a:buChar char="§"/>
              <a:tabLst/>
              <a:defRPr/>
            </a:pPr>
            <a:r>
              <a:rPr lang="en-US" sz="1100" kern="1200">
                <a:solidFill>
                  <a:schemeClr val="tx1"/>
                </a:solidFill>
                <a:effectLst/>
                <a:latin typeface="Calibri" panose="020F0502020204030204" pitchFamily="34" charset="0"/>
                <a:ea typeface="+mn-ea"/>
                <a:cs typeface="+mn-cs"/>
              </a:rPr>
              <a:t>Legislation</a:t>
            </a:r>
          </a:p>
          <a:p>
            <a:pPr marL="171450" marR="0" lvl="0" indent="-171450" algn="l" defTabSz="457200" rtl="0" eaLnBrk="1" fontAlgn="auto" latinLnBrk="0" hangingPunct="1">
              <a:lnSpc>
                <a:spcPct val="100000"/>
              </a:lnSpc>
              <a:spcBef>
                <a:spcPts val="20"/>
              </a:spcBef>
              <a:spcAft>
                <a:spcPts val="0"/>
              </a:spcAft>
              <a:buClrTx/>
              <a:buSzTx/>
              <a:buFont typeface="Wingdings" panose="05000000000000000000" pitchFamily="2" charset="2"/>
              <a:buChar char="§"/>
              <a:tabLst/>
              <a:defRPr/>
            </a:pPr>
            <a:r>
              <a:rPr lang="en-US" sz="1100" kern="1200">
                <a:solidFill>
                  <a:schemeClr val="tx1"/>
                </a:solidFill>
                <a:effectLst/>
                <a:latin typeface="Calibri" panose="020F0502020204030204" pitchFamily="34" charset="0"/>
                <a:ea typeface="+mn-ea"/>
                <a:cs typeface="+mn-cs"/>
              </a:rPr>
              <a:t>Regulation</a:t>
            </a:r>
          </a:p>
          <a:p>
            <a:pPr marL="171450" marR="0" lvl="0" indent="-171450" algn="l" defTabSz="457200" rtl="0" eaLnBrk="1" fontAlgn="auto" latinLnBrk="0" hangingPunct="1">
              <a:lnSpc>
                <a:spcPct val="100000"/>
              </a:lnSpc>
              <a:spcBef>
                <a:spcPts val="20"/>
              </a:spcBef>
              <a:spcAft>
                <a:spcPts val="0"/>
              </a:spcAft>
              <a:buClrTx/>
              <a:buSzTx/>
              <a:buFont typeface="Wingdings" panose="05000000000000000000" pitchFamily="2" charset="2"/>
              <a:buChar char="§"/>
              <a:tabLst/>
              <a:defRPr/>
            </a:pPr>
            <a:r>
              <a:rPr lang="en-US" sz="1100" kern="1200">
                <a:solidFill>
                  <a:schemeClr val="tx1"/>
                </a:solidFill>
                <a:effectLst/>
                <a:latin typeface="Calibri" panose="020F0502020204030204" pitchFamily="34" charset="0"/>
                <a:ea typeface="+mn-ea"/>
                <a:cs typeface="+mn-cs"/>
              </a:rPr>
              <a:t>Standards</a:t>
            </a:r>
          </a:p>
          <a:p>
            <a:pPr marL="171450" marR="0" lvl="0" indent="-171450" algn="l" defTabSz="457200" rtl="0" eaLnBrk="1" fontAlgn="auto" latinLnBrk="0" hangingPunct="1">
              <a:lnSpc>
                <a:spcPct val="100000"/>
              </a:lnSpc>
              <a:spcBef>
                <a:spcPts val="20"/>
              </a:spcBef>
              <a:spcAft>
                <a:spcPts val="0"/>
              </a:spcAft>
              <a:buClrTx/>
              <a:buSzTx/>
              <a:buFont typeface="Wingdings" panose="05000000000000000000" pitchFamily="2" charset="2"/>
              <a:buChar char="§"/>
              <a:tabLst/>
              <a:defRPr/>
            </a:pPr>
            <a:r>
              <a:rPr lang="en-US" sz="1100" kern="1200">
                <a:solidFill>
                  <a:schemeClr val="tx1"/>
                </a:solidFill>
                <a:effectLst/>
                <a:latin typeface="Calibri" panose="020F0502020204030204" pitchFamily="34" charset="0"/>
                <a:ea typeface="+mn-ea"/>
                <a:cs typeface="+mn-cs"/>
              </a:rPr>
              <a:t>Methods</a:t>
            </a:r>
          </a:p>
          <a:p>
            <a:pPr marL="171450" marR="0" lvl="0" indent="-171450" algn="l" defTabSz="457200" rtl="0" eaLnBrk="1" fontAlgn="auto" latinLnBrk="0" hangingPunct="1">
              <a:lnSpc>
                <a:spcPct val="100000"/>
              </a:lnSpc>
              <a:spcBef>
                <a:spcPts val="20"/>
              </a:spcBef>
              <a:spcAft>
                <a:spcPts val="0"/>
              </a:spcAft>
              <a:buClrTx/>
              <a:buSzTx/>
              <a:buFont typeface="Wingdings" panose="05000000000000000000" pitchFamily="2" charset="2"/>
              <a:buChar char="§"/>
              <a:tabLst/>
              <a:defRPr/>
            </a:pPr>
            <a:r>
              <a:rPr lang="en-US" sz="1100" kern="1200">
                <a:solidFill>
                  <a:schemeClr val="tx1"/>
                </a:solidFill>
                <a:effectLst/>
                <a:latin typeface="Calibri" panose="020F0502020204030204" pitchFamily="34" charset="0"/>
                <a:ea typeface="+mn-ea"/>
                <a:cs typeface="+mn-cs"/>
              </a:rPr>
              <a:t>Principles</a:t>
            </a:r>
          </a:p>
          <a:p>
            <a:pPr marL="0" marR="0" lvl="0" indent="0" algn="l" defTabSz="457200" rtl="0" eaLnBrk="1" fontAlgn="auto" latinLnBrk="0" hangingPunct="1">
              <a:lnSpc>
                <a:spcPct val="100000"/>
              </a:lnSpc>
              <a:spcBef>
                <a:spcPts val="20"/>
              </a:spcBef>
              <a:spcAft>
                <a:spcPts val="0"/>
              </a:spcAft>
              <a:buClrTx/>
              <a:buSzTx/>
              <a:buFont typeface="Arial" panose="020B0604020202020204" pitchFamily="34" charset="0"/>
              <a:buNone/>
              <a:tabLst/>
              <a:defRPr/>
            </a:pPr>
            <a:endParaRPr lang="en-US" sz="1100" kern="1200">
              <a:solidFill>
                <a:schemeClr val="tx1"/>
              </a:solidFill>
              <a:effectLst/>
              <a:latin typeface="Calibri" panose="020F0502020204030204" pitchFamily="34" charset="0"/>
              <a:ea typeface="+mn-ea"/>
              <a:cs typeface="+mn-cs"/>
            </a:endParaRPr>
          </a:p>
          <a:p>
            <a:pPr marL="0" marR="0" lvl="0" indent="0" algn="l" defTabSz="457200" rtl="0" eaLnBrk="1" fontAlgn="auto" latinLnBrk="0" hangingPunct="1">
              <a:lnSpc>
                <a:spcPct val="100000"/>
              </a:lnSpc>
              <a:spcBef>
                <a:spcPts val="20"/>
              </a:spcBef>
              <a:spcAft>
                <a:spcPts val="0"/>
              </a:spcAft>
              <a:buClrTx/>
              <a:buSzTx/>
              <a:buFont typeface="Arial" panose="020B0604020202020204" pitchFamily="34" charset="0"/>
              <a:buNone/>
              <a:tabLst/>
              <a:defRPr/>
            </a:pPr>
            <a:r>
              <a:rPr lang="en-US" sz="1100">
                <a:effectLst/>
                <a:latin typeface="Calibri" panose="020F0502020204030204" pitchFamily="34" charset="0"/>
                <a:ea typeface="Calibri" panose="020F0502020204030204" pitchFamily="34" charset="0"/>
              </a:rPr>
              <a:t>The</a:t>
            </a:r>
            <a:r>
              <a:rPr lang="en-US" sz="1100" spc="-5">
                <a:effectLst/>
                <a:latin typeface="Calibri" panose="020F0502020204030204" pitchFamily="34" charset="0"/>
                <a:ea typeface="Calibri" panose="020F0502020204030204" pitchFamily="34" charset="0"/>
              </a:rPr>
              <a:t> </a:t>
            </a:r>
            <a:r>
              <a:rPr lang="en-US" sz="1100">
                <a:effectLst/>
                <a:latin typeface="Calibri" panose="020F0502020204030204" pitchFamily="34" charset="0"/>
                <a:ea typeface="Calibri" panose="020F0502020204030204" pitchFamily="34" charset="0"/>
              </a:rPr>
              <a:t>activities</a:t>
            </a:r>
            <a:r>
              <a:rPr lang="en-US" sz="1100" spc="-20">
                <a:effectLst/>
                <a:latin typeface="Calibri" panose="020F0502020204030204" pitchFamily="34" charset="0"/>
                <a:ea typeface="Calibri" panose="020F0502020204030204" pitchFamily="34" charset="0"/>
              </a:rPr>
              <a:t> </a:t>
            </a:r>
            <a:r>
              <a:rPr lang="en-US" sz="1100">
                <a:effectLst/>
                <a:latin typeface="Calibri" panose="020F0502020204030204" pitchFamily="34" charset="0"/>
                <a:ea typeface="Calibri" panose="020F0502020204030204" pitchFamily="34" charset="0"/>
              </a:rPr>
              <a:t>of</a:t>
            </a:r>
            <a:r>
              <a:rPr lang="en-US" sz="1100" spc="-5">
                <a:effectLst/>
                <a:latin typeface="Calibri" panose="020F0502020204030204" pitchFamily="34" charset="0"/>
                <a:ea typeface="Calibri" panose="020F0502020204030204" pitchFamily="34" charset="0"/>
              </a:rPr>
              <a:t> </a:t>
            </a:r>
            <a:r>
              <a:rPr lang="en-US" sz="1100" b="1" spc="-5">
                <a:effectLst/>
                <a:latin typeface="Calibri" panose="020F0502020204030204" pitchFamily="34" charset="0"/>
                <a:ea typeface="Calibri" panose="020F0502020204030204" pitchFamily="34" charset="0"/>
              </a:rPr>
              <a:t>G</a:t>
            </a:r>
            <a:r>
              <a:rPr lang="en-US" sz="1100" b="1">
                <a:effectLst/>
                <a:latin typeface="Calibri" panose="020F0502020204030204" pitchFamily="34" charset="0"/>
                <a:ea typeface="Calibri" panose="020F0502020204030204" pitchFamily="34" charset="0"/>
              </a:rPr>
              <a:t>overnance</a:t>
            </a:r>
            <a:r>
              <a:rPr lang="en-US" sz="1100" spc="-5">
                <a:effectLst/>
                <a:latin typeface="Calibri" panose="020F0502020204030204" pitchFamily="34" charset="0"/>
                <a:ea typeface="Calibri" panose="020F0502020204030204" pitchFamily="34" charset="0"/>
              </a:rPr>
              <a:t> </a:t>
            </a:r>
            <a:r>
              <a:rPr lang="en-US" sz="1100">
                <a:effectLst/>
                <a:latin typeface="Calibri" panose="020F0502020204030204" pitchFamily="34" charset="0"/>
                <a:ea typeface="Calibri" panose="020F0502020204030204" pitchFamily="34" charset="0"/>
              </a:rPr>
              <a:t>are</a:t>
            </a:r>
            <a:r>
              <a:rPr lang="en-US" sz="1100" spc="-15">
                <a:effectLst/>
                <a:latin typeface="Calibri" panose="020F0502020204030204" pitchFamily="34" charset="0"/>
                <a:ea typeface="Calibri" panose="020F0502020204030204" pitchFamily="34" charset="0"/>
              </a:rPr>
              <a:t> </a:t>
            </a:r>
            <a:r>
              <a:rPr lang="en-US" sz="1100">
                <a:effectLst/>
                <a:latin typeface="Calibri" panose="020F0502020204030204" pitchFamily="34" charset="0"/>
                <a:ea typeface="Calibri" panose="020F0502020204030204" pitchFamily="34" charset="0"/>
              </a:rPr>
              <a:t>to:</a:t>
            </a:r>
          </a:p>
          <a:p>
            <a:pPr marL="0" marR="0" lvl="0" indent="0" algn="l" defTabSz="457200" rtl="0" eaLnBrk="1" fontAlgn="auto" latinLnBrk="0" hangingPunct="1">
              <a:lnSpc>
                <a:spcPct val="100000"/>
              </a:lnSpc>
              <a:spcBef>
                <a:spcPts val="20"/>
              </a:spcBef>
              <a:spcAft>
                <a:spcPts val="0"/>
              </a:spcAft>
              <a:buClrTx/>
              <a:buSzTx/>
              <a:buFont typeface="Arial" panose="020B0604020202020204" pitchFamily="34" charset="0"/>
              <a:buNone/>
              <a:tabLst/>
              <a:defRPr/>
            </a:pPr>
            <a:r>
              <a:rPr lang="en-US" sz="1100" kern="1200">
                <a:solidFill>
                  <a:schemeClr val="tx1"/>
                </a:solidFill>
                <a:effectLst/>
                <a:latin typeface="Calibri" panose="020F0502020204030204" pitchFamily="34" charset="0"/>
                <a:ea typeface="+mn-ea"/>
                <a:cs typeface="+mn-cs"/>
              </a:rPr>
              <a:t> </a:t>
            </a:r>
          </a:p>
          <a:p>
            <a:pPr marL="171450" marR="0" lvl="0" indent="-171450" algn="l" defTabSz="457200" rtl="0" eaLnBrk="1" fontAlgn="auto" latinLnBrk="0" hangingPunct="1">
              <a:lnSpc>
                <a:spcPct val="100000"/>
              </a:lnSpc>
              <a:spcBef>
                <a:spcPts val="20"/>
              </a:spcBef>
              <a:spcAft>
                <a:spcPts val="0"/>
              </a:spcAft>
              <a:buClrTx/>
              <a:buSzTx/>
              <a:buFont typeface="Wingdings" panose="05000000000000000000" pitchFamily="2" charset="2"/>
              <a:buChar char="§"/>
              <a:tabLst/>
              <a:defRPr/>
            </a:pPr>
            <a:r>
              <a:rPr lang="en-US" sz="1100" kern="1200">
                <a:solidFill>
                  <a:schemeClr val="tx1"/>
                </a:solidFill>
                <a:effectLst/>
                <a:latin typeface="Calibri" panose="020F0502020204030204" pitchFamily="34" charset="0"/>
                <a:ea typeface="+mn-ea"/>
                <a:cs typeface="+mn-cs"/>
              </a:rPr>
              <a:t>Evaluate (and re-evaluate) the organization, its strategies, portfolios and relationships on a regular basis</a:t>
            </a:r>
          </a:p>
          <a:p>
            <a:pPr marL="171450" marR="0" lvl="0" indent="-171450" algn="l" defTabSz="457200" rtl="0" eaLnBrk="1" fontAlgn="auto" latinLnBrk="0" hangingPunct="1">
              <a:lnSpc>
                <a:spcPct val="100000"/>
              </a:lnSpc>
              <a:spcBef>
                <a:spcPts val="20"/>
              </a:spcBef>
              <a:spcAft>
                <a:spcPts val="0"/>
              </a:spcAft>
              <a:buClrTx/>
              <a:buSzTx/>
              <a:buFont typeface="Wingdings" panose="05000000000000000000" pitchFamily="2" charset="2"/>
              <a:buChar char="§"/>
              <a:tabLst/>
              <a:defRPr/>
            </a:pPr>
            <a:r>
              <a:rPr lang="en-US" sz="1100" kern="1200">
                <a:solidFill>
                  <a:schemeClr val="tx1"/>
                </a:solidFill>
                <a:effectLst/>
                <a:latin typeface="Calibri" panose="020F0502020204030204" pitchFamily="34" charset="0"/>
                <a:ea typeface="+mn-ea"/>
                <a:cs typeface="+mn-cs"/>
              </a:rPr>
              <a:t>Direct the strategy, associated polices and the assignment of responsibilities for executing the strategy in accordance with policy</a:t>
            </a:r>
          </a:p>
          <a:p>
            <a:pPr marL="171450" marR="0" lvl="0" indent="-171450" algn="l" defTabSz="457200" rtl="0" eaLnBrk="1" fontAlgn="auto" latinLnBrk="0" hangingPunct="1">
              <a:lnSpc>
                <a:spcPct val="100000"/>
              </a:lnSpc>
              <a:spcBef>
                <a:spcPts val="20"/>
              </a:spcBef>
              <a:spcAft>
                <a:spcPts val="0"/>
              </a:spcAft>
              <a:buClrTx/>
              <a:buSzTx/>
              <a:buFont typeface="Wingdings" panose="05000000000000000000" pitchFamily="2" charset="2"/>
              <a:buChar char="§"/>
              <a:tabLst/>
              <a:defRPr/>
            </a:pPr>
            <a:r>
              <a:rPr lang="en-US" sz="1100" kern="1200">
                <a:solidFill>
                  <a:schemeClr val="tx1"/>
                </a:solidFill>
                <a:effectLst/>
                <a:latin typeface="Calibri" panose="020F0502020204030204" pitchFamily="34" charset="0"/>
                <a:ea typeface="+mn-ea"/>
                <a:cs typeface="+mn-cs"/>
              </a:rPr>
              <a:t>Monitor (continually) the performance, practices, products and services to ensure accordance with policy and direction.</a:t>
            </a:r>
          </a:p>
          <a:p>
            <a:pPr>
              <a:spcBef>
                <a:spcPts val="15"/>
              </a:spcBef>
            </a:pPr>
            <a:endParaRPr lang="en-US" sz="800">
              <a:effectLst/>
              <a:latin typeface="Calibri" panose="020F0502020204030204" pitchFamily="34" charset="0"/>
              <a:ea typeface="Calibri" panose="020F0502020204030204" pitchFamily="34" charset="0"/>
            </a:endParaRPr>
          </a:p>
          <a:p>
            <a:pPr>
              <a:spcBef>
                <a:spcPts val="15"/>
              </a:spcBef>
            </a:pPr>
            <a:r>
              <a:rPr lang="en-US" sz="1100" b="1" u="sng">
                <a:effectLst/>
                <a:latin typeface="Calibri" panose="020F0502020204030204" pitchFamily="34" charset="0"/>
                <a:ea typeface="Calibri" panose="020F0502020204030204" pitchFamily="34" charset="0"/>
              </a:rPr>
              <a:t>Neither</a:t>
            </a:r>
            <a:r>
              <a:rPr lang="en-US" sz="1100" b="1" u="sng" spc="50">
                <a:effectLst/>
                <a:latin typeface="Calibri" panose="020F0502020204030204" pitchFamily="34" charset="0"/>
                <a:ea typeface="Calibri" panose="020F0502020204030204" pitchFamily="34" charset="0"/>
              </a:rPr>
              <a:t> </a:t>
            </a:r>
            <a:r>
              <a:rPr lang="en-US" sz="1100" b="1" u="sng">
                <a:effectLst/>
                <a:latin typeface="Calibri" panose="020F0502020204030204" pitchFamily="34" charset="0"/>
                <a:ea typeface="Calibri" panose="020F0502020204030204" pitchFamily="34" charset="0"/>
              </a:rPr>
              <a:t>the</a:t>
            </a:r>
            <a:r>
              <a:rPr lang="en-US" sz="1100" b="1" u="sng" spc="55">
                <a:effectLst/>
                <a:latin typeface="Calibri" panose="020F0502020204030204" pitchFamily="34" charset="0"/>
                <a:ea typeface="Calibri" panose="020F0502020204030204" pitchFamily="34" charset="0"/>
              </a:rPr>
              <a:t> </a:t>
            </a:r>
            <a:r>
              <a:rPr lang="en-US" sz="1100" b="1" u="sng">
                <a:effectLst/>
                <a:latin typeface="Calibri" panose="020F0502020204030204" pitchFamily="34" charset="0"/>
                <a:ea typeface="Calibri" panose="020F0502020204030204" pitchFamily="34" charset="0"/>
              </a:rPr>
              <a:t>activities</a:t>
            </a:r>
            <a:r>
              <a:rPr lang="en-US" sz="1100" b="1" u="sng" spc="50">
                <a:effectLst/>
                <a:latin typeface="Calibri" panose="020F0502020204030204" pitchFamily="34" charset="0"/>
                <a:ea typeface="Calibri" panose="020F0502020204030204" pitchFamily="34" charset="0"/>
              </a:rPr>
              <a:t> </a:t>
            </a:r>
            <a:r>
              <a:rPr lang="en-US" sz="1100" b="1" u="sng">
                <a:effectLst/>
                <a:latin typeface="Calibri" panose="020F0502020204030204" pitchFamily="34" charset="0"/>
                <a:ea typeface="Calibri" panose="020F0502020204030204" pitchFamily="34" charset="0"/>
              </a:rPr>
              <a:t>nor</a:t>
            </a:r>
            <a:r>
              <a:rPr lang="en-US" sz="1100" b="1" u="sng" spc="55">
                <a:effectLst/>
                <a:latin typeface="Calibri" panose="020F0502020204030204" pitchFamily="34" charset="0"/>
                <a:ea typeface="Calibri" panose="020F0502020204030204" pitchFamily="34" charset="0"/>
              </a:rPr>
              <a:t> </a:t>
            </a:r>
            <a:r>
              <a:rPr lang="en-US" sz="1100" b="1" u="sng">
                <a:effectLst/>
                <a:latin typeface="Calibri" panose="020F0502020204030204" pitchFamily="34" charset="0"/>
                <a:ea typeface="Calibri" panose="020F0502020204030204" pitchFamily="34" charset="0"/>
              </a:rPr>
              <a:t>any</a:t>
            </a:r>
            <a:r>
              <a:rPr lang="en-US" sz="1100" b="1" u="sng" spc="55">
                <a:effectLst/>
                <a:latin typeface="Calibri" panose="020F0502020204030204" pitchFamily="34" charset="0"/>
                <a:ea typeface="Calibri" panose="020F0502020204030204" pitchFamily="34" charset="0"/>
              </a:rPr>
              <a:t> </a:t>
            </a:r>
            <a:r>
              <a:rPr lang="en-US" sz="1100" b="1" u="sng">
                <a:effectLst/>
                <a:latin typeface="Calibri" panose="020F0502020204030204" pitchFamily="34" charset="0"/>
                <a:ea typeface="Calibri" panose="020F0502020204030204" pitchFamily="34" charset="0"/>
              </a:rPr>
              <a:t>detail</a:t>
            </a:r>
            <a:r>
              <a:rPr lang="en-US" sz="1100" b="1" u="sng" spc="50">
                <a:effectLst/>
                <a:latin typeface="Calibri" panose="020F0502020204030204" pitchFamily="34" charset="0"/>
                <a:ea typeface="Calibri" panose="020F0502020204030204" pitchFamily="34" charset="0"/>
              </a:rPr>
              <a:t> </a:t>
            </a:r>
            <a:r>
              <a:rPr lang="en-US" sz="1100" b="1" u="sng">
                <a:effectLst/>
                <a:latin typeface="Calibri" panose="020F0502020204030204" pitchFamily="34" charset="0"/>
                <a:ea typeface="Calibri" panose="020F0502020204030204" pitchFamily="34" charset="0"/>
              </a:rPr>
              <a:t>of</a:t>
            </a:r>
            <a:r>
              <a:rPr lang="en-US" sz="1100" b="1" u="sng" spc="55">
                <a:effectLst/>
                <a:latin typeface="Calibri" panose="020F0502020204030204" pitchFamily="34" charset="0"/>
                <a:ea typeface="Calibri" panose="020F0502020204030204" pitchFamily="34" charset="0"/>
              </a:rPr>
              <a:t> G</a:t>
            </a:r>
            <a:r>
              <a:rPr lang="en-US" sz="1100" b="1" u="sng">
                <a:effectLst/>
                <a:latin typeface="Calibri" panose="020F0502020204030204" pitchFamily="34" charset="0"/>
                <a:ea typeface="Calibri" panose="020F0502020204030204" pitchFamily="34" charset="0"/>
              </a:rPr>
              <a:t>overnance</a:t>
            </a:r>
            <a:r>
              <a:rPr lang="en-US" sz="1100" b="1" u="sng" spc="55">
                <a:effectLst/>
                <a:latin typeface="Calibri" panose="020F0502020204030204" pitchFamily="34" charset="0"/>
                <a:ea typeface="Calibri" panose="020F0502020204030204" pitchFamily="34" charset="0"/>
              </a:rPr>
              <a:t> </a:t>
            </a:r>
            <a:r>
              <a:rPr lang="en-US" sz="1100" b="1" u="sng">
                <a:effectLst/>
                <a:latin typeface="Calibri" panose="020F0502020204030204" pitchFamily="34" charset="0"/>
                <a:ea typeface="Calibri" panose="020F0502020204030204" pitchFamily="34" charset="0"/>
              </a:rPr>
              <a:t>is</a:t>
            </a:r>
            <a:r>
              <a:rPr lang="en-US" sz="1100" b="1" u="sng" spc="40">
                <a:effectLst/>
                <a:latin typeface="Calibri" panose="020F0502020204030204" pitchFamily="34" charset="0"/>
                <a:ea typeface="Calibri" panose="020F0502020204030204" pitchFamily="34" charset="0"/>
              </a:rPr>
              <a:t> </a:t>
            </a:r>
            <a:r>
              <a:rPr lang="en-US" sz="1100" b="1" u="sng">
                <a:effectLst/>
                <a:latin typeface="Calibri" panose="020F0502020204030204" pitchFamily="34" charset="0"/>
                <a:ea typeface="Calibri" panose="020F0502020204030204" pitchFamily="34" charset="0"/>
              </a:rPr>
              <a:t>examinable</a:t>
            </a:r>
            <a:r>
              <a:rPr lang="en-US" sz="1100" b="1" u="sng" spc="55">
                <a:effectLst/>
                <a:latin typeface="Calibri" panose="020F0502020204030204" pitchFamily="34" charset="0"/>
                <a:ea typeface="Calibri" panose="020F0502020204030204" pitchFamily="34" charset="0"/>
              </a:rPr>
              <a:t> </a:t>
            </a:r>
            <a:r>
              <a:rPr lang="en-US" sz="1100" b="1" u="sng">
                <a:effectLst/>
                <a:latin typeface="Calibri" panose="020F0502020204030204" pitchFamily="34" charset="0"/>
                <a:ea typeface="Calibri" panose="020F0502020204030204" pitchFamily="34" charset="0"/>
              </a:rPr>
              <a:t>in</a:t>
            </a:r>
            <a:r>
              <a:rPr lang="en-US" sz="1100" b="1" u="sng" spc="50">
                <a:effectLst/>
                <a:latin typeface="Calibri" panose="020F0502020204030204" pitchFamily="34" charset="0"/>
                <a:ea typeface="Calibri" panose="020F0502020204030204" pitchFamily="34" charset="0"/>
              </a:rPr>
              <a:t> </a:t>
            </a:r>
            <a:r>
              <a:rPr lang="en-US" sz="1100" b="1" u="sng">
                <a:effectLst/>
                <a:latin typeface="Calibri" panose="020F0502020204030204" pitchFamily="34" charset="0"/>
                <a:ea typeface="Calibri" panose="020F0502020204030204" pitchFamily="34" charset="0"/>
              </a:rPr>
              <a:t>the</a:t>
            </a:r>
            <a:r>
              <a:rPr lang="en-US" sz="1100" b="1" u="sng" spc="55">
                <a:effectLst/>
                <a:latin typeface="Calibri" panose="020F0502020204030204" pitchFamily="34" charset="0"/>
                <a:ea typeface="Calibri" panose="020F0502020204030204" pitchFamily="34" charset="0"/>
              </a:rPr>
              <a:t> </a:t>
            </a:r>
            <a:r>
              <a:rPr lang="en-US" sz="1100" b="1" u="sng">
                <a:effectLst/>
                <a:latin typeface="Calibri" panose="020F0502020204030204" pitchFamily="34" charset="0"/>
                <a:ea typeface="Calibri" panose="020F0502020204030204" pitchFamily="34" charset="0"/>
              </a:rPr>
              <a:t>Foundation</a:t>
            </a:r>
            <a:r>
              <a:rPr lang="en-US" sz="1100" b="1" u="sng" spc="45">
                <a:effectLst/>
                <a:latin typeface="Calibri" panose="020F0502020204030204" pitchFamily="34" charset="0"/>
                <a:ea typeface="Calibri" panose="020F0502020204030204" pitchFamily="34" charset="0"/>
              </a:rPr>
              <a:t> </a:t>
            </a:r>
            <a:r>
              <a:rPr lang="en-US" sz="1100" b="1" u="sng">
                <a:effectLst/>
                <a:latin typeface="Calibri" panose="020F0502020204030204" pitchFamily="34" charset="0"/>
                <a:ea typeface="Calibri" panose="020F0502020204030204" pitchFamily="34" charset="0"/>
              </a:rPr>
              <a:t>syllabus,</a:t>
            </a:r>
            <a:r>
              <a:rPr lang="en-US" sz="1100" b="1" u="sng" spc="45">
                <a:effectLst/>
                <a:latin typeface="Calibri" panose="020F0502020204030204" pitchFamily="34" charset="0"/>
                <a:ea typeface="Calibri" panose="020F0502020204030204" pitchFamily="34" charset="0"/>
              </a:rPr>
              <a:t> </a:t>
            </a:r>
            <a:r>
              <a:rPr lang="en-US" sz="1100" b="1" u="sng">
                <a:effectLst/>
                <a:latin typeface="Calibri" panose="020F0502020204030204" pitchFamily="34" charset="0"/>
                <a:ea typeface="Calibri" panose="020F0502020204030204" pitchFamily="34" charset="0"/>
              </a:rPr>
              <a:t>only</a:t>
            </a:r>
            <a:r>
              <a:rPr lang="en-US" sz="1100" b="1" u="sng" spc="-235">
                <a:effectLst/>
                <a:latin typeface="Calibri" panose="020F0502020204030204" pitchFamily="34" charset="0"/>
                <a:ea typeface="Calibri" panose="020F0502020204030204" pitchFamily="34" charset="0"/>
              </a:rPr>
              <a:t> </a:t>
            </a:r>
            <a:r>
              <a:rPr lang="en-US" sz="1100" b="1" u="sng">
                <a:effectLst/>
                <a:latin typeface="Calibri" panose="020F0502020204030204" pitchFamily="34" charset="0"/>
                <a:ea typeface="Calibri" panose="020F0502020204030204" pitchFamily="34" charset="0"/>
              </a:rPr>
              <a:t>the fact</a:t>
            </a:r>
            <a:r>
              <a:rPr lang="en-US" sz="1100" b="1" u="sng" spc="-10">
                <a:effectLst/>
                <a:latin typeface="Calibri" panose="020F0502020204030204" pitchFamily="34" charset="0"/>
                <a:ea typeface="Calibri" panose="020F0502020204030204" pitchFamily="34" charset="0"/>
              </a:rPr>
              <a:t> </a:t>
            </a:r>
            <a:r>
              <a:rPr lang="en-US" sz="1100" b="1" u="sng">
                <a:effectLst/>
                <a:latin typeface="Calibri" panose="020F0502020204030204" pitchFamily="34" charset="0"/>
                <a:ea typeface="Calibri" panose="020F0502020204030204" pitchFamily="34" charset="0"/>
              </a:rPr>
              <a:t>that</a:t>
            </a:r>
            <a:r>
              <a:rPr lang="en-US" sz="1100" b="1" u="sng" spc="5">
                <a:effectLst/>
                <a:latin typeface="Calibri" panose="020F0502020204030204" pitchFamily="34" charset="0"/>
                <a:ea typeface="Calibri" panose="020F0502020204030204" pitchFamily="34" charset="0"/>
              </a:rPr>
              <a:t> </a:t>
            </a:r>
            <a:r>
              <a:rPr lang="en-US" sz="1100" b="1" u="sng">
                <a:effectLst/>
                <a:latin typeface="Calibri" panose="020F0502020204030204" pitchFamily="34" charset="0"/>
                <a:ea typeface="Calibri" panose="020F0502020204030204" pitchFamily="34" charset="0"/>
              </a:rPr>
              <a:t>it</a:t>
            </a:r>
            <a:r>
              <a:rPr lang="en-US" sz="1100" b="1" u="sng" spc="5">
                <a:effectLst/>
                <a:latin typeface="Calibri" panose="020F0502020204030204" pitchFamily="34" charset="0"/>
                <a:ea typeface="Calibri" panose="020F0502020204030204" pitchFamily="34" charset="0"/>
              </a:rPr>
              <a:t> </a:t>
            </a:r>
            <a:r>
              <a:rPr lang="en-US" sz="1100" b="1" u="sng">
                <a:effectLst/>
                <a:latin typeface="Calibri" panose="020F0502020204030204" pitchFamily="34" charset="0"/>
                <a:ea typeface="Calibri" panose="020F0502020204030204" pitchFamily="34" charset="0"/>
              </a:rPr>
              <a:t>is</a:t>
            </a:r>
            <a:r>
              <a:rPr lang="en-US" sz="1100" b="1" u="sng" spc="-5">
                <a:effectLst/>
                <a:latin typeface="Calibri" panose="020F0502020204030204" pitchFamily="34" charset="0"/>
                <a:ea typeface="Calibri" panose="020F0502020204030204" pitchFamily="34" charset="0"/>
              </a:rPr>
              <a:t> </a:t>
            </a:r>
            <a:r>
              <a:rPr lang="en-US" sz="1100" b="1" u="sng">
                <a:effectLst/>
                <a:latin typeface="Calibri" panose="020F0502020204030204" pitchFamily="34" charset="0"/>
                <a:ea typeface="Calibri" panose="020F0502020204030204" pitchFamily="34" charset="0"/>
              </a:rPr>
              <a:t>part</a:t>
            </a:r>
            <a:r>
              <a:rPr lang="en-US" sz="1100" b="1" u="sng" spc="-10">
                <a:effectLst/>
                <a:latin typeface="Calibri" panose="020F0502020204030204" pitchFamily="34" charset="0"/>
                <a:ea typeface="Calibri" panose="020F0502020204030204" pitchFamily="34" charset="0"/>
              </a:rPr>
              <a:t> </a:t>
            </a:r>
            <a:r>
              <a:rPr lang="en-US" sz="1100" b="1" u="sng">
                <a:effectLst/>
                <a:latin typeface="Calibri" panose="020F0502020204030204" pitchFamily="34" charset="0"/>
                <a:ea typeface="Calibri" panose="020F0502020204030204" pitchFamily="34" charset="0"/>
              </a:rPr>
              <a:t>of the</a:t>
            </a:r>
            <a:r>
              <a:rPr lang="en-US" sz="1100" b="1" u="sng" spc="5">
                <a:effectLst/>
                <a:latin typeface="Calibri" panose="020F0502020204030204" pitchFamily="34" charset="0"/>
                <a:ea typeface="Calibri" panose="020F0502020204030204" pitchFamily="34" charset="0"/>
              </a:rPr>
              <a:t> </a:t>
            </a:r>
            <a:r>
              <a:rPr lang="en-US" sz="1100" b="1" u="sng">
                <a:effectLst/>
                <a:latin typeface="Calibri" panose="020F0502020204030204" pitchFamily="34" charset="0"/>
                <a:ea typeface="Calibri" panose="020F0502020204030204" pitchFamily="34" charset="0"/>
              </a:rPr>
              <a:t>Service</a:t>
            </a:r>
            <a:r>
              <a:rPr lang="en-US" sz="1100" b="1" u="sng" spc="5">
                <a:effectLst/>
                <a:latin typeface="Calibri" panose="020F0502020204030204" pitchFamily="34" charset="0"/>
                <a:ea typeface="Calibri" panose="020F0502020204030204" pitchFamily="34" charset="0"/>
              </a:rPr>
              <a:t> </a:t>
            </a:r>
            <a:r>
              <a:rPr lang="en-US" sz="1100" b="1" u="sng">
                <a:effectLst/>
                <a:latin typeface="Calibri" panose="020F0502020204030204" pitchFamily="34" charset="0"/>
                <a:ea typeface="Calibri" panose="020F0502020204030204" pitchFamily="34" charset="0"/>
              </a:rPr>
              <a:t>Value System.</a:t>
            </a:r>
          </a:p>
          <a:p>
            <a:pPr>
              <a:spcBef>
                <a:spcPts val="10"/>
              </a:spcBef>
            </a:pPr>
            <a:r>
              <a:rPr lang="en-US" sz="1300">
                <a:effectLst/>
                <a:latin typeface="Calibri" panose="020F0502020204030204" pitchFamily="34" charset="0"/>
                <a:ea typeface="Calibri" panose="020F0502020204030204" pitchFamily="34" charset="0"/>
              </a:rPr>
              <a:t> </a:t>
            </a:r>
            <a:endParaRPr lang="en-US" sz="1100">
              <a:effectLst/>
              <a:latin typeface="Calibri" panose="020F0502020204030204" pitchFamily="34" charset="0"/>
              <a:ea typeface="Calibri" panose="020F0502020204030204" pitchFamily="34" charset="0"/>
            </a:endParaRPr>
          </a:p>
          <a:p>
            <a:endParaRPr lang="en-GB"/>
          </a:p>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972678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a:t>The term “</a:t>
            </a:r>
            <a:r>
              <a:rPr lang="en-US" b="1"/>
              <a:t>Practice</a:t>
            </a:r>
            <a:r>
              <a:rPr lang="en-US"/>
              <a:t>” refers to:</a:t>
            </a:r>
          </a:p>
          <a:p>
            <a:pPr marL="171450" marR="0" lvl="0" indent="-171450" algn="l" defTabSz="457200" rtl="0" eaLnBrk="1" fontAlgn="auto" latinLnBrk="0" hangingPunct="1">
              <a:lnSpc>
                <a:spcPct val="100000"/>
              </a:lnSpc>
              <a:spcBef>
                <a:spcPts val="20"/>
              </a:spcBef>
              <a:spcAft>
                <a:spcPts val="0"/>
              </a:spcAft>
              <a:buClrTx/>
              <a:buSzTx/>
              <a:buFont typeface="Arial" panose="020B0604020202020204" pitchFamily="34" charset="0"/>
              <a:buChar char="•"/>
              <a:tabLst/>
              <a:defRPr/>
            </a:pPr>
            <a:endParaRPr lang="en-US" sz="1100" kern="1200">
              <a:solidFill>
                <a:schemeClr val="tx1"/>
              </a:solidFill>
              <a:effectLst/>
              <a:latin typeface="Calibri" panose="020F0502020204030204" pitchFamily="34" charset="0"/>
              <a:ea typeface="+mn-ea"/>
              <a:cs typeface="+mn-cs"/>
            </a:endParaRPr>
          </a:p>
          <a:p>
            <a:pPr marL="171450" marR="0" lvl="0" indent="-171450" algn="l" defTabSz="457200" rtl="0" eaLnBrk="1" fontAlgn="auto" latinLnBrk="0" hangingPunct="1">
              <a:lnSpc>
                <a:spcPct val="100000"/>
              </a:lnSpc>
              <a:spcBef>
                <a:spcPts val="20"/>
              </a:spcBef>
              <a:spcAft>
                <a:spcPts val="0"/>
              </a:spcAft>
              <a:buClrTx/>
              <a:buSzTx/>
              <a:buFont typeface="Wingdings" panose="05000000000000000000" pitchFamily="2" charset="2"/>
              <a:buChar char="§"/>
              <a:tabLst/>
              <a:defRPr/>
            </a:pPr>
            <a:r>
              <a:rPr lang="en-US" sz="1100" kern="1200">
                <a:solidFill>
                  <a:schemeClr val="tx1"/>
                </a:solidFill>
                <a:effectLst/>
                <a:latin typeface="Calibri" panose="020F0502020204030204" pitchFamily="34" charset="0"/>
                <a:ea typeface="+mn-ea"/>
                <a:cs typeface="+mn-cs"/>
              </a:rPr>
              <a:t>The actual application or use of a plan or method, as opposed to the theories relating to it</a:t>
            </a:r>
          </a:p>
          <a:p>
            <a:pPr marL="171450" marR="0" lvl="0" indent="-171450" algn="l" defTabSz="457200" rtl="0" eaLnBrk="1" fontAlgn="auto" latinLnBrk="0" hangingPunct="1">
              <a:lnSpc>
                <a:spcPct val="100000"/>
              </a:lnSpc>
              <a:spcBef>
                <a:spcPts val="20"/>
              </a:spcBef>
              <a:spcAft>
                <a:spcPts val="0"/>
              </a:spcAft>
              <a:buClrTx/>
              <a:buSzTx/>
              <a:buFont typeface="Wingdings" panose="05000000000000000000" pitchFamily="2" charset="2"/>
              <a:buChar char="§"/>
              <a:tabLst/>
              <a:defRPr/>
            </a:pPr>
            <a:r>
              <a:rPr lang="en-US" sz="1100" kern="1200">
                <a:solidFill>
                  <a:schemeClr val="tx1"/>
                </a:solidFill>
                <a:effectLst/>
                <a:latin typeface="Calibri" panose="020F0502020204030204" pitchFamily="34" charset="0"/>
                <a:ea typeface="+mn-ea"/>
                <a:cs typeface="+mn-cs"/>
              </a:rPr>
              <a:t>The customary or expected procedure or way of doing something.</a:t>
            </a:r>
          </a:p>
          <a:p>
            <a:endParaRPr lang="en-US"/>
          </a:p>
          <a:p>
            <a:r>
              <a:rPr lang="en-US"/>
              <a:t>ITIL 4 defines a series of useful practices that each include processes, roles and functional units of organization.</a:t>
            </a:r>
          </a:p>
          <a:p>
            <a:endParaRPr lang="en-US"/>
          </a:p>
          <a:p>
            <a:r>
              <a:rPr lang="en-US" b="1" u="sng"/>
              <a:t>There are 34 Practices defined in ITIL 4, of which 15 have any relevance for this syllabus. The relevant practices are described in detail later in this course. Remember that </a:t>
            </a:r>
            <a:r>
              <a:rPr lang="it-IT" sz="1200" b="1" u="sng" kern="0" err="1">
                <a:solidFill>
                  <a:srgbClr val="0C2340"/>
                </a:solidFill>
                <a:latin typeface="Arial Narrow" panose="020B0606020202030204" pitchFamily="34" charset="0"/>
              </a:rPr>
              <a:t>Continual</a:t>
            </a:r>
            <a:r>
              <a:rPr lang="it-IT" sz="1200" b="1" u="sng" kern="0">
                <a:solidFill>
                  <a:srgbClr val="0C2340"/>
                </a:solidFill>
                <a:latin typeface="Arial Narrow" panose="020B0606020202030204" pitchFamily="34" charset="0"/>
              </a:rPr>
              <a:t> </a:t>
            </a:r>
            <a:r>
              <a:rPr lang="it-IT" sz="1200" b="1" u="sng" kern="0" err="1">
                <a:solidFill>
                  <a:srgbClr val="0C2340"/>
                </a:solidFill>
                <a:latin typeface="Arial Narrow" panose="020B0606020202030204" pitchFamily="34" charset="0"/>
              </a:rPr>
              <a:t>Improvement</a:t>
            </a:r>
            <a:r>
              <a:rPr lang="it-IT" sz="1200" b="1" u="sng" kern="0">
                <a:solidFill>
                  <a:srgbClr val="0C2340"/>
                </a:solidFill>
                <a:latin typeface="Arial Narrow" panose="020B0606020202030204" pitchFamily="34" charset="0"/>
              </a:rPr>
              <a:t> </a:t>
            </a:r>
            <a:r>
              <a:rPr lang="en-US" b="1" u="sng"/>
              <a:t>, another element of the SVS already mentioned, is also a Practice in its own right and will be explained later.</a:t>
            </a:r>
          </a:p>
          <a:p>
            <a:endParaRPr lang="en-US"/>
          </a:p>
          <a:p>
            <a:r>
              <a:rPr lang="en-US"/>
              <a:t>The </a:t>
            </a:r>
            <a:r>
              <a:rPr lang="it-IT" b="1">
                <a:latin typeface="Arial Narrow" panose="020B0606020202030204" pitchFamily="34" charset="0"/>
              </a:rPr>
              <a:t>Service Value Chain </a:t>
            </a:r>
            <a:r>
              <a:rPr lang="en-US"/>
              <a:t>is at the heart of ITIL 4 and therefore at the heart of the SVS.</a:t>
            </a:r>
          </a:p>
          <a:p>
            <a:r>
              <a:rPr lang="en-US"/>
              <a:t>The </a:t>
            </a:r>
            <a:r>
              <a:rPr lang="it-IT" b="1">
                <a:latin typeface="Arial Narrow" panose="020B0606020202030204" pitchFamily="34" charset="0"/>
              </a:rPr>
              <a:t>Service Value Chain </a:t>
            </a:r>
            <a:r>
              <a:rPr lang="en-US"/>
              <a:t>provides logical groupings of activities or types of activities through which a new or changing service will always have to progress.</a:t>
            </a:r>
          </a:p>
          <a:p>
            <a:endParaRPr lang="en-US"/>
          </a:p>
          <a:p>
            <a:r>
              <a:rPr lang="en-US"/>
              <a:t>This approach helps to manage expectations of what will be done and when and helps to ensure that everything is done as it should be in order to deliver true value to the service consumer.</a:t>
            </a:r>
          </a:p>
          <a:p>
            <a:endParaRPr lang="en-US"/>
          </a:p>
          <a:p>
            <a:r>
              <a:rPr lang="en-US"/>
              <a:t>If you are familiar with earlier versions of ITIL, you may well be expecting to see a lifecycle in ITIL 4.</a:t>
            </a:r>
          </a:p>
          <a:p>
            <a:r>
              <a:rPr lang="en-US" sz="1800">
                <a:effectLst/>
                <a:latin typeface="Calibri" panose="020F0502020204030204" pitchFamily="34" charset="0"/>
                <a:ea typeface="Calibri" panose="020F0502020204030204" pitchFamily="34" charset="0"/>
              </a:rPr>
              <a:t> </a:t>
            </a:r>
          </a:p>
          <a:p>
            <a:pPr>
              <a:spcBef>
                <a:spcPts val="45"/>
              </a:spcBef>
            </a:pPr>
            <a:r>
              <a:rPr lang="en-US" sz="1800">
                <a:effectLst/>
                <a:latin typeface="Calibri" panose="020F0502020204030204" pitchFamily="34" charset="0"/>
                <a:ea typeface="Calibri" panose="020F0502020204030204" pitchFamily="34" charset="0"/>
              </a:rPr>
              <a:t> As</a:t>
            </a:r>
            <a:r>
              <a:rPr lang="en-US" sz="1800" spc="-20">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there</a:t>
            </a:r>
            <a:r>
              <a:rPr lang="en-US" sz="1800" spc="-1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can</a:t>
            </a:r>
            <a:r>
              <a:rPr lang="en-US" sz="1800" spc="-20">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never</a:t>
            </a:r>
            <a:r>
              <a:rPr lang="en-US" sz="1800" spc="-20">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be</a:t>
            </a:r>
            <a:r>
              <a:rPr lang="en-US" sz="1800" spc="-1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a</a:t>
            </a:r>
            <a:r>
              <a:rPr lang="en-US" sz="1800" spc="-1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simple</a:t>
            </a:r>
            <a:r>
              <a:rPr lang="en-US" sz="1800" spc="-20">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ordering</a:t>
            </a:r>
            <a:r>
              <a:rPr lang="en-US" sz="1800" spc="-20">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of</a:t>
            </a:r>
            <a:r>
              <a:rPr lang="en-US" sz="1800" spc="-1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tasks</a:t>
            </a:r>
            <a:r>
              <a:rPr lang="en-US" sz="1800" spc="-1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giving</a:t>
            </a:r>
            <a:r>
              <a:rPr lang="en-US" sz="1800" spc="-3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continuous,</a:t>
            </a:r>
            <a:r>
              <a:rPr lang="en-US" sz="1800" spc="-1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logical</a:t>
            </a:r>
            <a:r>
              <a:rPr lang="en-US" sz="1800" spc="-20">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progression</a:t>
            </a:r>
            <a:r>
              <a:rPr lang="en-US" sz="1800" spc="-2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through</a:t>
            </a:r>
            <a:r>
              <a:rPr lang="en-US" sz="1800" spc="-20">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life,</a:t>
            </a:r>
            <a:r>
              <a:rPr lang="en-US" sz="1800" spc="-23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there</a:t>
            </a:r>
            <a:r>
              <a:rPr lang="en-US" sz="1800" spc="-30">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is</a:t>
            </a:r>
            <a:r>
              <a:rPr lang="en-US" sz="1800" spc="-30">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no</a:t>
            </a:r>
            <a:r>
              <a:rPr lang="en-US" sz="1800" spc="-2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lifecycle</a:t>
            </a:r>
            <a:r>
              <a:rPr lang="en-US" sz="1800" spc="-2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now</a:t>
            </a:r>
            <a:r>
              <a:rPr lang="en-US" sz="1800" spc="-2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in</a:t>
            </a:r>
            <a:r>
              <a:rPr lang="en-US" sz="1800" spc="-50">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ITIL 4.</a:t>
            </a:r>
            <a:r>
              <a:rPr lang="en-US" sz="1800" spc="190">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The</a:t>
            </a:r>
            <a:r>
              <a:rPr lang="en-US" sz="1800" spc="-25">
                <a:effectLst/>
                <a:latin typeface="Calibri" panose="020F0502020204030204" pitchFamily="34" charset="0"/>
                <a:ea typeface="Calibri" panose="020F0502020204030204" pitchFamily="34" charset="0"/>
              </a:rPr>
              <a:t> </a:t>
            </a:r>
            <a:r>
              <a:rPr lang="it-IT" sz="1800" b="1">
                <a:latin typeface="Arial Narrow" panose="020B0606020202030204" pitchFamily="34" charset="0"/>
              </a:rPr>
              <a:t>Service Value Chain</a:t>
            </a:r>
            <a:r>
              <a:rPr lang="en-US" sz="1800" spc="-30">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provides</a:t>
            </a:r>
            <a:r>
              <a:rPr lang="en-US" sz="1800" spc="-3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logical</a:t>
            </a:r>
            <a:r>
              <a:rPr lang="en-US" sz="1800" spc="-30">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groupings</a:t>
            </a:r>
            <a:r>
              <a:rPr lang="en-US" sz="1800" spc="-30">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of</a:t>
            </a:r>
            <a:r>
              <a:rPr lang="en-US" sz="1800" spc="-3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activities</a:t>
            </a:r>
            <a:r>
              <a:rPr lang="en-US" sz="1800" spc="-20">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but</a:t>
            </a:r>
            <a:r>
              <a:rPr lang="en-US" sz="1800" spc="-23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does</a:t>
            </a:r>
            <a:r>
              <a:rPr lang="en-US" sz="1800" spc="-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not</a:t>
            </a:r>
            <a:r>
              <a:rPr lang="en-US" sz="1800" spc="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impose</a:t>
            </a:r>
            <a:r>
              <a:rPr lang="en-US" sz="1800" spc="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an</a:t>
            </a:r>
            <a:r>
              <a:rPr lang="en-US" sz="1800" spc="-1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ordering. It is therefore</a:t>
            </a:r>
            <a:r>
              <a:rPr lang="en-US" sz="1800" spc="-5">
                <a:effectLst/>
                <a:latin typeface="Calibri" panose="020F0502020204030204" pitchFamily="34" charset="0"/>
                <a:ea typeface="Calibri" panose="020F0502020204030204" pitchFamily="34" charset="0"/>
              </a:rPr>
              <a:t> </a:t>
            </a:r>
            <a:r>
              <a:rPr lang="en-US" sz="1800" i="1">
                <a:effectLst/>
                <a:latin typeface="Calibri" panose="020F0502020204030204" pitchFamily="34" charset="0"/>
                <a:ea typeface="Calibri" panose="020F0502020204030204" pitchFamily="34" charset="0"/>
              </a:rPr>
              <a:t>not</a:t>
            </a:r>
            <a:r>
              <a:rPr lang="en-US" sz="1800" i="1" spc="5">
                <a:effectLst/>
                <a:latin typeface="Calibri" panose="020F0502020204030204" pitchFamily="34" charset="0"/>
                <a:ea typeface="Calibri" panose="020F0502020204030204" pitchFamily="34" charset="0"/>
              </a:rPr>
              <a:t> </a:t>
            </a:r>
            <a:r>
              <a:rPr lang="en-US" sz="1800">
                <a:effectLst/>
                <a:latin typeface="Calibri" panose="020F0502020204030204" pitchFamily="34" charset="0"/>
                <a:ea typeface="Calibri" panose="020F0502020204030204" pitchFamily="34" charset="0"/>
              </a:rPr>
              <a:t>a lifecycle.</a:t>
            </a:r>
          </a:p>
          <a:p>
            <a:endParaRPr lang="en-GB"/>
          </a:p>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248522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marL="0" marR="372745" algn="l" defTabSz="457200" rtl="0" eaLnBrk="1" latinLnBrk="0" hangingPunct="1">
              <a:spcBef>
                <a:spcPts val="280"/>
              </a:spcBef>
              <a:spcAft>
                <a:spcPts val="0"/>
              </a:spcAft>
            </a:pPr>
            <a:r>
              <a:rPr lang="en-US" sz="1200" kern="1200">
                <a:solidFill>
                  <a:schemeClr val="tx1"/>
                </a:solidFill>
                <a:latin typeface="Arial"/>
                <a:ea typeface="+mn-ea"/>
                <a:cs typeface="+mn-cs"/>
              </a:rPr>
              <a:t>The </a:t>
            </a:r>
            <a:r>
              <a:rPr lang="it-IT" b="1">
                <a:latin typeface="Arial Narrow" panose="020B0606020202030204" pitchFamily="34" charset="0"/>
              </a:rPr>
              <a:t>Service Value Chain </a:t>
            </a:r>
            <a:r>
              <a:rPr lang="en-US" sz="1200" kern="1200">
                <a:solidFill>
                  <a:schemeClr val="tx1"/>
                </a:solidFill>
                <a:latin typeface="Arial"/>
                <a:ea typeface="+mn-ea"/>
                <a:cs typeface="+mn-cs"/>
              </a:rPr>
              <a:t>defines a set of what are referred to as “activities” that are at the heart of the </a:t>
            </a:r>
            <a:r>
              <a:rPr lang="it-IT" b="1">
                <a:latin typeface="Arial Narrow" panose="020B0606020202030204" pitchFamily="34" charset="0"/>
              </a:rPr>
              <a:t>Service Value System</a:t>
            </a:r>
            <a:r>
              <a:rPr lang="en-US" sz="1200" kern="1200">
                <a:solidFill>
                  <a:schemeClr val="tx1"/>
                </a:solidFill>
                <a:latin typeface="Arial"/>
                <a:ea typeface="+mn-ea"/>
                <a:cs typeface="+mn-cs"/>
              </a:rPr>
              <a:t>. This chapter addresses the </a:t>
            </a:r>
            <a:r>
              <a:rPr lang="it-IT" b="1">
                <a:latin typeface="Arial Narrow" panose="020B0606020202030204" pitchFamily="34" charset="0"/>
              </a:rPr>
              <a:t>Service Value Chain </a:t>
            </a:r>
            <a:r>
              <a:rPr lang="en-US" sz="1200" kern="1200">
                <a:solidFill>
                  <a:schemeClr val="tx1"/>
                </a:solidFill>
                <a:latin typeface="Arial"/>
                <a:ea typeface="+mn-ea"/>
                <a:cs typeface="+mn-cs"/>
              </a:rPr>
              <a:t>as a part of the SVS.</a:t>
            </a:r>
          </a:p>
          <a:p>
            <a:pPr marL="0" algn="l" defTabSz="457200" rtl="0" eaLnBrk="1" latinLnBrk="0" hangingPunct="1">
              <a:spcBef>
                <a:spcPts val="25"/>
              </a:spcBef>
            </a:pPr>
            <a:r>
              <a:rPr lang="en-US" sz="1200" kern="1200">
                <a:solidFill>
                  <a:schemeClr val="tx1"/>
                </a:solidFill>
                <a:latin typeface="Arial"/>
                <a:ea typeface="+mn-ea"/>
                <a:cs typeface="+mn-cs"/>
              </a:rPr>
              <a:t> </a:t>
            </a:r>
          </a:p>
          <a:p>
            <a:pPr marL="0" marR="374015" algn="l" defTabSz="457200" rtl="0" eaLnBrk="1" latinLnBrk="0" hangingPunct="1">
              <a:spcAft>
                <a:spcPts val="0"/>
              </a:spcAft>
            </a:pPr>
            <a:r>
              <a:rPr lang="en-US" sz="1200" kern="1200">
                <a:solidFill>
                  <a:schemeClr val="tx1"/>
                </a:solidFill>
                <a:latin typeface="Arial"/>
                <a:ea typeface="+mn-ea"/>
                <a:cs typeface="+mn-cs"/>
              </a:rPr>
              <a:t>It is important to note from the start that the </a:t>
            </a:r>
            <a:r>
              <a:rPr lang="it-IT" b="1">
                <a:latin typeface="Arial Narrow" panose="020B0606020202030204" pitchFamily="34" charset="0"/>
              </a:rPr>
              <a:t>Service Value Chain </a:t>
            </a:r>
            <a:r>
              <a:rPr lang="en-US" sz="1200" kern="1200">
                <a:solidFill>
                  <a:schemeClr val="tx1"/>
                </a:solidFill>
                <a:latin typeface="Arial"/>
                <a:ea typeface="+mn-ea"/>
                <a:cs typeface="+mn-cs"/>
              </a:rPr>
              <a:t>does not represent a lifecycle nor a sequence of activities, but rather a set of areas where Practices may be useful.</a:t>
            </a:r>
          </a:p>
          <a:p>
            <a:pPr marL="0" marR="372745" algn="l" defTabSz="457200" rtl="0" eaLnBrk="1" latinLnBrk="0" hangingPunct="1">
              <a:spcBef>
                <a:spcPts val="280"/>
              </a:spcBef>
              <a:spcAft>
                <a:spcPts val="0"/>
              </a:spcAft>
            </a:pPr>
            <a:r>
              <a:rPr lang="en-US" sz="1200" kern="1200">
                <a:solidFill>
                  <a:schemeClr val="tx1"/>
                </a:solidFill>
                <a:latin typeface="Arial"/>
                <a:ea typeface="+mn-ea"/>
                <a:cs typeface="+mn-cs"/>
              </a:rPr>
              <a:t>The SVS provides a framework for IT Service Management. It covers everything in IT Service Management, from basic principles through defining appropriate Practices and controls</a:t>
            </a:r>
          </a:p>
          <a:p>
            <a:pPr marL="0" algn="l" defTabSz="457200" rtl="0" eaLnBrk="1" latinLnBrk="0" hangingPunct="1">
              <a:spcBef>
                <a:spcPts val="25"/>
              </a:spcBef>
            </a:pPr>
            <a:r>
              <a:rPr lang="en-US" sz="1200" kern="1200">
                <a:solidFill>
                  <a:schemeClr val="tx1"/>
                </a:solidFill>
                <a:latin typeface="Arial"/>
                <a:ea typeface="+mn-ea"/>
                <a:cs typeface="+mn-cs"/>
              </a:rPr>
              <a:t> </a:t>
            </a:r>
          </a:p>
          <a:p>
            <a:pPr marL="0" marR="373380" algn="l" defTabSz="457200" rtl="0" eaLnBrk="1" latinLnBrk="0" hangingPunct="1">
              <a:spcAft>
                <a:spcPts val="0"/>
              </a:spcAft>
            </a:pPr>
            <a:r>
              <a:rPr lang="en-US" sz="1200" kern="1200">
                <a:solidFill>
                  <a:schemeClr val="tx1"/>
                </a:solidFill>
                <a:latin typeface="Arial"/>
                <a:ea typeface="+mn-ea"/>
                <a:cs typeface="+mn-cs"/>
              </a:rPr>
              <a:t>The </a:t>
            </a:r>
            <a:r>
              <a:rPr lang="it-IT" b="1">
                <a:latin typeface="Arial Narrow" panose="020B0606020202030204" pitchFamily="34" charset="0"/>
              </a:rPr>
              <a:t>Service Value Chain </a:t>
            </a:r>
            <a:r>
              <a:rPr lang="en-US" sz="1200" kern="1200">
                <a:solidFill>
                  <a:schemeClr val="tx1"/>
                </a:solidFill>
                <a:latin typeface="Arial"/>
                <a:ea typeface="+mn-ea"/>
                <a:cs typeface="+mn-cs"/>
              </a:rPr>
              <a:t>is at the heart of the SVS and describes a structure for providing products and services that meet business needs. It enables relevant Practices to be considered by major purpose rather than by timeliness as would be shown in a lifecycle.</a:t>
            </a:r>
          </a:p>
          <a:p>
            <a:pPr marL="0" algn="l" defTabSz="457200" rtl="0" eaLnBrk="1" latinLnBrk="0" hangingPunct="1">
              <a:spcBef>
                <a:spcPts val="20"/>
              </a:spcBef>
            </a:pPr>
            <a:r>
              <a:rPr lang="en-US" sz="1200" kern="1200">
                <a:solidFill>
                  <a:schemeClr val="tx1"/>
                </a:solidFill>
                <a:latin typeface="Arial"/>
                <a:ea typeface="+mn-ea"/>
                <a:cs typeface="+mn-cs"/>
              </a:rPr>
              <a:t> </a:t>
            </a:r>
          </a:p>
          <a:p>
            <a:pPr marL="0" marR="374015" algn="l" defTabSz="457200" rtl="0" eaLnBrk="1" latinLnBrk="0" hangingPunct="1">
              <a:lnSpc>
                <a:spcPct val="113000"/>
              </a:lnSpc>
              <a:spcAft>
                <a:spcPts val="0"/>
              </a:spcAft>
            </a:pPr>
            <a:r>
              <a:rPr lang="en-US" sz="1200" kern="1200">
                <a:solidFill>
                  <a:schemeClr val="tx1"/>
                </a:solidFill>
                <a:latin typeface="Arial"/>
                <a:ea typeface="+mn-ea"/>
                <a:cs typeface="+mn-cs"/>
              </a:rPr>
              <a:t>The </a:t>
            </a:r>
            <a:r>
              <a:rPr lang="it-IT" b="1">
                <a:latin typeface="Arial Narrow" panose="020B0606020202030204" pitchFamily="34" charset="0"/>
              </a:rPr>
              <a:t>Service Value Chain </a:t>
            </a:r>
            <a:r>
              <a:rPr lang="en-US" sz="1200" kern="1200">
                <a:solidFill>
                  <a:schemeClr val="tx1"/>
                </a:solidFill>
                <a:latin typeface="Arial"/>
                <a:ea typeface="+mn-ea"/>
                <a:cs typeface="+mn-cs"/>
              </a:rPr>
              <a:t>by understanding demand and ends by providing products and services. The products and services facilitate value for the customer.</a:t>
            </a:r>
          </a:p>
          <a:p>
            <a:pPr marL="0" algn="l" defTabSz="457200" rtl="0" eaLnBrk="1" latinLnBrk="0" hangingPunct="1">
              <a:spcBef>
                <a:spcPts val="45"/>
              </a:spcBef>
            </a:pPr>
            <a:r>
              <a:rPr lang="en-US" sz="1200" kern="1200">
                <a:solidFill>
                  <a:schemeClr val="tx1"/>
                </a:solidFill>
                <a:latin typeface="Arial"/>
                <a:ea typeface="+mn-ea"/>
                <a:cs typeface="+mn-cs"/>
              </a:rPr>
              <a:t> </a:t>
            </a:r>
          </a:p>
          <a:p>
            <a:pPr marL="0" marR="372110" algn="l" defTabSz="457200" rtl="0" eaLnBrk="1" latinLnBrk="0" hangingPunct="1">
              <a:lnSpc>
                <a:spcPct val="115000"/>
              </a:lnSpc>
              <a:spcAft>
                <a:spcPts val="0"/>
              </a:spcAft>
            </a:pPr>
            <a:r>
              <a:rPr lang="en-US" sz="1200" kern="1200">
                <a:solidFill>
                  <a:schemeClr val="tx1"/>
                </a:solidFill>
                <a:latin typeface="Arial"/>
                <a:ea typeface="+mn-ea"/>
                <a:cs typeface="+mn-cs"/>
              </a:rPr>
              <a:t>In the middle, it will be necessary to communicate and understand the viewpoints and requirements of all stakeholders and to work out how to meet needs. It will also be necessary to obtain components and make them available as products and services to facilitate the outcomes required by the customer.</a:t>
            </a:r>
          </a:p>
          <a:p>
            <a:pPr marL="0" algn="l" defTabSz="457200" rtl="0" eaLnBrk="1" latinLnBrk="0" hangingPunct="1">
              <a:spcBef>
                <a:spcPts val="30"/>
              </a:spcBef>
            </a:pPr>
            <a:r>
              <a:rPr lang="en-US" sz="1200" kern="1200">
                <a:solidFill>
                  <a:schemeClr val="tx1"/>
                </a:solidFill>
                <a:latin typeface="Arial"/>
                <a:ea typeface="+mn-ea"/>
                <a:cs typeface="+mn-cs"/>
              </a:rPr>
              <a:t> </a:t>
            </a:r>
          </a:p>
          <a:p>
            <a:pPr marL="0" marR="374650" algn="l" defTabSz="457200" rtl="0" eaLnBrk="1" latinLnBrk="0" hangingPunct="1">
              <a:lnSpc>
                <a:spcPct val="115000"/>
              </a:lnSpc>
              <a:spcAft>
                <a:spcPts val="0"/>
              </a:spcAft>
            </a:pPr>
            <a:r>
              <a:rPr lang="en-US" sz="1200" kern="1200">
                <a:solidFill>
                  <a:schemeClr val="tx1"/>
                </a:solidFill>
                <a:latin typeface="Arial"/>
                <a:ea typeface="+mn-ea"/>
                <a:cs typeface="+mn-cs"/>
              </a:rPr>
              <a:t>All of these elements will be planned prior to execution and will be reviewed and improved on a regular basis.</a:t>
            </a:r>
          </a:p>
          <a:p>
            <a:pPr marL="202565" marR="374015" algn="just">
              <a:spcAft>
                <a:spcPts val="0"/>
              </a:spcAft>
            </a:pPr>
            <a:endParaRPr lang="en-US" sz="1200">
              <a:effectLst/>
              <a:latin typeface="Calibri" panose="020F0502020204030204" pitchFamily="34" charset="0"/>
              <a:ea typeface="Calibri" panose="020F0502020204030204" pitchFamily="34" charset="0"/>
            </a:endParaRPr>
          </a:p>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013476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l" defTabSz="457200" rtl="0" eaLnBrk="1" latinLnBrk="0" hangingPunct="1">
              <a:spcBef>
                <a:spcPts val="250"/>
              </a:spcBef>
              <a:spcAft>
                <a:spcPts val="0"/>
              </a:spcAft>
            </a:pPr>
            <a:r>
              <a:rPr lang="en-US" sz="1200" kern="1200">
                <a:solidFill>
                  <a:schemeClr val="tx1"/>
                </a:solidFill>
                <a:latin typeface="Arial"/>
                <a:ea typeface="+mn-ea"/>
                <a:cs typeface="+mn-cs"/>
              </a:rPr>
              <a:t>The value chain activities build onto the model described in the next slides.</a:t>
            </a:r>
          </a:p>
          <a:p>
            <a:pPr marL="0" algn="l" defTabSz="457200" rtl="0" eaLnBrk="1" latinLnBrk="0" hangingPunct="1">
              <a:spcBef>
                <a:spcPts val="250"/>
              </a:spcBef>
              <a:spcAft>
                <a:spcPts val="0"/>
              </a:spcAft>
            </a:pPr>
            <a:endParaRPr lang="en-US" sz="1200" kern="1200">
              <a:solidFill>
                <a:schemeClr val="tx1"/>
              </a:solidFill>
              <a:latin typeface="Arial"/>
              <a:ea typeface="+mn-ea"/>
              <a:cs typeface="+mn-cs"/>
            </a:endParaRPr>
          </a:p>
          <a:p>
            <a:pPr marL="0" algn="l" defTabSz="457200" rtl="0" eaLnBrk="1" latinLnBrk="0" hangingPunct="1">
              <a:spcBef>
                <a:spcPts val="250"/>
              </a:spcBef>
              <a:spcAft>
                <a:spcPts val="0"/>
              </a:spcAft>
            </a:pPr>
            <a:r>
              <a:rPr lang="en-US" sz="1200" b="1" u="sng" kern="1200">
                <a:solidFill>
                  <a:schemeClr val="tx1"/>
                </a:solidFill>
                <a:latin typeface="Arial"/>
                <a:ea typeface="+mn-ea"/>
                <a:cs typeface="+mn-cs"/>
              </a:rPr>
              <a:t>The main requirement for the examination concerning activities is that you know the purpose of each activity.</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9152110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l" defTabSz="457200" rtl="0" eaLnBrk="1" latinLnBrk="0" hangingPunct="1">
              <a:spcBef>
                <a:spcPts val="250"/>
              </a:spcBef>
              <a:spcAft>
                <a:spcPts val="0"/>
              </a:spcAft>
            </a:pPr>
            <a:endParaRPr lang="en-US" sz="1200" kern="1200">
              <a:solidFill>
                <a:schemeClr val="tx1"/>
              </a:solidFill>
              <a:latin typeface="Arial"/>
              <a:ea typeface="+mn-ea"/>
              <a:cs typeface="+mn-cs"/>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387905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37</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467749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38</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91218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marL="0" marR="373380" algn="l" defTabSz="457200" rtl="0" eaLnBrk="1" latinLnBrk="0" hangingPunct="1">
              <a:spcBef>
                <a:spcPts val="285"/>
              </a:spcBef>
              <a:spcAft>
                <a:spcPts val="0"/>
              </a:spcAft>
            </a:pPr>
            <a:r>
              <a:rPr lang="en-US" sz="1200" b="1" kern="1200">
                <a:solidFill>
                  <a:schemeClr val="tx1"/>
                </a:solidFill>
                <a:latin typeface="Arial"/>
                <a:ea typeface="+mn-ea"/>
                <a:cs typeface="+mn-cs"/>
              </a:rPr>
              <a:t>Value streams &amp; Processes </a:t>
            </a:r>
            <a:r>
              <a:rPr lang="en-US" sz="1200" kern="1200">
                <a:solidFill>
                  <a:schemeClr val="tx1"/>
                </a:solidFill>
                <a:latin typeface="Arial"/>
                <a:ea typeface="+mn-ea"/>
                <a:cs typeface="+mn-cs"/>
              </a:rPr>
              <a:t>are the fourth dimension of IT Service Management. A value stream is a series of steps that an organization undertakes to create and deliver products and services to consumers. These value stream will be executed by people filling roles and may comprise sets of disparate actions or more formal groupings of actions into processes</a:t>
            </a:r>
          </a:p>
          <a:p>
            <a:pPr marL="0" marR="373380" algn="l" defTabSz="457200" rtl="0" eaLnBrk="1" latinLnBrk="0" hangingPunct="1">
              <a:spcBef>
                <a:spcPts val="285"/>
              </a:spcBef>
              <a:spcAft>
                <a:spcPts val="0"/>
              </a:spcAft>
            </a:pPr>
            <a:endParaRPr lang="en-US" sz="1200" kern="1200">
              <a:solidFill>
                <a:schemeClr val="tx1"/>
              </a:solidFill>
              <a:latin typeface="Arial"/>
              <a:ea typeface="+mn-ea"/>
              <a:cs typeface="+mn-cs"/>
            </a:endParaRPr>
          </a:p>
          <a:p>
            <a:pPr marL="0" marR="373380" algn="l" defTabSz="457200" rtl="0" eaLnBrk="1" latinLnBrk="0" hangingPunct="1">
              <a:spcBef>
                <a:spcPts val="285"/>
              </a:spcBef>
              <a:spcAft>
                <a:spcPts val="0"/>
              </a:spcAft>
            </a:pPr>
            <a:r>
              <a:rPr lang="en-US" sz="1200" kern="1200">
                <a:solidFill>
                  <a:schemeClr val="tx1"/>
                </a:solidFill>
                <a:latin typeface="Arial"/>
                <a:ea typeface="+mn-ea"/>
                <a:cs typeface="+mn-cs"/>
              </a:rPr>
              <a:t>For example, you may take some actions to design a new component, or you may follow a formal service design process. If following a formal process, there will be a formal structure of people, roles and functional units of organizations involved (such as sign-off by technical architecture team). A process, with its associated roles and organizational functions is what ITIL 4 terms a “Practice”. Practices are explained in chapter 4</a:t>
            </a:r>
          </a:p>
          <a:p>
            <a:pPr marL="0" marR="373380" algn="l" defTabSz="457200" rtl="0" eaLnBrk="1" latinLnBrk="0" hangingPunct="1">
              <a:spcBef>
                <a:spcPts val="285"/>
              </a:spcBef>
              <a:spcAft>
                <a:spcPts val="0"/>
              </a:spcAft>
            </a:pPr>
            <a:endParaRPr lang="en-US" sz="1200" kern="1200">
              <a:solidFill>
                <a:schemeClr val="tx1"/>
              </a:solidFill>
              <a:latin typeface="Arial"/>
              <a:ea typeface="+mn-ea"/>
              <a:cs typeface="+mn-cs"/>
            </a:endParaRPr>
          </a:p>
          <a:p>
            <a:pPr marL="0" marR="372745" algn="l" defTabSz="457200" rtl="0" eaLnBrk="1" latinLnBrk="0" hangingPunct="1">
              <a:spcBef>
                <a:spcPts val="285"/>
              </a:spcBef>
              <a:spcAft>
                <a:spcPts val="0"/>
              </a:spcAft>
            </a:pPr>
            <a:r>
              <a:rPr lang="en-US" sz="1200" kern="1200">
                <a:solidFill>
                  <a:schemeClr val="tx1"/>
                </a:solidFill>
                <a:latin typeface="Arial"/>
                <a:ea typeface="+mn-ea"/>
                <a:cs typeface="+mn-cs"/>
              </a:rPr>
              <a:t>Steps 1 – 6 shown on this slide are the actions in a value stream to create a new service. The value stream starts with demand and ends by providing products and services which enable value co- creation. Practices to execute these actions across the </a:t>
            </a:r>
            <a:r>
              <a:rPr lang="it-IT" sz="1200" b="1" kern="1200">
                <a:solidFill>
                  <a:schemeClr val="tx1"/>
                </a:solidFill>
                <a:latin typeface="Arial"/>
                <a:ea typeface="+mn-ea"/>
                <a:cs typeface="+mn-cs"/>
              </a:rPr>
              <a:t>Service Value Chain </a:t>
            </a:r>
            <a:r>
              <a:rPr lang="en-US" sz="1200" kern="1200">
                <a:solidFill>
                  <a:schemeClr val="tx1"/>
                </a:solidFill>
                <a:latin typeface="Arial"/>
                <a:ea typeface="+mn-ea"/>
                <a:cs typeface="+mn-cs"/>
              </a:rPr>
              <a:t>will be explained in chapter 4, but may well include:</a:t>
            </a:r>
          </a:p>
          <a:p>
            <a:pPr marL="0" marR="0" lvl="0" indent="0" algn="l" defTabSz="457200" rtl="0" eaLnBrk="1" fontAlgn="auto" latinLnBrk="0" hangingPunct="1">
              <a:lnSpc>
                <a:spcPct val="100000"/>
              </a:lnSpc>
              <a:spcBef>
                <a:spcPts val="20"/>
              </a:spcBef>
              <a:spcAft>
                <a:spcPts val="0"/>
              </a:spcAft>
              <a:buClrTx/>
              <a:buSzTx/>
              <a:buFont typeface="+mj-lt"/>
              <a:buNone/>
              <a:tabLst/>
              <a:defRPr/>
            </a:pPr>
            <a:endParaRPr lang="en-US" sz="1200" kern="1200">
              <a:solidFill>
                <a:schemeClr val="tx1"/>
              </a:solidFill>
              <a:latin typeface="Arial"/>
              <a:ea typeface="+mn-ea"/>
              <a:cs typeface="+mn-cs"/>
            </a:endParaRPr>
          </a:p>
          <a:p>
            <a:pPr marL="228600" marR="0" lvl="0" indent="-228600" algn="l" defTabSz="457200" rtl="0" eaLnBrk="1" fontAlgn="auto" latinLnBrk="0" hangingPunct="1">
              <a:lnSpc>
                <a:spcPct val="100000"/>
              </a:lnSpc>
              <a:spcBef>
                <a:spcPts val="20"/>
              </a:spcBef>
              <a:spcAft>
                <a:spcPts val="0"/>
              </a:spcAft>
              <a:buClrTx/>
              <a:buSzTx/>
              <a:buFont typeface="+mj-lt"/>
              <a:buAutoNum type="arabicPeriod"/>
              <a:tabLst/>
              <a:defRPr/>
            </a:pPr>
            <a:r>
              <a:rPr lang="en-US" sz="1200" kern="1200">
                <a:solidFill>
                  <a:schemeClr val="tx1"/>
                </a:solidFill>
                <a:latin typeface="Arial"/>
                <a:ea typeface="+mn-ea"/>
                <a:cs typeface="+mn-cs"/>
              </a:rPr>
              <a:t>Business Analysis, Service Level Management, Continual Improvement, Relationship Management</a:t>
            </a:r>
          </a:p>
          <a:p>
            <a:pPr marL="228600" marR="0" lvl="0" indent="-228600" algn="l" defTabSz="457200" rtl="0" eaLnBrk="1" fontAlgn="auto" latinLnBrk="0" hangingPunct="1">
              <a:lnSpc>
                <a:spcPct val="100000"/>
              </a:lnSpc>
              <a:spcBef>
                <a:spcPts val="20"/>
              </a:spcBef>
              <a:spcAft>
                <a:spcPts val="0"/>
              </a:spcAft>
              <a:buClrTx/>
              <a:buSzTx/>
              <a:buFont typeface="+mj-lt"/>
              <a:buAutoNum type="arabicPeriod"/>
              <a:tabLst/>
              <a:defRPr/>
            </a:pPr>
            <a:r>
              <a:rPr lang="en-US" sz="1200" kern="1200">
                <a:solidFill>
                  <a:schemeClr val="tx1"/>
                </a:solidFill>
                <a:latin typeface="Arial"/>
                <a:ea typeface="+mn-ea"/>
                <a:cs typeface="+mn-cs"/>
              </a:rPr>
              <a:t>Financial Management, Risk Management, Change Enablement, Portfolio Management, Strategy Management</a:t>
            </a:r>
          </a:p>
          <a:p>
            <a:pPr marL="228600" marR="0" lvl="0" indent="-228600" algn="l" defTabSz="457200" rtl="0" eaLnBrk="1" fontAlgn="auto" latinLnBrk="0" hangingPunct="1">
              <a:lnSpc>
                <a:spcPct val="100000"/>
              </a:lnSpc>
              <a:spcBef>
                <a:spcPts val="20"/>
              </a:spcBef>
              <a:spcAft>
                <a:spcPts val="0"/>
              </a:spcAft>
              <a:buClrTx/>
              <a:buSzTx/>
              <a:buFont typeface="+mj-lt"/>
              <a:buAutoNum type="arabicPeriod"/>
              <a:tabLst/>
              <a:defRPr/>
            </a:pPr>
            <a:r>
              <a:rPr lang="en-US" sz="1200" kern="1200">
                <a:solidFill>
                  <a:schemeClr val="tx1"/>
                </a:solidFill>
                <a:latin typeface="Arial"/>
                <a:ea typeface="+mn-ea"/>
                <a:cs typeface="+mn-cs"/>
              </a:rPr>
              <a:t>Service Design, Service Level Management, Availability Management, Capacity And Performance Management, Information Security Management, Service Continuity Management</a:t>
            </a:r>
          </a:p>
          <a:p>
            <a:pPr marL="228600" marR="0" lvl="0" indent="-228600" algn="l" defTabSz="457200" rtl="0" eaLnBrk="1" fontAlgn="auto" latinLnBrk="0" hangingPunct="1">
              <a:lnSpc>
                <a:spcPct val="100000"/>
              </a:lnSpc>
              <a:spcBef>
                <a:spcPts val="20"/>
              </a:spcBef>
              <a:spcAft>
                <a:spcPts val="0"/>
              </a:spcAft>
              <a:buClrTx/>
              <a:buSzTx/>
              <a:buFont typeface="+mj-lt"/>
              <a:buAutoNum type="arabicPeriod"/>
              <a:tabLst/>
              <a:defRPr/>
            </a:pPr>
            <a:r>
              <a:rPr lang="en-US" sz="1200" kern="1200">
                <a:solidFill>
                  <a:schemeClr val="tx1"/>
                </a:solidFill>
                <a:latin typeface="Arial"/>
                <a:ea typeface="+mn-ea"/>
                <a:cs typeface="+mn-cs"/>
              </a:rPr>
              <a:t>Project Management, Software Development And Management, Infrastructure And Platform Management, Architecture Management</a:t>
            </a:r>
          </a:p>
          <a:p>
            <a:pPr marL="228600" marR="0" lvl="0" indent="-228600" algn="l" defTabSz="457200" rtl="0" eaLnBrk="1" fontAlgn="auto" latinLnBrk="0" hangingPunct="1">
              <a:lnSpc>
                <a:spcPct val="100000"/>
              </a:lnSpc>
              <a:spcBef>
                <a:spcPts val="20"/>
              </a:spcBef>
              <a:spcAft>
                <a:spcPts val="0"/>
              </a:spcAft>
              <a:buClrTx/>
              <a:buSzTx/>
              <a:buFont typeface="+mj-lt"/>
              <a:buAutoNum type="arabicPeriod"/>
              <a:tabLst/>
              <a:defRPr/>
            </a:pPr>
            <a:r>
              <a:rPr lang="en-US" sz="1200" kern="1200">
                <a:solidFill>
                  <a:schemeClr val="tx1"/>
                </a:solidFill>
                <a:latin typeface="Arial"/>
                <a:ea typeface="+mn-ea"/>
                <a:cs typeface="+mn-cs"/>
              </a:rPr>
              <a:t>Service Validation And Testing, Configuration Management, Deployment Management</a:t>
            </a:r>
          </a:p>
          <a:p>
            <a:pPr marL="228600" marR="0" lvl="0" indent="-228600" algn="l" defTabSz="457200" rtl="0" eaLnBrk="1" fontAlgn="auto" latinLnBrk="0" hangingPunct="1">
              <a:lnSpc>
                <a:spcPct val="100000"/>
              </a:lnSpc>
              <a:spcBef>
                <a:spcPts val="20"/>
              </a:spcBef>
              <a:spcAft>
                <a:spcPts val="0"/>
              </a:spcAft>
              <a:buClrTx/>
              <a:buSzTx/>
              <a:buFont typeface="+mj-lt"/>
              <a:buAutoNum type="arabicPeriod"/>
              <a:tabLst/>
              <a:defRPr/>
            </a:pPr>
            <a:r>
              <a:rPr lang="en-US" sz="1200" kern="1200">
                <a:solidFill>
                  <a:schemeClr val="tx1"/>
                </a:solidFill>
                <a:latin typeface="Arial"/>
                <a:ea typeface="+mn-ea"/>
                <a:cs typeface="+mn-cs"/>
              </a:rPr>
              <a:t>Release Management, Service Desk, Request Management, Incident Management, Problem Management</a:t>
            </a:r>
          </a:p>
          <a:p>
            <a:pPr marL="202565" marR="373380" algn="just">
              <a:spcBef>
                <a:spcPts val="285"/>
              </a:spcBef>
              <a:spcAft>
                <a:spcPts val="0"/>
              </a:spcAft>
            </a:pPr>
            <a:endParaRPr lang="en-US" sz="1200">
              <a:effectLst/>
              <a:latin typeface="Calibri" panose="020F0502020204030204" pitchFamily="34" charset="0"/>
              <a:ea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GB" sz="1200" kern="1200">
              <a:solidFill>
                <a:schemeClr val="tx1"/>
              </a:solidFill>
              <a:latin typeface="Arial"/>
              <a:ea typeface="+mn-ea"/>
              <a:cs typeface="+mn-cs"/>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39</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754672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40</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486212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41</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5312288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42</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3611550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kern="1200">
                <a:solidFill>
                  <a:schemeClr val="tx1"/>
                </a:solidFill>
                <a:effectLst/>
                <a:latin typeface="Calibri" panose="020F0502020204030204" pitchFamily="34" charset="0"/>
                <a:ea typeface="Calibri" panose="020F0502020204030204" pitchFamily="34" charset="0"/>
                <a:cs typeface="+mn-cs"/>
              </a:rPr>
              <a:t>If you have experience with earlier versions of ITIL, or with many other types of best practice, you may be familiar with the idea of “process”. This term is defined in the Oxford English Dictionary as “a series of actions towards achieving a particular end”. Whilst processes are important, a process needs someone or something to execute the actions and there will need to be clearly defined roles to be played within the context of a functional organizational unit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kern="1200">
                <a:solidFill>
                  <a:schemeClr val="tx1"/>
                </a:solidFill>
                <a:effectLst/>
                <a:latin typeface="Calibri" panose="020F0502020204030204" pitchFamily="34" charset="0"/>
                <a:ea typeface="Calibri" panose="020F0502020204030204" pitchFamily="34" charset="0"/>
                <a:cs typeface="+mn-cs"/>
              </a:rPr>
              <a:t>ITIL 4 now uses the term “Practice” to include process, roles, tools and functional organization</a:t>
            </a:r>
          </a:p>
          <a:p>
            <a:endParaRPr lang="en-GB" b="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43</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23482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algn="l" defTabSz="457200" rtl="0" eaLnBrk="1" latinLnBrk="0" hangingPunct="1">
              <a:spcBef>
                <a:spcPts val="285"/>
              </a:spcBef>
              <a:spcAft>
                <a:spcPts val="0"/>
              </a:spcAft>
            </a:pPr>
            <a:r>
              <a:rPr lang="en-US" sz="1200" kern="1200">
                <a:solidFill>
                  <a:schemeClr val="tx1"/>
                </a:solidFill>
                <a:effectLst/>
                <a:latin typeface="Calibri" panose="020F0502020204030204" pitchFamily="34" charset="0"/>
                <a:ea typeface="Calibri" panose="020F0502020204030204" pitchFamily="34" charset="0"/>
                <a:cs typeface="+mn-cs"/>
              </a:rPr>
              <a:t>The Oxford English Dictionary defines the term </a:t>
            </a:r>
            <a:r>
              <a:rPr lang="en-US" sz="1200" b="1" kern="1200">
                <a:solidFill>
                  <a:schemeClr val="tx1"/>
                </a:solidFill>
                <a:effectLst/>
                <a:latin typeface="Calibri" panose="020F0502020204030204" pitchFamily="34" charset="0"/>
                <a:ea typeface="Calibri" panose="020F0502020204030204" pitchFamily="34" charset="0"/>
                <a:cs typeface="+mn-cs"/>
              </a:rPr>
              <a:t>Practice</a:t>
            </a:r>
            <a:r>
              <a:rPr lang="en-US" sz="1200" kern="1200">
                <a:solidFill>
                  <a:schemeClr val="tx1"/>
                </a:solidFill>
                <a:effectLst/>
                <a:latin typeface="Calibri" panose="020F0502020204030204" pitchFamily="34" charset="0"/>
                <a:ea typeface="Calibri" panose="020F0502020204030204" pitchFamily="34" charset="0"/>
                <a:cs typeface="+mn-cs"/>
              </a:rPr>
              <a:t> as:</a:t>
            </a:r>
          </a:p>
          <a:p>
            <a:pPr marL="0" algn="l" defTabSz="457200" rtl="0" eaLnBrk="1" latinLnBrk="0" hangingPunct="1">
              <a:spcBef>
                <a:spcPts val="20"/>
              </a:spcBef>
            </a:pPr>
            <a:r>
              <a:rPr lang="en-US" sz="1200" kern="1200">
                <a:solidFill>
                  <a:schemeClr val="tx1"/>
                </a:solidFill>
                <a:effectLst/>
                <a:latin typeface="Calibri" panose="020F0502020204030204" pitchFamily="34" charset="0"/>
                <a:ea typeface="Calibri" panose="020F0502020204030204" pitchFamily="34" charset="0"/>
                <a:cs typeface="+mn-cs"/>
              </a:rPr>
              <a:t> </a:t>
            </a:r>
          </a:p>
          <a:p>
            <a:pPr marL="171450" lvl="2" indent="-171450" algn="l" defTabSz="457200" rtl="0" eaLnBrk="1" latinLnBrk="0" hangingPunct="1">
              <a:spcBef>
                <a:spcPts val="5"/>
              </a:spcBef>
              <a:spcAft>
                <a:spcPts val="0"/>
              </a:spcAft>
              <a:buSzPts val="1100"/>
              <a:buFont typeface="Wingdings" panose="05000000000000000000" pitchFamily="2" charset="2"/>
              <a:buChar char="§"/>
              <a:tabLst>
                <a:tab pos="660400" algn="l"/>
              </a:tabLst>
            </a:pPr>
            <a:r>
              <a:rPr lang="en-US" sz="1200" kern="1200">
                <a:solidFill>
                  <a:schemeClr val="tx1"/>
                </a:solidFill>
                <a:effectLst/>
                <a:latin typeface="Calibri" panose="020F0502020204030204" pitchFamily="34" charset="0"/>
                <a:ea typeface="Symbol" panose="05050102010706020507" pitchFamily="18" charset="2"/>
                <a:cs typeface="+mn-cs"/>
              </a:rPr>
              <a:t>The actual application or use of a plan or method, as opposed to the theories relating to it</a:t>
            </a:r>
          </a:p>
          <a:p>
            <a:pPr marL="171450" lvl="2" indent="-171450" algn="l" defTabSz="457200" rtl="0" eaLnBrk="1" latinLnBrk="0" hangingPunct="1">
              <a:spcBef>
                <a:spcPts val="5"/>
              </a:spcBef>
              <a:spcAft>
                <a:spcPts val="0"/>
              </a:spcAft>
              <a:buSzPts val="1100"/>
              <a:buFont typeface="Wingdings" panose="05000000000000000000" pitchFamily="2" charset="2"/>
              <a:buChar char="§"/>
              <a:tabLst>
                <a:tab pos="660400" algn="l"/>
              </a:tabLst>
            </a:pPr>
            <a:r>
              <a:rPr lang="en-US" sz="1200" kern="1200">
                <a:solidFill>
                  <a:schemeClr val="tx1"/>
                </a:solidFill>
                <a:effectLst/>
                <a:latin typeface="Calibri" panose="020F0502020204030204" pitchFamily="34" charset="0"/>
                <a:ea typeface="Symbol" panose="05050102010706020507" pitchFamily="18" charset="2"/>
                <a:cs typeface="+mn-cs"/>
              </a:rPr>
              <a:t>The customary or expected procedure or way of doing something</a:t>
            </a:r>
          </a:p>
          <a:p>
            <a:pPr marL="171450" lvl="2" indent="-171450" algn="l" defTabSz="457200" rtl="0" eaLnBrk="1" latinLnBrk="0" hangingPunct="1">
              <a:spcBef>
                <a:spcPts val="5"/>
              </a:spcBef>
              <a:spcAft>
                <a:spcPts val="0"/>
              </a:spcAft>
              <a:buSzPts val="1100"/>
              <a:buFont typeface="Wingdings" panose="05000000000000000000" pitchFamily="2" charset="2"/>
              <a:buChar char="§"/>
              <a:tabLst>
                <a:tab pos="660400" algn="l"/>
              </a:tabLst>
            </a:pPr>
            <a:endParaRPr lang="en-US" sz="1200" kern="1200">
              <a:solidFill>
                <a:schemeClr val="tx1"/>
              </a:solidFill>
              <a:effectLst/>
              <a:latin typeface="Calibri" panose="020F0502020204030204" pitchFamily="34" charset="0"/>
              <a:ea typeface="Symbol" panose="05050102010706020507" pitchFamily="18" charset="2"/>
              <a:cs typeface="+mn-cs"/>
            </a:endParaRPr>
          </a:p>
          <a:p>
            <a:pPr marL="0" marR="294005" algn="l" defTabSz="457200" rtl="0" eaLnBrk="1" latinLnBrk="0" hangingPunct="1">
              <a:spcBef>
                <a:spcPts val="995"/>
              </a:spcBef>
              <a:spcAft>
                <a:spcPts val="0"/>
              </a:spcAft>
            </a:pPr>
            <a:r>
              <a:rPr lang="en-US" sz="1200" kern="1200">
                <a:solidFill>
                  <a:schemeClr val="tx1"/>
                </a:solidFill>
                <a:effectLst/>
                <a:latin typeface="Calibri" panose="020F0502020204030204" pitchFamily="34" charset="0"/>
                <a:ea typeface="Calibri" panose="020F0502020204030204" pitchFamily="34" charset="0"/>
                <a:cs typeface="+mn-cs"/>
              </a:rPr>
              <a:t>A </a:t>
            </a:r>
            <a:r>
              <a:rPr lang="en-US" sz="1200" b="1" kern="1200">
                <a:solidFill>
                  <a:schemeClr val="tx1"/>
                </a:solidFill>
                <a:effectLst/>
                <a:latin typeface="Calibri" panose="020F0502020204030204" pitchFamily="34" charset="0"/>
                <a:ea typeface="Calibri" panose="020F0502020204030204" pitchFamily="34" charset="0"/>
                <a:cs typeface="+mn-cs"/>
              </a:rPr>
              <a:t>Management Practice </a:t>
            </a:r>
            <a:r>
              <a:rPr lang="en-US" sz="1200" kern="1200">
                <a:solidFill>
                  <a:schemeClr val="tx1"/>
                </a:solidFill>
                <a:effectLst/>
                <a:latin typeface="Calibri" panose="020F0502020204030204" pitchFamily="34" charset="0"/>
                <a:ea typeface="Calibri" panose="020F0502020204030204" pitchFamily="34" charset="0"/>
                <a:cs typeface="+mn-cs"/>
              </a:rPr>
              <a:t>is a set of organizational resources designed for performing work or accomplishing an objective</a:t>
            </a:r>
          </a:p>
          <a:p>
            <a:pPr marL="0" algn="l" defTabSz="457200" rtl="0" eaLnBrk="1" latinLnBrk="0" hangingPunct="1">
              <a:spcBef>
                <a:spcPts val="20"/>
              </a:spcBef>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algn="l" defTabSz="457200" rtl="0" eaLnBrk="1" latinLnBrk="0" hangingPunct="1"/>
            <a:r>
              <a:rPr lang="en-US" sz="1200" b="1" kern="1200">
                <a:solidFill>
                  <a:schemeClr val="tx1"/>
                </a:solidFill>
                <a:effectLst/>
                <a:latin typeface="Calibri" panose="020F0502020204030204" pitchFamily="34" charset="0"/>
                <a:ea typeface="Calibri" panose="020F0502020204030204" pitchFamily="34" charset="0"/>
                <a:cs typeface="+mn-cs"/>
              </a:rPr>
              <a:t>Practices</a:t>
            </a:r>
            <a:r>
              <a:rPr lang="en-US" sz="1200" kern="1200">
                <a:solidFill>
                  <a:schemeClr val="tx1"/>
                </a:solidFill>
                <a:effectLst/>
                <a:latin typeface="Calibri" panose="020F0502020204030204" pitchFamily="34" charset="0"/>
                <a:ea typeface="Calibri" panose="020F0502020204030204" pitchFamily="34" charset="0"/>
                <a:cs typeface="+mn-cs"/>
              </a:rPr>
              <a:t> have been an integral part of everything discussed so far on this course</a:t>
            </a:r>
          </a:p>
          <a:p>
            <a:pPr marL="0" algn="l" defTabSz="457200" rtl="0" eaLnBrk="1" latinLnBrk="0" hangingPunct="1">
              <a:spcBef>
                <a:spcPts val="25"/>
              </a:spcBef>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algn="l" defTabSz="457200" rtl="0" eaLnBrk="1" latinLnBrk="0" hangingPunct="1"/>
            <a:r>
              <a:rPr lang="en-US" sz="1200" kern="1200">
                <a:solidFill>
                  <a:schemeClr val="tx1"/>
                </a:solidFill>
                <a:effectLst/>
                <a:latin typeface="Calibri" panose="020F0502020204030204" pitchFamily="34" charset="0"/>
                <a:ea typeface="Calibri" panose="020F0502020204030204" pitchFamily="34" charset="0"/>
                <a:cs typeface="+mn-cs"/>
              </a:rPr>
              <a:t>The ITIL 4 </a:t>
            </a:r>
            <a:r>
              <a:rPr lang="en-US" sz="1200" b="1" kern="1200">
                <a:solidFill>
                  <a:schemeClr val="tx1"/>
                </a:solidFill>
                <a:effectLst/>
                <a:latin typeface="Calibri" panose="020F0502020204030204" pitchFamily="34" charset="0"/>
                <a:ea typeface="Calibri" panose="020F0502020204030204" pitchFamily="34" charset="0"/>
                <a:cs typeface="+mn-cs"/>
              </a:rPr>
              <a:t>Management Practices </a:t>
            </a:r>
            <a:r>
              <a:rPr lang="en-US" sz="1200" kern="1200">
                <a:solidFill>
                  <a:schemeClr val="tx1"/>
                </a:solidFill>
                <a:effectLst/>
                <a:latin typeface="Calibri" panose="020F0502020204030204" pitchFamily="34" charset="0"/>
                <a:ea typeface="Calibri" panose="020F0502020204030204" pitchFamily="34" charset="0"/>
                <a:cs typeface="+mn-cs"/>
              </a:rPr>
              <a:t>are the means of:</a:t>
            </a:r>
          </a:p>
          <a:p>
            <a:pPr marL="0" algn="l" defTabSz="457200" rtl="0" eaLnBrk="1" latinLnBrk="0" hangingPunct="1">
              <a:spcBef>
                <a:spcPts val="25"/>
              </a:spcBef>
            </a:pPr>
            <a:r>
              <a:rPr lang="en-US" sz="1200" kern="1200">
                <a:solidFill>
                  <a:schemeClr val="tx1"/>
                </a:solidFill>
                <a:effectLst/>
                <a:latin typeface="Calibri" panose="020F0502020204030204" pitchFamily="34" charset="0"/>
                <a:ea typeface="Calibri" panose="020F0502020204030204" pitchFamily="34" charset="0"/>
                <a:cs typeface="+mn-cs"/>
              </a:rPr>
              <a:t> </a:t>
            </a:r>
          </a:p>
          <a:p>
            <a:pPr marL="171450" lvl="2" indent="-171450" algn="l" defTabSz="457200" rtl="0" eaLnBrk="1" latinLnBrk="0" hangingPunct="1">
              <a:spcBef>
                <a:spcPts val="5"/>
              </a:spcBef>
              <a:spcAft>
                <a:spcPts val="0"/>
              </a:spcAft>
              <a:buSzPts val="1100"/>
              <a:buFont typeface="Wingdings" panose="05000000000000000000" pitchFamily="2" charset="2"/>
              <a:buChar char="§"/>
              <a:tabLst>
                <a:tab pos="660400" algn="l"/>
              </a:tabLst>
            </a:pPr>
            <a:r>
              <a:rPr lang="en-US" sz="1200" kern="1200">
                <a:solidFill>
                  <a:schemeClr val="tx1"/>
                </a:solidFill>
                <a:effectLst/>
                <a:latin typeface="Calibri" panose="020F0502020204030204" pitchFamily="34" charset="0"/>
                <a:ea typeface="Symbol" panose="05050102010706020507" pitchFamily="18" charset="2"/>
                <a:cs typeface="+mn-cs"/>
              </a:rPr>
              <a:t>Implementing the guiding principles of IT Service Management</a:t>
            </a:r>
          </a:p>
          <a:p>
            <a:pPr marL="171450" lvl="2" indent="-171450" algn="l" defTabSz="457200" rtl="0" eaLnBrk="1" latinLnBrk="0" hangingPunct="1">
              <a:spcBef>
                <a:spcPts val="5"/>
              </a:spcBef>
              <a:spcAft>
                <a:spcPts val="0"/>
              </a:spcAft>
              <a:buSzPts val="1100"/>
              <a:buFont typeface="Wingdings" panose="05000000000000000000" pitchFamily="2" charset="2"/>
              <a:buChar char="§"/>
              <a:tabLst>
                <a:tab pos="660400" algn="l"/>
              </a:tabLst>
            </a:pPr>
            <a:r>
              <a:rPr lang="en-US" sz="1200" kern="1200">
                <a:solidFill>
                  <a:schemeClr val="tx1"/>
                </a:solidFill>
                <a:effectLst/>
                <a:latin typeface="Calibri" panose="020F0502020204030204" pitchFamily="34" charset="0"/>
                <a:ea typeface="Symbol" panose="05050102010706020507" pitchFamily="18" charset="2"/>
                <a:cs typeface="+mn-cs"/>
              </a:rPr>
              <a:t>Addressing the “value streams &amp; processes” dimension of IT Service Management</a:t>
            </a:r>
          </a:p>
          <a:p>
            <a:pPr marL="171450" lvl="2" indent="-171450" algn="l" defTabSz="457200" rtl="0" eaLnBrk="1" latinLnBrk="0" hangingPunct="1">
              <a:spcBef>
                <a:spcPts val="5"/>
              </a:spcBef>
              <a:spcAft>
                <a:spcPts val="0"/>
              </a:spcAft>
              <a:buSzPts val="1100"/>
              <a:buFont typeface="Wingdings" panose="05000000000000000000" pitchFamily="2" charset="2"/>
              <a:buChar char="§"/>
              <a:tabLst>
                <a:tab pos="660400" algn="l"/>
              </a:tabLst>
            </a:pPr>
            <a:r>
              <a:rPr lang="en-US" sz="1200" kern="1200">
                <a:solidFill>
                  <a:schemeClr val="tx1"/>
                </a:solidFill>
                <a:effectLst/>
                <a:latin typeface="Calibri" panose="020F0502020204030204" pitchFamily="34" charset="0"/>
                <a:ea typeface="Symbol" panose="05050102010706020507" pitchFamily="18" charset="2"/>
                <a:cs typeface="+mn-cs"/>
              </a:rPr>
              <a:t>Completing the service value system, which is the IT Service Management framework</a:t>
            </a:r>
          </a:p>
          <a:p>
            <a:pPr marL="171450" lvl="2" indent="-171450" algn="l" defTabSz="457200" rtl="0" eaLnBrk="1" latinLnBrk="0" hangingPunct="1">
              <a:spcBef>
                <a:spcPts val="5"/>
              </a:spcBef>
              <a:spcAft>
                <a:spcPts val="0"/>
              </a:spcAft>
              <a:buSzPts val="1100"/>
              <a:buFont typeface="Wingdings" panose="05000000000000000000" pitchFamily="2" charset="2"/>
              <a:buChar char="§"/>
              <a:tabLst>
                <a:tab pos="660400" algn="l"/>
              </a:tabLst>
            </a:pPr>
            <a:r>
              <a:rPr lang="en-US" sz="1200" kern="1200">
                <a:solidFill>
                  <a:schemeClr val="tx1"/>
                </a:solidFill>
                <a:effectLst/>
                <a:latin typeface="Calibri" panose="020F0502020204030204" pitchFamily="34" charset="0"/>
                <a:ea typeface="Symbol" panose="05050102010706020507" pitchFamily="18" charset="2"/>
                <a:cs typeface="+mn-cs"/>
              </a:rPr>
              <a:t>Executing the six activities of the service value chain</a:t>
            </a:r>
          </a:p>
          <a:p>
            <a:endParaRPr lang="en-GB" sz="1200" kern="1200">
              <a:solidFill>
                <a:schemeClr val="tx1"/>
              </a:solidFill>
              <a:effectLst/>
              <a:latin typeface="Calibri" panose="020F0502020204030204" pitchFamily="34" charset="0"/>
              <a:cs typeface="+mn-cs"/>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44</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2827965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l" defTabSz="457200" rtl="0" eaLnBrk="1" latinLnBrk="0" hangingPunct="1">
              <a:lnSpc>
                <a:spcPts val="1335"/>
              </a:lnSpc>
              <a:spcBef>
                <a:spcPts val="280"/>
              </a:spcBef>
              <a:spcAft>
                <a:spcPts val="0"/>
              </a:spcAft>
            </a:pPr>
            <a:r>
              <a:rPr lang="en-US" sz="1200" b="1" u="sng" kern="1200">
                <a:solidFill>
                  <a:schemeClr val="tx1"/>
                </a:solidFill>
                <a:effectLst/>
                <a:latin typeface="Calibri" panose="020F0502020204030204" pitchFamily="34" charset="0"/>
                <a:ea typeface="Calibri" panose="020F0502020204030204" pitchFamily="34" charset="0"/>
                <a:cs typeface="+mn-cs"/>
              </a:rPr>
              <a:t>Only as an in-depth study</a:t>
            </a:r>
          </a:p>
          <a:p>
            <a:pPr marL="0" algn="l" defTabSz="457200" rtl="0" eaLnBrk="1" latinLnBrk="0" hangingPunct="1">
              <a:lnSpc>
                <a:spcPts val="1335"/>
              </a:lnSpc>
              <a:spcBef>
                <a:spcPts val="280"/>
              </a:spcBef>
              <a:spcAft>
                <a:spcPts val="0"/>
              </a:spcAft>
            </a:pPr>
            <a:endParaRPr lang="en-US" sz="1200" b="1" u="sng" kern="1200">
              <a:solidFill>
                <a:schemeClr val="tx1"/>
              </a:solidFill>
              <a:effectLst/>
              <a:latin typeface="Calibri" panose="020F0502020204030204" pitchFamily="34" charset="0"/>
              <a:ea typeface="Calibri" panose="020F0502020204030204" pitchFamily="34" charset="0"/>
              <a:cs typeface="+mn-cs"/>
            </a:endParaRPr>
          </a:p>
          <a:p>
            <a:pPr marL="0" algn="l" defTabSz="457200" rtl="0" eaLnBrk="1" latinLnBrk="0" hangingPunct="1">
              <a:lnSpc>
                <a:spcPts val="1335"/>
              </a:lnSpc>
              <a:spcBef>
                <a:spcPts val="280"/>
              </a:spcBef>
              <a:spcAft>
                <a:spcPts val="0"/>
              </a:spcAft>
            </a:pPr>
            <a:r>
              <a:rPr lang="en-US" sz="1200" b="0" u="none" kern="1200">
                <a:solidFill>
                  <a:schemeClr val="tx1"/>
                </a:solidFill>
                <a:effectLst/>
                <a:latin typeface="Calibri" panose="020F0502020204030204" pitchFamily="34" charset="0"/>
                <a:ea typeface="Calibri" panose="020F0502020204030204" pitchFamily="34" charset="0"/>
                <a:cs typeface="+mn-cs"/>
              </a:rPr>
              <a:t>The table shown represents all the Practices broken down into the three categories addressed in IT Service Management.</a:t>
            </a:r>
          </a:p>
          <a:p>
            <a:pPr marL="0" algn="l" defTabSz="457200" rtl="0" eaLnBrk="1" latinLnBrk="0" hangingPunct="1">
              <a:lnSpc>
                <a:spcPts val="1335"/>
              </a:lnSpc>
              <a:spcBef>
                <a:spcPts val="280"/>
              </a:spcBef>
              <a:spcAft>
                <a:spcPts val="0"/>
              </a:spcAft>
            </a:pPr>
            <a:endParaRPr lang="en-US" sz="1200" b="1" u="sng" kern="1200">
              <a:solidFill>
                <a:schemeClr val="tx1"/>
              </a:solidFill>
              <a:effectLst/>
              <a:latin typeface="Calibri" panose="020F0502020204030204" pitchFamily="34" charset="0"/>
              <a:ea typeface="Calibri" panose="020F0502020204030204" pitchFamily="34" charset="0"/>
              <a:cs typeface="+mn-cs"/>
            </a:endParaRPr>
          </a:p>
          <a:p>
            <a:pPr marL="0" algn="l" defTabSz="457200" rtl="0" eaLnBrk="1" latinLnBrk="0" hangingPunct="1">
              <a:lnSpc>
                <a:spcPts val="1335"/>
              </a:lnSpc>
              <a:spcBef>
                <a:spcPts val="280"/>
              </a:spcBef>
              <a:spcAft>
                <a:spcPts val="0"/>
              </a:spcAft>
            </a:pPr>
            <a:r>
              <a:rPr lang="en-US" sz="1200" b="1" u="sng" kern="1200">
                <a:solidFill>
                  <a:schemeClr val="tx1"/>
                </a:solidFill>
                <a:effectLst/>
                <a:latin typeface="Calibri" panose="020F0502020204030204" pitchFamily="34" charset="0"/>
                <a:ea typeface="Calibri" panose="020F0502020204030204" pitchFamily="34" charset="0"/>
                <a:cs typeface="+mn-cs"/>
              </a:rPr>
              <a:t>The ITIL 4 Foundation syllabus reports limited learning objectives for the Practices; these will be explained in the next slides.</a:t>
            </a:r>
          </a:p>
          <a:p>
            <a:pPr marL="0" algn="l" defTabSz="457200" rtl="0" eaLnBrk="1" latinLnBrk="0" hangingPunct="1">
              <a:lnSpc>
                <a:spcPts val="1335"/>
              </a:lnSpc>
              <a:spcBef>
                <a:spcPts val="280"/>
              </a:spcBef>
              <a:spcAft>
                <a:spcPts val="0"/>
              </a:spcAft>
            </a:pPr>
            <a:endParaRPr lang="en-US" sz="1200" b="1" u="sng" kern="1200">
              <a:solidFill>
                <a:schemeClr val="tx1"/>
              </a:solidFill>
              <a:effectLst/>
              <a:latin typeface="Calibri" panose="020F0502020204030204" pitchFamily="34" charset="0"/>
              <a:ea typeface="Calibri" panose="020F0502020204030204" pitchFamily="34" charset="0"/>
              <a:cs typeface="+mn-cs"/>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45</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0917550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l" defTabSz="457200" rtl="0" eaLnBrk="1" latinLnBrk="0" hangingPunct="1">
              <a:spcBef>
                <a:spcPts val="280"/>
              </a:spcBef>
              <a:spcAft>
                <a:spcPts val="0"/>
              </a:spcAft>
            </a:pPr>
            <a:r>
              <a:rPr lang="en-US" sz="1200" kern="1200">
                <a:solidFill>
                  <a:schemeClr val="tx1"/>
                </a:solidFill>
                <a:effectLst/>
                <a:latin typeface="Calibri" panose="020F0502020204030204" pitchFamily="34" charset="0"/>
                <a:ea typeface="Calibri" panose="020F0502020204030204" pitchFamily="34" charset="0"/>
                <a:cs typeface="+mn-cs"/>
              </a:rPr>
              <a:t>The </a:t>
            </a:r>
            <a:r>
              <a:rPr lang="it-IT" b="1" err="1">
                <a:latin typeface="Calibri"/>
                <a:ea typeface="Calibri" panose="020F0502020204030204" pitchFamily="34" charset="0"/>
                <a:cs typeface="Calibri"/>
              </a:rPr>
              <a:t>Relationship</a:t>
            </a:r>
            <a:r>
              <a:rPr lang="it-IT" b="1">
                <a:latin typeface="Calibri"/>
                <a:ea typeface="Calibri" panose="020F0502020204030204" pitchFamily="34" charset="0"/>
                <a:cs typeface="Calibri"/>
              </a:rPr>
              <a:t> Management </a:t>
            </a:r>
            <a:r>
              <a:rPr lang="it-IT" b="0" err="1">
                <a:latin typeface="Calibri"/>
                <a:ea typeface="Calibri" panose="020F0502020204030204" pitchFamily="34" charset="0"/>
                <a:cs typeface="Calibri"/>
              </a:rPr>
              <a:t>Practice</a:t>
            </a:r>
            <a:r>
              <a:rPr lang="it-IT">
                <a:latin typeface="Calibri"/>
                <a:ea typeface="Calibri" panose="020F0502020204030204" pitchFamily="34" charset="0"/>
                <a:cs typeface="Calibri"/>
              </a:rPr>
              <a:t> </a:t>
            </a:r>
            <a:r>
              <a:rPr lang="en-US" sz="1200" kern="1200">
                <a:solidFill>
                  <a:schemeClr val="tx1"/>
                </a:solidFill>
                <a:effectLst/>
                <a:latin typeface="Calibri" panose="020F0502020204030204" pitchFamily="34" charset="0"/>
                <a:ea typeface="Calibri" panose="020F0502020204030204" pitchFamily="34" charset="0"/>
                <a:cs typeface="+mn-cs"/>
              </a:rPr>
              <a:t>ensures that:</a:t>
            </a:r>
          </a:p>
          <a:p>
            <a:pPr marL="0" algn="l" defTabSz="457200" rtl="0" eaLnBrk="1" latinLnBrk="0" hangingPunct="1">
              <a:spcBef>
                <a:spcPts val="25"/>
              </a:spcBef>
            </a:pPr>
            <a:r>
              <a:rPr lang="en-US" sz="1200" kern="1200">
                <a:solidFill>
                  <a:schemeClr val="tx1"/>
                </a:solidFill>
                <a:effectLst/>
                <a:latin typeface="Calibri" panose="020F0502020204030204" pitchFamily="34" charset="0"/>
                <a:ea typeface="Calibri" panose="020F0502020204030204" pitchFamily="34" charset="0"/>
                <a:cs typeface="+mn-cs"/>
              </a:rPr>
              <a:t> </a:t>
            </a:r>
          </a:p>
          <a:p>
            <a:pPr marL="171450" marR="373380" lvl="2" indent="-171450" algn="l" defTabSz="457200" rtl="0" eaLnBrk="1" latinLnBrk="0" hangingPunct="1">
              <a:spcBef>
                <a:spcPts val="5"/>
              </a:spcBef>
              <a:spcAft>
                <a:spcPts val="0"/>
              </a:spcAft>
              <a:buFont typeface="Wingdings" panose="05000000000000000000" pitchFamily="2" charset="2"/>
              <a:buChar char="§"/>
              <a:tabLst>
                <a:tab pos="660400" algn="l"/>
              </a:tabLst>
            </a:pPr>
            <a:r>
              <a:rPr lang="en-US" sz="1200" kern="1200">
                <a:solidFill>
                  <a:schemeClr val="tx1"/>
                </a:solidFill>
                <a:effectLst/>
                <a:latin typeface="Calibri" panose="020F0502020204030204" pitchFamily="34" charset="0"/>
                <a:ea typeface="Calibri" panose="020F0502020204030204" pitchFamily="34" charset="0"/>
                <a:cs typeface="+mn-cs"/>
              </a:rPr>
              <a:t>Stakeholder’s needs and the driver are understood, and products and services are prioritized appropriately</a:t>
            </a:r>
          </a:p>
          <a:p>
            <a:pPr marL="171450" marR="373380" lvl="2" indent="-171450" algn="l" defTabSz="457200" rtl="0" eaLnBrk="1" latinLnBrk="0" hangingPunct="1">
              <a:lnSpc>
                <a:spcPct val="98000"/>
              </a:lnSpc>
              <a:spcBef>
                <a:spcPts val="5"/>
              </a:spcBef>
              <a:spcAft>
                <a:spcPts val="0"/>
              </a:spcAft>
              <a:buFont typeface="Wingdings" panose="05000000000000000000" pitchFamily="2" charset="2"/>
              <a:buChar char="§"/>
              <a:tabLst>
                <a:tab pos="660400" algn="l"/>
              </a:tabLst>
            </a:pPr>
            <a:r>
              <a:rPr lang="en-US" sz="1200" kern="1200">
                <a:solidFill>
                  <a:schemeClr val="tx1"/>
                </a:solidFill>
                <a:effectLst/>
                <a:latin typeface="Calibri" panose="020F0502020204030204" pitchFamily="34" charset="0"/>
                <a:ea typeface="Calibri" panose="020F0502020204030204" pitchFamily="34" charset="0"/>
                <a:cs typeface="+mn-cs"/>
              </a:rPr>
              <a:t>Stakeholders’ satisfaction is high and a constructive relationship between the organization and stakeholders is established and maintained</a:t>
            </a:r>
          </a:p>
          <a:p>
            <a:pPr marL="171450" marR="373380" lvl="2" indent="-171450" algn="l" defTabSz="457200" rtl="0" eaLnBrk="1" latinLnBrk="0" hangingPunct="1">
              <a:spcBef>
                <a:spcPts val="5"/>
              </a:spcBef>
              <a:spcAft>
                <a:spcPts val="0"/>
              </a:spcAft>
              <a:buFont typeface="Wingdings" panose="05000000000000000000" pitchFamily="2" charset="2"/>
              <a:buChar char="§"/>
              <a:tabLst>
                <a:tab pos="660400" algn="l"/>
              </a:tabLst>
            </a:pPr>
            <a:r>
              <a:rPr lang="en-US" sz="1200" kern="1200">
                <a:solidFill>
                  <a:schemeClr val="tx1"/>
                </a:solidFill>
                <a:effectLst/>
                <a:latin typeface="Calibri" panose="020F0502020204030204" pitchFamily="34" charset="0"/>
                <a:ea typeface="Calibri" panose="020F0502020204030204" pitchFamily="34" charset="0"/>
                <a:cs typeface="+mn-cs"/>
              </a:rPr>
              <a:t>Customers’ priorities for new or changed products and services, in alignment with desired business outcomes, are effectively established and articulated</a:t>
            </a:r>
          </a:p>
          <a:p>
            <a:pPr marL="171450" marR="374650" lvl="2" indent="-171450" algn="l" defTabSz="457200" rtl="0" eaLnBrk="1" latinLnBrk="0" hangingPunct="1">
              <a:spcBef>
                <a:spcPts val="5"/>
              </a:spcBef>
              <a:spcAft>
                <a:spcPts val="0"/>
              </a:spcAft>
              <a:buFont typeface="Wingdings" panose="05000000000000000000" pitchFamily="2" charset="2"/>
              <a:buChar char="§"/>
              <a:tabLst>
                <a:tab pos="660400" algn="l"/>
              </a:tabLst>
            </a:pPr>
            <a:r>
              <a:rPr lang="en-US" sz="1200" kern="1200">
                <a:solidFill>
                  <a:schemeClr val="tx1"/>
                </a:solidFill>
                <a:effectLst/>
                <a:latin typeface="Calibri" panose="020F0502020204030204" pitchFamily="34" charset="0"/>
                <a:ea typeface="Calibri" panose="020F0502020204030204" pitchFamily="34" charset="0"/>
                <a:cs typeface="+mn-cs"/>
              </a:rPr>
              <a:t>Any stakeholders’ complaints and escalations are handled well through a sympathetic (yet formal) process</a:t>
            </a:r>
          </a:p>
          <a:p>
            <a:pPr marL="171450" marR="375285" lvl="2" indent="-171450" algn="l" defTabSz="457200" rtl="0" eaLnBrk="1" latinLnBrk="0" hangingPunct="1">
              <a:lnSpc>
                <a:spcPct val="98000"/>
              </a:lnSpc>
              <a:spcBef>
                <a:spcPts val="5"/>
              </a:spcBef>
              <a:spcAft>
                <a:spcPts val="0"/>
              </a:spcAft>
              <a:buFont typeface="Wingdings" panose="05000000000000000000" pitchFamily="2" charset="2"/>
              <a:buChar char="§"/>
              <a:tabLst>
                <a:tab pos="660400" algn="l"/>
              </a:tabLst>
            </a:pPr>
            <a:r>
              <a:rPr lang="en-US" sz="1200" kern="1200">
                <a:solidFill>
                  <a:schemeClr val="tx1"/>
                </a:solidFill>
                <a:effectLst/>
                <a:latin typeface="Calibri" panose="020F0502020204030204" pitchFamily="34" charset="0"/>
                <a:ea typeface="Calibri" panose="020F0502020204030204" pitchFamily="34" charset="0"/>
                <a:cs typeface="+mn-cs"/>
              </a:rPr>
              <a:t>Products and services facilitate value creation for the service consumers as well as for the organization</a:t>
            </a:r>
          </a:p>
          <a:p>
            <a:pPr marL="171450" marR="374650" lvl="2" indent="-171450" algn="l" defTabSz="457200" rtl="0" eaLnBrk="1" latinLnBrk="0" hangingPunct="1">
              <a:spcBef>
                <a:spcPts val="5"/>
              </a:spcBef>
              <a:spcAft>
                <a:spcPts val="0"/>
              </a:spcAft>
              <a:buFont typeface="Wingdings" panose="05000000000000000000" pitchFamily="2" charset="2"/>
              <a:buChar char="§"/>
              <a:tabLst>
                <a:tab pos="660400" algn="l"/>
              </a:tabLst>
            </a:pPr>
            <a:r>
              <a:rPr lang="en-US" sz="1200" kern="1200">
                <a:solidFill>
                  <a:schemeClr val="tx1"/>
                </a:solidFill>
                <a:effectLst/>
                <a:latin typeface="Calibri" panose="020F0502020204030204" pitchFamily="34" charset="0"/>
                <a:ea typeface="Calibri" panose="020F0502020204030204" pitchFamily="34" charset="0"/>
                <a:cs typeface="+mn-cs"/>
              </a:rPr>
              <a:t>Organization facilitates value creation for all stakeholders, in line with the organization’s strategy and priorities</a:t>
            </a:r>
          </a:p>
          <a:p>
            <a:pPr marL="171450" lvl="2" indent="-171450" algn="l" defTabSz="457200" rtl="0" eaLnBrk="1" latinLnBrk="0" hangingPunct="1">
              <a:spcBef>
                <a:spcPts val="5"/>
              </a:spcBef>
              <a:spcAft>
                <a:spcPts val="0"/>
              </a:spcAft>
              <a:buFont typeface="Wingdings" panose="05000000000000000000" pitchFamily="2" charset="2"/>
              <a:buChar char="§"/>
              <a:tabLst>
                <a:tab pos="660400" algn="l"/>
              </a:tabLst>
            </a:pPr>
            <a:r>
              <a:rPr lang="en-US" sz="1200" kern="1200">
                <a:solidFill>
                  <a:schemeClr val="tx1"/>
                </a:solidFill>
                <a:effectLst/>
                <a:latin typeface="Calibri" panose="020F0502020204030204" pitchFamily="34" charset="0"/>
                <a:ea typeface="Calibri" panose="020F0502020204030204" pitchFamily="34" charset="0"/>
                <a:cs typeface="+mn-cs"/>
              </a:rPr>
              <a:t>Conflicting stakeholder requirements are mediated effectively</a:t>
            </a:r>
          </a:p>
          <a:p>
            <a:endParaRPr lang="en-GB" sz="1200" kern="1200">
              <a:solidFill>
                <a:schemeClr val="tx1"/>
              </a:solidFill>
              <a:effectLst/>
              <a:latin typeface="Calibri" panose="020F0502020204030204" pitchFamily="34" charset="0"/>
              <a:cs typeface="+mn-cs"/>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46</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594640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374015" algn="l" defTabSz="457200" rtl="0" eaLnBrk="1" latinLnBrk="0" hangingPunct="1">
              <a:spcBef>
                <a:spcPts val="280"/>
              </a:spcBef>
              <a:spcAft>
                <a:spcPts val="0"/>
              </a:spcAft>
            </a:pPr>
            <a:r>
              <a:rPr lang="en-US" sz="1200" kern="1200">
                <a:solidFill>
                  <a:schemeClr val="tx1"/>
                </a:solidFill>
                <a:effectLst/>
                <a:latin typeface="Calibri" panose="020F0502020204030204" pitchFamily="34" charset="0"/>
                <a:ea typeface="Calibri" panose="020F0502020204030204" pitchFamily="34" charset="0"/>
                <a:cs typeface="+mn-cs"/>
              </a:rPr>
              <a:t>The </a:t>
            </a:r>
            <a:r>
              <a:rPr lang="it-IT" b="1">
                <a:latin typeface="Calibri"/>
                <a:ea typeface="Calibri" panose="020F0502020204030204" pitchFamily="34" charset="0"/>
                <a:cs typeface="Calibri"/>
              </a:rPr>
              <a:t>Supplier Management </a:t>
            </a:r>
            <a:r>
              <a:rPr lang="en-US" sz="1200" kern="1200">
                <a:solidFill>
                  <a:schemeClr val="tx1"/>
                </a:solidFill>
                <a:effectLst/>
                <a:latin typeface="Calibri" panose="020F0502020204030204" pitchFamily="34" charset="0"/>
                <a:ea typeface="Calibri" panose="020F0502020204030204" pitchFamily="34" charset="0"/>
                <a:cs typeface="+mn-cs"/>
              </a:rPr>
              <a:t>practice gives the ideal opportunity to discover how IT Service Management is not a set of silos of responsibilities, but rather may be considered as a set of interconnected layers that build up, one on top of the other.</a:t>
            </a:r>
          </a:p>
          <a:p>
            <a:pPr marL="0" algn="l" defTabSz="457200" rtl="0" eaLnBrk="1" latinLnBrk="0" hangingPunct="1">
              <a:spcBef>
                <a:spcPts val="25"/>
              </a:spcBef>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marR="372110" algn="l" defTabSz="457200" rtl="0" eaLnBrk="1" latinLnBrk="0" hangingPunct="1">
              <a:spcAft>
                <a:spcPts val="0"/>
              </a:spcAft>
            </a:pPr>
            <a:r>
              <a:rPr lang="en-US" sz="1200" kern="1200">
                <a:solidFill>
                  <a:schemeClr val="tx1"/>
                </a:solidFill>
                <a:effectLst/>
                <a:latin typeface="Calibri" panose="020F0502020204030204" pitchFamily="34" charset="0"/>
                <a:ea typeface="Calibri" panose="020F0502020204030204" pitchFamily="34" charset="0"/>
                <a:cs typeface="+mn-cs"/>
              </a:rPr>
              <a:t>The </a:t>
            </a:r>
            <a:r>
              <a:rPr lang="it-IT" b="1">
                <a:latin typeface="Calibri"/>
                <a:ea typeface="Calibri" panose="020F0502020204030204" pitchFamily="34" charset="0"/>
                <a:cs typeface="Calibri"/>
              </a:rPr>
              <a:t>Supplier Management </a:t>
            </a:r>
            <a:r>
              <a:rPr lang="en-US" sz="1200" kern="1200">
                <a:solidFill>
                  <a:schemeClr val="tx1"/>
                </a:solidFill>
                <a:effectLst/>
                <a:latin typeface="Calibri" panose="020F0502020204030204" pitchFamily="34" charset="0"/>
                <a:ea typeface="Calibri" panose="020F0502020204030204" pitchFamily="34" charset="0"/>
                <a:cs typeface="+mn-cs"/>
              </a:rPr>
              <a:t>practice of supplier management addresses how the dimension of partners and suppliers may be managed. It requires understanding of the key concepts, as a supplier will provide value and suppliers and their products and services will have complex relationships across an organization.</a:t>
            </a:r>
          </a:p>
          <a:p>
            <a:pPr marL="0" marR="372110" algn="l" defTabSz="457200" rtl="0" eaLnBrk="1" latinLnBrk="0" hangingPunct="1">
              <a:spcAft>
                <a:spcPts val="0"/>
              </a:spcAft>
            </a:pPr>
            <a:r>
              <a:rPr lang="en-US" sz="1200" kern="1200">
                <a:solidFill>
                  <a:schemeClr val="tx1"/>
                </a:solidFill>
                <a:effectLst/>
                <a:latin typeface="Calibri" panose="020F0502020204030204" pitchFamily="34" charset="0"/>
                <a:ea typeface="Calibri" panose="020F0502020204030204" pitchFamily="34" charset="0"/>
                <a:cs typeface="+mn-cs"/>
              </a:rPr>
              <a:t>The guiding principles of “focus on value” and “collaborate and promote visibility” will be especially important in </a:t>
            </a:r>
            <a:r>
              <a:rPr lang="it-IT" b="1">
                <a:latin typeface="Calibri"/>
                <a:ea typeface="Calibri" panose="020F0502020204030204" pitchFamily="34" charset="0"/>
                <a:cs typeface="Calibri"/>
              </a:rPr>
              <a:t>Supplier Management </a:t>
            </a:r>
            <a:r>
              <a:rPr lang="en-US" sz="1200" kern="1200">
                <a:solidFill>
                  <a:schemeClr val="tx1"/>
                </a:solidFill>
                <a:effectLst/>
                <a:latin typeface="Calibri" panose="020F0502020204030204" pitchFamily="34" charset="0"/>
                <a:ea typeface="Calibri" panose="020F0502020204030204" pitchFamily="34" charset="0"/>
                <a:cs typeface="+mn-cs"/>
              </a:rPr>
              <a:t>as well as elements of the SVS. The suppliers will at least be part of a value chain.</a:t>
            </a:r>
          </a:p>
          <a:p>
            <a:pPr marL="0" algn="l" defTabSz="457200" rtl="0" eaLnBrk="1" latinLnBrk="0" hangingPunct="1">
              <a:spcBef>
                <a:spcPts val="15"/>
              </a:spcBef>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marR="374015" algn="l" defTabSz="457200" rtl="0" eaLnBrk="1" latinLnBrk="0" hangingPunct="1">
              <a:lnSpc>
                <a:spcPct val="115000"/>
              </a:lnSpc>
              <a:spcAft>
                <a:spcPts val="0"/>
              </a:spcAft>
            </a:pPr>
            <a:r>
              <a:rPr lang="en-US" sz="1200" kern="1200">
                <a:solidFill>
                  <a:schemeClr val="tx1"/>
                </a:solidFill>
                <a:effectLst/>
                <a:latin typeface="Calibri" panose="020F0502020204030204" pitchFamily="34" charset="0"/>
                <a:ea typeface="Calibri" panose="020F0502020204030204" pitchFamily="34" charset="0"/>
                <a:cs typeface="+mn-cs"/>
              </a:rPr>
              <a:t>This Practice obviously also has a very close relationship with other practices such as Relationship Management.</a:t>
            </a:r>
          </a:p>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47</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7007014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374015" indent="-635" algn="l" defTabSz="457200" rtl="0" eaLnBrk="1" latinLnBrk="0" hangingPunct="1">
              <a:spcBef>
                <a:spcPts val="285"/>
              </a:spcBef>
              <a:spcAft>
                <a:spcPts val="0"/>
              </a:spcAft>
            </a:pPr>
            <a:r>
              <a:rPr lang="en-US" sz="1200" kern="1200">
                <a:solidFill>
                  <a:schemeClr val="tx1"/>
                </a:solidFill>
                <a:effectLst/>
                <a:latin typeface="Calibri" panose="020F0502020204030204" pitchFamily="34" charset="0"/>
                <a:ea typeface="Calibri" panose="020F0502020204030204" pitchFamily="34" charset="0"/>
                <a:cs typeface="+mn-cs"/>
              </a:rPr>
              <a:t>When considering </a:t>
            </a:r>
            <a:r>
              <a:rPr lang="it-IT" b="1">
                <a:latin typeface="Calibri"/>
                <a:ea typeface="Calibri" panose="020F0502020204030204" pitchFamily="34" charset="0"/>
                <a:cs typeface="Calibri"/>
              </a:rPr>
              <a:t>Information Security Management </a:t>
            </a:r>
            <a:r>
              <a:rPr lang="en-US" sz="1200" kern="1200">
                <a:solidFill>
                  <a:schemeClr val="tx1"/>
                </a:solidFill>
                <a:effectLst/>
                <a:latin typeface="Calibri" panose="020F0502020204030204" pitchFamily="34" charset="0"/>
                <a:ea typeface="Calibri" panose="020F0502020204030204" pitchFamily="34" charset="0"/>
                <a:cs typeface="+mn-cs"/>
              </a:rPr>
              <a:t>practice, it is important to remember that it is Information Security Management and may be part of a much larger organizational security Practice. It should also be remembered that the information being protected is mainly the information of the consumer organization. It is therefore the consumer organization that should define the requirements for security.</a:t>
            </a:r>
          </a:p>
          <a:p>
            <a:pPr marL="0" algn="l" defTabSz="457200" rtl="0" eaLnBrk="1" latinLnBrk="0" hangingPunct="1">
              <a:spcBef>
                <a:spcPts val="20"/>
              </a:spcBef>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marR="374015" algn="l" defTabSz="457200" rtl="0" eaLnBrk="1" latinLnBrk="0" hangingPunct="1">
              <a:spcBef>
                <a:spcPts val="5"/>
              </a:spcBef>
              <a:spcAft>
                <a:spcPts val="0"/>
              </a:spcAft>
            </a:pPr>
            <a:r>
              <a:rPr lang="en-US" sz="1200" b="1" kern="1200">
                <a:solidFill>
                  <a:schemeClr val="tx1"/>
                </a:solidFill>
                <a:effectLst/>
                <a:latin typeface="Calibri" panose="020F0502020204030204" pitchFamily="34" charset="0"/>
                <a:ea typeface="Calibri" panose="020F0502020204030204" pitchFamily="34" charset="0"/>
                <a:cs typeface="+mn-cs"/>
              </a:rPr>
              <a:t>Information Security </a:t>
            </a:r>
            <a:r>
              <a:rPr lang="en-US" sz="1200" kern="1200">
                <a:solidFill>
                  <a:schemeClr val="tx1"/>
                </a:solidFill>
                <a:effectLst/>
                <a:latin typeface="Calibri" panose="020F0502020204030204" pitchFamily="34" charset="0"/>
                <a:ea typeface="Calibri" panose="020F0502020204030204" pitchFamily="34" charset="0"/>
                <a:cs typeface="+mn-cs"/>
              </a:rPr>
              <a:t>practitioners can advise on rules, regulations and standards, but, ultimately, it is a business responsibility to drive security.</a:t>
            </a:r>
          </a:p>
          <a:p>
            <a:pPr marL="0" algn="l" defTabSz="457200" rtl="0" eaLnBrk="1" latinLnBrk="0" hangingPunct="1">
              <a:spcBef>
                <a:spcPts val="20"/>
              </a:spcBef>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marR="372745" algn="l" defTabSz="457200" rtl="0" eaLnBrk="1" latinLnBrk="0" hangingPunct="1">
              <a:spcAft>
                <a:spcPts val="0"/>
              </a:spcAft>
            </a:pPr>
            <a:r>
              <a:rPr lang="en-US" sz="1200" kern="1200">
                <a:solidFill>
                  <a:schemeClr val="tx1"/>
                </a:solidFill>
                <a:effectLst/>
                <a:latin typeface="Calibri" panose="020F0502020204030204" pitchFamily="34" charset="0"/>
                <a:ea typeface="Calibri" panose="020F0502020204030204" pitchFamily="34" charset="0"/>
                <a:cs typeface="+mn-cs"/>
              </a:rPr>
              <a:t>Of course, the information should be kept as confidential as it needs to be, which means it should only be available to those who are authorized to access it. </a:t>
            </a:r>
            <a:r>
              <a:rPr lang="en-US" sz="1200" b="1" kern="1200">
                <a:solidFill>
                  <a:schemeClr val="tx1"/>
                </a:solidFill>
                <a:effectLst/>
                <a:latin typeface="Calibri" panose="020F0502020204030204" pitchFamily="34" charset="0"/>
                <a:ea typeface="Calibri" panose="020F0502020204030204" pitchFamily="34" charset="0"/>
                <a:cs typeface="+mn-cs"/>
              </a:rPr>
              <a:t>Information Security Management </a:t>
            </a:r>
            <a:r>
              <a:rPr lang="en-US" sz="1200" kern="1200">
                <a:solidFill>
                  <a:schemeClr val="tx1"/>
                </a:solidFill>
                <a:effectLst/>
                <a:latin typeface="Calibri" panose="020F0502020204030204" pitchFamily="34" charset="0"/>
                <a:ea typeface="Calibri" panose="020F0502020204030204" pitchFamily="34" charset="0"/>
                <a:cs typeface="+mn-cs"/>
              </a:rPr>
              <a:t>therefore has to work in concert with the availability management practice.</a:t>
            </a:r>
          </a:p>
          <a:p>
            <a:pPr marL="0" marR="372745" algn="l" defTabSz="457200" rtl="0" eaLnBrk="1" latinLnBrk="0" hangingPunct="1">
              <a:spcAft>
                <a:spcPts val="0"/>
              </a:spcAft>
            </a:pPr>
            <a:r>
              <a:rPr lang="en-US" sz="1200" kern="1200">
                <a:solidFill>
                  <a:schemeClr val="tx1"/>
                </a:solidFill>
                <a:effectLst/>
                <a:latin typeface="Calibri" panose="020F0502020204030204" pitchFamily="34" charset="0"/>
                <a:ea typeface="Calibri" panose="020F0502020204030204" pitchFamily="34" charset="0"/>
                <a:cs typeface="+mn-cs"/>
              </a:rPr>
              <a:t>When information is made available, it should have integrity, which is the trustworthiness and dependability of information. More specifically, it is the accuracy, consistency and reliability of the information content, processes and systems.</a:t>
            </a:r>
          </a:p>
          <a:p>
            <a:pPr marL="0" algn="l" defTabSz="457200" rtl="0" eaLnBrk="1" latinLnBrk="0" hangingPunct="1">
              <a:spcBef>
                <a:spcPts val="25"/>
              </a:spcBef>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marR="374015" algn="l" defTabSz="457200" rtl="0" eaLnBrk="1" latinLnBrk="0" hangingPunct="1">
              <a:spcAft>
                <a:spcPts val="0"/>
              </a:spcAft>
            </a:pPr>
            <a:r>
              <a:rPr lang="en-US" sz="1200" kern="1200">
                <a:solidFill>
                  <a:schemeClr val="tx1"/>
                </a:solidFill>
                <a:effectLst/>
                <a:latin typeface="Calibri" panose="020F0502020204030204" pitchFamily="34" charset="0"/>
                <a:ea typeface="Calibri" panose="020F0502020204030204" pitchFamily="34" charset="0"/>
                <a:cs typeface="+mn-cs"/>
              </a:rPr>
              <a:t>When providing access, the concepts of authentication and non-repudiation are important in ensuring that authorized people take the correct actions, but the key focus of day-to-day </a:t>
            </a:r>
            <a:r>
              <a:rPr lang="en-US" sz="1200" b="1" kern="1200">
                <a:solidFill>
                  <a:schemeClr val="tx1"/>
                </a:solidFill>
                <a:effectLst/>
                <a:latin typeface="Calibri" panose="020F0502020204030204" pitchFamily="34" charset="0"/>
                <a:ea typeface="Calibri" panose="020F0502020204030204" pitchFamily="34" charset="0"/>
                <a:cs typeface="+mn-cs"/>
              </a:rPr>
              <a:t>Information Security Management </a:t>
            </a:r>
            <a:r>
              <a:rPr lang="en-US" sz="1200" kern="1200">
                <a:solidFill>
                  <a:schemeClr val="tx1"/>
                </a:solidFill>
                <a:effectLst/>
                <a:latin typeface="Calibri" panose="020F0502020204030204" pitchFamily="34" charset="0"/>
                <a:ea typeface="Calibri" panose="020F0502020204030204" pitchFamily="34" charset="0"/>
                <a:cs typeface="+mn-cs"/>
              </a:rPr>
              <a:t>is dealing with live security “issues” through the actions of prevention, detection and correction.</a:t>
            </a:r>
          </a:p>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48</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218851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374015" algn="l" defTabSz="457200" rtl="0" eaLnBrk="1" latinLnBrk="0" hangingPunct="1">
              <a:spcBef>
                <a:spcPts val="280"/>
              </a:spcBef>
              <a:spcAft>
                <a:spcPts val="0"/>
              </a:spcAft>
            </a:pPr>
            <a:r>
              <a:rPr lang="en-US" sz="1200" b="1" kern="1200">
                <a:solidFill>
                  <a:schemeClr val="tx1"/>
                </a:solidFill>
                <a:effectLst/>
                <a:latin typeface="Calibri" panose="020F0502020204030204" pitchFamily="34" charset="0"/>
                <a:ea typeface="Calibri" panose="020F0502020204030204" pitchFamily="34" charset="0"/>
                <a:cs typeface="+mn-cs"/>
              </a:rPr>
              <a:t>IT Asset Management </a:t>
            </a:r>
            <a:r>
              <a:rPr lang="en-US" sz="1200" kern="1200">
                <a:solidFill>
                  <a:schemeClr val="tx1"/>
                </a:solidFill>
                <a:effectLst/>
                <a:latin typeface="Calibri" panose="020F0502020204030204" pitchFamily="34" charset="0"/>
                <a:ea typeface="Calibri" panose="020F0502020204030204" pitchFamily="34" charset="0"/>
                <a:cs typeface="+mn-cs"/>
              </a:rPr>
              <a:t>is concerned with the financially-orientated aspects managing service components. It is a practice that will contribute to decision making and help to control costs</a:t>
            </a:r>
          </a:p>
          <a:p>
            <a:pPr marL="0" algn="l" defTabSz="457200" rtl="0" eaLnBrk="1" latinLnBrk="0" hangingPunct="1">
              <a:spcBef>
                <a:spcPts val="25"/>
              </a:spcBef>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marR="374015" algn="l" defTabSz="457200" rtl="0" eaLnBrk="1" latinLnBrk="0" hangingPunct="1">
              <a:spcAft>
                <a:spcPts val="0"/>
              </a:spcAft>
            </a:pPr>
            <a:r>
              <a:rPr lang="en-US" sz="1200" b="1" u="sng" kern="1200">
                <a:solidFill>
                  <a:schemeClr val="tx1"/>
                </a:solidFill>
                <a:effectLst/>
                <a:latin typeface="Calibri" panose="020F0502020204030204" pitchFamily="34" charset="0"/>
                <a:ea typeface="Calibri" panose="020F0502020204030204" pitchFamily="34" charset="0"/>
                <a:cs typeface="+mn-cs"/>
              </a:rPr>
              <a:t>It will work very closely with and supports the Practice of Service Financial Management (not in syllabus) which is concerned with financial strategy and planning</a:t>
            </a:r>
          </a:p>
          <a:p>
            <a:pPr marL="0" algn="l" defTabSz="457200" rtl="0" eaLnBrk="1" latinLnBrk="0" hangingPunct="1">
              <a:spcBef>
                <a:spcPts val="20"/>
              </a:spcBef>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marR="373380" algn="l" defTabSz="457200" rtl="0" eaLnBrk="1" latinLnBrk="0" hangingPunct="1">
              <a:spcAft>
                <a:spcPts val="0"/>
              </a:spcAft>
            </a:pPr>
            <a:r>
              <a:rPr lang="en-US" sz="1200" kern="1200">
                <a:solidFill>
                  <a:schemeClr val="tx1"/>
                </a:solidFill>
                <a:effectLst/>
                <a:latin typeface="Calibri" panose="020F0502020204030204" pitchFamily="34" charset="0"/>
                <a:ea typeface="Calibri" panose="020F0502020204030204" pitchFamily="34" charset="0"/>
                <a:cs typeface="+mn-cs"/>
              </a:rPr>
              <a:t>It will also work closely with the next Practice of Service Configuration Management, but, although the two are closely aligned, they have different aims. </a:t>
            </a:r>
            <a:r>
              <a:rPr lang="en-US" sz="1200" b="1" kern="1200">
                <a:solidFill>
                  <a:schemeClr val="tx1"/>
                </a:solidFill>
                <a:effectLst/>
                <a:latin typeface="Calibri" panose="020F0502020204030204" pitchFamily="34" charset="0"/>
                <a:ea typeface="Calibri" panose="020F0502020204030204" pitchFamily="34" charset="0"/>
                <a:cs typeface="+mn-cs"/>
              </a:rPr>
              <a:t>IT Asset Management </a:t>
            </a:r>
            <a:r>
              <a:rPr lang="en-US" sz="1200" kern="1200">
                <a:solidFill>
                  <a:schemeClr val="tx1"/>
                </a:solidFill>
                <a:effectLst/>
                <a:latin typeface="Calibri" panose="020F0502020204030204" pitchFamily="34" charset="0"/>
                <a:ea typeface="Calibri" panose="020F0502020204030204" pitchFamily="34" charset="0"/>
                <a:cs typeface="+mn-cs"/>
              </a:rPr>
              <a:t>is concerned with recording the cost and financial value of components, Service Configuration Management is concerned with the non-financial values, particularly in recording to ensure that there are the right components connected together in the right way</a:t>
            </a:r>
          </a:p>
          <a:p>
            <a:endParaRPr lang="en-GB" sz="1200" kern="1200">
              <a:solidFill>
                <a:schemeClr val="tx1"/>
              </a:solidFill>
              <a:effectLst/>
              <a:latin typeface="Calibri" panose="020F0502020204030204" pitchFamily="34" charset="0"/>
              <a:cs typeface="+mn-cs"/>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49</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3195913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374015" algn="l" defTabSz="457200" rtl="0" eaLnBrk="1" latinLnBrk="0" hangingPunct="1">
              <a:spcBef>
                <a:spcPts val="280"/>
              </a:spcBef>
              <a:spcAft>
                <a:spcPts val="0"/>
              </a:spcAft>
            </a:pPr>
            <a:r>
              <a:rPr lang="en-US" sz="1200" b="1" kern="1200">
                <a:solidFill>
                  <a:schemeClr val="tx1"/>
                </a:solidFill>
                <a:effectLst/>
                <a:latin typeface="Calibri" panose="020F0502020204030204" pitchFamily="34" charset="0"/>
                <a:ea typeface="Calibri" panose="020F0502020204030204" pitchFamily="34" charset="0"/>
                <a:cs typeface="+mn-cs"/>
              </a:rPr>
              <a:t>Service Configuration Management </a:t>
            </a:r>
            <a:r>
              <a:rPr lang="en-US" sz="1200" kern="1200">
                <a:solidFill>
                  <a:schemeClr val="tx1"/>
                </a:solidFill>
                <a:effectLst/>
                <a:latin typeface="Calibri" panose="020F0502020204030204" pitchFamily="34" charset="0"/>
                <a:ea typeface="Calibri" panose="020F0502020204030204" pitchFamily="34" charset="0"/>
                <a:cs typeface="+mn-cs"/>
              </a:rPr>
              <a:t>records what service components there are and how they relate to one another. It enables management of the configuration by other practices, especially Change Enablement</a:t>
            </a:r>
          </a:p>
          <a:p>
            <a:pPr marL="0" algn="l" defTabSz="457200" rtl="0" eaLnBrk="1" latinLnBrk="0" hangingPunct="1">
              <a:spcBef>
                <a:spcPts val="20"/>
              </a:spcBef>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algn="l" defTabSz="457200" rtl="0" eaLnBrk="1" latinLnBrk="0" hangingPunct="1">
              <a:spcBef>
                <a:spcPts val="5"/>
              </a:spcBef>
              <a:spcAft>
                <a:spcPts val="0"/>
              </a:spcAft>
            </a:pPr>
            <a:r>
              <a:rPr lang="en-US" sz="1200" b="1" kern="1200">
                <a:solidFill>
                  <a:schemeClr val="tx1"/>
                </a:solidFill>
                <a:effectLst/>
                <a:latin typeface="Calibri" panose="020F0502020204030204" pitchFamily="34" charset="0"/>
                <a:ea typeface="Calibri" panose="020F0502020204030204" pitchFamily="34" charset="0"/>
                <a:cs typeface="+mn-cs"/>
              </a:rPr>
              <a:t>Service Configuration Management </a:t>
            </a:r>
            <a:r>
              <a:rPr lang="en-US" sz="1200" kern="1200">
                <a:solidFill>
                  <a:schemeClr val="tx1"/>
                </a:solidFill>
                <a:effectLst/>
                <a:latin typeface="Calibri" panose="020F0502020204030204" pitchFamily="34" charset="0"/>
                <a:ea typeface="Calibri" panose="020F0502020204030204" pitchFamily="34" charset="0"/>
                <a:cs typeface="+mn-cs"/>
              </a:rPr>
              <a:t>typically needs processes to:</a:t>
            </a:r>
          </a:p>
          <a:p>
            <a:pPr marL="0" algn="l" defTabSz="457200" rtl="0" eaLnBrk="1" latinLnBrk="0" hangingPunct="1">
              <a:spcBef>
                <a:spcPts val="20"/>
              </a:spcBef>
            </a:pPr>
            <a:r>
              <a:rPr lang="en-US" sz="1200" kern="1200">
                <a:solidFill>
                  <a:schemeClr val="tx1"/>
                </a:solidFill>
                <a:effectLst/>
                <a:latin typeface="Calibri" panose="020F0502020204030204" pitchFamily="34" charset="0"/>
                <a:ea typeface="Calibri" panose="020F0502020204030204" pitchFamily="34" charset="0"/>
                <a:cs typeface="+mn-cs"/>
              </a:rPr>
              <a:t> </a:t>
            </a:r>
          </a:p>
          <a:p>
            <a:pPr marL="171450" marR="374650" lvl="3" indent="-171450" algn="l" defTabSz="457200" rtl="0" eaLnBrk="1" latinLnBrk="0" hangingPunct="1">
              <a:spcAft>
                <a:spcPts val="0"/>
              </a:spcAft>
              <a:buSzPts val="1100"/>
              <a:buFont typeface="Wingdings" panose="05000000000000000000" pitchFamily="2" charset="2"/>
              <a:buChar char="§"/>
              <a:tabLst>
                <a:tab pos="888365" algn="l"/>
                <a:tab pos="889000" algn="l"/>
              </a:tabLst>
            </a:pPr>
            <a:r>
              <a:rPr lang="en-US" sz="1200" kern="1200">
                <a:solidFill>
                  <a:schemeClr val="tx1"/>
                </a:solidFill>
                <a:effectLst/>
                <a:latin typeface="Calibri" panose="020F0502020204030204" pitchFamily="34" charset="0"/>
                <a:ea typeface="Symbol" panose="05050102010706020507" pitchFamily="18" charset="2"/>
                <a:cs typeface="+mn-cs"/>
              </a:rPr>
              <a:t>Identify new configuration items, and record them in the Configuration Management System (CMS)</a:t>
            </a:r>
          </a:p>
          <a:p>
            <a:pPr marL="171450" lvl="3" indent="-171450" algn="l" defTabSz="457200" rtl="0" eaLnBrk="1" latinLnBrk="0" hangingPunct="1">
              <a:lnSpc>
                <a:spcPts val="1395"/>
              </a:lnSpc>
              <a:buSzPts val="1100"/>
              <a:buFont typeface="Wingdings" panose="05000000000000000000" pitchFamily="2" charset="2"/>
              <a:buChar char="§"/>
              <a:tabLst>
                <a:tab pos="888365" algn="l"/>
                <a:tab pos="889000" algn="l"/>
              </a:tabLst>
            </a:pPr>
            <a:r>
              <a:rPr lang="en-US" sz="1200" kern="1200">
                <a:solidFill>
                  <a:schemeClr val="tx1"/>
                </a:solidFill>
                <a:effectLst/>
                <a:latin typeface="Calibri" panose="020F0502020204030204" pitchFamily="34" charset="0"/>
                <a:ea typeface="Symbol" panose="05050102010706020507" pitchFamily="18" charset="2"/>
                <a:cs typeface="+mn-cs"/>
              </a:rPr>
              <a:t>Update configuration data when changes are deployed</a:t>
            </a:r>
          </a:p>
          <a:p>
            <a:pPr marL="171450" lvl="3" indent="-171450" algn="l" defTabSz="457200" rtl="0" eaLnBrk="1" latinLnBrk="0" hangingPunct="1">
              <a:spcBef>
                <a:spcPts val="5"/>
              </a:spcBef>
              <a:spcAft>
                <a:spcPts val="0"/>
              </a:spcAft>
              <a:buSzPts val="1100"/>
              <a:buFont typeface="Wingdings" panose="05000000000000000000" pitchFamily="2" charset="2"/>
              <a:buChar char="§"/>
              <a:tabLst>
                <a:tab pos="888365" algn="l"/>
                <a:tab pos="889000" algn="l"/>
              </a:tabLst>
            </a:pPr>
            <a:r>
              <a:rPr lang="en-US" sz="1200" kern="1200">
                <a:solidFill>
                  <a:schemeClr val="tx1"/>
                </a:solidFill>
                <a:effectLst/>
                <a:latin typeface="Calibri" panose="020F0502020204030204" pitchFamily="34" charset="0"/>
                <a:ea typeface="Symbol" panose="05050102010706020507" pitchFamily="18" charset="2"/>
                <a:cs typeface="+mn-cs"/>
              </a:rPr>
              <a:t>Verify that configuration records are correct</a:t>
            </a:r>
          </a:p>
          <a:p>
            <a:pPr marL="171450" marR="374650" lvl="3" indent="-171450" algn="l" defTabSz="457200" rtl="0" eaLnBrk="1" latinLnBrk="0" hangingPunct="1">
              <a:spcAft>
                <a:spcPts val="0"/>
              </a:spcAft>
              <a:buSzPts val="1100"/>
              <a:buFont typeface="Wingdings" panose="05000000000000000000" pitchFamily="2" charset="2"/>
              <a:buChar char="§"/>
              <a:tabLst>
                <a:tab pos="888365" algn="l"/>
                <a:tab pos="889000" algn="l"/>
              </a:tabLst>
            </a:pPr>
            <a:r>
              <a:rPr lang="en-US" sz="1200" kern="1200">
                <a:solidFill>
                  <a:schemeClr val="tx1"/>
                </a:solidFill>
                <a:effectLst/>
                <a:latin typeface="Calibri" panose="020F0502020204030204" pitchFamily="34" charset="0"/>
                <a:ea typeface="Symbol" panose="05050102010706020507" pitchFamily="18" charset="2"/>
                <a:cs typeface="+mn-cs"/>
              </a:rPr>
              <a:t>Audit applications and infrastructure to identify any configuration items that are not accurately recorded</a:t>
            </a:r>
          </a:p>
          <a:p>
            <a:pPr marL="0" algn="l" defTabSz="457200" rtl="0" eaLnBrk="1" latinLnBrk="0" hangingPunct="1">
              <a:spcBef>
                <a:spcPts val="20"/>
              </a:spcBef>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marR="373380" algn="l" defTabSz="457200" rtl="0" eaLnBrk="1" latinLnBrk="0" hangingPunct="1">
              <a:spcBef>
                <a:spcPts val="5"/>
              </a:spcBef>
              <a:spcAft>
                <a:spcPts val="0"/>
              </a:spcAft>
            </a:pPr>
            <a:r>
              <a:rPr lang="en-US" sz="1200" kern="1200">
                <a:solidFill>
                  <a:schemeClr val="tx1"/>
                </a:solidFill>
                <a:effectLst/>
                <a:latin typeface="Calibri" panose="020F0502020204030204" pitchFamily="34" charset="0"/>
                <a:ea typeface="Calibri" panose="020F0502020204030204" pitchFamily="34" charset="0"/>
                <a:cs typeface="+mn-cs"/>
              </a:rPr>
              <a:t>Accurate information about the configuration enables better impact assessment of changes, better problem analysis, quicker Incident Management, more risk averse Deployment Management, accurate Release Management etc.</a:t>
            </a:r>
          </a:p>
          <a:p>
            <a:pPr marL="0" algn="l" defTabSz="457200" rtl="0" eaLnBrk="1" latinLnBrk="0" hangingPunct="1">
              <a:spcBef>
                <a:spcPts val="20"/>
              </a:spcBef>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algn="l" defTabSz="457200" rtl="0" eaLnBrk="1" latinLnBrk="0" hangingPunct="1"/>
            <a:r>
              <a:rPr lang="en-US" sz="1200" kern="1200">
                <a:solidFill>
                  <a:schemeClr val="tx1"/>
                </a:solidFill>
                <a:effectLst/>
                <a:latin typeface="Calibri" panose="020F0502020204030204" pitchFamily="34" charset="0"/>
                <a:ea typeface="Calibri" panose="020F0502020204030204" pitchFamily="34" charset="0"/>
                <a:cs typeface="+mn-cs"/>
              </a:rPr>
              <a:t>Service Configuration Management is a critical practice that supports almost all other practices</a:t>
            </a:r>
          </a:p>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50</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30685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51</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584648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There are many monitoring tools available to give early warning of things that IT Service Management practitioners need to know about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It is much more efficient to get early warning and to do something about before the system crashes than it is to wait for the failure and then react to the incident.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Events are determined in many ways.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Calibri" panose="020F0502020204030204" pitchFamily="34" charset="0"/>
              <a:ea typeface="Calibri" panose="020F0502020204030204" pitchFamily="34"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u="sng" kern="1200">
                <a:solidFill>
                  <a:schemeClr val="tx1"/>
                </a:solidFill>
                <a:effectLst/>
                <a:latin typeface="Calibri" panose="020F0502020204030204" pitchFamily="34" charset="0"/>
                <a:ea typeface="Calibri" panose="020F0502020204030204" pitchFamily="34" charset="0"/>
                <a:cs typeface="+mn-cs"/>
              </a:rPr>
              <a:t>The Practice of capacity and performance management (not in syllabus) may set thresholds for utilization at which alerts are created.</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u="sng" kern="1200">
              <a:solidFill>
                <a:schemeClr val="tx1"/>
              </a:solidFill>
              <a:effectLst/>
              <a:latin typeface="Calibri" panose="020F0502020204030204" pitchFamily="34" charset="0"/>
              <a:ea typeface="Calibri" panose="020F0502020204030204" pitchFamily="34"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Calibri" panose="020F0502020204030204" pitchFamily="34" charset="0"/>
                <a:ea typeface="Calibri" panose="020F0502020204030204" pitchFamily="34" charset="0"/>
                <a:cs typeface="+mn-cs"/>
              </a:rPr>
              <a:t>These things are events, for which the practice of </a:t>
            </a:r>
            <a:r>
              <a:rPr lang="en-US" sz="1200" b="1" kern="1200">
                <a:solidFill>
                  <a:schemeClr val="tx1"/>
                </a:solidFill>
                <a:effectLst/>
                <a:latin typeface="Calibri" panose="020F0502020204030204" pitchFamily="34" charset="0"/>
                <a:ea typeface="Calibri" panose="020F0502020204030204" pitchFamily="34" charset="0"/>
                <a:cs typeface="+mn-cs"/>
              </a:rPr>
              <a:t>Monitoring and Event Management </a:t>
            </a:r>
            <a:r>
              <a:rPr lang="en-US" sz="1200" kern="1200">
                <a:solidFill>
                  <a:schemeClr val="tx1"/>
                </a:solidFill>
                <a:effectLst/>
                <a:latin typeface="Calibri" panose="020F0502020204030204" pitchFamily="34" charset="0"/>
                <a:ea typeface="Calibri" panose="020F0502020204030204" pitchFamily="34" charset="0"/>
                <a:cs typeface="+mn-cs"/>
              </a:rPr>
              <a:t>will monitor and react to. Many other Practices and monitoring tools may also assist with determining events. The event is a “change of state that has significance” and it is the organization that dictates what is significant to the provision and management of services.</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52</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153681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0" marR="374015" algn="l" defTabSz="457200" rtl="0" eaLnBrk="1" latinLnBrk="0" hangingPunct="1">
              <a:spcBef>
                <a:spcPts val="280"/>
              </a:spcBef>
              <a:spcAft>
                <a:spcPts val="0"/>
              </a:spcAft>
            </a:pPr>
            <a:r>
              <a:rPr lang="en-US" sz="1200" kern="1200">
                <a:solidFill>
                  <a:schemeClr val="tx1"/>
                </a:solidFill>
                <a:effectLst/>
                <a:latin typeface="Calibri" panose="020F0502020204030204" pitchFamily="34" charset="0"/>
                <a:ea typeface="Calibri" panose="020F0502020204030204" pitchFamily="34" charset="0"/>
                <a:cs typeface="+mn-cs"/>
              </a:rPr>
              <a:t>Most of the process actions are “Engage” activities in the </a:t>
            </a:r>
            <a:r>
              <a:rPr lang="it-IT">
                <a:latin typeface="Calibri"/>
                <a:cs typeface="Calibri"/>
              </a:rPr>
              <a:t>Service Value Chain </a:t>
            </a:r>
            <a:r>
              <a:rPr lang="en-US" sz="1200" kern="1200">
                <a:solidFill>
                  <a:schemeClr val="tx1"/>
                </a:solidFill>
                <a:effectLst/>
                <a:latin typeface="Calibri" panose="020F0502020204030204" pitchFamily="34" charset="0"/>
                <a:ea typeface="Calibri" panose="020F0502020204030204" pitchFamily="34" charset="0"/>
                <a:cs typeface="+mn-cs"/>
              </a:rPr>
              <a:t>and one of the key skills is good communication, especially listening. The practice will work closely with many other practices, including:</a:t>
            </a:r>
          </a:p>
          <a:p>
            <a:pPr marL="0" algn="l" defTabSz="457200" rtl="0" eaLnBrk="1" latinLnBrk="0" hangingPunct="1">
              <a:spcBef>
                <a:spcPts val="25"/>
              </a:spcBef>
            </a:pPr>
            <a:r>
              <a:rPr lang="en-US" sz="1200" kern="1200">
                <a:solidFill>
                  <a:schemeClr val="tx1"/>
                </a:solidFill>
                <a:effectLst/>
                <a:latin typeface="Calibri" panose="020F0502020204030204" pitchFamily="34" charset="0"/>
                <a:ea typeface="Calibri" panose="020F0502020204030204" pitchFamily="34" charset="0"/>
                <a:cs typeface="+mn-cs"/>
              </a:rPr>
              <a:t> </a:t>
            </a:r>
          </a:p>
          <a:p>
            <a:pPr marL="171450" lvl="2" indent="-171450" algn="l" defTabSz="457200" rtl="0" eaLnBrk="1" latinLnBrk="0" hangingPunct="1">
              <a:lnSpc>
                <a:spcPts val="1395"/>
              </a:lnSpc>
              <a:buFont typeface="Wingdings" panose="05000000000000000000" pitchFamily="2" charset="2"/>
              <a:buChar char="§"/>
              <a:tabLst>
                <a:tab pos="659765" algn="l"/>
                <a:tab pos="660400" algn="l"/>
              </a:tabLst>
            </a:pPr>
            <a:r>
              <a:rPr lang="en-US" sz="1200" kern="1200">
                <a:solidFill>
                  <a:schemeClr val="tx1"/>
                </a:solidFill>
                <a:effectLst/>
                <a:latin typeface="Calibri" panose="020F0502020204030204" pitchFamily="34" charset="0"/>
                <a:ea typeface="Calibri" panose="020F0502020204030204" pitchFamily="34" charset="0"/>
                <a:cs typeface="+mn-cs"/>
              </a:rPr>
              <a:t>Supplier Management, to ensure that contracts support the business outcomes</a:t>
            </a:r>
          </a:p>
          <a:p>
            <a:pPr marL="171450" lvl="2" indent="-171450" algn="l" defTabSz="457200" rtl="0" eaLnBrk="1" latinLnBrk="0" hangingPunct="1">
              <a:lnSpc>
                <a:spcPts val="1395"/>
              </a:lnSpc>
              <a:buFont typeface="Wingdings" panose="05000000000000000000" pitchFamily="2" charset="2"/>
              <a:buChar char="§"/>
              <a:tabLst>
                <a:tab pos="659765" algn="l"/>
                <a:tab pos="661035" algn="l"/>
              </a:tabLst>
            </a:pPr>
            <a:r>
              <a:rPr lang="en-US" sz="1200" kern="1200">
                <a:solidFill>
                  <a:schemeClr val="tx1"/>
                </a:solidFill>
                <a:effectLst/>
                <a:latin typeface="Calibri" panose="020F0502020204030204" pitchFamily="34" charset="0"/>
                <a:ea typeface="Calibri" panose="020F0502020204030204" pitchFamily="34" charset="0"/>
                <a:cs typeface="+mn-cs"/>
              </a:rPr>
              <a:t>Business Analysis, to help elicit the customer needs as requirements</a:t>
            </a:r>
          </a:p>
          <a:p>
            <a:pPr marL="171450" lvl="2" indent="-171450" algn="l" defTabSz="457200" rtl="0" eaLnBrk="1" latinLnBrk="0" hangingPunct="1">
              <a:spcBef>
                <a:spcPts val="5"/>
              </a:spcBef>
              <a:spcAft>
                <a:spcPts val="0"/>
              </a:spcAft>
              <a:buFont typeface="Wingdings" panose="05000000000000000000" pitchFamily="2" charset="2"/>
              <a:buChar char="§"/>
              <a:tabLst>
                <a:tab pos="659765" algn="l"/>
                <a:tab pos="661035" algn="l"/>
              </a:tabLst>
            </a:pPr>
            <a:r>
              <a:rPr lang="en-US" sz="1200" kern="1200">
                <a:solidFill>
                  <a:schemeClr val="tx1"/>
                </a:solidFill>
                <a:effectLst/>
                <a:latin typeface="Calibri" panose="020F0502020204030204" pitchFamily="34" charset="0"/>
                <a:ea typeface="Calibri" panose="020F0502020204030204" pitchFamily="34" charset="0"/>
                <a:cs typeface="+mn-cs"/>
              </a:rPr>
              <a:t>Relationship Management, to ensure all relevant stakeholders are involved</a:t>
            </a:r>
          </a:p>
          <a:p>
            <a:pPr marL="171450" marR="374015" lvl="2" indent="-171450" algn="l" defTabSz="457200" rtl="0" eaLnBrk="1" latinLnBrk="0" hangingPunct="1">
              <a:buFont typeface="Wingdings" panose="05000000000000000000" pitchFamily="2" charset="2"/>
              <a:buChar char="§"/>
              <a:tabLst>
                <a:tab pos="659765" algn="l"/>
                <a:tab pos="660400" algn="l"/>
              </a:tabLst>
            </a:pPr>
            <a:r>
              <a:rPr lang="en-US" sz="1200" kern="1200">
                <a:solidFill>
                  <a:schemeClr val="tx1"/>
                </a:solidFill>
                <a:effectLst/>
                <a:latin typeface="Calibri" panose="020F0502020204030204" pitchFamily="34" charset="0"/>
                <a:ea typeface="Calibri" panose="020F0502020204030204" pitchFamily="34" charset="0"/>
                <a:cs typeface="+mn-cs"/>
              </a:rPr>
              <a:t>Service Catalogue Management, firstly to check if there are existing services which could meet the customer needs and secondly to ensure that new services are properly recorded.</a:t>
            </a:r>
          </a:p>
          <a:p>
            <a:pPr marL="0" algn="l" defTabSz="457200" rtl="0" eaLnBrk="1" latinLnBrk="0" hangingPunct="1">
              <a:spcBef>
                <a:spcPts val="20"/>
              </a:spcBef>
            </a:pPr>
            <a:r>
              <a:rPr lang="en-US" sz="1200" kern="1200">
                <a:solidFill>
                  <a:schemeClr val="tx1"/>
                </a:solidFill>
                <a:effectLst/>
                <a:latin typeface="Calibri" panose="020F0502020204030204" pitchFamily="34" charset="0"/>
                <a:ea typeface="Calibri" panose="020F0502020204030204" pitchFamily="34" charset="0"/>
                <a:cs typeface="+mn-cs"/>
              </a:rPr>
              <a:t> </a:t>
            </a:r>
            <a:br>
              <a:rPr lang="en-US" sz="1200" kern="1200">
                <a:solidFill>
                  <a:schemeClr val="tx1"/>
                </a:solidFill>
                <a:effectLst/>
                <a:latin typeface="Calibri" panose="020F0502020204030204" pitchFamily="34" charset="0"/>
                <a:ea typeface="Calibri" panose="020F0502020204030204" pitchFamily="34" charset="0"/>
                <a:cs typeface="+mn-cs"/>
              </a:rPr>
            </a:br>
            <a:r>
              <a:rPr lang="en-US" sz="1200" kern="1200">
                <a:solidFill>
                  <a:schemeClr val="tx1"/>
                </a:solidFill>
                <a:effectLst/>
                <a:latin typeface="Calibri" panose="020F0502020204030204" pitchFamily="34" charset="0"/>
                <a:ea typeface="Calibri" panose="020F0502020204030204" pitchFamily="34" charset="0"/>
                <a:cs typeface="+mn-cs"/>
              </a:rPr>
              <a:t>When agreed, the service requirements will be documented as measurable targets in a </a:t>
            </a:r>
            <a:r>
              <a:rPr lang="it-IT">
                <a:latin typeface="Calibri"/>
                <a:cs typeface="Calibri"/>
              </a:rPr>
              <a:t>Service Level Agreement </a:t>
            </a:r>
            <a:r>
              <a:rPr lang="en-US" sz="1200" kern="1200">
                <a:solidFill>
                  <a:schemeClr val="tx1"/>
                </a:solidFill>
                <a:effectLst/>
                <a:latin typeface="Calibri" panose="020F0502020204030204" pitchFamily="34" charset="0"/>
                <a:ea typeface="Calibri" panose="020F0502020204030204" pitchFamily="34" charset="0"/>
                <a:cs typeface="+mn-cs"/>
              </a:rPr>
              <a:t>(SLA). </a:t>
            </a:r>
          </a:p>
          <a:p>
            <a:pPr marL="0" algn="l" defTabSz="457200" rtl="0" eaLnBrk="1" latinLnBrk="0" hangingPunct="1">
              <a:spcBef>
                <a:spcPts val="20"/>
              </a:spcBef>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marR="374650" algn="l" defTabSz="457200" rtl="0" eaLnBrk="1" latinLnBrk="0" hangingPunct="1">
              <a:spcAft>
                <a:spcPts val="0"/>
              </a:spcAft>
            </a:pPr>
            <a:r>
              <a:rPr lang="en-US" sz="1200" kern="1200">
                <a:solidFill>
                  <a:schemeClr val="tx1"/>
                </a:solidFill>
                <a:effectLst/>
                <a:latin typeface="Calibri" panose="020F0502020204030204" pitchFamily="34" charset="0"/>
                <a:ea typeface="Calibri" panose="020F0502020204030204" pitchFamily="34" charset="0"/>
                <a:cs typeface="+mn-cs"/>
              </a:rPr>
              <a:t>Though, that as they are agreements with business customers, SLAs should always document defined outcomes in business terms</a:t>
            </a:r>
          </a:p>
          <a:p>
            <a:pPr marL="0" algn="l" defTabSz="457200" rtl="0" eaLnBrk="1" latinLnBrk="0" hangingPunct="1">
              <a:spcBef>
                <a:spcPts val="25"/>
              </a:spcBef>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marR="372110" algn="l" defTabSz="457200" rtl="0" eaLnBrk="1" latinLnBrk="0" hangingPunct="1">
              <a:spcAft>
                <a:spcPts val="0"/>
              </a:spcAft>
            </a:pPr>
            <a:r>
              <a:rPr lang="en-US" sz="1200" kern="1200">
                <a:solidFill>
                  <a:schemeClr val="tx1"/>
                </a:solidFill>
                <a:effectLst/>
                <a:latin typeface="Calibri" panose="020F0502020204030204" pitchFamily="34" charset="0"/>
                <a:ea typeface="Calibri" panose="020F0502020204030204" pitchFamily="34" charset="0"/>
                <a:cs typeface="+mn-cs"/>
              </a:rPr>
              <a:t>Having set targets and measured against them, achievement should be reported to and discussed with the customer. It is usual practice to use some kind of color-coded reporting – green equals success, red equals failure.</a:t>
            </a:r>
          </a:p>
          <a:p>
            <a:pPr marL="0" algn="l" defTabSz="457200" rtl="0" eaLnBrk="1" latinLnBrk="0" hangingPunct="1">
              <a:spcBef>
                <a:spcPts val="20"/>
              </a:spcBef>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marR="374015" algn="l" defTabSz="457200" rtl="0" eaLnBrk="1" latinLnBrk="0" hangingPunct="1">
              <a:spcAft>
                <a:spcPts val="0"/>
              </a:spcAft>
            </a:pPr>
            <a:r>
              <a:rPr lang="en-US" sz="1200" kern="1200">
                <a:solidFill>
                  <a:schemeClr val="tx1"/>
                </a:solidFill>
                <a:effectLst/>
                <a:latin typeface="Calibri" panose="020F0502020204030204" pitchFamily="34" charset="0"/>
                <a:ea typeface="Calibri" panose="020F0502020204030204" pitchFamily="34" charset="0"/>
                <a:cs typeface="+mn-cs"/>
              </a:rPr>
              <a:t>It is often the case that service hits its targets but still does not satisfy the consumer; green on the outside.</a:t>
            </a:r>
          </a:p>
          <a:p>
            <a:pPr marL="0" marR="374015" algn="l" defTabSz="457200" rtl="0" eaLnBrk="1" latinLnBrk="0" hangingPunct="1">
              <a:spcAft>
                <a:spcPts val="0"/>
              </a:spcAft>
            </a:pPr>
            <a:r>
              <a:rPr lang="en-US" sz="1200" kern="1200">
                <a:solidFill>
                  <a:schemeClr val="tx1"/>
                </a:solidFill>
                <a:effectLst/>
                <a:latin typeface="Calibri" panose="020F0502020204030204" pitchFamily="34" charset="0"/>
                <a:ea typeface="Calibri" panose="020F0502020204030204" pitchFamily="34" charset="0"/>
                <a:cs typeface="+mn-cs"/>
              </a:rPr>
              <a:t>Achieving a target of 99.9% availability at the server does not necessarily mean that the user could do their job when they needed to do it. This is why we highlight the need to define outcomes in business terms</a:t>
            </a:r>
          </a:p>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53</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2455085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372110" indent="-635" algn="l" defTabSz="457200" rtl="0" eaLnBrk="1" latinLnBrk="0" hangingPunct="1">
              <a:spcBef>
                <a:spcPts val="280"/>
              </a:spcBef>
              <a:spcAft>
                <a:spcPts val="0"/>
              </a:spcAft>
            </a:pPr>
            <a:r>
              <a:rPr lang="en-US" sz="1200" kern="1200">
                <a:solidFill>
                  <a:schemeClr val="tx1"/>
                </a:solidFill>
                <a:effectLst/>
                <a:latin typeface="Calibri" panose="020F0502020204030204" pitchFamily="34" charset="0"/>
                <a:ea typeface="Calibri" panose="020F0502020204030204" pitchFamily="34" charset="0"/>
                <a:cs typeface="+mn-cs"/>
              </a:rPr>
              <a:t>A </a:t>
            </a:r>
            <a:r>
              <a:rPr lang="en-US" sz="1200" b="1" kern="1200">
                <a:solidFill>
                  <a:schemeClr val="tx1"/>
                </a:solidFill>
                <a:effectLst/>
                <a:latin typeface="Calibri" panose="020F0502020204030204" pitchFamily="34" charset="0"/>
                <a:ea typeface="Calibri" panose="020F0502020204030204" pitchFamily="34" charset="0"/>
                <a:cs typeface="+mn-cs"/>
              </a:rPr>
              <a:t>Service Desk </a:t>
            </a:r>
            <a:r>
              <a:rPr lang="en-US" sz="1200" kern="1200">
                <a:solidFill>
                  <a:schemeClr val="tx1"/>
                </a:solidFill>
                <a:effectLst/>
                <a:latin typeface="Calibri" panose="020F0502020204030204" pitchFamily="34" charset="0"/>
                <a:ea typeface="Calibri" panose="020F0502020204030204" pitchFamily="34" charset="0"/>
                <a:cs typeface="+mn-cs"/>
              </a:rPr>
              <a:t>should act as the entry point for users to contact (or be contacted by) service providers and should provide a single point of contact for the IT or service organization.</a:t>
            </a:r>
          </a:p>
          <a:p>
            <a:pPr marL="0" algn="l" defTabSz="457200" rtl="0" eaLnBrk="1" latinLnBrk="0" hangingPunct="1">
              <a:spcBef>
                <a:spcPts val="25"/>
              </a:spcBef>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marR="374015" algn="l" defTabSz="457200" rtl="0" eaLnBrk="1" latinLnBrk="0" hangingPunct="1">
              <a:spcAft>
                <a:spcPts val="0"/>
              </a:spcAft>
            </a:pPr>
            <a:r>
              <a:rPr lang="en-US" sz="1200" kern="1200">
                <a:solidFill>
                  <a:schemeClr val="tx1"/>
                </a:solidFill>
                <a:effectLst/>
                <a:latin typeface="Calibri" panose="020F0502020204030204" pitchFamily="34" charset="0"/>
                <a:ea typeface="Calibri" panose="020F0502020204030204" pitchFamily="34" charset="0"/>
                <a:cs typeface="+mn-cs"/>
              </a:rPr>
              <a:t>Like Service Level Management, the </a:t>
            </a:r>
            <a:r>
              <a:rPr lang="en-US" sz="1200" b="1" kern="1200">
                <a:solidFill>
                  <a:schemeClr val="tx1"/>
                </a:solidFill>
                <a:effectLst/>
                <a:latin typeface="Calibri" panose="020F0502020204030204" pitchFamily="34" charset="0"/>
                <a:ea typeface="Calibri" panose="020F0502020204030204" pitchFamily="34" charset="0"/>
                <a:cs typeface="+mn-cs"/>
              </a:rPr>
              <a:t>Service Desk </a:t>
            </a:r>
            <a:r>
              <a:rPr lang="en-US" sz="1200" b="0" kern="1200">
                <a:solidFill>
                  <a:schemeClr val="tx1"/>
                </a:solidFill>
                <a:effectLst/>
                <a:latin typeface="Calibri" panose="020F0502020204030204" pitchFamily="34" charset="0"/>
                <a:ea typeface="Calibri" panose="020F0502020204030204" pitchFamily="34" charset="0"/>
                <a:cs typeface="+mn-cs"/>
              </a:rPr>
              <a:t>P</a:t>
            </a:r>
            <a:r>
              <a:rPr lang="en-US" sz="1200" kern="1200">
                <a:solidFill>
                  <a:schemeClr val="tx1"/>
                </a:solidFill>
                <a:effectLst/>
                <a:latin typeface="Calibri" panose="020F0502020204030204" pitchFamily="34" charset="0"/>
                <a:ea typeface="Calibri" panose="020F0502020204030204" pitchFamily="34" charset="0"/>
                <a:cs typeface="+mn-cs"/>
              </a:rPr>
              <a:t>ractice is mainly part of the “Engage” activity in the service value chain. It will work very closely with (and may even also be) the Incident Management Practice and the Service Request Management practice.</a:t>
            </a:r>
          </a:p>
          <a:p>
            <a:pPr marL="0" algn="l" defTabSz="457200" rtl="0" eaLnBrk="1" latinLnBrk="0" hangingPunct="1">
              <a:spcBef>
                <a:spcPts val="20"/>
              </a:spcBef>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marR="374015" algn="l" defTabSz="457200" rtl="0" eaLnBrk="1" latinLnBrk="0" hangingPunct="1">
              <a:spcAft>
                <a:spcPts val="0"/>
              </a:spcAft>
            </a:pPr>
            <a:r>
              <a:rPr lang="en-US" sz="1200" kern="1200">
                <a:solidFill>
                  <a:schemeClr val="tx1"/>
                </a:solidFill>
                <a:effectLst/>
                <a:latin typeface="Calibri" panose="020F0502020204030204" pitchFamily="34" charset="0"/>
                <a:ea typeface="Calibri" panose="020F0502020204030204" pitchFamily="34" charset="0"/>
                <a:cs typeface="+mn-cs"/>
              </a:rPr>
              <a:t>A </a:t>
            </a:r>
            <a:r>
              <a:rPr lang="en-US" sz="1200" b="1" kern="1200">
                <a:solidFill>
                  <a:schemeClr val="tx1"/>
                </a:solidFill>
                <a:effectLst/>
                <a:latin typeface="Calibri" panose="020F0502020204030204" pitchFamily="34" charset="0"/>
                <a:ea typeface="Calibri" panose="020F0502020204030204" pitchFamily="34" charset="0"/>
                <a:cs typeface="+mn-cs"/>
              </a:rPr>
              <a:t>Service Desk </a:t>
            </a:r>
            <a:r>
              <a:rPr lang="en-US" sz="1200" kern="1200">
                <a:solidFill>
                  <a:schemeClr val="tx1"/>
                </a:solidFill>
                <a:effectLst/>
                <a:latin typeface="Calibri" panose="020F0502020204030204" pitchFamily="34" charset="0"/>
                <a:ea typeface="Calibri" panose="020F0502020204030204" pitchFamily="34" charset="0"/>
                <a:cs typeface="+mn-cs"/>
              </a:rPr>
              <a:t>may be a call center, or it could be a technical desk that can resolve most calls at first point of contact. Regardless of the level of technical skill, key skills for all Service Desks include the emotional intelligence to have empathy and good communication as well as a thorough business understanding</a:t>
            </a:r>
          </a:p>
          <a:p>
            <a:pPr marL="0" algn="l" defTabSz="457200" rtl="0" eaLnBrk="1" latinLnBrk="0" hangingPunct="1">
              <a:spcBef>
                <a:spcPts val="25"/>
              </a:spcBef>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marR="373380" algn="l" defTabSz="457200" rtl="0" eaLnBrk="1" latinLnBrk="0" hangingPunct="1">
              <a:spcAft>
                <a:spcPts val="0"/>
              </a:spcAft>
            </a:pPr>
            <a:r>
              <a:rPr lang="en-US" sz="1200" b="1" kern="1200">
                <a:solidFill>
                  <a:schemeClr val="tx1"/>
                </a:solidFill>
                <a:effectLst/>
                <a:latin typeface="Calibri" panose="020F0502020204030204" pitchFamily="34" charset="0"/>
                <a:ea typeface="Calibri" panose="020F0502020204030204" pitchFamily="34" charset="0"/>
                <a:cs typeface="+mn-cs"/>
              </a:rPr>
              <a:t>Service Desks </a:t>
            </a:r>
            <a:r>
              <a:rPr lang="en-US" sz="1200" kern="1200">
                <a:solidFill>
                  <a:schemeClr val="tx1"/>
                </a:solidFill>
                <a:effectLst/>
                <a:latin typeface="Calibri" panose="020F0502020204030204" pitchFamily="34" charset="0"/>
                <a:ea typeface="Calibri" panose="020F0502020204030204" pitchFamily="34" charset="0"/>
                <a:cs typeface="+mn-cs"/>
              </a:rPr>
              <a:t>may physically exist as a team in a centralized location supporting the wider organization or as teams co-located with the consumers that they support. Alternatively, a Service Desk may be a virtual concept which allows the relevant skills to be accessed regardless of location of consumer or provider</a:t>
            </a:r>
          </a:p>
          <a:p>
            <a:pPr marL="0" algn="l" defTabSz="457200" rtl="0" eaLnBrk="1" latinLnBrk="0" hangingPunct="1">
              <a:spcBef>
                <a:spcPts val="55"/>
              </a:spcBef>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marR="372745" algn="l" defTabSz="457200" rtl="0" eaLnBrk="1" latinLnBrk="0" hangingPunct="1">
              <a:spcAft>
                <a:spcPts val="0"/>
              </a:spcAft>
            </a:pPr>
            <a:r>
              <a:rPr lang="en-US" sz="1200" kern="1200">
                <a:solidFill>
                  <a:schemeClr val="tx1"/>
                </a:solidFill>
                <a:effectLst/>
                <a:latin typeface="Calibri" panose="020F0502020204030204" pitchFamily="34" charset="0"/>
                <a:ea typeface="Calibri" panose="020F0502020204030204" pitchFamily="34" charset="0"/>
                <a:cs typeface="+mn-cs"/>
              </a:rPr>
              <a:t>Embodying the principle of “optimize and automate” the </a:t>
            </a:r>
            <a:r>
              <a:rPr lang="en-US" sz="1200" b="1" kern="1200">
                <a:solidFill>
                  <a:schemeClr val="tx1"/>
                </a:solidFill>
                <a:effectLst/>
                <a:latin typeface="Calibri" panose="020F0502020204030204" pitchFamily="34" charset="0"/>
                <a:ea typeface="Calibri" panose="020F0502020204030204" pitchFamily="34" charset="0"/>
                <a:cs typeface="+mn-cs"/>
              </a:rPr>
              <a:t>Service Desk </a:t>
            </a:r>
            <a:r>
              <a:rPr lang="en-US" sz="1200" kern="1200">
                <a:solidFill>
                  <a:schemeClr val="tx1"/>
                </a:solidFill>
                <a:effectLst/>
                <a:latin typeface="Calibri" panose="020F0502020204030204" pitchFamily="34" charset="0"/>
                <a:ea typeface="Calibri" panose="020F0502020204030204" pitchFamily="34" charset="0"/>
                <a:cs typeface="+mn-cs"/>
              </a:rPr>
              <a:t>can often be (at least partially) implemented through self-service technology</a:t>
            </a:r>
          </a:p>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54</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171839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373380" algn="l" defTabSz="457200" rtl="0" eaLnBrk="1" latinLnBrk="0" hangingPunct="1">
              <a:spcBef>
                <a:spcPts val="285"/>
              </a:spcBef>
              <a:spcAft>
                <a:spcPts val="0"/>
              </a:spcAft>
            </a:pPr>
            <a:r>
              <a:rPr lang="en-US" sz="1200" b="1" kern="1200">
                <a:solidFill>
                  <a:schemeClr val="tx1"/>
                </a:solidFill>
                <a:effectLst/>
                <a:latin typeface="Calibri" panose="020F0502020204030204" pitchFamily="34" charset="0"/>
                <a:ea typeface="Calibri" panose="020F0502020204030204" pitchFamily="34" charset="0"/>
                <a:cs typeface="+mn-cs"/>
              </a:rPr>
              <a:t>Service requests </a:t>
            </a:r>
            <a:r>
              <a:rPr lang="en-US" sz="1200" kern="1200">
                <a:solidFill>
                  <a:schemeClr val="tx1"/>
                </a:solidFill>
                <a:effectLst/>
                <a:latin typeface="Calibri" panose="020F0502020204030204" pitchFamily="34" charset="0"/>
                <a:ea typeface="Calibri" panose="020F0502020204030204" pitchFamily="34" charset="0"/>
                <a:cs typeface="+mn-cs"/>
              </a:rPr>
              <a:t>are handled by the service provider (usually at the Service Desk) and are therefore defined as service requests by the service provider, not by the service consumer</a:t>
            </a:r>
          </a:p>
          <a:p>
            <a:pPr marL="0" marR="373380" algn="l" defTabSz="457200" rtl="0" eaLnBrk="1" latinLnBrk="0" hangingPunct="1">
              <a:spcBef>
                <a:spcPts val="285"/>
              </a:spcBef>
              <a:spcAft>
                <a:spcPts val="0"/>
              </a:spcAft>
            </a:pPr>
            <a:r>
              <a:rPr lang="en-US" sz="1200" kern="1200">
                <a:solidFill>
                  <a:schemeClr val="tx1"/>
                </a:solidFill>
                <a:effectLst/>
                <a:latin typeface="Calibri" panose="020F0502020204030204" pitchFamily="34" charset="0"/>
                <a:ea typeface="Calibri" panose="020F0502020204030204" pitchFamily="34" charset="0"/>
                <a:cs typeface="+mn-cs"/>
              </a:rPr>
              <a:t>For something to be treated as a service request, it must not only be predefined as such, but it also has to have a relatively simple procedure to follow in order to be executed</a:t>
            </a:r>
          </a:p>
          <a:p>
            <a:pPr marL="0" marR="373380" algn="l" defTabSz="457200" rtl="0" eaLnBrk="1" latinLnBrk="0" hangingPunct="1">
              <a:spcBef>
                <a:spcPts val="285"/>
              </a:spcBef>
              <a:spcAft>
                <a:spcPts val="0"/>
              </a:spcAft>
            </a:pPr>
            <a:endParaRPr lang="en-US" sz="1200" kern="1200">
              <a:solidFill>
                <a:schemeClr val="tx1"/>
              </a:solidFill>
              <a:effectLst/>
              <a:latin typeface="Calibri" panose="020F0502020204030204" pitchFamily="34" charset="0"/>
              <a:ea typeface="Calibri" panose="020F0502020204030204" pitchFamily="34" charset="0"/>
              <a:cs typeface="+mn-cs"/>
            </a:endParaRPr>
          </a:p>
          <a:p>
            <a:pPr marL="0" marR="375285" algn="l" defTabSz="457200" rtl="0" eaLnBrk="1" latinLnBrk="0" hangingPunct="1">
              <a:spcBef>
                <a:spcPts val="990"/>
              </a:spcBef>
              <a:spcAft>
                <a:spcPts val="0"/>
              </a:spcAft>
            </a:pPr>
            <a:r>
              <a:rPr lang="en-US" sz="1200" kern="1200">
                <a:solidFill>
                  <a:schemeClr val="tx1"/>
                </a:solidFill>
                <a:effectLst/>
                <a:latin typeface="Calibri" panose="020F0502020204030204" pitchFamily="34" charset="0"/>
                <a:ea typeface="Calibri" panose="020F0502020204030204" pitchFamily="34" charset="0"/>
                <a:cs typeface="+mn-cs"/>
              </a:rPr>
              <a:t>Once the request procedure is proven to work and has been optimized, it should, if possible, be automated, thus reducing the workload on the service provider</a:t>
            </a:r>
          </a:p>
          <a:p>
            <a:pPr marL="0" algn="l" defTabSz="457200" rtl="0" eaLnBrk="1" latinLnBrk="0" hangingPunct="1">
              <a:spcBef>
                <a:spcPts val="30"/>
              </a:spcBef>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marR="374650" algn="l" defTabSz="457200" rtl="0" eaLnBrk="1" latinLnBrk="0" hangingPunct="1">
              <a:spcAft>
                <a:spcPts val="0"/>
              </a:spcAft>
            </a:pPr>
            <a:r>
              <a:rPr lang="en-US" sz="1200" kern="1200">
                <a:solidFill>
                  <a:schemeClr val="tx1"/>
                </a:solidFill>
                <a:effectLst/>
                <a:latin typeface="Calibri" panose="020F0502020204030204" pitchFamily="34" charset="0"/>
                <a:ea typeface="Calibri" panose="020F0502020204030204" pitchFamily="34" charset="0"/>
                <a:cs typeface="+mn-cs"/>
              </a:rPr>
              <a:t>This approach can be taken to much of the user-initiated routine toil that is required in service provision</a:t>
            </a:r>
          </a:p>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55</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535225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373380" algn="l" defTabSz="457200" rtl="0" eaLnBrk="1" latinLnBrk="0" hangingPunct="1">
              <a:spcBef>
                <a:spcPts val="280"/>
              </a:spcBef>
              <a:spcAft>
                <a:spcPts val="0"/>
              </a:spcAft>
            </a:pPr>
            <a:r>
              <a:rPr lang="en-US" sz="1200" kern="1200">
                <a:solidFill>
                  <a:schemeClr val="tx1"/>
                </a:solidFill>
                <a:effectLst/>
                <a:latin typeface="Calibri" panose="020F0502020204030204" pitchFamily="34" charset="0"/>
                <a:ea typeface="Calibri" panose="020F0502020204030204" pitchFamily="34" charset="0"/>
                <a:cs typeface="+mn-cs"/>
              </a:rPr>
              <a:t>It is only the </a:t>
            </a:r>
            <a:r>
              <a:rPr lang="en-US" sz="1200" b="1" kern="1200">
                <a:solidFill>
                  <a:schemeClr val="tx1"/>
                </a:solidFill>
                <a:effectLst/>
                <a:latin typeface="Calibri" panose="020F0502020204030204" pitchFamily="34" charset="0"/>
                <a:ea typeface="Calibri" panose="020F0502020204030204" pitchFamily="34" charset="0"/>
                <a:cs typeface="+mn-cs"/>
              </a:rPr>
              <a:t>Incident Management </a:t>
            </a:r>
            <a:r>
              <a:rPr lang="en-US" sz="1200" b="0" kern="1200">
                <a:solidFill>
                  <a:schemeClr val="tx1"/>
                </a:solidFill>
                <a:effectLst/>
                <a:latin typeface="Calibri" panose="020F0502020204030204" pitchFamily="34" charset="0"/>
                <a:ea typeface="Calibri" panose="020F0502020204030204" pitchFamily="34" charset="0"/>
                <a:cs typeface="+mn-cs"/>
              </a:rPr>
              <a:t>P</a:t>
            </a:r>
            <a:r>
              <a:rPr lang="en-US" sz="1200" kern="1200">
                <a:solidFill>
                  <a:schemeClr val="tx1"/>
                </a:solidFill>
                <a:effectLst/>
                <a:latin typeface="Calibri" panose="020F0502020204030204" pitchFamily="34" charset="0"/>
                <a:ea typeface="Calibri" panose="020F0502020204030204" pitchFamily="34" charset="0"/>
                <a:cs typeface="+mn-cs"/>
              </a:rPr>
              <a:t>ractice that can ‘restore normal service’. “Normal” is what is defined in the SLA; it is the agreed level of service. If the service is running as defined in the SLA, there is not an incident If the service is interrupted or degraded by planned activities, there is not an incident</a:t>
            </a:r>
          </a:p>
          <a:p>
            <a:pPr marL="0" algn="l" defTabSz="457200" rtl="0" eaLnBrk="1" latinLnBrk="0" hangingPunct="1">
              <a:spcBef>
                <a:spcPts val="15"/>
              </a:spcBef>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marR="372110" algn="l" defTabSz="457200" rtl="0" eaLnBrk="1" latinLnBrk="0" hangingPunct="1">
              <a:spcAft>
                <a:spcPts val="0"/>
              </a:spcAft>
            </a:pPr>
            <a:r>
              <a:rPr lang="en-US" sz="1200" b="1" kern="1200">
                <a:solidFill>
                  <a:schemeClr val="tx1"/>
                </a:solidFill>
                <a:effectLst/>
                <a:latin typeface="Calibri" panose="020F0502020204030204" pitchFamily="34" charset="0"/>
                <a:ea typeface="Calibri" panose="020F0502020204030204" pitchFamily="34" charset="0"/>
                <a:cs typeface="+mn-cs"/>
              </a:rPr>
              <a:t>Incident Management </a:t>
            </a:r>
            <a:r>
              <a:rPr lang="en-US" sz="1200" kern="1200">
                <a:solidFill>
                  <a:schemeClr val="tx1"/>
                </a:solidFill>
                <a:effectLst/>
                <a:latin typeface="Calibri" panose="020F0502020204030204" pitchFamily="34" charset="0"/>
                <a:ea typeface="Calibri" panose="020F0502020204030204" pitchFamily="34" charset="0"/>
                <a:cs typeface="+mn-cs"/>
              </a:rPr>
              <a:t>deals with the symptoms seen by the user of the service</a:t>
            </a:r>
          </a:p>
          <a:p>
            <a:pPr marL="0" marR="372110" algn="l" defTabSz="457200" rtl="0" eaLnBrk="1" latinLnBrk="0" hangingPunct="1">
              <a:spcAft>
                <a:spcPts val="0"/>
              </a:spcAft>
            </a:pPr>
            <a:r>
              <a:rPr lang="en-US" sz="1200" kern="1200">
                <a:solidFill>
                  <a:schemeClr val="tx1"/>
                </a:solidFill>
                <a:effectLst/>
                <a:latin typeface="Calibri" panose="020F0502020204030204" pitchFamily="34" charset="0"/>
                <a:ea typeface="Calibri" panose="020F0502020204030204" pitchFamily="34" charset="0"/>
                <a:cs typeface="+mn-cs"/>
              </a:rPr>
              <a:t>Problem Management is the practice that finds the cause. Once a cause is found, it may be rectified using the Change Enablement practice</a:t>
            </a:r>
          </a:p>
          <a:p>
            <a:pPr marL="0" algn="l" defTabSz="457200" rtl="0" eaLnBrk="1" latinLnBrk="0" hangingPunct="1">
              <a:spcBef>
                <a:spcPts val="20"/>
              </a:spcBef>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marR="374015" algn="l" defTabSz="457200" rtl="0" eaLnBrk="1" latinLnBrk="0" hangingPunct="1">
              <a:spcBef>
                <a:spcPts val="5"/>
              </a:spcBef>
              <a:spcAft>
                <a:spcPts val="0"/>
              </a:spcAft>
            </a:pPr>
            <a:r>
              <a:rPr lang="en-US" sz="1200" kern="1200">
                <a:solidFill>
                  <a:schemeClr val="tx1"/>
                </a:solidFill>
                <a:effectLst/>
                <a:latin typeface="Calibri" panose="020F0502020204030204" pitchFamily="34" charset="0"/>
                <a:ea typeface="Calibri" panose="020F0502020204030204" pitchFamily="34" charset="0"/>
                <a:cs typeface="+mn-cs"/>
              </a:rPr>
              <a:t>It does not matter which role performs the activities to restore normal service, it is still the </a:t>
            </a:r>
            <a:r>
              <a:rPr lang="en-US" sz="1200" b="1" kern="1200">
                <a:solidFill>
                  <a:schemeClr val="tx1"/>
                </a:solidFill>
                <a:effectLst/>
                <a:latin typeface="Calibri" panose="020F0502020204030204" pitchFamily="34" charset="0"/>
                <a:ea typeface="Calibri" panose="020F0502020204030204" pitchFamily="34" charset="0"/>
                <a:cs typeface="+mn-cs"/>
              </a:rPr>
              <a:t>Incident Management </a:t>
            </a:r>
            <a:r>
              <a:rPr lang="en-US" sz="1200" kern="1200">
                <a:solidFill>
                  <a:schemeClr val="tx1"/>
                </a:solidFill>
                <a:effectLst/>
                <a:latin typeface="Calibri" panose="020F0502020204030204" pitchFamily="34" charset="0"/>
                <a:ea typeface="Calibri" panose="020F0502020204030204" pitchFamily="34" charset="0"/>
                <a:cs typeface="+mn-cs"/>
              </a:rPr>
              <a:t>practice</a:t>
            </a:r>
          </a:p>
          <a:p>
            <a:pPr marL="0" algn="l" defTabSz="457200" rtl="0" eaLnBrk="1" latinLnBrk="0" hangingPunct="1">
              <a:spcBef>
                <a:spcPts val="30"/>
              </a:spcBef>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marR="374650" algn="l" defTabSz="457200" rtl="0" eaLnBrk="1" latinLnBrk="0" hangingPunct="1">
              <a:spcAft>
                <a:spcPts val="0"/>
              </a:spcAft>
            </a:pPr>
            <a:r>
              <a:rPr lang="en-US" sz="1200" kern="1200">
                <a:solidFill>
                  <a:schemeClr val="tx1"/>
                </a:solidFill>
                <a:effectLst/>
                <a:latin typeface="Calibri" panose="020F0502020204030204" pitchFamily="34" charset="0"/>
                <a:ea typeface="Calibri" panose="020F0502020204030204" pitchFamily="34" charset="0"/>
                <a:cs typeface="+mn-cs"/>
              </a:rPr>
              <a:t>ITIL 4 does not generally include process models as part of the practice descriptions, but an example high-level process model for </a:t>
            </a:r>
            <a:r>
              <a:rPr lang="en-US" sz="1200" b="1" kern="1200">
                <a:solidFill>
                  <a:schemeClr val="tx1"/>
                </a:solidFill>
                <a:effectLst/>
                <a:latin typeface="Calibri" panose="020F0502020204030204" pitchFamily="34" charset="0"/>
                <a:ea typeface="Calibri" panose="020F0502020204030204" pitchFamily="34" charset="0"/>
                <a:cs typeface="+mn-cs"/>
              </a:rPr>
              <a:t>Incident Management </a:t>
            </a:r>
            <a:r>
              <a:rPr lang="en-US" sz="1200" kern="1200">
                <a:solidFill>
                  <a:schemeClr val="tx1"/>
                </a:solidFill>
                <a:effectLst/>
                <a:latin typeface="Calibri" panose="020F0502020204030204" pitchFamily="34" charset="0"/>
                <a:ea typeface="Calibri" panose="020F0502020204030204" pitchFamily="34" charset="0"/>
                <a:cs typeface="+mn-cs"/>
              </a:rPr>
              <a:t>is shown on the next slide</a:t>
            </a:r>
          </a:p>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56</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932418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l" defTabSz="457200" rtl="0" eaLnBrk="1" latinLnBrk="0" hangingPunct="1">
              <a:spcBef>
                <a:spcPts val="280"/>
              </a:spcBef>
              <a:spcAft>
                <a:spcPts val="0"/>
              </a:spcAft>
            </a:pPr>
            <a:r>
              <a:rPr lang="en-US" sz="1200" kern="1200">
                <a:solidFill>
                  <a:schemeClr val="tx1"/>
                </a:solidFill>
                <a:effectLst/>
                <a:latin typeface="Calibri" panose="020F0502020204030204" pitchFamily="34" charset="0"/>
                <a:ea typeface="Calibri" panose="020F0502020204030204" pitchFamily="34" charset="0"/>
                <a:cs typeface="+mn-cs"/>
              </a:rPr>
              <a:t>The </a:t>
            </a:r>
            <a:r>
              <a:rPr lang="en-US" sz="1200" b="0" kern="1200">
                <a:solidFill>
                  <a:schemeClr val="tx1"/>
                </a:solidFill>
                <a:effectLst/>
                <a:latin typeface="Calibri" panose="020F0502020204030204" pitchFamily="34" charset="0"/>
                <a:ea typeface="Calibri" panose="020F0502020204030204" pitchFamily="34" charset="0"/>
                <a:cs typeface="+mn-cs"/>
              </a:rPr>
              <a:t>Incident Management </a:t>
            </a:r>
            <a:r>
              <a:rPr lang="en-US" sz="1200" kern="1200">
                <a:solidFill>
                  <a:schemeClr val="tx1"/>
                </a:solidFill>
                <a:effectLst/>
                <a:latin typeface="Calibri" panose="020F0502020204030204" pitchFamily="34" charset="0"/>
                <a:ea typeface="Calibri" panose="020F0502020204030204" pitchFamily="34" charset="0"/>
                <a:cs typeface="+mn-cs"/>
              </a:rPr>
              <a:t>practice deals with symptoms, the </a:t>
            </a:r>
            <a:r>
              <a:rPr lang="en-US" sz="1200" b="1" kern="1200">
                <a:solidFill>
                  <a:schemeClr val="tx1"/>
                </a:solidFill>
                <a:effectLst/>
                <a:latin typeface="Calibri" panose="020F0502020204030204" pitchFamily="34" charset="0"/>
                <a:ea typeface="Calibri" panose="020F0502020204030204" pitchFamily="34" charset="0"/>
                <a:cs typeface="+mn-cs"/>
              </a:rPr>
              <a:t>Problem Management </a:t>
            </a:r>
            <a:r>
              <a:rPr lang="en-US" sz="1200" kern="1200">
                <a:solidFill>
                  <a:schemeClr val="tx1"/>
                </a:solidFill>
                <a:effectLst/>
                <a:latin typeface="Calibri" panose="020F0502020204030204" pitchFamily="34" charset="0"/>
                <a:ea typeface="Calibri" panose="020F0502020204030204" pitchFamily="34" charset="0"/>
                <a:cs typeface="+mn-cs"/>
              </a:rPr>
              <a:t>practice finds and addresses causes through three main activities:</a:t>
            </a:r>
          </a:p>
          <a:p>
            <a:pPr marL="171450" indent="-171450" algn="l" defTabSz="457200" rtl="0" eaLnBrk="1" latinLnBrk="0" hangingPunct="1">
              <a:spcBef>
                <a:spcPts val="25"/>
              </a:spcBef>
              <a:buFont typeface="Arial" panose="020B0604020202020204" pitchFamily="34" charset="0"/>
              <a:buChar char="•"/>
            </a:pPr>
            <a:endParaRPr lang="en-US" sz="1200" kern="1200">
              <a:solidFill>
                <a:schemeClr val="tx1"/>
              </a:solidFill>
              <a:effectLst/>
              <a:latin typeface="Calibri" panose="020F0502020204030204" pitchFamily="34" charset="0"/>
              <a:ea typeface="Calibri" panose="020F0502020204030204" pitchFamily="34" charset="0"/>
              <a:cs typeface="+mn-cs"/>
            </a:endParaRPr>
          </a:p>
          <a:p>
            <a:pPr marL="171450" lvl="2" indent="-171450" algn="l" defTabSz="457200" rtl="0" eaLnBrk="1" latinLnBrk="0" hangingPunct="1">
              <a:lnSpc>
                <a:spcPts val="1365"/>
              </a:lnSpc>
              <a:spcBef>
                <a:spcPts val="5"/>
              </a:spcBef>
              <a:spcAft>
                <a:spcPts val="0"/>
              </a:spcAft>
              <a:buFont typeface="Wingdings" panose="05000000000000000000" pitchFamily="2" charset="2"/>
              <a:buChar char="§"/>
              <a:tabLst>
                <a:tab pos="660400" algn="l"/>
              </a:tabLst>
            </a:pPr>
            <a:r>
              <a:rPr lang="en-US" sz="1200" b="1" kern="1200">
                <a:solidFill>
                  <a:schemeClr val="tx1"/>
                </a:solidFill>
                <a:effectLst/>
                <a:latin typeface="Calibri" panose="020F0502020204030204" pitchFamily="34" charset="0"/>
                <a:ea typeface="Calibri" panose="020F0502020204030204" pitchFamily="34" charset="0"/>
                <a:cs typeface="+mn-cs"/>
              </a:rPr>
              <a:t>Problem identification</a:t>
            </a:r>
            <a:r>
              <a:rPr lang="en-US" sz="1200" kern="1200">
                <a:solidFill>
                  <a:schemeClr val="tx1"/>
                </a:solidFill>
                <a:effectLst/>
                <a:latin typeface="Calibri" panose="020F0502020204030204" pitchFamily="34" charset="0"/>
                <a:ea typeface="Calibri" panose="020F0502020204030204" pitchFamily="34" charset="0"/>
                <a:cs typeface="+mn-cs"/>
              </a:rPr>
              <a:t>, including:</a:t>
            </a:r>
          </a:p>
          <a:p>
            <a:pPr marL="628650" lvl="1" indent="-171450" algn="l" defTabSz="457200" rtl="0" eaLnBrk="1" latinLnBrk="0" hangingPunct="1">
              <a:lnSpc>
                <a:spcPts val="1240"/>
              </a:lnSpc>
              <a:buSzPts val="1000"/>
              <a:buFont typeface="Wingdings" panose="05000000000000000000" pitchFamily="2" charset="2"/>
              <a:buChar char="q"/>
              <a:tabLst>
                <a:tab pos="1117600" algn="l"/>
              </a:tabLst>
            </a:pPr>
            <a:r>
              <a:rPr lang="en-US" sz="1200" kern="1200">
                <a:solidFill>
                  <a:schemeClr val="tx1"/>
                </a:solidFill>
                <a:effectLst/>
                <a:latin typeface="Calibri" panose="020F0502020204030204" pitchFamily="34" charset="0"/>
                <a:ea typeface="Verdana" panose="020B0604030504040204" pitchFamily="34" charset="0"/>
                <a:cs typeface="+mn-cs"/>
              </a:rPr>
              <a:t>Performing trend analysis of incident records</a:t>
            </a:r>
          </a:p>
          <a:p>
            <a:pPr marL="628650" marR="375285" lvl="1" indent="-171450" algn="l" defTabSz="457200" rtl="0" eaLnBrk="1" latinLnBrk="0" hangingPunct="1">
              <a:lnSpc>
                <a:spcPts val="1240"/>
              </a:lnSpc>
              <a:spcAft>
                <a:spcPts val="0"/>
              </a:spcAft>
              <a:buSzPts val="1000"/>
              <a:buFont typeface="Wingdings" panose="05000000000000000000" pitchFamily="2" charset="2"/>
              <a:buChar char="q"/>
              <a:tabLst>
                <a:tab pos="1117600" algn="l"/>
              </a:tabLst>
            </a:pPr>
            <a:r>
              <a:rPr lang="en-US" sz="1200" kern="1200">
                <a:solidFill>
                  <a:schemeClr val="tx1"/>
                </a:solidFill>
                <a:effectLst/>
                <a:latin typeface="Calibri" panose="020F0502020204030204" pitchFamily="34" charset="0"/>
                <a:ea typeface="Verdana" panose="020B0604030504040204" pitchFamily="34" charset="0"/>
                <a:cs typeface="+mn-cs"/>
              </a:rPr>
              <a:t>Detection of duplicate and recurring issues by users, Service Desk and technical support staff</a:t>
            </a:r>
          </a:p>
          <a:p>
            <a:pPr marL="628650" lvl="1" indent="-171450" algn="l" defTabSz="457200" rtl="0" eaLnBrk="1" latinLnBrk="0" hangingPunct="1">
              <a:lnSpc>
                <a:spcPts val="1240"/>
              </a:lnSpc>
              <a:buSzPts val="1000"/>
              <a:buFont typeface="Wingdings" panose="05000000000000000000" pitchFamily="2" charset="2"/>
              <a:buChar char="q"/>
              <a:tabLst>
                <a:tab pos="1117600" algn="l"/>
              </a:tabLst>
            </a:pPr>
            <a:r>
              <a:rPr lang="en-US" sz="1200" kern="1200">
                <a:solidFill>
                  <a:schemeClr val="tx1"/>
                </a:solidFill>
                <a:effectLst/>
                <a:latin typeface="Calibri" panose="020F0502020204030204" pitchFamily="34" charset="0"/>
                <a:ea typeface="Verdana" panose="020B0604030504040204" pitchFamily="34" charset="0"/>
                <a:cs typeface="+mn-cs"/>
              </a:rPr>
              <a:t>Major Incident Management identifying a risk that an incident could recur</a:t>
            </a:r>
          </a:p>
          <a:p>
            <a:pPr marL="628650" lvl="1" indent="-171450" algn="l" defTabSz="457200" rtl="0" eaLnBrk="1" latinLnBrk="0" hangingPunct="1">
              <a:lnSpc>
                <a:spcPts val="1240"/>
              </a:lnSpc>
              <a:buSzPts val="1000"/>
              <a:buFont typeface="Wingdings" panose="05000000000000000000" pitchFamily="2" charset="2"/>
              <a:buChar char="q"/>
              <a:tabLst>
                <a:tab pos="1117600" algn="l"/>
              </a:tabLst>
            </a:pPr>
            <a:r>
              <a:rPr lang="en-US" sz="1200" kern="1200">
                <a:solidFill>
                  <a:schemeClr val="tx1"/>
                </a:solidFill>
                <a:effectLst/>
                <a:latin typeface="Calibri" panose="020F0502020204030204" pitchFamily="34" charset="0"/>
                <a:ea typeface="Verdana" panose="020B0604030504040204" pitchFamily="34" charset="0"/>
                <a:cs typeface="+mn-cs"/>
              </a:rPr>
              <a:t>Analyzing information received from suppliers and partners</a:t>
            </a:r>
          </a:p>
          <a:p>
            <a:pPr marL="628650" marR="374650" lvl="1" indent="-171450" algn="l" defTabSz="457200" rtl="0" eaLnBrk="1" latinLnBrk="0" hangingPunct="1">
              <a:lnSpc>
                <a:spcPts val="1240"/>
              </a:lnSpc>
              <a:spcAft>
                <a:spcPts val="0"/>
              </a:spcAft>
              <a:buSzPts val="1000"/>
              <a:buFont typeface="Wingdings" panose="05000000000000000000" pitchFamily="2" charset="2"/>
              <a:buChar char="q"/>
              <a:tabLst>
                <a:tab pos="1117600" algn="l"/>
              </a:tabLst>
            </a:pPr>
            <a:r>
              <a:rPr lang="en-US" sz="1200" kern="1200">
                <a:solidFill>
                  <a:schemeClr val="tx1"/>
                </a:solidFill>
                <a:effectLst/>
                <a:latin typeface="Calibri" panose="020F0502020204030204" pitchFamily="34" charset="0"/>
                <a:ea typeface="Verdana" panose="020B0604030504040204" pitchFamily="34" charset="0"/>
                <a:cs typeface="+mn-cs"/>
              </a:rPr>
              <a:t>Analyzing information received from internal software developers, test teams, and project teams</a:t>
            </a:r>
          </a:p>
          <a:p>
            <a:pPr marL="628650" marR="374650" lvl="1" indent="-171450" algn="l" defTabSz="457200" rtl="0" eaLnBrk="1" latinLnBrk="0" hangingPunct="1">
              <a:lnSpc>
                <a:spcPts val="1240"/>
              </a:lnSpc>
              <a:spcAft>
                <a:spcPts val="0"/>
              </a:spcAft>
              <a:buSzPts val="1000"/>
              <a:buFont typeface="Wingdings" panose="05000000000000000000" pitchFamily="2" charset="2"/>
              <a:buChar char="q"/>
              <a:tabLst>
                <a:tab pos="1117600" algn="l"/>
              </a:tabLst>
            </a:pPr>
            <a:endParaRPr lang="en-US" sz="1200" kern="1200">
              <a:solidFill>
                <a:schemeClr val="tx1"/>
              </a:solidFill>
              <a:effectLst/>
              <a:latin typeface="Calibri" panose="020F0502020204030204" pitchFamily="34" charset="0"/>
              <a:ea typeface="Verdana" panose="020B0604030504040204" pitchFamily="34" charset="0"/>
              <a:cs typeface="+mn-cs"/>
            </a:endParaRPr>
          </a:p>
          <a:p>
            <a:pPr marL="171450" lvl="2" indent="-171450" algn="l" defTabSz="457200" rtl="0" eaLnBrk="1" latinLnBrk="0" hangingPunct="1">
              <a:lnSpc>
                <a:spcPts val="1365"/>
              </a:lnSpc>
              <a:spcBef>
                <a:spcPts val="5"/>
              </a:spcBef>
              <a:spcAft>
                <a:spcPts val="0"/>
              </a:spcAft>
              <a:buFont typeface="Wingdings" panose="05000000000000000000" pitchFamily="2" charset="2"/>
              <a:buChar char="§"/>
              <a:tabLst>
                <a:tab pos="660400" algn="l"/>
              </a:tabLst>
            </a:pPr>
            <a:r>
              <a:rPr lang="en-US" sz="1200" b="1" kern="1200">
                <a:solidFill>
                  <a:schemeClr val="tx1"/>
                </a:solidFill>
                <a:effectLst/>
                <a:latin typeface="Calibri" panose="020F0502020204030204" pitchFamily="34" charset="0"/>
                <a:ea typeface="Calibri" panose="020F0502020204030204" pitchFamily="34" charset="0"/>
                <a:cs typeface="+mn-cs"/>
              </a:rPr>
              <a:t>Problem control</a:t>
            </a:r>
            <a:r>
              <a:rPr lang="en-US" sz="1200" kern="1200">
                <a:solidFill>
                  <a:schemeClr val="tx1"/>
                </a:solidFill>
                <a:effectLst/>
                <a:latin typeface="Calibri" panose="020F0502020204030204" pitchFamily="34" charset="0"/>
                <a:ea typeface="Calibri" panose="020F0502020204030204" pitchFamily="34" charset="0"/>
                <a:cs typeface="+mn-cs"/>
              </a:rPr>
              <a:t>, including:</a:t>
            </a:r>
          </a:p>
          <a:p>
            <a:pPr marL="628650" lvl="1" indent="-171450" algn="l" defTabSz="457200" rtl="0" eaLnBrk="1" latinLnBrk="0" hangingPunct="1">
              <a:lnSpc>
                <a:spcPts val="1240"/>
              </a:lnSpc>
              <a:buSzPts val="1000"/>
              <a:buFont typeface="Wingdings" panose="05000000000000000000" pitchFamily="2" charset="2"/>
              <a:buChar char="q"/>
              <a:tabLst>
                <a:tab pos="1117600" algn="l"/>
              </a:tabLst>
            </a:pPr>
            <a:r>
              <a:rPr lang="en-US" sz="1200" kern="1200">
                <a:solidFill>
                  <a:schemeClr val="tx1"/>
                </a:solidFill>
                <a:effectLst/>
                <a:latin typeface="Calibri" panose="020F0502020204030204" pitchFamily="34" charset="0"/>
                <a:ea typeface="Verdana" panose="020B0604030504040204" pitchFamily="34" charset="0"/>
                <a:cs typeface="+mn-cs"/>
              </a:rPr>
              <a:t>Analyzing problems and documenting workarounds and known errors</a:t>
            </a:r>
          </a:p>
          <a:p>
            <a:pPr marL="628650" lvl="1" indent="-171450" algn="l" defTabSz="457200" rtl="0" eaLnBrk="1" latinLnBrk="0" hangingPunct="1">
              <a:lnSpc>
                <a:spcPts val="1240"/>
              </a:lnSpc>
              <a:buSzPts val="1000"/>
              <a:buFont typeface="Wingdings" panose="05000000000000000000" pitchFamily="2" charset="2"/>
              <a:buChar char="q"/>
              <a:tabLst>
                <a:tab pos="1117600" algn="l"/>
              </a:tabLst>
            </a:pPr>
            <a:endParaRPr lang="en-US" sz="1200" kern="1200">
              <a:solidFill>
                <a:schemeClr val="tx1"/>
              </a:solidFill>
              <a:effectLst/>
              <a:latin typeface="Calibri" panose="020F0502020204030204" pitchFamily="34" charset="0"/>
              <a:ea typeface="Verdana" panose="020B0604030504040204" pitchFamily="34" charset="0"/>
              <a:cs typeface="+mn-cs"/>
            </a:endParaRPr>
          </a:p>
          <a:p>
            <a:pPr marL="171450" lvl="2" indent="-171450" algn="l" defTabSz="457200" rtl="0" eaLnBrk="1" latinLnBrk="0" hangingPunct="1">
              <a:lnSpc>
                <a:spcPts val="1375"/>
              </a:lnSpc>
              <a:spcBef>
                <a:spcPts val="5"/>
              </a:spcBef>
              <a:spcAft>
                <a:spcPts val="0"/>
              </a:spcAft>
              <a:buFont typeface="Wingdings" panose="05000000000000000000" pitchFamily="2" charset="2"/>
              <a:buChar char="§"/>
              <a:tabLst>
                <a:tab pos="660400" algn="l"/>
              </a:tabLst>
            </a:pPr>
            <a:r>
              <a:rPr lang="en-US" sz="1200" b="1" kern="1200">
                <a:solidFill>
                  <a:schemeClr val="tx1"/>
                </a:solidFill>
                <a:effectLst/>
                <a:latin typeface="Calibri" panose="020F0502020204030204" pitchFamily="34" charset="0"/>
                <a:ea typeface="Calibri" panose="020F0502020204030204" pitchFamily="34" charset="0"/>
                <a:cs typeface="+mn-cs"/>
              </a:rPr>
              <a:t>Error control</a:t>
            </a:r>
            <a:r>
              <a:rPr lang="en-US" sz="1200" kern="1200">
                <a:solidFill>
                  <a:schemeClr val="tx1"/>
                </a:solidFill>
                <a:effectLst/>
                <a:latin typeface="Calibri" panose="020F0502020204030204" pitchFamily="34" charset="0"/>
                <a:ea typeface="Calibri" panose="020F0502020204030204" pitchFamily="34" charset="0"/>
                <a:cs typeface="+mn-cs"/>
              </a:rPr>
              <a:t>, including:</a:t>
            </a:r>
          </a:p>
          <a:p>
            <a:pPr marL="628650" lvl="1" indent="-171450" algn="l" defTabSz="457200" rtl="0" eaLnBrk="1" latinLnBrk="0" hangingPunct="1">
              <a:lnSpc>
                <a:spcPts val="1240"/>
              </a:lnSpc>
              <a:buSzPts val="1000"/>
              <a:buFont typeface="Wingdings" panose="05000000000000000000" pitchFamily="2" charset="2"/>
              <a:buChar char="q"/>
              <a:tabLst>
                <a:tab pos="1117600" algn="l"/>
              </a:tabLst>
            </a:pPr>
            <a:r>
              <a:rPr lang="en-US" sz="1200" kern="1200">
                <a:solidFill>
                  <a:schemeClr val="tx1"/>
                </a:solidFill>
                <a:effectLst/>
                <a:latin typeface="Calibri" panose="020F0502020204030204" pitchFamily="34" charset="0"/>
                <a:ea typeface="Verdana" panose="020B0604030504040204" pitchFamily="34" charset="0"/>
                <a:cs typeface="+mn-cs"/>
              </a:rPr>
              <a:t>Managing </a:t>
            </a:r>
            <a:r>
              <a:rPr lang="it-IT">
                <a:latin typeface="Calibri"/>
                <a:cs typeface="Calibri"/>
              </a:rPr>
              <a:t>"</a:t>
            </a:r>
            <a:r>
              <a:rPr lang="en-US" sz="1200" b="1" kern="1200">
                <a:solidFill>
                  <a:schemeClr val="tx1"/>
                </a:solidFill>
                <a:effectLst/>
                <a:latin typeface="Calibri" panose="020F0502020204030204" pitchFamily="34" charset="0"/>
                <a:ea typeface="Verdana" panose="020B0604030504040204" pitchFamily="34" charset="0"/>
                <a:cs typeface="+mn-cs"/>
              </a:rPr>
              <a:t>known errors</a:t>
            </a:r>
            <a:r>
              <a:rPr lang="it-IT">
                <a:latin typeface="Calibri"/>
                <a:cs typeface="Calibri"/>
              </a:rPr>
              <a:t>"</a:t>
            </a:r>
            <a:endParaRPr lang="en-US" sz="1200" b="1" kern="1200">
              <a:solidFill>
                <a:schemeClr val="tx1"/>
              </a:solidFill>
              <a:effectLst/>
              <a:latin typeface="Calibri" panose="020F0502020204030204" pitchFamily="34" charset="0"/>
              <a:ea typeface="Verdana" panose="020B0604030504040204" pitchFamily="34" charset="0"/>
              <a:cs typeface="+mn-cs"/>
            </a:endParaRPr>
          </a:p>
          <a:p>
            <a:pPr marL="628650" lvl="1" indent="-171450" algn="l" defTabSz="457200" rtl="0" eaLnBrk="1" latinLnBrk="0" hangingPunct="1">
              <a:lnSpc>
                <a:spcPts val="1240"/>
              </a:lnSpc>
              <a:buSzPts val="1000"/>
              <a:buFont typeface="Wingdings" panose="05000000000000000000" pitchFamily="2" charset="2"/>
              <a:buChar char="q"/>
              <a:tabLst>
                <a:tab pos="1117600" algn="l"/>
              </a:tabLst>
            </a:pPr>
            <a:r>
              <a:rPr lang="en-US" sz="1200" kern="1200">
                <a:solidFill>
                  <a:schemeClr val="tx1"/>
                </a:solidFill>
                <a:effectLst/>
                <a:latin typeface="Calibri" panose="020F0502020204030204" pitchFamily="34" charset="0"/>
                <a:ea typeface="Verdana" panose="020B0604030504040204" pitchFamily="34" charset="0"/>
                <a:cs typeface="+mn-cs"/>
              </a:rPr>
              <a:t>Identifying (potential) permanent solutions (which may provide an improvement opportunity and/or may require a change request)</a:t>
            </a:r>
          </a:p>
          <a:p>
            <a:endParaRPr lang="en-GB" sz="1200" kern="1200">
              <a:solidFill>
                <a:schemeClr val="tx1"/>
              </a:solidFill>
              <a:effectLst/>
              <a:latin typeface="Calibri" panose="020F0502020204030204" pitchFamily="34" charset="0"/>
              <a:ea typeface="Verdana" panose="020B0604030504040204" pitchFamily="34" charset="0"/>
              <a:cs typeface="+mn-cs"/>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57</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309742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374650" algn="l" defTabSz="457200" rtl="0" eaLnBrk="1" latinLnBrk="0" hangingPunct="1">
              <a:lnSpc>
                <a:spcPct val="98000"/>
              </a:lnSpc>
              <a:spcBef>
                <a:spcPts val="295"/>
              </a:spcBef>
              <a:spcAft>
                <a:spcPts val="0"/>
              </a:spcAft>
            </a:pPr>
            <a:r>
              <a:rPr lang="en-US" sz="1200" kern="1200">
                <a:solidFill>
                  <a:schemeClr val="tx1"/>
                </a:solidFill>
                <a:effectLst/>
                <a:latin typeface="Calibri" panose="020F0502020204030204" pitchFamily="34" charset="0"/>
                <a:ea typeface="+mn-ea"/>
                <a:cs typeface="+mn-cs"/>
              </a:rPr>
              <a:t>The </a:t>
            </a:r>
            <a:r>
              <a:rPr lang="en-US" sz="1200" b="1" kern="1200">
                <a:solidFill>
                  <a:schemeClr val="tx1"/>
                </a:solidFill>
                <a:effectLst/>
                <a:latin typeface="Calibri" panose="020F0502020204030204" pitchFamily="34" charset="0"/>
                <a:ea typeface="+mn-ea"/>
                <a:cs typeface="+mn-cs"/>
              </a:rPr>
              <a:t>Change Enablement </a:t>
            </a:r>
            <a:r>
              <a:rPr lang="en-US" sz="1200" kern="1200">
                <a:solidFill>
                  <a:schemeClr val="tx1"/>
                </a:solidFill>
                <a:effectLst/>
                <a:latin typeface="Calibri" panose="020F0502020204030204" pitchFamily="34" charset="0"/>
                <a:ea typeface="+mn-ea"/>
                <a:cs typeface="+mn-cs"/>
              </a:rPr>
              <a:t>practice must balance the benefits brought by a </a:t>
            </a:r>
            <a:r>
              <a:rPr lang="en-US" sz="1200" b="1" kern="1200">
                <a:solidFill>
                  <a:schemeClr val="tx1"/>
                </a:solidFill>
                <a:effectLst/>
                <a:latin typeface="Calibri" panose="020F0502020204030204" pitchFamily="34" charset="0"/>
                <a:ea typeface="+mn-ea"/>
                <a:cs typeface="+mn-cs"/>
              </a:rPr>
              <a:t>change</a:t>
            </a:r>
            <a:r>
              <a:rPr lang="en-US" sz="1200" kern="1200">
                <a:solidFill>
                  <a:schemeClr val="tx1"/>
                </a:solidFill>
                <a:effectLst/>
                <a:latin typeface="Calibri" panose="020F0502020204030204" pitchFamily="34" charset="0"/>
                <a:ea typeface="+mn-ea"/>
                <a:cs typeface="+mn-cs"/>
              </a:rPr>
              <a:t> against the risks that it may bring. This is similar to the concept that we looked at in chapter 1</a:t>
            </a:r>
          </a:p>
          <a:p>
            <a:pPr marL="0" algn="l" defTabSz="457200" rtl="0" eaLnBrk="1" latinLnBrk="0" hangingPunct="1">
              <a:spcBef>
                <a:spcPts val="5"/>
              </a:spcBef>
            </a:pPr>
            <a:r>
              <a:rPr lang="en-US" sz="1200" kern="1200">
                <a:solidFill>
                  <a:schemeClr val="tx1"/>
                </a:solidFill>
                <a:effectLst/>
                <a:latin typeface="Calibri" panose="020F0502020204030204" pitchFamily="34" charset="0"/>
                <a:ea typeface="+mn-ea"/>
                <a:cs typeface="+mn-cs"/>
              </a:rPr>
              <a:t> </a:t>
            </a:r>
          </a:p>
          <a:p>
            <a:pPr marL="0" algn="l" defTabSz="457200" rtl="0" eaLnBrk="1" latinLnBrk="0" hangingPunct="1"/>
            <a:r>
              <a:rPr lang="en-US" sz="1200" kern="1200">
                <a:solidFill>
                  <a:schemeClr val="tx1"/>
                </a:solidFill>
                <a:effectLst/>
                <a:latin typeface="Calibri" panose="020F0502020204030204" pitchFamily="34" charset="0"/>
                <a:ea typeface="+mn-ea"/>
                <a:cs typeface="+mn-cs"/>
              </a:rPr>
              <a:t>ITIL 4 defines three types of change which are managed in different ways:</a:t>
            </a:r>
          </a:p>
          <a:p>
            <a:pPr marL="171450" lvl="2" indent="-171450" algn="l" defTabSz="457200" rtl="0" eaLnBrk="1" latinLnBrk="0" hangingPunct="1">
              <a:spcBef>
                <a:spcPts val="5"/>
              </a:spcBef>
              <a:buFont typeface="Wingdings" panose="05000000000000000000" pitchFamily="2" charset="2"/>
              <a:buChar char="§"/>
              <a:tabLst>
                <a:tab pos="660400" algn="l"/>
              </a:tabLst>
            </a:pPr>
            <a:r>
              <a:rPr lang="en-US" sz="1200" b="1" kern="1200">
                <a:solidFill>
                  <a:schemeClr val="tx1"/>
                </a:solidFill>
                <a:effectLst/>
                <a:latin typeface="Calibri" panose="020F0502020204030204" pitchFamily="34" charset="0"/>
                <a:ea typeface="+mn-ea"/>
                <a:cs typeface="+mn-cs"/>
              </a:rPr>
              <a:t>Emergency</a:t>
            </a:r>
            <a:r>
              <a:rPr lang="en-US" sz="1200" kern="1200">
                <a:solidFill>
                  <a:schemeClr val="tx1"/>
                </a:solidFill>
                <a:effectLst/>
                <a:latin typeface="Calibri" panose="020F0502020204030204" pitchFamily="34" charset="0"/>
                <a:ea typeface="+mn-ea"/>
                <a:cs typeface="+mn-cs"/>
              </a:rPr>
              <a:t> </a:t>
            </a:r>
            <a:r>
              <a:rPr lang="en-US" sz="1200" b="1" kern="1200">
                <a:solidFill>
                  <a:schemeClr val="tx1"/>
                </a:solidFill>
                <a:effectLst/>
                <a:latin typeface="Calibri" panose="020F0502020204030204" pitchFamily="34" charset="0"/>
                <a:ea typeface="+mn-ea"/>
                <a:cs typeface="+mn-cs"/>
              </a:rPr>
              <a:t>changes</a:t>
            </a:r>
          </a:p>
          <a:p>
            <a:pPr marL="628650" marR="375920" lvl="4" indent="-171450" algn="l" defTabSz="457200" rtl="0" eaLnBrk="1" latinLnBrk="0" hangingPunct="1">
              <a:spcAft>
                <a:spcPts val="0"/>
              </a:spcAft>
              <a:buSzPts val="1100"/>
              <a:buFont typeface="Wingdings" panose="05000000000000000000" pitchFamily="2" charset="2"/>
              <a:buChar char="q"/>
              <a:tabLst>
                <a:tab pos="1117600" algn="l"/>
              </a:tabLst>
            </a:pPr>
            <a:r>
              <a:rPr lang="en-US" sz="1200" kern="1200">
                <a:solidFill>
                  <a:schemeClr val="tx1"/>
                </a:solidFill>
                <a:effectLst/>
                <a:latin typeface="Calibri" panose="020F0502020204030204" pitchFamily="34" charset="0"/>
                <a:ea typeface="+mn-ea"/>
                <a:cs typeface="+mn-cs"/>
              </a:rPr>
              <a:t>Typically, a change required to rectify a fault on a failed, or failing, business-critical system. Retrospective recording is acceptable, and short-cuts may be taken</a:t>
            </a:r>
          </a:p>
          <a:p>
            <a:pPr marL="171450" lvl="2" indent="-171450" algn="l" defTabSz="457200" rtl="0" eaLnBrk="1" latinLnBrk="0" hangingPunct="1">
              <a:lnSpc>
                <a:spcPts val="1395"/>
              </a:lnSpc>
              <a:buFont typeface="Wingdings" panose="05000000000000000000" pitchFamily="2" charset="2"/>
              <a:buChar char="§"/>
              <a:tabLst>
                <a:tab pos="660400" algn="l"/>
              </a:tabLst>
            </a:pPr>
            <a:r>
              <a:rPr lang="en-US" sz="1200" b="1" kern="1200">
                <a:solidFill>
                  <a:schemeClr val="tx1"/>
                </a:solidFill>
                <a:effectLst/>
                <a:latin typeface="Calibri" panose="020F0502020204030204" pitchFamily="34" charset="0"/>
                <a:ea typeface="+mn-ea"/>
                <a:cs typeface="+mn-cs"/>
              </a:rPr>
              <a:t>Standard</a:t>
            </a:r>
            <a:r>
              <a:rPr lang="en-US" sz="1200" kern="1200">
                <a:solidFill>
                  <a:schemeClr val="tx1"/>
                </a:solidFill>
                <a:effectLst/>
                <a:latin typeface="Calibri" panose="020F0502020204030204" pitchFamily="34" charset="0"/>
                <a:ea typeface="+mn-ea"/>
                <a:cs typeface="+mn-cs"/>
              </a:rPr>
              <a:t> </a:t>
            </a:r>
            <a:r>
              <a:rPr lang="en-US" sz="1200" b="1" kern="1200">
                <a:solidFill>
                  <a:schemeClr val="tx1"/>
                </a:solidFill>
                <a:effectLst/>
                <a:latin typeface="Calibri" panose="020F0502020204030204" pitchFamily="34" charset="0"/>
                <a:ea typeface="+mn-ea"/>
                <a:cs typeface="+mn-cs"/>
              </a:rPr>
              <a:t>changes</a:t>
            </a:r>
          </a:p>
          <a:p>
            <a:pPr marL="628650" lvl="3" indent="-171450" algn="l" defTabSz="457200" rtl="0" eaLnBrk="1" latinLnBrk="0" hangingPunct="1">
              <a:lnSpc>
                <a:spcPts val="1395"/>
              </a:lnSpc>
              <a:buFont typeface="Wingdings" panose="05000000000000000000" pitchFamily="2" charset="2"/>
              <a:buChar char="q"/>
              <a:tabLst>
                <a:tab pos="660400" algn="l"/>
              </a:tabLst>
            </a:pPr>
            <a:r>
              <a:rPr lang="en-US" sz="1200" kern="1200">
                <a:solidFill>
                  <a:schemeClr val="tx1"/>
                </a:solidFill>
                <a:effectLst/>
                <a:latin typeface="Calibri" panose="020F0502020204030204" pitchFamily="34" charset="0"/>
                <a:ea typeface="+mn-ea"/>
                <a:cs typeface="+mn-cs"/>
              </a:rPr>
              <a:t>Low risk, pre-authorized changes that are regular and well-understood. These changes will follow a pre-defined procedure and are often initiated as service requests</a:t>
            </a:r>
          </a:p>
          <a:p>
            <a:pPr marL="171450" lvl="2" indent="-171450" algn="l" defTabSz="457200" rtl="0" eaLnBrk="1" latinLnBrk="0" hangingPunct="1">
              <a:spcBef>
                <a:spcPts val="5"/>
              </a:spcBef>
              <a:spcAft>
                <a:spcPts val="0"/>
              </a:spcAft>
              <a:buFont typeface="Wingdings" panose="05000000000000000000" pitchFamily="2" charset="2"/>
              <a:buChar char="§"/>
              <a:tabLst>
                <a:tab pos="660400" algn="l"/>
              </a:tabLst>
            </a:pPr>
            <a:r>
              <a:rPr lang="en-US" sz="1200" b="1" kern="1200">
                <a:solidFill>
                  <a:schemeClr val="tx1"/>
                </a:solidFill>
                <a:effectLst/>
                <a:latin typeface="Calibri" panose="020F0502020204030204" pitchFamily="34" charset="0"/>
                <a:ea typeface="+mn-ea"/>
                <a:cs typeface="+mn-cs"/>
              </a:rPr>
              <a:t>Normal</a:t>
            </a:r>
            <a:r>
              <a:rPr lang="en-US" sz="1200" kern="1200">
                <a:solidFill>
                  <a:schemeClr val="tx1"/>
                </a:solidFill>
                <a:effectLst/>
                <a:latin typeface="Calibri" panose="020F0502020204030204" pitchFamily="34" charset="0"/>
                <a:ea typeface="+mn-ea"/>
                <a:cs typeface="+mn-cs"/>
              </a:rPr>
              <a:t> </a:t>
            </a:r>
            <a:r>
              <a:rPr lang="en-US" sz="1200" b="1" kern="1200">
                <a:solidFill>
                  <a:schemeClr val="tx1"/>
                </a:solidFill>
                <a:effectLst/>
                <a:latin typeface="Calibri" panose="020F0502020204030204" pitchFamily="34" charset="0"/>
                <a:ea typeface="+mn-ea"/>
                <a:cs typeface="+mn-cs"/>
              </a:rPr>
              <a:t>changes</a:t>
            </a:r>
          </a:p>
          <a:p>
            <a:pPr marL="628650" lvl="3" indent="-171450" algn="l" defTabSz="457200" rtl="0" eaLnBrk="1" latinLnBrk="0" hangingPunct="1">
              <a:spcBef>
                <a:spcPts val="5"/>
              </a:spcBef>
              <a:spcAft>
                <a:spcPts val="0"/>
              </a:spcAft>
              <a:buFont typeface="Wingdings" panose="05000000000000000000" pitchFamily="2" charset="2"/>
              <a:buChar char="q"/>
              <a:tabLst>
                <a:tab pos="660400" algn="l"/>
              </a:tabLst>
            </a:pPr>
            <a:r>
              <a:rPr lang="en-US" sz="1200" kern="1200">
                <a:solidFill>
                  <a:schemeClr val="tx1"/>
                </a:solidFill>
                <a:effectLst/>
                <a:latin typeface="Calibri" panose="020F0502020204030204" pitchFamily="34" charset="0"/>
                <a:ea typeface="+mn-ea"/>
                <a:cs typeface="+mn-cs"/>
              </a:rPr>
              <a:t>Changes that should be assessed, authorized at an appropriate level and scheduled following the “normal” change process of assess, evaluate, authorize, co-ordinate and review</a:t>
            </a:r>
          </a:p>
          <a:p>
            <a:pPr marL="628650" lvl="3" indent="-171450" algn="l" defTabSz="457200" rtl="0" eaLnBrk="1" latinLnBrk="0" hangingPunct="1">
              <a:spcBef>
                <a:spcPts val="5"/>
              </a:spcBef>
              <a:spcAft>
                <a:spcPts val="0"/>
              </a:spcAft>
              <a:buFont typeface="Arial" panose="020B0604020202020204" pitchFamily="34" charset="0"/>
              <a:buChar char="•"/>
              <a:tabLst>
                <a:tab pos="660400" algn="l"/>
              </a:tabLst>
            </a:pPr>
            <a:endParaRPr lang="en-US" sz="1200" kern="1200">
              <a:solidFill>
                <a:schemeClr val="tx1"/>
              </a:solidFill>
              <a:effectLst/>
              <a:latin typeface="Calibri" panose="020F0502020204030204" pitchFamily="34" charset="0"/>
              <a:ea typeface="+mn-ea"/>
              <a:cs typeface="+mn-cs"/>
            </a:endParaRPr>
          </a:p>
          <a:p>
            <a:pPr marL="0" marR="372745" algn="l" defTabSz="457200" rtl="0" eaLnBrk="1" latinLnBrk="0" hangingPunct="1">
              <a:spcBef>
                <a:spcPts val="990"/>
              </a:spcBef>
              <a:spcAft>
                <a:spcPts val="0"/>
              </a:spcAft>
            </a:pPr>
            <a:r>
              <a:rPr lang="en-US" sz="1200" kern="1200">
                <a:solidFill>
                  <a:schemeClr val="tx1"/>
                </a:solidFill>
                <a:effectLst/>
                <a:latin typeface="Calibri" panose="020F0502020204030204" pitchFamily="34" charset="0"/>
                <a:ea typeface="+mn-ea"/>
                <a:cs typeface="+mn-cs"/>
              </a:rPr>
              <a:t>All changes should be authorized by an appropriate authority and there should be zero-tolerance for unauthorized change of any type and for any reason. This does put the onus on the service provider to ensure that there is an efficient process to gain authorization for any normal or emergency changes under any conditions</a:t>
            </a:r>
          </a:p>
          <a:p>
            <a:endParaRPr lang="en-GB" sz="1200" kern="1200">
              <a:solidFill>
                <a:schemeClr val="tx1"/>
              </a:solidFill>
              <a:effectLst/>
              <a:latin typeface="Calibri" panose="020F0502020204030204" pitchFamily="34"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58</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543969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pPr marL="0" marR="373380" algn="l" defTabSz="457200" rtl="0" eaLnBrk="1" latinLnBrk="0" hangingPunct="1">
              <a:spcBef>
                <a:spcPts val="280"/>
              </a:spcBef>
              <a:spcAft>
                <a:spcPts val="0"/>
              </a:spcAft>
            </a:pPr>
            <a:r>
              <a:rPr lang="en-US" sz="1200" kern="1200">
                <a:solidFill>
                  <a:schemeClr val="tx1"/>
                </a:solidFill>
                <a:effectLst/>
                <a:latin typeface="Calibri" panose="020F0502020204030204" pitchFamily="34" charset="0"/>
                <a:ea typeface="Calibri" panose="020F0502020204030204" pitchFamily="34" charset="0"/>
                <a:cs typeface="+mn-cs"/>
              </a:rPr>
              <a:t>Everything that an organization does should be focused on improvement; a service provider should not be making things worse and it is rarely appropriate to stay the same for any significant period of time</a:t>
            </a:r>
          </a:p>
          <a:p>
            <a:pPr marL="0" algn="l" defTabSz="457200" rtl="0" eaLnBrk="1" latinLnBrk="0" hangingPunct="1">
              <a:spcBef>
                <a:spcPts val="25"/>
              </a:spcBef>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marR="372110" algn="l" defTabSz="457200" rtl="0" eaLnBrk="1" latinLnBrk="0" hangingPunct="1">
              <a:spcAft>
                <a:spcPts val="0"/>
              </a:spcAft>
            </a:pPr>
            <a:r>
              <a:rPr lang="en-US" sz="1200" kern="1200">
                <a:solidFill>
                  <a:schemeClr val="tx1"/>
                </a:solidFill>
                <a:effectLst/>
                <a:latin typeface="Calibri" panose="020F0502020204030204" pitchFamily="34" charset="0"/>
                <a:ea typeface="Calibri" panose="020F0502020204030204" pitchFamily="34" charset="0"/>
                <a:cs typeface="+mn-cs"/>
              </a:rPr>
              <a:t>CI is clearly referenced in the guiding principles “optimize and automate” and “focus on value”; it is also an important element both of the</a:t>
            </a:r>
            <a:r>
              <a:rPr lang="en-US" sz="1200" b="1" kern="1200">
                <a:solidFill>
                  <a:schemeClr val="tx1"/>
                </a:solidFill>
                <a:effectLst/>
                <a:latin typeface="Calibri" panose="020F0502020204030204" pitchFamily="34" charset="0"/>
                <a:ea typeface="Calibri" panose="020F0502020204030204" pitchFamily="34" charset="0"/>
                <a:cs typeface="+mn-cs"/>
              </a:rPr>
              <a:t> </a:t>
            </a:r>
            <a:r>
              <a:rPr lang="en-US" sz="1200" b="0" kern="1200">
                <a:solidFill>
                  <a:schemeClr val="tx1"/>
                </a:solidFill>
                <a:effectLst/>
                <a:latin typeface="Calibri" panose="020F0502020204030204" pitchFamily="34" charset="0"/>
                <a:ea typeface="Calibri" panose="020F0502020204030204" pitchFamily="34" charset="0"/>
                <a:cs typeface="+mn-cs"/>
              </a:rPr>
              <a:t>Service Value System </a:t>
            </a:r>
            <a:r>
              <a:rPr lang="en-US" sz="1200" kern="1200">
                <a:solidFill>
                  <a:schemeClr val="tx1"/>
                </a:solidFill>
                <a:effectLst/>
                <a:latin typeface="Calibri" panose="020F0502020204030204" pitchFamily="34" charset="0"/>
                <a:ea typeface="Calibri" panose="020F0502020204030204" pitchFamily="34" charset="0"/>
                <a:cs typeface="+mn-cs"/>
              </a:rPr>
              <a:t>and the service value chain. </a:t>
            </a:r>
          </a:p>
          <a:p>
            <a:pPr marL="0" marR="372110" algn="l" defTabSz="457200" rtl="0" eaLnBrk="1" latinLnBrk="0" hangingPunct="1">
              <a:spcAft>
                <a:spcPts val="0"/>
              </a:spcAft>
            </a:pPr>
            <a:r>
              <a:rPr lang="en-US" sz="1200" kern="1200">
                <a:solidFill>
                  <a:schemeClr val="tx1"/>
                </a:solidFill>
                <a:effectLst/>
                <a:latin typeface="Calibri" panose="020F0502020204030204" pitchFamily="34" charset="0"/>
                <a:ea typeface="Calibri" panose="020F0502020204030204" pitchFamily="34" charset="0"/>
                <a:cs typeface="+mn-cs"/>
              </a:rPr>
              <a:t>The purpose of the </a:t>
            </a:r>
            <a:r>
              <a:rPr lang="en-US" sz="1200" b="1" kern="1200">
                <a:solidFill>
                  <a:schemeClr val="tx1"/>
                </a:solidFill>
                <a:effectLst/>
                <a:latin typeface="Calibri" panose="020F0502020204030204" pitchFamily="34" charset="0"/>
                <a:ea typeface="Calibri" panose="020F0502020204030204" pitchFamily="34" charset="0"/>
                <a:cs typeface="+mn-cs"/>
              </a:rPr>
              <a:t>Continual Improvement </a:t>
            </a:r>
            <a:r>
              <a:rPr lang="en-US" sz="1200" kern="1200">
                <a:solidFill>
                  <a:schemeClr val="tx1"/>
                </a:solidFill>
                <a:effectLst/>
                <a:latin typeface="Calibri" panose="020F0502020204030204" pitchFamily="34" charset="0"/>
                <a:ea typeface="Calibri" panose="020F0502020204030204" pitchFamily="34" charset="0"/>
                <a:cs typeface="+mn-cs"/>
              </a:rPr>
              <a:t>practice is to align the organization’s practices and services with changing business needs</a:t>
            </a:r>
          </a:p>
          <a:p>
            <a:pPr marL="0" algn="l" defTabSz="457200" rtl="0" eaLnBrk="1" latinLnBrk="0" hangingPunct="1">
              <a:spcBef>
                <a:spcPts val="15"/>
              </a:spcBef>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algn="l" defTabSz="457200" rtl="0" eaLnBrk="1" latinLnBrk="0" hangingPunct="1"/>
            <a:r>
              <a:rPr lang="en-US" sz="1200" kern="1200">
                <a:solidFill>
                  <a:schemeClr val="tx1"/>
                </a:solidFill>
                <a:effectLst/>
                <a:latin typeface="Calibri" panose="020F0502020204030204" pitchFamily="34" charset="0"/>
                <a:ea typeface="Calibri" panose="020F0502020204030204" pitchFamily="34" charset="0"/>
                <a:cs typeface="+mn-cs"/>
              </a:rPr>
              <a:t>The scope will include </a:t>
            </a:r>
            <a:r>
              <a:rPr lang="en-US" sz="1200" b="1" kern="1200">
                <a:solidFill>
                  <a:schemeClr val="tx1"/>
                </a:solidFill>
                <a:effectLst/>
                <a:latin typeface="Calibri" panose="020F0502020204030204" pitchFamily="34" charset="0"/>
                <a:ea typeface="Calibri" panose="020F0502020204030204" pitchFamily="34" charset="0"/>
                <a:cs typeface="+mn-cs"/>
              </a:rPr>
              <a:t>Continual Improvement </a:t>
            </a:r>
            <a:r>
              <a:rPr lang="en-US" sz="1200" kern="1200">
                <a:solidFill>
                  <a:schemeClr val="tx1"/>
                </a:solidFill>
                <a:effectLst/>
                <a:latin typeface="Calibri" panose="020F0502020204030204" pitchFamily="34" charset="0"/>
                <a:ea typeface="Calibri" panose="020F0502020204030204" pitchFamily="34" charset="0"/>
                <a:cs typeface="+mn-cs"/>
              </a:rPr>
              <a:t>of:</a:t>
            </a:r>
          </a:p>
          <a:p>
            <a:pPr marL="0" algn="l" defTabSz="457200" rtl="0" eaLnBrk="1" latinLnBrk="0" hangingPunct="1">
              <a:spcBef>
                <a:spcPts val="20"/>
              </a:spcBef>
            </a:pPr>
            <a:r>
              <a:rPr lang="en-US" sz="1200" kern="1200">
                <a:solidFill>
                  <a:schemeClr val="tx1"/>
                </a:solidFill>
                <a:effectLst/>
                <a:latin typeface="Calibri" panose="020F0502020204030204" pitchFamily="34" charset="0"/>
                <a:ea typeface="Calibri" panose="020F0502020204030204" pitchFamily="34" charset="0"/>
                <a:cs typeface="+mn-cs"/>
              </a:rPr>
              <a:t> </a:t>
            </a:r>
          </a:p>
          <a:p>
            <a:pPr marL="171450" lvl="0" indent="-171450" algn="l" defTabSz="457200" rtl="0" eaLnBrk="1" latinLnBrk="0" hangingPunct="1">
              <a:buSzPts val="1100"/>
              <a:buFont typeface="Wingdings" panose="05000000000000000000" pitchFamily="2" charset="2"/>
              <a:buChar char="§"/>
              <a:tabLst>
                <a:tab pos="888365" algn="l"/>
                <a:tab pos="889000" algn="l"/>
              </a:tabLst>
            </a:pPr>
            <a:r>
              <a:rPr lang="en-US" sz="1200" kern="1200">
                <a:solidFill>
                  <a:schemeClr val="tx1"/>
                </a:solidFill>
                <a:effectLst/>
                <a:latin typeface="Calibri" panose="020F0502020204030204" pitchFamily="34" charset="0"/>
                <a:ea typeface="Symbol" panose="05050102010706020507" pitchFamily="18" charset="2"/>
                <a:cs typeface="+mn-cs"/>
              </a:rPr>
              <a:t>Services</a:t>
            </a:r>
          </a:p>
          <a:p>
            <a:pPr marL="171450" lvl="0" indent="-171450" algn="l" defTabSz="457200" rtl="0" eaLnBrk="1" latinLnBrk="0" hangingPunct="1">
              <a:spcBef>
                <a:spcPts val="5"/>
              </a:spcBef>
              <a:spcAft>
                <a:spcPts val="0"/>
              </a:spcAft>
              <a:buSzPts val="1100"/>
              <a:buFont typeface="Wingdings" panose="05000000000000000000" pitchFamily="2" charset="2"/>
              <a:buChar char="§"/>
              <a:tabLst>
                <a:tab pos="888365" algn="l"/>
                <a:tab pos="889000" algn="l"/>
              </a:tabLst>
            </a:pPr>
            <a:r>
              <a:rPr lang="en-US" sz="1200" kern="1200">
                <a:solidFill>
                  <a:schemeClr val="tx1"/>
                </a:solidFill>
                <a:effectLst/>
                <a:latin typeface="Calibri" panose="020F0502020204030204" pitchFamily="34" charset="0"/>
                <a:ea typeface="Symbol" panose="05050102010706020507" pitchFamily="18" charset="2"/>
                <a:cs typeface="+mn-cs"/>
              </a:rPr>
              <a:t>Service components</a:t>
            </a:r>
          </a:p>
          <a:p>
            <a:pPr marL="171450" lvl="0" indent="-171450" algn="l" defTabSz="457200" rtl="0" eaLnBrk="1" latinLnBrk="0" hangingPunct="1">
              <a:spcBef>
                <a:spcPts val="5"/>
              </a:spcBef>
              <a:spcAft>
                <a:spcPts val="0"/>
              </a:spcAft>
              <a:buSzPts val="1100"/>
              <a:buFont typeface="Wingdings" panose="05000000000000000000" pitchFamily="2" charset="2"/>
              <a:buChar char="§"/>
              <a:tabLst>
                <a:tab pos="888365" algn="l"/>
                <a:tab pos="889000" algn="l"/>
              </a:tabLst>
            </a:pPr>
            <a:r>
              <a:rPr lang="en-US" sz="1200" kern="1200">
                <a:solidFill>
                  <a:schemeClr val="tx1"/>
                </a:solidFill>
                <a:effectLst/>
                <a:latin typeface="Calibri" panose="020F0502020204030204" pitchFamily="34" charset="0"/>
                <a:ea typeface="Symbol" panose="05050102010706020507" pitchFamily="18" charset="2"/>
                <a:cs typeface="+mn-cs"/>
              </a:rPr>
              <a:t>Practices</a:t>
            </a:r>
          </a:p>
          <a:p>
            <a:pPr marL="171450" lvl="0" indent="-171450" algn="l" defTabSz="457200" rtl="0" eaLnBrk="1" latinLnBrk="0" hangingPunct="1">
              <a:lnSpc>
                <a:spcPts val="1395"/>
              </a:lnSpc>
              <a:buSzPts val="1100"/>
              <a:buFont typeface="Wingdings" panose="05000000000000000000" pitchFamily="2" charset="2"/>
              <a:buChar char="§"/>
              <a:tabLst>
                <a:tab pos="888365" algn="l"/>
                <a:tab pos="889000" algn="l"/>
              </a:tabLst>
            </a:pPr>
            <a:r>
              <a:rPr lang="en-US" sz="1200" kern="1200">
                <a:solidFill>
                  <a:schemeClr val="tx1"/>
                </a:solidFill>
                <a:effectLst/>
                <a:latin typeface="Calibri" panose="020F0502020204030204" pitchFamily="34" charset="0"/>
                <a:ea typeface="Symbol" panose="05050102010706020507" pitchFamily="18" charset="2"/>
                <a:cs typeface="+mn-cs"/>
              </a:rPr>
              <a:t>Any element involved in the efficient and effective management of products and services</a:t>
            </a:r>
          </a:p>
          <a:p>
            <a:pPr marL="171450" lvl="0" indent="-171450" algn="l" defTabSz="457200" rtl="0" eaLnBrk="1" latinLnBrk="0" hangingPunct="1">
              <a:lnSpc>
                <a:spcPts val="1395"/>
              </a:lnSpc>
              <a:buSzPts val="1100"/>
              <a:buFont typeface="Wingdings" panose="05000000000000000000" pitchFamily="2" charset="2"/>
              <a:buChar char="§"/>
              <a:tabLst>
                <a:tab pos="888365" algn="l"/>
                <a:tab pos="889000" algn="l"/>
              </a:tabLst>
            </a:pPr>
            <a:r>
              <a:rPr lang="en-US" sz="1200" kern="1200">
                <a:solidFill>
                  <a:schemeClr val="tx1"/>
                </a:solidFill>
                <a:effectLst/>
                <a:latin typeface="Calibri" panose="020F0502020204030204" pitchFamily="34" charset="0"/>
                <a:ea typeface="Symbol" panose="05050102010706020507" pitchFamily="18" charset="2"/>
                <a:cs typeface="+mn-cs"/>
              </a:rPr>
              <a:t>Development of improvement-related methods and techniques</a:t>
            </a:r>
          </a:p>
          <a:p>
            <a:pPr marL="171450" marR="374650" lvl="0" indent="-171450" algn="l" defTabSz="457200" rtl="0" eaLnBrk="1" latinLnBrk="0" hangingPunct="1">
              <a:spcBef>
                <a:spcPts val="5"/>
              </a:spcBef>
              <a:spcAft>
                <a:spcPts val="0"/>
              </a:spcAft>
              <a:buSzPts val="1100"/>
              <a:buFont typeface="Wingdings" panose="05000000000000000000" pitchFamily="2" charset="2"/>
              <a:buChar char="§"/>
              <a:tabLst>
                <a:tab pos="888365" algn="l"/>
                <a:tab pos="889000" algn="l"/>
              </a:tabLst>
            </a:pPr>
            <a:r>
              <a:rPr lang="en-US" sz="1200" kern="1200">
                <a:solidFill>
                  <a:schemeClr val="tx1"/>
                </a:solidFill>
                <a:effectLst/>
                <a:latin typeface="Calibri" panose="020F0502020204030204" pitchFamily="34" charset="0"/>
                <a:ea typeface="Symbol" panose="05050102010706020507" pitchFamily="18" charset="2"/>
                <a:cs typeface="+mn-cs"/>
              </a:rPr>
              <a:t>Propagation of a Continual Improvement culture across the organization, in alignment with the organization’s overall strategy</a:t>
            </a:r>
          </a:p>
          <a:p>
            <a:pPr marL="0" algn="l" defTabSz="457200" rtl="0" eaLnBrk="1" latinLnBrk="0" hangingPunct="1"/>
            <a:r>
              <a:rPr lang="en-US" sz="1200" kern="1200">
                <a:solidFill>
                  <a:schemeClr val="tx1"/>
                </a:solidFill>
                <a:effectLst/>
                <a:latin typeface="Calibri" panose="020F0502020204030204" pitchFamily="34" charset="0"/>
                <a:ea typeface="Calibri" panose="020F0502020204030204" pitchFamily="34" charset="0"/>
                <a:cs typeface="+mn-cs"/>
              </a:rPr>
              <a:t> </a:t>
            </a:r>
          </a:p>
          <a:p>
            <a:pPr marL="0" algn="l" defTabSz="457200" rtl="0" eaLnBrk="1" latinLnBrk="0" hangingPunct="1">
              <a:spcBef>
                <a:spcPts val="905"/>
              </a:spcBef>
              <a:spcAft>
                <a:spcPts val="0"/>
              </a:spcAft>
            </a:pPr>
            <a:r>
              <a:rPr lang="en-US" sz="1200" kern="1200">
                <a:solidFill>
                  <a:schemeClr val="tx1"/>
                </a:solidFill>
                <a:effectLst/>
                <a:latin typeface="Calibri" panose="020F0502020204030204" pitchFamily="34" charset="0"/>
                <a:ea typeface="Calibri" panose="020F0502020204030204" pitchFamily="34" charset="0"/>
                <a:cs typeface="+mn-cs"/>
              </a:rPr>
              <a:t>The activities of the CI practice include:</a:t>
            </a:r>
          </a:p>
          <a:p>
            <a:pPr marL="0" algn="l" defTabSz="457200" rtl="0" eaLnBrk="1" latinLnBrk="0" hangingPunct="1">
              <a:spcBef>
                <a:spcPts val="20"/>
              </a:spcBef>
            </a:pPr>
            <a:r>
              <a:rPr lang="en-US" sz="1200" kern="1200">
                <a:solidFill>
                  <a:schemeClr val="tx1"/>
                </a:solidFill>
                <a:effectLst/>
                <a:latin typeface="Calibri" panose="020F0502020204030204" pitchFamily="34" charset="0"/>
                <a:ea typeface="Calibri" panose="020F0502020204030204" pitchFamily="34" charset="0"/>
                <a:cs typeface="+mn-cs"/>
              </a:rPr>
              <a:t> </a:t>
            </a:r>
          </a:p>
          <a:p>
            <a:pPr marL="171450" lvl="2" indent="-171450" algn="l" defTabSz="457200" rtl="0" eaLnBrk="1" latinLnBrk="0" hangingPunct="1">
              <a:buFont typeface="Wingdings" panose="05000000000000000000" pitchFamily="2" charset="2"/>
              <a:buChar char="§"/>
              <a:tabLst>
                <a:tab pos="655320" algn="l"/>
                <a:tab pos="655955" algn="l"/>
              </a:tabLst>
            </a:pPr>
            <a:r>
              <a:rPr lang="en-US" sz="1200" b="0" kern="1200">
                <a:solidFill>
                  <a:schemeClr val="tx1"/>
                </a:solidFill>
                <a:effectLst/>
                <a:latin typeface="Calibri" panose="020F0502020204030204" pitchFamily="34" charset="0"/>
                <a:ea typeface="Calibri" panose="020F0502020204030204" pitchFamily="34" charset="0"/>
                <a:cs typeface="+mn-cs"/>
              </a:rPr>
              <a:t>Encouraging Continual Improvement across the organization</a:t>
            </a:r>
          </a:p>
          <a:p>
            <a:pPr marL="171450" lvl="2" indent="-171450" algn="l" defTabSz="457200" rtl="0" eaLnBrk="1" latinLnBrk="0" hangingPunct="1">
              <a:spcBef>
                <a:spcPts val="5"/>
              </a:spcBef>
              <a:spcAft>
                <a:spcPts val="0"/>
              </a:spcAft>
              <a:buFont typeface="Wingdings" panose="05000000000000000000" pitchFamily="2" charset="2"/>
              <a:buChar char="§"/>
              <a:tabLst>
                <a:tab pos="655320" algn="l"/>
                <a:tab pos="655955" algn="l"/>
              </a:tabLst>
            </a:pPr>
            <a:r>
              <a:rPr lang="en-US" sz="1200" b="0" kern="1200">
                <a:solidFill>
                  <a:schemeClr val="tx1"/>
                </a:solidFill>
                <a:effectLst/>
                <a:latin typeface="Calibri" panose="020F0502020204030204" pitchFamily="34" charset="0"/>
                <a:ea typeface="Calibri" panose="020F0502020204030204" pitchFamily="34" charset="0"/>
                <a:cs typeface="+mn-cs"/>
              </a:rPr>
              <a:t>Selecting a few appropriate Continual Improvement methods to suit the organization</a:t>
            </a:r>
          </a:p>
          <a:p>
            <a:pPr marL="171450" lvl="2" indent="-171450" algn="l" defTabSz="457200" rtl="0" eaLnBrk="1" latinLnBrk="0" hangingPunct="1">
              <a:buFont typeface="Wingdings" panose="05000000000000000000" pitchFamily="2" charset="2"/>
              <a:buChar char="§"/>
              <a:tabLst>
                <a:tab pos="655320" algn="l"/>
                <a:tab pos="655955" algn="l"/>
              </a:tabLst>
            </a:pPr>
            <a:r>
              <a:rPr lang="en-US" sz="1200" b="0" kern="1200">
                <a:solidFill>
                  <a:schemeClr val="tx1"/>
                </a:solidFill>
                <a:effectLst/>
                <a:latin typeface="Calibri" panose="020F0502020204030204" pitchFamily="34" charset="0"/>
                <a:ea typeface="Calibri" panose="020F0502020204030204" pitchFamily="34" charset="0"/>
                <a:cs typeface="+mn-cs"/>
              </a:rPr>
              <a:t>Securing time and budget for Continual Improvement</a:t>
            </a:r>
          </a:p>
          <a:p>
            <a:pPr marL="171450" lvl="2" indent="-171450" algn="l" defTabSz="457200" rtl="0" eaLnBrk="1" latinLnBrk="0" hangingPunct="1">
              <a:spcBef>
                <a:spcPts val="5"/>
              </a:spcBef>
              <a:spcAft>
                <a:spcPts val="0"/>
              </a:spcAft>
              <a:buFont typeface="Wingdings" panose="05000000000000000000" pitchFamily="2" charset="2"/>
              <a:buChar char="§"/>
              <a:tabLst>
                <a:tab pos="655320" algn="l"/>
                <a:tab pos="655955" algn="l"/>
              </a:tabLst>
            </a:pPr>
            <a:r>
              <a:rPr lang="en-US" sz="1200" b="0" kern="1200">
                <a:solidFill>
                  <a:schemeClr val="tx1"/>
                </a:solidFill>
                <a:effectLst/>
                <a:latin typeface="Calibri" panose="020F0502020204030204" pitchFamily="34" charset="0"/>
                <a:ea typeface="Calibri" panose="020F0502020204030204" pitchFamily="34" charset="0"/>
                <a:cs typeface="+mn-cs"/>
              </a:rPr>
              <a:t>Identifying and logging Continual Improvement opportunities in Continual Improvement Registers (CIRs)</a:t>
            </a:r>
          </a:p>
          <a:p>
            <a:pPr marL="171450" lvl="2" indent="-171450" algn="l" defTabSz="457200" rtl="0" eaLnBrk="1" latinLnBrk="0" hangingPunct="1">
              <a:lnSpc>
                <a:spcPts val="1395"/>
              </a:lnSpc>
              <a:spcBef>
                <a:spcPts val="5"/>
              </a:spcBef>
              <a:spcAft>
                <a:spcPts val="0"/>
              </a:spcAft>
              <a:buFont typeface="Wingdings" panose="05000000000000000000" pitchFamily="2" charset="2"/>
              <a:buChar char="§"/>
              <a:tabLst>
                <a:tab pos="655320" algn="l"/>
                <a:tab pos="655955" algn="l"/>
              </a:tabLst>
            </a:pPr>
            <a:r>
              <a:rPr lang="en-US" sz="1200" b="0" kern="1200">
                <a:solidFill>
                  <a:schemeClr val="tx1"/>
                </a:solidFill>
                <a:effectLst/>
                <a:latin typeface="Calibri" panose="020F0502020204030204" pitchFamily="34" charset="0"/>
                <a:ea typeface="Calibri" panose="020F0502020204030204" pitchFamily="34" charset="0"/>
                <a:cs typeface="+mn-cs"/>
              </a:rPr>
              <a:t>Assessing and prioritizing Continual Improvement opportunities</a:t>
            </a:r>
          </a:p>
          <a:p>
            <a:pPr marL="171450" lvl="2" indent="-171450" algn="l" defTabSz="457200" rtl="0" eaLnBrk="1" latinLnBrk="0" hangingPunct="1">
              <a:lnSpc>
                <a:spcPts val="1395"/>
              </a:lnSpc>
              <a:buFont typeface="Wingdings" panose="05000000000000000000" pitchFamily="2" charset="2"/>
              <a:buChar char="§"/>
              <a:tabLst>
                <a:tab pos="655320" algn="l"/>
                <a:tab pos="655955" algn="l"/>
              </a:tabLst>
            </a:pPr>
            <a:r>
              <a:rPr lang="en-US" sz="1200" b="0" kern="1200">
                <a:solidFill>
                  <a:schemeClr val="tx1"/>
                </a:solidFill>
                <a:effectLst/>
                <a:latin typeface="Calibri" panose="020F0502020204030204" pitchFamily="34" charset="0"/>
                <a:ea typeface="Calibri" panose="020F0502020204030204" pitchFamily="34" charset="0"/>
                <a:cs typeface="+mn-cs"/>
              </a:rPr>
              <a:t>Making business cases for Continual Improvement action</a:t>
            </a:r>
          </a:p>
          <a:p>
            <a:pPr marL="171450" lvl="2" indent="-171450" algn="l" defTabSz="457200" rtl="0" eaLnBrk="1" latinLnBrk="0" hangingPunct="1">
              <a:buFont typeface="Wingdings" panose="05000000000000000000" pitchFamily="2" charset="2"/>
              <a:buChar char="§"/>
              <a:tabLst>
                <a:tab pos="655320" algn="l"/>
                <a:tab pos="655955" algn="l"/>
              </a:tabLst>
            </a:pPr>
            <a:r>
              <a:rPr lang="en-US" sz="1200" b="0" kern="1200">
                <a:solidFill>
                  <a:schemeClr val="tx1"/>
                </a:solidFill>
                <a:effectLst/>
                <a:latin typeface="Calibri" panose="020F0502020204030204" pitchFamily="34" charset="0"/>
                <a:ea typeface="Calibri" panose="020F0502020204030204" pitchFamily="34" charset="0"/>
                <a:cs typeface="+mn-cs"/>
              </a:rPr>
              <a:t>Planning and implementing Continual Improvement</a:t>
            </a:r>
          </a:p>
          <a:p>
            <a:pPr marL="171450" lvl="2" indent="-171450" algn="l" defTabSz="457200" rtl="0" eaLnBrk="1" latinLnBrk="0" hangingPunct="1">
              <a:spcBef>
                <a:spcPts val="5"/>
              </a:spcBef>
              <a:spcAft>
                <a:spcPts val="0"/>
              </a:spcAft>
              <a:buFont typeface="Wingdings" panose="05000000000000000000" pitchFamily="2" charset="2"/>
              <a:buChar char="§"/>
              <a:tabLst>
                <a:tab pos="655320" algn="l"/>
                <a:tab pos="655955" algn="l"/>
              </a:tabLst>
            </a:pPr>
            <a:r>
              <a:rPr lang="en-US" sz="1200" b="0" kern="1200">
                <a:solidFill>
                  <a:schemeClr val="tx1"/>
                </a:solidFill>
                <a:effectLst/>
                <a:latin typeface="Calibri" panose="020F0502020204030204" pitchFamily="34" charset="0"/>
                <a:ea typeface="Calibri" panose="020F0502020204030204" pitchFamily="34" charset="0"/>
                <a:cs typeface="+mn-cs"/>
              </a:rPr>
              <a:t>Measuring and evaluating Continual Improvement results</a:t>
            </a:r>
          </a:p>
          <a:p>
            <a:pPr marL="171450" lvl="2" indent="-171450" algn="l" defTabSz="457200" rtl="0" eaLnBrk="1" latinLnBrk="0" hangingPunct="1">
              <a:buFont typeface="Wingdings" panose="05000000000000000000" pitchFamily="2" charset="2"/>
              <a:buChar char="§"/>
              <a:tabLst>
                <a:tab pos="655320" algn="l"/>
                <a:tab pos="655955" algn="l"/>
              </a:tabLst>
            </a:pPr>
            <a:r>
              <a:rPr lang="en-US" sz="1200" b="0" kern="1200">
                <a:solidFill>
                  <a:schemeClr val="tx1"/>
                </a:solidFill>
                <a:effectLst/>
                <a:latin typeface="Calibri" panose="020F0502020204030204" pitchFamily="34" charset="0"/>
                <a:ea typeface="Calibri" panose="020F0502020204030204" pitchFamily="34" charset="0"/>
                <a:cs typeface="+mn-cs"/>
              </a:rPr>
              <a:t>Coordinating Continual Improvement activities across the organization</a:t>
            </a:r>
          </a:p>
          <a:p>
            <a:pPr marL="171450" indent="-171450" algn="l" defTabSz="457200" rtl="0" eaLnBrk="1" latinLnBrk="0" hangingPunct="1">
              <a:spcBef>
                <a:spcPts val="20"/>
              </a:spcBef>
              <a:buFont typeface="Arial" panose="020B0604020202020204" pitchFamily="34" charset="0"/>
              <a:buChar char="•"/>
            </a:pPr>
            <a:endParaRPr lang="en-US" sz="1200" kern="1200">
              <a:solidFill>
                <a:schemeClr val="tx1"/>
              </a:solidFill>
              <a:effectLst/>
              <a:latin typeface="Calibri" panose="020F0502020204030204" pitchFamily="34" charset="0"/>
              <a:ea typeface="Calibri" panose="020F0502020204030204" pitchFamily="34" charset="0"/>
              <a:cs typeface="+mn-cs"/>
            </a:endParaRPr>
          </a:p>
          <a:p>
            <a:pPr marL="0" marR="374015" algn="l" defTabSz="457200" rtl="0" eaLnBrk="1" latinLnBrk="0" hangingPunct="1">
              <a:spcBef>
                <a:spcPts val="5"/>
              </a:spcBef>
              <a:spcAft>
                <a:spcPts val="0"/>
              </a:spcAft>
            </a:pPr>
            <a:r>
              <a:rPr lang="en-US" sz="1200" kern="1200">
                <a:solidFill>
                  <a:schemeClr val="tx1"/>
                </a:solidFill>
                <a:effectLst/>
                <a:latin typeface="Calibri" panose="020F0502020204030204" pitchFamily="34" charset="0"/>
                <a:ea typeface="Calibri" panose="020F0502020204030204" pitchFamily="34" charset="0"/>
                <a:cs typeface="+mn-cs"/>
              </a:rPr>
              <a:t>The commitment to and practice of </a:t>
            </a:r>
            <a:r>
              <a:rPr lang="en-US" sz="1200" b="1" kern="1200">
                <a:solidFill>
                  <a:schemeClr val="tx1"/>
                </a:solidFill>
                <a:effectLst/>
                <a:latin typeface="Calibri" panose="020F0502020204030204" pitchFamily="34" charset="0"/>
                <a:ea typeface="Calibri" panose="020F0502020204030204" pitchFamily="34" charset="0"/>
                <a:cs typeface="+mn-cs"/>
              </a:rPr>
              <a:t>Continual Improvement </a:t>
            </a:r>
            <a:r>
              <a:rPr lang="en-US" sz="1200" kern="1200">
                <a:solidFill>
                  <a:schemeClr val="tx1"/>
                </a:solidFill>
                <a:effectLst/>
                <a:latin typeface="Calibri" panose="020F0502020204030204" pitchFamily="34" charset="0"/>
                <a:ea typeface="Calibri" panose="020F0502020204030204" pitchFamily="34" charset="0"/>
                <a:cs typeface="+mn-cs"/>
              </a:rPr>
              <a:t>must be embedded throughout the organization; improvement is everyone’s responsibility, but organizations should have a dedicated improvement team to lead </a:t>
            </a:r>
            <a:r>
              <a:rPr lang="en-US" sz="1200" b="1" kern="1200">
                <a:solidFill>
                  <a:schemeClr val="tx1"/>
                </a:solidFill>
                <a:effectLst/>
                <a:latin typeface="Calibri" panose="020F0502020204030204" pitchFamily="34" charset="0"/>
                <a:ea typeface="Calibri" panose="020F0502020204030204" pitchFamily="34" charset="0"/>
                <a:cs typeface="+mn-cs"/>
              </a:rPr>
              <a:t>Continual Improvement</a:t>
            </a:r>
            <a:r>
              <a:rPr lang="en-US" sz="1200" kern="1200">
                <a:solidFill>
                  <a:schemeClr val="tx1"/>
                </a:solidFill>
                <a:effectLst/>
                <a:latin typeface="Calibri" panose="020F0502020204030204" pitchFamily="34" charset="0"/>
                <a:ea typeface="Calibri" panose="020F0502020204030204" pitchFamily="34" charset="0"/>
                <a:cs typeface="+mn-cs"/>
              </a:rPr>
              <a:t> efforts</a:t>
            </a:r>
          </a:p>
          <a:p>
            <a:pPr marL="0" algn="l" defTabSz="457200" rtl="0" eaLnBrk="1" latinLnBrk="0" hangingPunct="1">
              <a:spcBef>
                <a:spcPts val="20"/>
              </a:spcBef>
            </a:pPr>
            <a:r>
              <a:rPr lang="en-US" sz="1200" kern="1200">
                <a:solidFill>
                  <a:schemeClr val="tx1"/>
                </a:solidFill>
                <a:effectLst/>
                <a:latin typeface="Calibri" panose="020F0502020204030204" pitchFamily="34" charset="0"/>
                <a:ea typeface="Calibri" panose="020F0502020204030204" pitchFamily="34" charset="0"/>
                <a:cs typeface="+mn-cs"/>
              </a:rPr>
              <a:t> </a:t>
            </a:r>
          </a:p>
          <a:p>
            <a:pPr marL="0" marR="374650" algn="l" defTabSz="457200" rtl="0" eaLnBrk="1" latinLnBrk="0" hangingPunct="1">
              <a:spcAft>
                <a:spcPts val="0"/>
              </a:spcAft>
            </a:pPr>
            <a:r>
              <a:rPr lang="en-US" sz="1200" b="1" kern="1200">
                <a:solidFill>
                  <a:schemeClr val="tx1"/>
                </a:solidFill>
                <a:effectLst/>
                <a:latin typeface="Calibri" panose="020F0502020204030204" pitchFamily="34" charset="0"/>
                <a:ea typeface="Calibri" panose="020F0502020204030204" pitchFamily="34" charset="0"/>
                <a:cs typeface="+mn-cs"/>
              </a:rPr>
              <a:t>Continual Improvement </a:t>
            </a:r>
            <a:r>
              <a:rPr lang="en-US" sz="1200" kern="1200">
                <a:solidFill>
                  <a:schemeClr val="tx1"/>
                </a:solidFill>
                <a:effectLst/>
                <a:latin typeface="Calibri" panose="020F0502020204030204" pitchFamily="34" charset="0"/>
                <a:ea typeface="Calibri" panose="020F0502020204030204" pitchFamily="34" charset="0"/>
                <a:cs typeface="+mn-cs"/>
              </a:rPr>
              <a:t>initiatives should be based on assessment through review and audit using such techniques as SWOT analysis and balanced score cards. </a:t>
            </a:r>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59</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256336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60</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479420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6EDDCE-EE65-6D48-ACA2-30328AA80092}"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61</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54648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One column text</a:t>
            </a:r>
            <a:endParaRPr lang="en-GB"/>
          </a:p>
        </p:txBody>
      </p:sp>
      <p:sp>
        <p:nvSpPr>
          <p:cNvPr id="10" name="Segnaposto testo 9"/>
          <p:cNvSpPr>
            <a:spLocks noGrp="1"/>
          </p:cNvSpPr>
          <p:nvPr>
            <p:ph type="body" sz="quarter" idx="36" hasCustomPrompt="1"/>
          </p:nvPr>
        </p:nvSpPr>
        <p:spPr>
          <a:xfrm>
            <a:off x="425151" y="986108"/>
            <a:ext cx="8390143" cy="3549954"/>
          </a:xfrm>
        </p:spPr>
        <p:txBody>
          <a:bodyPr/>
          <a:lstStyle>
            <a:lvl1pPr>
              <a:lnSpc>
                <a:spcPts val="1640"/>
              </a:lnSpc>
              <a:spcBef>
                <a:spcPts val="0"/>
              </a:spcBef>
              <a:spcAft>
                <a:spcPts val="400"/>
              </a:spcAft>
              <a:defRPr/>
            </a:lvl1pPr>
          </a:lstStyle>
          <a:p>
            <a:pPr lvl="0"/>
            <a:r>
              <a:rPr lang="en-US"/>
              <a:t>Text here </a:t>
            </a:r>
            <a:r>
              <a:rPr lang="en-US" err="1"/>
              <a:t>lorem</a:t>
            </a:r>
            <a:r>
              <a:rPr lang="en-US"/>
              <a:t> </a:t>
            </a:r>
            <a:r>
              <a:rPr lang="en-US" err="1"/>
              <a:t>ipsum</a:t>
            </a:r>
            <a:endParaRPr lang="en-GB"/>
          </a:p>
        </p:txBody>
      </p:sp>
      <p:sp>
        <p:nvSpPr>
          <p:cNvPr id="12" name="Segnaposto testo 11"/>
          <p:cNvSpPr>
            <a:spLocks noGrp="1"/>
          </p:cNvSpPr>
          <p:nvPr>
            <p:ph type="body" sz="quarter" idx="37" hasCustomPrompt="1"/>
          </p:nvPr>
        </p:nvSpPr>
        <p:spPr>
          <a:xfrm>
            <a:off x="425944" y="512635"/>
            <a:ext cx="8359468" cy="18213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13" name="Segnaposto immagine 2"/>
          <p:cNvSpPr>
            <a:spLocks noGrp="1"/>
          </p:cNvSpPr>
          <p:nvPr>
            <p:ph type="pic" sz="quarter" idx="38" hasCustomPrompt="1"/>
          </p:nvPr>
        </p:nvSpPr>
        <p:spPr>
          <a:xfrm>
            <a:off x="1041400" y="4646613"/>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9" name="Segnaposto testo 4"/>
          <p:cNvSpPr>
            <a:spLocks noGrp="1"/>
          </p:cNvSpPr>
          <p:nvPr>
            <p:ph type="body" sz="quarter" idx="39" hasCustomPrompt="1"/>
          </p:nvPr>
        </p:nvSpPr>
        <p:spPr>
          <a:xfrm>
            <a:off x="808041" y="4758052"/>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4166953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Two columns text</a:t>
            </a:r>
            <a:endParaRPr lang="en-GB"/>
          </a:p>
        </p:txBody>
      </p:sp>
      <p:sp>
        <p:nvSpPr>
          <p:cNvPr id="10" name="Segnaposto testo 9"/>
          <p:cNvSpPr>
            <a:spLocks noGrp="1"/>
          </p:cNvSpPr>
          <p:nvPr>
            <p:ph type="body" sz="quarter" idx="36" hasCustomPrompt="1"/>
          </p:nvPr>
        </p:nvSpPr>
        <p:spPr>
          <a:xfrm>
            <a:off x="425151" y="986108"/>
            <a:ext cx="8360261" cy="3549954"/>
          </a:xfrm>
        </p:spPr>
        <p:txBody>
          <a:bodyPr numCol="2" spcCol="288000"/>
          <a:lstStyle>
            <a:lvl1pPr>
              <a:lnSpc>
                <a:spcPts val="1640"/>
              </a:lnSpc>
              <a:spcBef>
                <a:spcPts val="0"/>
              </a:spcBef>
              <a:spcAft>
                <a:spcPts val="400"/>
              </a:spcAft>
              <a:defRPr/>
            </a:lvl1pPr>
          </a:lstStyle>
          <a:p>
            <a:pPr lvl="0"/>
            <a:r>
              <a:rPr lang="en-US"/>
              <a:t>Text here </a:t>
            </a:r>
            <a:r>
              <a:rPr lang="en-US" err="1"/>
              <a:t>lorem</a:t>
            </a:r>
            <a:r>
              <a:rPr lang="en-US"/>
              <a:t> </a:t>
            </a:r>
            <a:r>
              <a:rPr lang="en-US" err="1"/>
              <a:t>ipsum</a:t>
            </a:r>
            <a:endParaRPr lang="en-US"/>
          </a:p>
        </p:txBody>
      </p:sp>
      <p:sp>
        <p:nvSpPr>
          <p:cNvPr id="12" name="Segnaposto testo 11"/>
          <p:cNvSpPr>
            <a:spLocks noGrp="1"/>
          </p:cNvSpPr>
          <p:nvPr>
            <p:ph type="body" sz="quarter" idx="37" hasCustomPrompt="1"/>
          </p:nvPr>
        </p:nvSpPr>
        <p:spPr>
          <a:xfrm>
            <a:off x="425944" y="512635"/>
            <a:ext cx="8359468" cy="174659"/>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6" name="Segnaposto immagine 2"/>
          <p:cNvSpPr>
            <a:spLocks noGrp="1"/>
          </p:cNvSpPr>
          <p:nvPr>
            <p:ph type="pic" sz="quarter" idx="38" hasCustomPrompt="1"/>
          </p:nvPr>
        </p:nvSpPr>
        <p:spPr>
          <a:xfrm>
            <a:off x="1041400" y="4646613"/>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8" name="Segnaposto testo 4"/>
          <p:cNvSpPr>
            <a:spLocks noGrp="1"/>
          </p:cNvSpPr>
          <p:nvPr>
            <p:ph type="body" sz="quarter" idx="39" hasCustomPrompt="1"/>
          </p:nvPr>
        </p:nvSpPr>
        <p:spPr>
          <a:xfrm>
            <a:off x="808041" y="4758052"/>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1397818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 + PHOTO">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Text + photo</a:t>
            </a:r>
            <a:endParaRPr lang="en-GB"/>
          </a:p>
        </p:txBody>
      </p:sp>
      <p:sp>
        <p:nvSpPr>
          <p:cNvPr id="10" name="Segnaposto testo 9"/>
          <p:cNvSpPr>
            <a:spLocks noGrp="1"/>
          </p:cNvSpPr>
          <p:nvPr>
            <p:ph type="body" sz="quarter" idx="36" hasCustomPrompt="1"/>
          </p:nvPr>
        </p:nvSpPr>
        <p:spPr>
          <a:xfrm>
            <a:off x="425151" y="986108"/>
            <a:ext cx="4055153" cy="3549954"/>
          </a:xfrm>
        </p:spPr>
        <p:txBody>
          <a:bodyPr numCol="1" spcCol="0"/>
          <a:lstStyle>
            <a:lvl1pPr marL="288000" indent="-288000">
              <a:lnSpc>
                <a:spcPts val="1640"/>
              </a:lnSpc>
              <a:spcBef>
                <a:spcPts val="0"/>
              </a:spcBef>
              <a:spcAft>
                <a:spcPts val="400"/>
              </a:spcAft>
              <a:buSzPct val="130000"/>
              <a:buFont typeface="Arial"/>
              <a:buChar char="•"/>
              <a:defRPr baseline="0"/>
            </a:lvl1pPr>
          </a:lstStyle>
          <a:p>
            <a:pPr lvl="0"/>
            <a:r>
              <a:rPr lang="en-US"/>
              <a:t>Text here </a:t>
            </a:r>
            <a:r>
              <a:rPr lang="en-US" err="1"/>
              <a:t>lorem</a:t>
            </a:r>
            <a:r>
              <a:rPr lang="en-US"/>
              <a:t> </a:t>
            </a:r>
            <a:r>
              <a:rPr lang="en-US" err="1"/>
              <a:t>ipsum</a:t>
            </a:r>
            <a:endParaRPr lang="en-US"/>
          </a:p>
        </p:txBody>
      </p:sp>
      <p:sp>
        <p:nvSpPr>
          <p:cNvPr id="12" name="Segnaposto testo 11"/>
          <p:cNvSpPr>
            <a:spLocks noGrp="1"/>
          </p:cNvSpPr>
          <p:nvPr>
            <p:ph type="body" sz="quarter" idx="37" hasCustomPrompt="1"/>
          </p:nvPr>
        </p:nvSpPr>
        <p:spPr>
          <a:xfrm>
            <a:off x="425944" y="512635"/>
            <a:ext cx="8359468" cy="174659"/>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9" name="Segnaposto immagine 8"/>
          <p:cNvSpPr>
            <a:spLocks noGrp="1"/>
          </p:cNvSpPr>
          <p:nvPr>
            <p:ph type="pic" sz="quarter" idx="39" hasCustomPrompt="1"/>
          </p:nvPr>
        </p:nvSpPr>
        <p:spPr>
          <a:xfrm>
            <a:off x="4653990" y="986583"/>
            <a:ext cx="4131422" cy="3548063"/>
          </a:xfrm>
        </p:spPr>
        <p:txBody>
          <a:bodyPr/>
          <a:lstStyle>
            <a:lvl1pPr>
              <a:defRPr sz="800" b="0" i="1">
                <a:solidFill>
                  <a:schemeClr val="accent5"/>
                </a:solidFill>
              </a:defRPr>
            </a:lvl1pPr>
          </a:lstStyle>
          <a:p>
            <a:r>
              <a:rPr lang="en-GB"/>
              <a:t>Click to insert a photo</a:t>
            </a:r>
          </a:p>
        </p:txBody>
      </p:sp>
      <p:sp>
        <p:nvSpPr>
          <p:cNvPr id="13" name="Segnaposto immagine 2"/>
          <p:cNvSpPr>
            <a:spLocks noGrp="1"/>
          </p:cNvSpPr>
          <p:nvPr>
            <p:ph type="pic" sz="quarter" idx="40" hasCustomPrompt="1"/>
          </p:nvPr>
        </p:nvSpPr>
        <p:spPr>
          <a:xfrm>
            <a:off x="1041400" y="4646613"/>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8" name="Segnaposto testo 4"/>
          <p:cNvSpPr>
            <a:spLocks noGrp="1"/>
          </p:cNvSpPr>
          <p:nvPr>
            <p:ph type="body" sz="quarter" idx="41" hasCustomPrompt="1"/>
          </p:nvPr>
        </p:nvSpPr>
        <p:spPr>
          <a:xfrm>
            <a:off x="808041" y="4758052"/>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33540615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 LARGE PHOTO">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Text + large photo</a:t>
            </a:r>
            <a:endParaRPr lang="en-GB"/>
          </a:p>
        </p:txBody>
      </p:sp>
      <p:sp>
        <p:nvSpPr>
          <p:cNvPr id="10" name="Segnaposto testo 9"/>
          <p:cNvSpPr>
            <a:spLocks noGrp="1"/>
          </p:cNvSpPr>
          <p:nvPr>
            <p:ph type="body" sz="quarter" idx="36" hasCustomPrompt="1"/>
          </p:nvPr>
        </p:nvSpPr>
        <p:spPr>
          <a:xfrm>
            <a:off x="425152" y="986108"/>
            <a:ext cx="2659001" cy="3549954"/>
          </a:xfrm>
        </p:spPr>
        <p:txBody>
          <a:bodyPr numCol="1" spcCol="0"/>
          <a:lstStyle>
            <a:lvl1pPr>
              <a:lnSpc>
                <a:spcPts val="1640"/>
              </a:lnSpc>
              <a:spcBef>
                <a:spcPts val="0"/>
              </a:spcBef>
              <a:spcAft>
                <a:spcPts val="400"/>
              </a:spcAft>
              <a:defRPr/>
            </a:lvl1pPr>
          </a:lstStyle>
          <a:p>
            <a:pPr lvl="0"/>
            <a:r>
              <a:rPr lang="en-US"/>
              <a:t>Text here </a:t>
            </a:r>
            <a:r>
              <a:rPr lang="en-US" err="1"/>
              <a:t>lorem</a:t>
            </a:r>
            <a:r>
              <a:rPr lang="en-US"/>
              <a:t> </a:t>
            </a:r>
            <a:r>
              <a:rPr lang="en-US" err="1"/>
              <a:t>ipsum</a:t>
            </a:r>
            <a:endParaRPr lang="en-US"/>
          </a:p>
        </p:txBody>
      </p:sp>
      <p:sp>
        <p:nvSpPr>
          <p:cNvPr id="12" name="Segnaposto testo 11"/>
          <p:cNvSpPr>
            <a:spLocks noGrp="1"/>
          </p:cNvSpPr>
          <p:nvPr>
            <p:ph type="body" sz="quarter" idx="37" hasCustomPrompt="1"/>
          </p:nvPr>
        </p:nvSpPr>
        <p:spPr>
          <a:xfrm>
            <a:off x="425944" y="512635"/>
            <a:ext cx="8359468" cy="197071"/>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8" name="Segnaposto immagine 8"/>
          <p:cNvSpPr>
            <a:spLocks noGrp="1"/>
          </p:cNvSpPr>
          <p:nvPr>
            <p:ph type="pic" sz="quarter" idx="39" hasCustomPrompt="1"/>
          </p:nvPr>
        </p:nvSpPr>
        <p:spPr>
          <a:xfrm>
            <a:off x="3294529" y="986583"/>
            <a:ext cx="5490883" cy="3548063"/>
          </a:xfrm>
        </p:spPr>
        <p:txBody>
          <a:bodyPr/>
          <a:lstStyle>
            <a:lvl1pPr>
              <a:defRPr sz="800" b="0" i="1">
                <a:solidFill>
                  <a:schemeClr val="accent5"/>
                </a:solidFill>
              </a:defRPr>
            </a:lvl1pPr>
          </a:lstStyle>
          <a:p>
            <a:r>
              <a:rPr lang="en-GB"/>
              <a:t>Click to insert a photo</a:t>
            </a:r>
          </a:p>
        </p:txBody>
      </p:sp>
      <p:sp>
        <p:nvSpPr>
          <p:cNvPr id="9" name="Segnaposto immagine 2"/>
          <p:cNvSpPr>
            <a:spLocks noGrp="1"/>
          </p:cNvSpPr>
          <p:nvPr>
            <p:ph type="pic" sz="quarter" idx="40" hasCustomPrompt="1"/>
          </p:nvPr>
        </p:nvSpPr>
        <p:spPr>
          <a:xfrm>
            <a:off x="1041400" y="4646613"/>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11" name="Segnaposto testo 4"/>
          <p:cNvSpPr>
            <a:spLocks noGrp="1"/>
          </p:cNvSpPr>
          <p:nvPr>
            <p:ph type="body" sz="quarter" idx="41" hasCustomPrompt="1"/>
          </p:nvPr>
        </p:nvSpPr>
        <p:spPr>
          <a:xfrm>
            <a:off x="808041" y="4758052"/>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3934196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COLUMN PHOTO">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One column photo</a:t>
            </a:r>
            <a:endParaRPr lang="en-GB"/>
          </a:p>
        </p:txBody>
      </p:sp>
      <p:sp>
        <p:nvSpPr>
          <p:cNvPr id="12" name="Segnaposto testo 11"/>
          <p:cNvSpPr>
            <a:spLocks noGrp="1"/>
          </p:cNvSpPr>
          <p:nvPr>
            <p:ph type="body" sz="quarter" idx="37" hasCustomPrompt="1"/>
          </p:nvPr>
        </p:nvSpPr>
        <p:spPr>
          <a:xfrm>
            <a:off x="425944" y="512635"/>
            <a:ext cx="8359468" cy="18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8" name="Segnaposto immagine 8"/>
          <p:cNvSpPr>
            <a:spLocks noGrp="1"/>
          </p:cNvSpPr>
          <p:nvPr>
            <p:ph type="pic" sz="quarter" idx="39" hasCustomPrompt="1"/>
          </p:nvPr>
        </p:nvSpPr>
        <p:spPr>
          <a:xfrm>
            <a:off x="425824" y="986583"/>
            <a:ext cx="8359588" cy="3548063"/>
          </a:xfrm>
        </p:spPr>
        <p:txBody>
          <a:bodyPr/>
          <a:lstStyle>
            <a:lvl1pPr>
              <a:defRPr sz="800" b="0" i="1">
                <a:solidFill>
                  <a:schemeClr val="accent5"/>
                </a:solidFill>
              </a:defRPr>
            </a:lvl1pPr>
          </a:lstStyle>
          <a:p>
            <a:r>
              <a:rPr lang="en-GB"/>
              <a:t>Click to insert a photo</a:t>
            </a:r>
          </a:p>
        </p:txBody>
      </p:sp>
      <p:sp>
        <p:nvSpPr>
          <p:cNvPr id="9" name="Segnaposto immagine 2"/>
          <p:cNvSpPr>
            <a:spLocks noGrp="1"/>
          </p:cNvSpPr>
          <p:nvPr>
            <p:ph type="pic" sz="quarter" idx="36" hasCustomPrompt="1"/>
          </p:nvPr>
        </p:nvSpPr>
        <p:spPr>
          <a:xfrm>
            <a:off x="1041400" y="4646613"/>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10" name="Segnaposto testo 4"/>
          <p:cNvSpPr>
            <a:spLocks noGrp="1"/>
          </p:cNvSpPr>
          <p:nvPr>
            <p:ph type="body" sz="quarter" idx="40" hasCustomPrompt="1"/>
          </p:nvPr>
        </p:nvSpPr>
        <p:spPr>
          <a:xfrm>
            <a:off x="808041" y="4758052"/>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4158567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 CHAR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Text + chart</a:t>
            </a:r>
            <a:endParaRPr lang="en-GB"/>
          </a:p>
        </p:txBody>
      </p:sp>
      <p:sp>
        <p:nvSpPr>
          <p:cNvPr id="10" name="Segnaposto testo 9"/>
          <p:cNvSpPr>
            <a:spLocks noGrp="1"/>
          </p:cNvSpPr>
          <p:nvPr>
            <p:ph type="body" sz="quarter" idx="36" hasCustomPrompt="1"/>
          </p:nvPr>
        </p:nvSpPr>
        <p:spPr>
          <a:xfrm>
            <a:off x="425152" y="986108"/>
            <a:ext cx="3989966" cy="3549954"/>
          </a:xfrm>
        </p:spPr>
        <p:txBody>
          <a:bodyPr numCol="1" spcCol="0"/>
          <a:lstStyle>
            <a:lvl1pPr>
              <a:lnSpc>
                <a:spcPts val="1640"/>
              </a:lnSpc>
              <a:spcBef>
                <a:spcPts val="0"/>
              </a:spcBef>
              <a:spcAft>
                <a:spcPts val="400"/>
              </a:spcAft>
              <a:defRPr/>
            </a:lvl1pPr>
          </a:lstStyle>
          <a:p>
            <a:pPr lvl="0"/>
            <a:r>
              <a:rPr lang="en-US"/>
              <a:t>Text here </a:t>
            </a:r>
            <a:r>
              <a:rPr lang="en-US" err="1"/>
              <a:t>lorem</a:t>
            </a:r>
            <a:r>
              <a:rPr lang="en-US"/>
              <a:t> </a:t>
            </a:r>
            <a:r>
              <a:rPr lang="en-US" err="1"/>
              <a:t>ipsum</a:t>
            </a:r>
            <a:endParaRPr lang="en-US"/>
          </a:p>
        </p:txBody>
      </p:sp>
      <p:sp>
        <p:nvSpPr>
          <p:cNvPr id="12" name="Segnaposto testo 11"/>
          <p:cNvSpPr>
            <a:spLocks noGrp="1"/>
          </p:cNvSpPr>
          <p:nvPr>
            <p:ph type="body" sz="quarter" idx="37" hasCustomPrompt="1"/>
          </p:nvPr>
        </p:nvSpPr>
        <p:spPr>
          <a:xfrm>
            <a:off x="425944" y="512635"/>
            <a:ext cx="8359468" cy="18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cxnSp>
        <p:nvCxnSpPr>
          <p:cNvPr id="8" name="Connettore 1 7"/>
          <p:cNvCxnSpPr/>
          <p:nvPr userDrawn="1"/>
        </p:nvCxnSpPr>
        <p:spPr>
          <a:xfrm>
            <a:off x="4736359" y="1001058"/>
            <a:ext cx="404158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1" name="Segnaposto testo 10"/>
          <p:cNvSpPr>
            <a:spLocks noGrp="1"/>
          </p:cNvSpPr>
          <p:nvPr>
            <p:ph type="body" sz="quarter" idx="39" hasCustomPrompt="1"/>
          </p:nvPr>
        </p:nvSpPr>
        <p:spPr>
          <a:xfrm>
            <a:off x="4736360" y="1030380"/>
            <a:ext cx="4041587" cy="31432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sp>
        <p:nvSpPr>
          <p:cNvPr id="14" name="Segnaposto grafico 13"/>
          <p:cNvSpPr>
            <a:spLocks noGrp="1"/>
          </p:cNvSpPr>
          <p:nvPr>
            <p:ph type="chart" sz="quarter" idx="40" hasCustomPrompt="1"/>
          </p:nvPr>
        </p:nvSpPr>
        <p:spPr>
          <a:xfrm>
            <a:off x="4736074" y="1420065"/>
            <a:ext cx="4049338" cy="3114582"/>
          </a:xfrm>
        </p:spPr>
        <p:txBody>
          <a:bodyPr/>
          <a:lstStyle>
            <a:lvl1pPr>
              <a:defRPr sz="800" b="0" i="1">
                <a:solidFill>
                  <a:schemeClr val="accent5"/>
                </a:solidFill>
              </a:defRPr>
            </a:lvl1pPr>
          </a:lstStyle>
          <a:p>
            <a:r>
              <a:rPr lang="en-GB"/>
              <a:t>Click to insert a chart</a:t>
            </a:r>
          </a:p>
        </p:txBody>
      </p:sp>
      <p:sp>
        <p:nvSpPr>
          <p:cNvPr id="15" name="Segnaposto immagine 2"/>
          <p:cNvSpPr>
            <a:spLocks noGrp="1"/>
          </p:cNvSpPr>
          <p:nvPr>
            <p:ph type="pic" sz="quarter" idx="41" hasCustomPrompt="1"/>
          </p:nvPr>
        </p:nvSpPr>
        <p:spPr>
          <a:xfrm>
            <a:off x="1041400" y="4646613"/>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13" name="Segnaposto testo 4"/>
          <p:cNvSpPr>
            <a:spLocks noGrp="1"/>
          </p:cNvSpPr>
          <p:nvPr>
            <p:ph type="body" sz="quarter" idx="42" hasCustomPrompt="1"/>
          </p:nvPr>
        </p:nvSpPr>
        <p:spPr>
          <a:xfrm>
            <a:off x="808041" y="4758052"/>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4020128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S CHARTS">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Two columns charts</a:t>
            </a:r>
            <a:endParaRPr lang="en-GB"/>
          </a:p>
        </p:txBody>
      </p:sp>
      <p:sp>
        <p:nvSpPr>
          <p:cNvPr id="12" name="Segnaposto testo 11"/>
          <p:cNvSpPr>
            <a:spLocks noGrp="1"/>
          </p:cNvSpPr>
          <p:nvPr>
            <p:ph type="body" sz="quarter" idx="37" hasCustomPrompt="1"/>
          </p:nvPr>
        </p:nvSpPr>
        <p:spPr>
          <a:xfrm>
            <a:off x="425944" y="512635"/>
            <a:ext cx="8359468" cy="18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cxnSp>
        <p:nvCxnSpPr>
          <p:cNvPr id="9" name="Connettore 1 8"/>
          <p:cNvCxnSpPr/>
          <p:nvPr userDrawn="1"/>
        </p:nvCxnSpPr>
        <p:spPr>
          <a:xfrm>
            <a:off x="4736359" y="1001058"/>
            <a:ext cx="404158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1" name="Segnaposto testo 10"/>
          <p:cNvSpPr>
            <a:spLocks noGrp="1"/>
          </p:cNvSpPr>
          <p:nvPr>
            <p:ph type="body" sz="quarter" idx="40" hasCustomPrompt="1"/>
          </p:nvPr>
        </p:nvSpPr>
        <p:spPr>
          <a:xfrm>
            <a:off x="4736360" y="1030380"/>
            <a:ext cx="4041587" cy="31432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cxnSp>
        <p:nvCxnSpPr>
          <p:cNvPr id="13" name="Connettore 1 12"/>
          <p:cNvCxnSpPr/>
          <p:nvPr userDrawn="1"/>
        </p:nvCxnSpPr>
        <p:spPr>
          <a:xfrm>
            <a:off x="425823" y="1001058"/>
            <a:ext cx="404158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4" name="Segnaposto testo 10"/>
          <p:cNvSpPr>
            <a:spLocks noGrp="1"/>
          </p:cNvSpPr>
          <p:nvPr>
            <p:ph type="body" sz="quarter" idx="41" hasCustomPrompt="1"/>
          </p:nvPr>
        </p:nvSpPr>
        <p:spPr>
          <a:xfrm>
            <a:off x="425824" y="1030380"/>
            <a:ext cx="4041587" cy="31432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sp>
        <p:nvSpPr>
          <p:cNvPr id="15" name="Segnaposto grafico 13"/>
          <p:cNvSpPr>
            <a:spLocks noGrp="1"/>
          </p:cNvSpPr>
          <p:nvPr>
            <p:ph type="chart" sz="quarter" idx="42" hasCustomPrompt="1"/>
          </p:nvPr>
        </p:nvSpPr>
        <p:spPr>
          <a:xfrm>
            <a:off x="4736074" y="1420065"/>
            <a:ext cx="4049338" cy="3114582"/>
          </a:xfrm>
        </p:spPr>
        <p:txBody>
          <a:bodyPr/>
          <a:lstStyle>
            <a:lvl1pPr>
              <a:defRPr sz="800" b="0" i="1">
                <a:solidFill>
                  <a:schemeClr val="accent5"/>
                </a:solidFill>
              </a:defRPr>
            </a:lvl1pPr>
          </a:lstStyle>
          <a:p>
            <a:r>
              <a:rPr lang="en-GB"/>
              <a:t>Click to insert a chart</a:t>
            </a:r>
          </a:p>
        </p:txBody>
      </p:sp>
      <p:sp>
        <p:nvSpPr>
          <p:cNvPr id="16" name="Segnaposto grafico 13"/>
          <p:cNvSpPr>
            <a:spLocks noGrp="1"/>
          </p:cNvSpPr>
          <p:nvPr>
            <p:ph type="chart" sz="quarter" idx="43" hasCustomPrompt="1"/>
          </p:nvPr>
        </p:nvSpPr>
        <p:spPr>
          <a:xfrm>
            <a:off x="425545" y="1420065"/>
            <a:ext cx="4049338" cy="3114582"/>
          </a:xfrm>
        </p:spPr>
        <p:txBody>
          <a:bodyPr/>
          <a:lstStyle>
            <a:lvl1pPr>
              <a:defRPr sz="800" b="0" i="1">
                <a:solidFill>
                  <a:schemeClr val="accent5"/>
                </a:solidFill>
              </a:defRPr>
            </a:lvl1pPr>
          </a:lstStyle>
          <a:p>
            <a:r>
              <a:rPr lang="en-GB"/>
              <a:t>Click to insert a chart</a:t>
            </a:r>
          </a:p>
        </p:txBody>
      </p:sp>
      <p:sp>
        <p:nvSpPr>
          <p:cNvPr id="17" name="Segnaposto immagine 2"/>
          <p:cNvSpPr>
            <a:spLocks noGrp="1"/>
          </p:cNvSpPr>
          <p:nvPr>
            <p:ph type="pic" sz="quarter" idx="36" hasCustomPrompt="1"/>
          </p:nvPr>
        </p:nvSpPr>
        <p:spPr>
          <a:xfrm>
            <a:off x="1041400" y="4646613"/>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18" name="Segnaposto testo 4"/>
          <p:cNvSpPr>
            <a:spLocks noGrp="1"/>
          </p:cNvSpPr>
          <p:nvPr>
            <p:ph type="body" sz="quarter" idx="39" hasCustomPrompt="1"/>
          </p:nvPr>
        </p:nvSpPr>
        <p:spPr>
          <a:xfrm>
            <a:off x="808041" y="4758052"/>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1356525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S TEXT + CHAR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Two columns text + chart</a:t>
            </a:r>
            <a:endParaRPr lang="en-GB"/>
          </a:p>
        </p:txBody>
      </p:sp>
      <p:sp>
        <p:nvSpPr>
          <p:cNvPr id="10" name="Segnaposto testo 9"/>
          <p:cNvSpPr>
            <a:spLocks noGrp="1"/>
          </p:cNvSpPr>
          <p:nvPr>
            <p:ph type="body" sz="quarter" idx="36" hasCustomPrompt="1"/>
          </p:nvPr>
        </p:nvSpPr>
        <p:spPr>
          <a:xfrm>
            <a:off x="425152" y="986109"/>
            <a:ext cx="3989966" cy="1299892"/>
          </a:xfrm>
        </p:spPr>
        <p:txBody>
          <a:bodyPr numCol="1" spcCol="0"/>
          <a:lstStyle>
            <a:lvl1pPr>
              <a:lnSpc>
                <a:spcPts val="1640"/>
              </a:lnSpc>
              <a:spcBef>
                <a:spcPts val="0"/>
              </a:spcBef>
              <a:spcAft>
                <a:spcPts val="400"/>
              </a:spcAft>
              <a:defRPr/>
            </a:lvl1pPr>
          </a:lstStyle>
          <a:p>
            <a:pPr lvl="0"/>
            <a:r>
              <a:rPr lang="en-US"/>
              <a:t>Text here </a:t>
            </a:r>
            <a:r>
              <a:rPr lang="en-US" err="1"/>
              <a:t>lorem</a:t>
            </a:r>
            <a:r>
              <a:rPr lang="en-US"/>
              <a:t> </a:t>
            </a:r>
            <a:r>
              <a:rPr lang="en-US" err="1"/>
              <a:t>ipsum</a:t>
            </a:r>
            <a:endParaRPr lang="en-US"/>
          </a:p>
        </p:txBody>
      </p:sp>
      <p:sp>
        <p:nvSpPr>
          <p:cNvPr id="12" name="Segnaposto testo 11"/>
          <p:cNvSpPr>
            <a:spLocks noGrp="1"/>
          </p:cNvSpPr>
          <p:nvPr>
            <p:ph type="body" sz="quarter" idx="37" hasCustomPrompt="1"/>
          </p:nvPr>
        </p:nvSpPr>
        <p:spPr>
          <a:xfrm>
            <a:off x="425944" y="512635"/>
            <a:ext cx="8351997" cy="18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8" name="Segnaposto testo 9"/>
          <p:cNvSpPr>
            <a:spLocks noGrp="1"/>
          </p:cNvSpPr>
          <p:nvPr>
            <p:ph type="body" sz="quarter" idx="39" hasCustomPrompt="1"/>
          </p:nvPr>
        </p:nvSpPr>
        <p:spPr>
          <a:xfrm>
            <a:off x="4736352" y="986109"/>
            <a:ext cx="4049059" cy="1299892"/>
          </a:xfrm>
        </p:spPr>
        <p:txBody>
          <a:bodyPr numCol="1" spcCol="0"/>
          <a:lstStyle>
            <a:lvl1pPr>
              <a:lnSpc>
                <a:spcPts val="1640"/>
              </a:lnSpc>
              <a:spcBef>
                <a:spcPts val="0"/>
              </a:spcBef>
              <a:spcAft>
                <a:spcPts val="400"/>
              </a:spcAft>
              <a:defRPr/>
            </a:lvl1pPr>
          </a:lstStyle>
          <a:p>
            <a:pPr lvl="0"/>
            <a:r>
              <a:rPr lang="en-US"/>
              <a:t>Text here </a:t>
            </a:r>
            <a:r>
              <a:rPr lang="en-US" err="1"/>
              <a:t>lorem</a:t>
            </a:r>
            <a:r>
              <a:rPr lang="en-US"/>
              <a:t> </a:t>
            </a:r>
            <a:r>
              <a:rPr lang="en-US" err="1"/>
              <a:t>ipsum</a:t>
            </a:r>
            <a:endParaRPr lang="en-US"/>
          </a:p>
        </p:txBody>
      </p:sp>
      <p:cxnSp>
        <p:nvCxnSpPr>
          <p:cNvPr id="11" name="Connettore 1 10"/>
          <p:cNvCxnSpPr/>
          <p:nvPr userDrawn="1"/>
        </p:nvCxnSpPr>
        <p:spPr>
          <a:xfrm>
            <a:off x="4743830" y="2360705"/>
            <a:ext cx="404158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3" name="Segnaposto testo 10"/>
          <p:cNvSpPr>
            <a:spLocks noGrp="1"/>
          </p:cNvSpPr>
          <p:nvPr>
            <p:ph type="body" sz="quarter" idx="41" hasCustomPrompt="1"/>
          </p:nvPr>
        </p:nvSpPr>
        <p:spPr>
          <a:xfrm>
            <a:off x="4743831" y="2390027"/>
            <a:ext cx="4041587" cy="31432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cxnSp>
        <p:nvCxnSpPr>
          <p:cNvPr id="14" name="Connettore 1 13"/>
          <p:cNvCxnSpPr/>
          <p:nvPr userDrawn="1"/>
        </p:nvCxnSpPr>
        <p:spPr>
          <a:xfrm>
            <a:off x="425823" y="2360705"/>
            <a:ext cx="404158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5" name="Segnaposto testo 10"/>
          <p:cNvSpPr>
            <a:spLocks noGrp="1"/>
          </p:cNvSpPr>
          <p:nvPr>
            <p:ph type="body" sz="quarter" idx="42" hasCustomPrompt="1"/>
          </p:nvPr>
        </p:nvSpPr>
        <p:spPr>
          <a:xfrm>
            <a:off x="425824" y="2390027"/>
            <a:ext cx="4041587" cy="31432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sp>
        <p:nvSpPr>
          <p:cNvPr id="16" name="Segnaposto grafico 13"/>
          <p:cNvSpPr>
            <a:spLocks noGrp="1"/>
          </p:cNvSpPr>
          <p:nvPr>
            <p:ph type="chart" sz="quarter" idx="43" hasCustomPrompt="1"/>
          </p:nvPr>
        </p:nvSpPr>
        <p:spPr>
          <a:xfrm>
            <a:off x="4736074" y="2793999"/>
            <a:ext cx="4049338" cy="1740647"/>
          </a:xfrm>
        </p:spPr>
        <p:txBody>
          <a:bodyPr/>
          <a:lstStyle>
            <a:lvl1pPr>
              <a:defRPr sz="800" b="0" i="1">
                <a:solidFill>
                  <a:schemeClr val="accent5"/>
                </a:solidFill>
              </a:defRPr>
            </a:lvl1pPr>
          </a:lstStyle>
          <a:p>
            <a:r>
              <a:rPr lang="en-GB"/>
              <a:t>Click to insert a chart</a:t>
            </a:r>
          </a:p>
        </p:txBody>
      </p:sp>
      <p:sp>
        <p:nvSpPr>
          <p:cNvPr id="17" name="Segnaposto grafico 13"/>
          <p:cNvSpPr>
            <a:spLocks noGrp="1"/>
          </p:cNvSpPr>
          <p:nvPr>
            <p:ph type="chart" sz="quarter" idx="44" hasCustomPrompt="1"/>
          </p:nvPr>
        </p:nvSpPr>
        <p:spPr>
          <a:xfrm>
            <a:off x="425545" y="2793999"/>
            <a:ext cx="4049338" cy="1740647"/>
          </a:xfrm>
        </p:spPr>
        <p:txBody>
          <a:bodyPr/>
          <a:lstStyle>
            <a:lvl1pPr>
              <a:defRPr sz="800" b="0" i="1">
                <a:solidFill>
                  <a:schemeClr val="accent5"/>
                </a:solidFill>
              </a:defRPr>
            </a:lvl1pPr>
          </a:lstStyle>
          <a:p>
            <a:r>
              <a:rPr lang="en-GB"/>
              <a:t>Click to insert a chart</a:t>
            </a:r>
          </a:p>
        </p:txBody>
      </p:sp>
      <p:sp>
        <p:nvSpPr>
          <p:cNvPr id="18" name="Segnaposto immagine 2"/>
          <p:cNvSpPr>
            <a:spLocks noGrp="1"/>
          </p:cNvSpPr>
          <p:nvPr>
            <p:ph type="pic" sz="quarter" idx="45" hasCustomPrompt="1"/>
          </p:nvPr>
        </p:nvSpPr>
        <p:spPr>
          <a:xfrm>
            <a:off x="1041400" y="4646613"/>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19" name="Segnaposto testo 4"/>
          <p:cNvSpPr>
            <a:spLocks noGrp="1"/>
          </p:cNvSpPr>
          <p:nvPr>
            <p:ph type="body" sz="quarter" idx="46" hasCustomPrompt="1"/>
          </p:nvPr>
        </p:nvSpPr>
        <p:spPr>
          <a:xfrm>
            <a:off x="808041" y="4758052"/>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28742355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 LARGE CHAR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Text + large chart</a:t>
            </a:r>
            <a:endParaRPr lang="en-GB"/>
          </a:p>
        </p:txBody>
      </p:sp>
      <p:sp>
        <p:nvSpPr>
          <p:cNvPr id="10" name="Segnaposto testo 9"/>
          <p:cNvSpPr>
            <a:spLocks noGrp="1"/>
          </p:cNvSpPr>
          <p:nvPr>
            <p:ph type="body" sz="quarter" idx="36" hasCustomPrompt="1"/>
          </p:nvPr>
        </p:nvSpPr>
        <p:spPr>
          <a:xfrm>
            <a:off x="425152" y="986108"/>
            <a:ext cx="2675142" cy="3549954"/>
          </a:xfrm>
        </p:spPr>
        <p:txBody>
          <a:bodyPr numCol="1" spcCol="0"/>
          <a:lstStyle>
            <a:lvl1pPr>
              <a:lnSpc>
                <a:spcPts val="1640"/>
              </a:lnSpc>
              <a:spcBef>
                <a:spcPts val="0"/>
              </a:spcBef>
              <a:spcAft>
                <a:spcPts val="400"/>
              </a:spcAft>
              <a:defRPr/>
            </a:lvl1pPr>
          </a:lstStyle>
          <a:p>
            <a:pPr lvl="0"/>
            <a:r>
              <a:rPr lang="en-US"/>
              <a:t>Text here </a:t>
            </a:r>
            <a:r>
              <a:rPr lang="en-US" err="1"/>
              <a:t>lorem</a:t>
            </a:r>
            <a:r>
              <a:rPr lang="en-US"/>
              <a:t> </a:t>
            </a:r>
            <a:r>
              <a:rPr lang="en-US" err="1"/>
              <a:t>ipsum</a:t>
            </a:r>
            <a:endParaRPr lang="en-US"/>
          </a:p>
        </p:txBody>
      </p:sp>
      <p:sp>
        <p:nvSpPr>
          <p:cNvPr id="12" name="Segnaposto testo 11"/>
          <p:cNvSpPr>
            <a:spLocks noGrp="1"/>
          </p:cNvSpPr>
          <p:nvPr>
            <p:ph type="body" sz="quarter" idx="37" hasCustomPrompt="1"/>
          </p:nvPr>
        </p:nvSpPr>
        <p:spPr>
          <a:xfrm>
            <a:off x="425944" y="512635"/>
            <a:ext cx="8366938" cy="18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cxnSp>
        <p:nvCxnSpPr>
          <p:cNvPr id="8" name="Connettore 1 7"/>
          <p:cNvCxnSpPr/>
          <p:nvPr userDrawn="1"/>
        </p:nvCxnSpPr>
        <p:spPr>
          <a:xfrm>
            <a:off x="3339359" y="1001058"/>
            <a:ext cx="543858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9" name="Segnaposto testo 10"/>
          <p:cNvSpPr>
            <a:spLocks noGrp="1"/>
          </p:cNvSpPr>
          <p:nvPr>
            <p:ph type="body" sz="quarter" idx="39" hasCustomPrompt="1"/>
          </p:nvPr>
        </p:nvSpPr>
        <p:spPr>
          <a:xfrm>
            <a:off x="3339360" y="1030380"/>
            <a:ext cx="5438587" cy="31432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sp>
        <p:nvSpPr>
          <p:cNvPr id="11" name="Segnaposto grafico 13"/>
          <p:cNvSpPr>
            <a:spLocks noGrp="1"/>
          </p:cNvSpPr>
          <p:nvPr>
            <p:ph type="chart" sz="quarter" idx="42" hasCustomPrompt="1"/>
          </p:nvPr>
        </p:nvSpPr>
        <p:spPr>
          <a:xfrm>
            <a:off x="3339353" y="1420065"/>
            <a:ext cx="5446059" cy="3114582"/>
          </a:xfrm>
        </p:spPr>
        <p:txBody>
          <a:bodyPr/>
          <a:lstStyle>
            <a:lvl1pPr>
              <a:defRPr sz="800" b="0" i="1">
                <a:solidFill>
                  <a:schemeClr val="accent5"/>
                </a:solidFill>
              </a:defRPr>
            </a:lvl1pPr>
          </a:lstStyle>
          <a:p>
            <a:r>
              <a:rPr lang="en-GB"/>
              <a:t>Click to insert a chart</a:t>
            </a:r>
          </a:p>
        </p:txBody>
      </p:sp>
      <p:sp>
        <p:nvSpPr>
          <p:cNvPr id="14" name="Segnaposto immagine 2"/>
          <p:cNvSpPr>
            <a:spLocks noGrp="1"/>
          </p:cNvSpPr>
          <p:nvPr>
            <p:ph type="pic" sz="quarter" idx="43" hasCustomPrompt="1"/>
          </p:nvPr>
        </p:nvSpPr>
        <p:spPr>
          <a:xfrm>
            <a:off x="1041400" y="4646613"/>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13" name="Segnaposto testo 4"/>
          <p:cNvSpPr>
            <a:spLocks noGrp="1"/>
          </p:cNvSpPr>
          <p:nvPr>
            <p:ph type="body" sz="quarter" idx="44" hasCustomPrompt="1"/>
          </p:nvPr>
        </p:nvSpPr>
        <p:spPr>
          <a:xfrm>
            <a:off x="808041" y="4758052"/>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11289080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E COLUMN CHAR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One column chart</a:t>
            </a:r>
            <a:endParaRPr lang="en-GB"/>
          </a:p>
        </p:txBody>
      </p:sp>
      <p:sp>
        <p:nvSpPr>
          <p:cNvPr id="12" name="Segnaposto testo 11"/>
          <p:cNvSpPr>
            <a:spLocks noGrp="1"/>
          </p:cNvSpPr>
          <p:nvPr>
            <p:ph type="body" sz="quarter" idx="37" hasCustomPrompt="1"/>
          </p:nvPr>
        </p:nvSpPr>
        <p:spPr>
          <a:xfrm>
            <a:off x="425944" y="512635"/>
            <a:ext cx="8359468" cy="18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cxnSp>
        <p:nvCxnSpPr>
          <p:cNvPr id="8" name="Connettore 1 7"/>
          <p:cNvCxnSpPr/>
          <p:nvPr userDrawn="1"/>
        </p:nvCxnSpPr>
        <p:spPr>
          <a:xfrm>
            <a:off x="425823" y="1001058"/>
            <a:ext cx="835211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9" name="Segnaposto testo 10"/>
          <p:cNvSpPr>
            <a:spLocks noGrp="1"/>
          </p:cNvSpPr>
          <p:nvPr>
            <p:ph type="body" sz="quarter" idx="39" hasCustomPrompt="1"/>
          </p:nvPr>
        </p:nvSpPr>
        <p:spPr>
          <a:xfrm>
            <a:off x="425823" y="1030380"/>
            <a:ext cx="8352117" cy="32179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sp>
        <p:nvSpPr>
          <p:cNvPr id="11" name="Segnaposto grafico 13"/>
          <p:cNvSpPr>
            <a:spLocks noGrp="1"/>
          </p:cNvSpPr>
          <p:nvPr>
            <p:ph type="chart" sz="quarter" idx="42" hasCustomPrompt="1"/>
          </p:nvPr>
        </p:nvSpPr>
        <p:spPr>
          <a:xfrm>
            <a:off x="425825" y="1420065"/>
            <a:ext cx="8359588" cy="3114582"/>
          </a:xfrm>
        </p:spPr>
        <p:txBody>
          <a:bodyPr/>
          <a:lstStyle>
            <a:lvl1pPr>
              <a:defRPr sz="800" b="0" i="1">
                <a:solidFill>
                  <a:schemeClr val="accent5"/>
                </a:solidFill>
              </a:defRPr>
            </a:lvl1pPr>
          </a:lstStyle>
          <a:p>
            <a:r>
              <a:rPr lang="en-GB"/>
              <a:t>Click to insert a chart</a:t>
            </a:r>
          </a:p>
        </p:txBody>
      </p:sp>
      <p:sp>
        <p:nvSpPr>
          <p:cNvPr id="13" name="Segnaposto immagine 2"/>
          <p:cNvSpPr>
            <a:spLocks noGrp="1"/>
          </p:cNvSpPr>
          <p:nvPr>
            <p:ph type="pic" sz="quarter" idx="36" hasCustomPrompt="1"/>
          </p:nvPr>
        </p:nvSpPr>
        <p:spPr>
          <a:xfrm>
            <a:off x="1041400" y="4646613"/>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10" name="Segnaposto testo 4"/>
          <p:cNvSpPr>
            <a:spLocks noGrp="1"/>
          </p:cNvSpPr>
          <p:nvPr>
            <p:ph type="body" sz="quarter" idx="43" hasCustomPrompt="1"/>
          </p:nvPr>
        </p:nvSpPr>
        <p:spPr>
          <a:xfrm>
            <a:off x="808041" y="4758052"/>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4040761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LUMN TABLE">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One column table</a:t>
            </a:r>
            <a:endParaRPr lang="en-GB"/>
          </a:p>
        </p:txBody>
      </p:sp>
      <p:sp>
        <p:nvSpPr>
          <p:cNvPr id="12" name="Segnaposto testo 11"/>
          <p:cNvSpPr>
            <a:spLocks noGrp="1"/>
          </p:cNvSpPr>
          <p:nvPr>
            <p:ph type="body" sz="quarter" idx="37" hasCustomPrompt="1"/>
          </p:nvPr>
        </p:nvSpPr>
        <p:spPr>
          <a:xfrm>
            <a:off x="425944" y="512635"/>
            <a:ext cx="8359468" cy="212012"/>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5" name="Segnaposto tabella 4"/>
          <p:cNvSpPr>
            <a:spLocks noGrp="1"/>
          </p:cNvSpPr>
          <p:nvPr>
            <p:ph type="tbl" sz="quarter" idx="39" hasCustomPrompt="1"/>
          </p:nvPr>
        </p:nvSpPr>
        <p:spPr>
          <a:xfrm>
            <a:off x="425824" y="978647"/>
            <a:ext cx="8359588" cy="3563471"/>
          </a:xfrm>
        </p:spPr>
        <p:txBody>
          <a:bodyPr/>
          <a:lstStyle>
            <a:lvl1pPr>
              <a:defRPr sz="800" b="0" i="1">
                <a:solidFill>
                  <a:schemeClr val="accent5"/>
                </a:solidFill>
              </a:defRPr>
            </a:lvl1pPr>
          </a:lstStyle>
          <a:p>
            <a:r>
              <a:rPr lang="en-GB"/>
              <a:t>Click to insert a table</a:t>
            </a:r>
          </a:p>
        </p:txBody>
      </p:sp>
      <p:sp>
        <p:nvSpPr>
          <p:cNvPr id="6" name="Segnaposto immagine 2"/>
          <p:cNvSpPr>
            <a:spLocks noGrp="1"/>
          </p:cNvSpPr>
          <p:nvPr>
            <p:ph type="pic" sz="quarter" idx="43" hasCustomPrompt="1"/>
          </p:nvPr>
        </p:nvSpPr>
        <p:spPr>
          <a:xfrm>
            <a:off x="1041400" y="4646613"/>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8" name="Segnaposto testo 4"/>
          <p:cNvSpPr>
            <a:spLocks noGrp="1"/>
          </p:cNvSpPr>
          <p:nvPr>
            <p:ph type="body" sz="quarter" idx="44" hasCustomPrompt="1"/>
          </p:nvPr>
        </p:nvSpPr>
        <p:spPr>
          <a:xfrm>
            <a:off x="808041" y="4758052"/>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26015182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297FA01E-24AC-49D4-8C41-C51389DC6FF8}"/>
              </a:ext>
            </a:extLst>
          </p:cNvPr>
          <p:cNvSpPr/>
          <p:nvPr>
            <p:custDataLst>
              <p:tags r:id="rId1"/>
            </p:custDataLst>
          </p:nvPr>
        </p:nvSpPr>
        <p:spPr>
          <a:xfrm>
            <a:off x="0" y="0"/>
            <a:ext cx="9525" cy="9525"/>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2" name="Title 1"/>
          <p:cNvSpPr>
            <a:spLocks noGrp="1"/>
          </p:cNvSpPr>
          <p:nvPr>
            <p:ph type="title"/>
          </p:nvPr>
        </p:nvSpPr>
        <p:spPr>
          <a:xfrm>
            <a:off x="457200" y="205978"/>
            <a:ext cx="8229600" cy="529568"/>
          </a:xfrm>
          <a:noFill/>
          <a:ln>
            <a:noFill/>
          </a:ln>
        </p:spPr>
        <p:txBody>
          <a:bodyPr>
            <a:normAutofit/>
          </a:bodyPr>
          <a:lstStyle>
            <a:lvl1pPr algn="l">
              <a:defRPr sz="2400">
                <a:solidFill>
                  <a:srgbClr val="FF0000"/>
                </a:solidFill>
              </a:defRPr>
            </a:lvl1pPr>
          </a:lstStyle>
          <a:p>
            <a:r>
              <a:rPr lang="en-US"/>
              <a:t>Click to edit Master title style</a:t>
            </a:r>
            <a:endParaRPr lang="fr-F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cxnSp>
        <p:nvCxnSpPr>
          <p:cNvPr id="8" name="Straight Connector 7"/>
          <p:cNvCxnSpPr/>
          <p:nvPr/>
        </p:nvCxnSpPr>
        <p:spPr>
          <a:xfrm>
            <a:off x="457200" y="789552"/>
            <a:ext cx="82296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992116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itle, Sub-Title and Content">
    <p:spTree>
      <p:nvGrpSpPr>
        <p:cNvPr id="1" name=""/>
        <p:cNvGrpSpPr/>
        <p:nvPr/>
      </p:nvGrpSpPr>
      <p:grpSpPr>
        <a:xfrm>
          <a:off x="0" y="0"/>
          <a:ext cx="0" cy="0"/>
          <a:chOff x="0" y="0"/>
          <a:chExt cx="0" cy="0"/>
        </a:xfrm>
      </p:grpSpPr>
      <p:sp>
        <p:nvSpPr>
          <p:cNvPr id="2" name="Do not remove">
            <a:extLst>
              <a:ext uri="{FF2B5EF4-FFF2-40B4-BE49-F238E27FC236}">
                <a16:creationId xmlns:a16="http://schemas.microsoft.com/office/drawing/2014/main" id="{74A997BD-A04A-4B08-A4A8-F7A22440416E}"/>
              </a:ext>
            </a:extLst>
          </p:cNvPr>
          <p:cNvSpPr/>
          <p:nvPr>
            <p:custDataLst>
              <p:tags r:id="rId1"/>
            </p:custDataLst>
          </p:nvPr>
        </p:nvSpPr>
        <p:spPr>
          <a:xfrm>
            <a:off x="0" y="0"/>
            <a:ext cx="9525" cy="9525"/>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4" name="Title 1"/>
          <p:cNvSpPr>
            <a:spLocks noGrp="1"/>
          </p:cNvSpPr>
          <p:nvPr>
            <p:ph type="title"/>
          </p:nvPr>
        </p:nvSpPr>
        <p:spPr>
          <a:xfrm>
            <a:off x="457200" y="205978"/>
            <a:ext cx="8229600" cy="529568"/>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lIns="91440" tIns="45720" rIns="91440" bIns="45720" anchor="ctr" anchorCtr="0">
            <a:normAutofit/>
          </a:bodyPr>
          <a:lstStyle>
            <a:lvl1pPr algn="l">
              <a:defRPr sz="2400" b="0" i="0" u="none" cap="none" baseline="0">
                <a:solidFill>
                  <a:srgbClr val="FF0000"/>
                </a:solidFill>
                <a:latin typeface="Calibri" panose="020F0502020204030204" pitchFamily="34" charset="0"/>
              </a:defRPr>
            </a:lvl1pPr>
          </a:lstStyle>
          <a:p>
            <a:r>
              <a:rPr lang="en-US"/>
              <a:t>Click to edit Master title style</a:t>
            </a:r>
            <a:endParaRPr lang="de-DE"/>
          </a:p>
        </p:txBody>
      </p:sp>
    </p:spTree>
    <p:extLst>
      <p:ext uri="{BB962C8B-B14F-4D97-AF65-F5344CB8AC3E}">
        <p14:creationId xmlns:p14="http://schemas.microsoft.com/office/powerpoint/2010/main" val="31511322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One column text</a:t>
            </a:r>
            <a:endParaRPr lang="en-GB"/>
          </a:p>
        </p:txBody>
      </p:sp>
      <p:sp>
        <p:nvSpPr>
          <p:cNvPr id="12" name="Segnaposto testo 11"/>
          <p:cNvSpPr>
            <a:spLocks noGrp="1"/>
          </p:cNvSpPr>
          <p:nvPr>
            <p:ph type="body" sz="quarter" idx="37" hasCustomPrompt="1"/>
          </p:nvPr>
        </p:nvSpPr>
        <p:spPr>
          <a:xfrm>
            <a:off x="425945" y="512635"/>
            <a:ext cx="8359468" cy="18213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Tree>
    <p:extLst>
      <p:ext uri="{BB962C8B-B14F-4D97-AF65-F5344CB8AC3E}">
        <p14:creationId xmlns:p14="http://schemas.microsoft.com/office/powerpoint/2010/main" val="6076021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Two columns text</a:t>
            </a:r>
            <a:endParaRPr lang="en-GB"/>
          </a:p>
        </p:txBody>
      </p:sp>
      <p:sp>
        <p:nvSpPr>
          <p:cNvPr id="10" name="Segnaposto testo 9"/>
          <p:cNvSpPr>
            <a:spLocks noGrp="1"/>
          </p:cNvSpPr>
          <p:nvPr>
            <p:ph type="body" sz="quarter" idx="36" hasCustomPrompt="1"/>
          </p:nvPr>
        </p:nvSpPr>
        <p:spPr>
          <a:xfrm>
            <a:off x="425152" y="986108"/>
            <a:ext cx="8360261" cy="3549954"/>
          </a:xfrm>
        </p:spPr>
        <p:txBody>
          <a:bodyPr numCol="2" spcCol="288000"/>
          <a:lstStyle>
            <a:lvl1pPr>
              <a:lnSpc>
                <a:spcPts val="1640"/>
              </a:lnSpc>
              <a:spcBef>
                <a:spcPts val="0"/>
              </a:spcBef>
              <a:spcAft>
                <a:spcPts val="400"/>
              </a:spcAft>
              <a:defRPr/>
            </a:lvl1pPr>
          </a:lstStyle>
          <a:p>
            <a:pPr lvl="0"/>
            <a:r>
              <a:rPr lang="en-US"/>
              <a:t>Text here </a:t>
            </a:r>
            <a:r>
              <a:rPr lang="en-US" err="1"/>
              <a:t>lorem</a:t>
            </a:r>
            <a:r>
              <a:rPr lang="en-US"/>
              <a:t> </a:t>
            </a:r>
            <a:r>
              <a:rPr lang="en-US" err="1"/>
              <a:t>ipsum</a:t>
            </a:r>
            <a:endParaRPr lang="en-US"/>
          </a:p>
        </p:txBody>
      </p:sp>
      <p:sp>
        <p:nvSpPr>
          <p:cNvPr id="12" name="Segnaposto testo 11"/>
          <p:cNvSpPr>
            <a:spLocks noGrp="1"/>
          </p:cNvSpPr>
          <p:nvPr>
            <p:ph type="body" sz="quarter" idx="37" hasCustomPrompt="1"/>
          </p:nvPr>
        </p:nvSpPr>
        <p:spPr>
          <a:xfrm>
            <a:off x="425945" y="512636"/>
            <a:ext cx="8359468" cy="174659"/>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6" name="Segnaposto immagine 2"/>
          <p:cNvSpPr>
            <a:spLocks noGrp="1"/>
          </p:cNvSpPr>
          <p:nvPr>
            <p:ph type="pic" sz="quarter" idx="38"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8" name="Segnaposto testo 4"/>
          <p:cNvSpPr>
            <a:spLocks noGrp="1"/>
          </p:cNvSpPr>
          <p:nvPr>
            <p:ph type="body" sz="quarter" idx="39"/>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endParaRPr lang="en-GB"/>
          </a:p>
        </p:txBody>
      </p:sp>
    </p:spTree>
    <p:extLst>
      <p:ext uri="{BB962C8B-B14F-4D97-AF65-F5344CB8AC3E}">
        <p14:creationId xmlns:p14="http://schemas.microsoft.com/office/powerpoint/2010/main" val="1215919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 PHOTO">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Text + photo</a:t>
            </a:r>
            <a:endParaRPr lang="en-GB"/>
          </a:p>
        </p:txBody>
      </p:sp>
      <p:sp>
        <p:nvSpPr>
          <p:cNvPr id="10" name="Segnaposto testo 9"/>
          <p:cNvSpPr>
            <a:spLocks noGrp="1"/>
          </p:cNvSpPr>
          <p:nvPr>
            <p:ph type="body" sz="quarter" idx="36" hasCustomPrompt="1"/>
          </p:nvPr>
        </p:nvSpPr>
        <p:spPr>
          <a:xfrm>
            <a:off x="425152" y="986108"/>
            <a:ext cx="4055153" cy="3549954"/>
          </a:xfrm>
        </p:spPr>
        <p:txBody>
          <a:bodyPr numCol="1" spcCol="0"/>
          <a:lstStyle>
            <a:lvl1pPr marL="287993" indent="-287993">
              <a:lnSpc>
                <a:spcPts val="1640"/>
              </a:lnSpc>
              <a:spcBef>
                <a:spcPts val="0"/>
              </a:spcBef>
              <a:spcAft>
                <a:spcPts val="400"/>
              </a:spcAft>
              <a:buSzPct val="130000"/>
              <a:buFont typeface="Arial"/>
              <a:buChar char="•"/>
              <a:defRPr baseline="0"/>
            </a:lvl1pPr>
          </a:lstStyle>
          <a:p>
            <a:pPr lvl="0"/>
            <a:r>
              <a:rPr lang="en-US"/>
              <a:t>Text here </a:t>
            </a:r>
            <a:r>
              <a:rPr lang="en-US" err="1"/>
              <a:t>lorem</a:t>
            </a:r>
            <a:r>
              <a:rPr lang="en-US"/>
              <a:t> </a:t>
            </a:r>
            <a:r>
              <a:rPr lang="en-US" err="1"/>
              <a:t>ipsum</a:t>
            </a:r>
            <a:endParaRPr lang="en-US"/>
          </a:p>
        </p:txBody>
      </p:sp>
      <p:sp>
        <p:nvSpPr>
          <p:cNvPr id="12" name="Segnaposto testo 11"/>
          <p:cNvSpPr>
            <a:spLocks noGrp="1"/>
          </p:cNvSpPr>
          <p:nvPr>
            <p:ph type="body" sz="quarter" idx="37" hasCustomPrompt="1"/>
          </p:nvPr>
        </p:nvSpPr>
        <p:spPr>
          <a:xfrm>
            <a:off x="425945" y="512636"/>
            <a:ext cx="8359468" cy="174659"/>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9" name="Segnaposto immagine 8"/>
          <p:cNvSpPr>
            <a:spLocks noGrp="1"/>
          </p:cNvSpPr>
          <p:nvPr>
            <p:ph type="pic" sz="quarter" idx="39" hasCustomPrompt="1"/>
          </p:nvPr>
        </p:nvSpPr>
        <p:spPr>
          <a:xfrm>
            <a:off x="4653991" y="986584"/>
            <a:ext cx="4131422" cy="3548063"/>
          </a:xfrm>
        </p:spPr>
        <p:txBody>
          <a:bodyPr/>
          <a:lstStyle>
            <a:lvl1pPr>
              <a:defRPr sz="800" b="0" i="1">
                <a:solidFill>
                  <a:schemeClr val="accent5"/>
                </a:solidFill>
              </a:defRPr>
            </a:lvl1pPr>
          </a:lstStyle>
          <a:p>
            <a:r>
              <a:rPr lang="en-GB"/>
              <a:t>Click to insert a photo</a:t>
            </a:r>
          </a:p>
        </p:txBody>
      </p:sp>
      <p:sp>
        <p:nvSpPr>
          <p:cNvPr id="13" name="Segnaposto immagine 2"/>
          <p:cNvSpPr>
            <a:spLocks noGrp="1"/>
          </p:cNvSpPr>
          <p:nvPr>
            <p:ph type="pic" sz="quarter" idx="40"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8" name="Segnaposto testo 4"/>
          <p:cNvSpPr>
            <a:spLocks noGrp="1"/>
          </p:cNvSpPr>
          <p:nvPr>
            <p:ph type="body" sz="quarter" idx="4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endParaRPr lang="en-GB"/>
          </a:p>
        </p:txBody>
      </p:sp>
    </p:spTree>
    <p:extLst>
      <p:ext uri="{BB962C8B-B14F-4D97-AF65-F5344CB8AC3E}">
        <p14:creationId xmlns:p14="http://schemas.microsoft.com/office/powerpoint/2010/main" val="31541483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 LARGE PHOTO">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Text + large photo</a:t>
            </a:r>
            <a:endParaRPr lang="en-GB"/>
          </a:p>
        </p:txBody>
      </p:sp>
      <p:sp>
        <p:nvSpPr>
          <p:cNvPr id="10" name="Segnaposto testo 9"/>
          <p:cNvSpPr>
            <a:spLocks noGrp="1"/>
          </p:cNvSpPr>
          <p:nvPr>
            <p:ph type="body" sz="quarter" idx="36" hasCustomPrompt="1"/>
          </p:nvPr>
        </p:nvSpPr>
        <p:spPr>
          <a:xfrm>
            <a:off x="425153" y="986108"/>
            <a:ext cx="2659001" cy="3549954"/>
          </a:xfrm>
        </p:spPr>
        <p:txBody>
          <a:bodyPr numCol="1" spcCol="0"/>
          <a:lstStyle>
            <a:lvl1pPr>
              <a:lnSpc>
                <a:spcPts val="1640"/>
              </a:lnSpc>
              <a:spcBef>
                <a:spcPts val="0"/>
              </a:spcBef>
              <a:spcAft>
                <a:spcPts val="400"/>
              </a:spcAft>
              <a:defRPr/>
            </a:lvl1pPr>
          </a:lstStyle>
          <a:p>
            <a:pPr lvl="0"/>
            <a:r>
              <a:rPr lang="en-US"/>
              <a:t>Text here </a:t>
            </a:r>
            <a:r>
              <a:rPr lang="en-US" err="1"/>
              <a:t>lorem</a:t>
            </a:r>
            <a:r>
              <a:rPr lang="en-US"/>
              <a:t> </a:t>
            </a:r>
            <a:r>
              <a:rPr lang="en-US" err="1"/>
              <a:t>ipsum</a:t>
            </a:r>
            <a:endParaRPr lang="en-US"/>
          </a:p>
        </p:txBody>
      </p:sp>
      <p:sp>
        <p:nvSpPr>
          <p:cNvPr id="12" name="Segnaposto testo 11"/>
          <p:cNvSpPr>
            <a:spLocks noGrp="1"/>
          </p:cNvSpPr>
          <p:nvPr>
            <p:ph type="body" sz="quarter" idx="37" hasCustomPrompt="1"/>
          </p:nvPr>
        </p:nvSpPr>
        <p:spPr>
          <a:xfrm>
            <a:off x="425945" y="512636"/>
            <a:ext cx="8359468" cy="197071"/>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8" name="Segnaposto immagine 8"/>
          <p:cNvSpPr>
            <a:spLocks noGrp="1"/>
          </p:cNvSpPr>
          <p:nvPr>
            <p:ph type="pic" sz="quarter" idx="39" hasCustomPrompt="1"/>
          </p:nvPr>
        </p:nvSpPr>
        <p:spPr>
          <a:xfrm>
            <a:off x="3294530" y="986584"/>
            <a:ext cx="5490883" cy="3548063"/>
          </a:xfrm>
        </p:spPr>
        <p:txBody>
          <a:bodyPr/>
          <a:lstStyle>
            <a:lvl1pPr>
              <a:defRPr sz="800" b="0" i="1">
                <a:solidFill>
                  <a:schemeClr val="accent5"/>
                </a:solidFill>
              </a:defRPr>
            </a:lvl1pPr>
          </a:lstStyle>
          <a:p>
            <a:r>
              <a:rPr lang="en-GB"/>
              <a:t>Click to insert a photo</a:t>
            </a:r>
          </a:p>
        </p:txBody>
      </p:sp>
      <p:sp>
        <p:nvSpPr>
          <p:cNvPr id="9" name="Segnaposto immagine 2"/>
          <p:cNvSpPr>
            <a:spLocks noGrp="1"/>
          </p:cNvSpPr>
          <p:nvPr>
            <p:ph type="pic" sz="quarter" idx="40"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11" name="Segnaposto testo 4"/>
          <p:cNvSpPr>
            <a:spLocks noGrp="1"/>
          </p:cNvSpPr>
          <p:nvPr>
            <p:ph type="body" sz="quarter" idx="41" hasCustomPrompt="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36180891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ONE COLUMN PHOTO">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One column photo</a:t>
            </a:r>
            <a:endParaRPr lang="en-GB"/>
          </a:p>
        </p:txBody>
      </p:sp>
      <p:sp>
        <p:nvSpPr>
          <p:cNvPr id="12" name="Segnaposto testo 11"/>
          <p:cNvSpPr>
            <a:spLocks noGrp="1"/>
          </p:cNvSpPr>
          <p:nvPr>
            <p:ph type="body" sz="quarter" idx="37" hasCustomPrompt="1"/>
          </p:nvPr>
        </p:nvSpPr>
        <p:spPr>
          <a:xfrm>
            <a:off x="425945" y="512635"/>
            <a:ext cx="8359468" cy="18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8" name="Segnaposto immagine 8"/>
          <p:cNvSpPr>
            <a:spLocks noGrp="1"/>
          </p:cNvSpPr>
          <p:nvPr>
            <p:ph type="pic" sz="quarter" idx="39" hasCustomPrompt="1"/>
          </p:nvPr>
        </p:nvSpPr>
        <p:spPr>
          <a:xfrm>
            <a:off x="425824" y="986584"/>
            <a:ext cx="8359588" cy="3548063"/>
          </a:xfrm>
        </p:spPr>
        <p:txBody>
          <a:bodyPr/>
          <a:lstStyle>
            <a:lvl1pPr>
              <a:defRPr sz="800" b="0" i="1">
                <a:solidFill>
                  <a:schemeClr val="accent5"/>
                </a:solidFill>
              </a:defRPr>
            </a:lvl1pPr>
          </a:lstStyle>
          <a:p>
            <a:r>
              <a:rPr lang="en-GB"/>
              <a:t>Click to insert a photo</a:t>
            </a:r>
          </a:p>
        </p:txBody>
      </p:sp>
      <p:sp>
        <p:nvSpPr>
          <p:cNvPr id="9" name="Segnaposto immagine 2"/>
          <p:cNvSpPr>
            <a:spLocks noGrp="1"/>
          </p:cNvSpPr>
          <p:nvPr>
            <p:ph type="pic" sz="quarter" idx="36"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10" name="Segnaposto testo 4"/>
          <p:cNvSpPr>
            <a:spLocks noGrp="1"/>
          </p:cNvSpPr>
          <p:nvPr>
            <p:ph type="body" sz="quarter" idx="40" hasCustomPrompt="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18944885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 CHAR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Text + chart</a:t>
            </a:r>
            <a:endParaRPr lang="en-GB"/>
          </a:p>
        </p:txBody>
      </p:sp>
      <p:sp>
        <p:nvSpPr>
          <p:cNvPr id="10" name="Segnaposto testo 9"/>
          <p:cNvSpPr>
            <a:spLocks noGrp="1"/>
          </p:cNvSpPr>
          <p:nvPr>
            <p:ph type="body" sz="quarter" idx="36" hasCustomPrompt="1"/>
          </p:nvPr>
        </p:nvSpPr>
        <p:spPr>
          <a:xfrm>
            <a:off x="425152" y="986108"/>
            <a:ext cx="3989966" cy="3549954"/>
          </a:xfrm>
        </p:spPr>
        <p:txBody>
          <a:bodyPr numCol="1" spcCol="0"/>
          <a:lstStyle>
            <a:lvl1pPr>
              <a:lnSpc>
                <a:spcPts val="1640"/>
              </a:lnSpc>
              <a:spcBef>
                <a:spcPts val="0"/>
              </a:spcBef>
              <a:spcAft>
                <a:spcPts val="400"/>
              </a:spcAft>
              <a:defRPr/>
            </a:lvl1pPr>
          </a:lstStyle>
          <a:p>
            <a:pPr lvl="0"/>
            <a:r>
              <a:rPr lang="en-US"/>
              <a:t>Text here </a:t>
            </a:r>
            <a:r>
              <a:rPr lang="en-US" err="1"/>
              <a:t>lorem</a:t>
            </a:r>
            <a:r>
              <a:rPr lang="en-US"/>
              <a:t> </a:t>
            </a:r>
            <a:r>
              <a:rPr lang="en-US" err="1"/>
              <a:t>ipsum</a:t>
            </a:r>
            <a:endParaRPr lang="en-US"/>
          </a:p>
        </p:txBody>
      </p:sp>
      <p:sp>
        <p:nvSpPr>
          <p:cNvPr id="12" name="Segnaposto testo 11"/>
          <p:cNvSpPr>
            <a:spLocks noGrp="1"/>
          </p:cNvSpPr>
          <p:nvPr>
            <p:ph type="body" sz="quarter" idx="37" hasCustomPrompt="1"/>
          </p:nvPr>
        </p:nvSpPr>
        <p:spPr>
          <a:xfrm>
            <a:off x="425945" y="512635"/>
            <a:ext cx="8359468" cy="18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cxnSp>
        <p:nvCxnSpPr>
          <p:cNvPr id="8" name="Connettore 1 7"/>
          <p:cNvCxnSpPr/>
          <p:nvPr userDrawn="1"/>
        </p:nvCxnSpPr>
        <p:spPr>
          <a:xfrm>
            <a:off x="4736359" y="1001058"/>
            <a:ext cx="404158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1" name="Segnaposto testo 10"/>
          <p:cNvSpPr>
            <a:spLocks noGrp="1"/>
          </p:cNvSpPr>
          <p:nvPr>
            <p:ph type="body" sz="quarter" idx="39" hasCustomPrompt="1"/>
          </p:nvPr>
        </p:nvSpPr>
        <p:spPr>
          <a:xfrm>
            <a:off x="4736361" y="1030380"/>
            <a:ext cx="4041587" cy="31432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sp>
        <p:nvSpPr>
          <p:cNvPr id="14" name="Segnaposto grafico 13"/>
          <p:cNvSpPr>
            <a:spLocks noGrp="1"/>
          </p:cNvSpPr>
          <p:nvPr>
            <p:ph type="chart" sz="quarter" idx="40" hasCustomPrompt="1"/>
          </p:nvPr>
        </p:nvSpPr>
        <p:spPr>
          <a:xfrm>
            <a:off x="4736075" y="1420065"/>
            <a:ext cx="4049338" cy="3114582"/>
          </a:xfrm>
        </p:spPr>
        <p:txBody>
          <a:bodyPr/>
          <a:lstStyle>
            <a:lvl1pPr>
              <a:defRPr sz="800" b="0" i="1">
                <a:solidFill>
                  <a:schemeClr val="accent5"/>
                </a:solidFill>
              </a:defRPr>
            </a:lvl1pPr>
          </a:lstStyle>
          <a:p>
            <a:r>
              <a:rPr lang="en-GB"/>
              <a:t>Click to insert a chart</a:t>
            </a:r>
          </a:p>
        </p:txBody>
      </p:sp>
      <p:sp>
        <p:nvSpPr>
          <p:cNvPr id="15" name="Segnaposto immagine 2"/>
          <p:cNvSpPr>
            <a:spLocks noGrp="1"/>
          </p:cNvSpPr>
          <p:nvPr>
            <p:ph type="pic" sz="quarter" idx="41"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13" name="Segnaposto testo 4"/>
          <p:cNvSpPr>
            <a:spLocks noGrp="1"/>
          </p:cNvSpPr>
          <p:nvPr>
            <p:ph type="body" sz="quarter" idx="42" hasCustomPrompt="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4125696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S CHARTS">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Two columns charts</a:t>
            </a:r>
            <a:endParaRPr lang="en-GB"/>
          </a:p>
        </p:txBody>
      </p:sp>
      <p:sp>
        <p:nvSpPr>
          <p:cNvPr id="12" name="Segnaposto testo 11"/>
          <p:cNvSpPr>
            <a:spLocks noGrp="1"/>
          </p:cNvSpPr>
          <p:nvPr>
            <p:ph type="body" sz="quarter" idx="37" hasCustomPrompt="1"/>
          </p:nvPr>
        </p:nvSpPr>
        <p:spPr>
          <a:xfrm>
            <a:off x="425945" y="512635"/>
            <a:ext cx="8359468" cy="18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cxnSp>
        <p:nvCxnSpPr>
          <p:cNvPr id="9" name="Connettore 1 8"/>
          <p:cNvCxnSpPr/>
          <p:nvPr userDrawn="1"/>
        </p:nvCxnSpPr>
        <p:spPr>
          <a:xfrm>
            <a:off x="4736359" y="1001058"/>
            <a:ext cx="404158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1" name="Segnaposto testo 10"/>
          <p:cNvSpPr>
            <a:spLocks noGrp="1"/>
          </p:cNvSpPr>
          <p:nvPr>
            <p:ph type="body" sz="quarter" idx="40" hasCustomPrompt="1"/>
          </p:nvPr>
        </p:nvSpPr>
        <p:spPr>
          <a:xfrm>
            <a:off x="4736361" y="1030380"/>
            <a:ext cx="4041587" cy="31432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cxnSp>
        <p:nvCxnSpPr>
          <p:cNvPr id="13" name="Connettore 1 12"/>
          <p:cNvCxnSpPr/>
          <p:nvPr userDrawn="1"/>
        </p:nvCxnSpPr>
        <p:spPr>
          <a:xfrm>
            <a:off x="425823" y="1001058"/>
            <a:ext cx="404158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4" name="Segnaposto testo 10"/>
          <p:cNvSpPr>
            <a:spLocks noGrp="1"/>
          </p:cNvSpPr>
          <p:nvPr>
            <p:ph type="body" sz="quarter" idx="41" hasCustomPrompt="1"/>
          </p:nvPr>
        </p:nvSpPr>
        <p:spPr>
          <a:xfrm>
            <a:off x="425825" y="1030380"/>
            <a:ext cx="4041587" cy="31432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sp>
        <p:nvSpPr>
          <p:cNvPr id="15" name="Segnaposto grafico 13"/>
          <p:cNvSpPr>
            <a:spLocks noGrp="1"/>
          </p:cNvSpPr>
          <p:nvPr>
            <p:ph type="chart" sz="quarter" idx="42" hasCustomPrompt="1"/>
          </p:nvPr>
        </p:nvSpPr>
        <p:spPr>
          <a:xfrm>
            <a:off x="4736075" y="1420065"/>
            <a:ext cx="4049338" cy="3114582"/>
          </a:xfrm>
        </p:spPr>
        <p:txBody>
          <a:bodyPr/>
          <a:lstStyle>
            <a:lvl1pPr>
              <a:defRPr sz="800" b="0" i="1">
                <a:solidFill>
                  <a:schemeClr val="accent5"/>
                </a:solidFill>
              </a:defRPr>
            </a:lvl1pPr>
          </a:lstStyle>
          <a:p>
            <a:r>
              <a:rPr lang="en-GB"/>
              <a:t>Click to insert a chart</a:t>
            </a:r>
          </a:p>
        </p:txBody>
      </p:sp>
      <p:sp>
        <p:nvSpPr>
          <p:cNvPr id="16" name="Segnaposto grafico 13"/>
          <p:cNvSpPr>
            <a:spLocks noGrp="1"/>
          </p:cNvSpPr>
          <p:nvPr>
            <p:ph type="chart" sz="quarter" idx="43" hasCustomPrompt="1"/>
          </p:nvPr>
        </p:nvSpPr>
        <p:spPr>
          <a:xfrm>
            <a:off x="425546" y="1420065"/>
            <a:ext cx="4049338" cy="3114582"/>
          </a:xfrm>
        </p:spPr>
        <p:txBody>
          <a:bodyPr/>
          <a:lstStyle>
            <a:lvl1pPr>
              <a:defRPr sz="800" b="0" i="1">
                <a:solidFill>
                  <a:schemeClr val="accent5"/>
                </a:solidFill>
              </a:defRPr>
            </a:lvl1pPr>
          </a:lstStyle>
          <a:p>
            <a:r>
              <a:rPr lang="en-GB"/>
              <a:t>Click to insert a chart</a:t>
            </a:r>
          </a:p>
        </p:txBody>
      </p:sp>
      <p:sp>
        <p:nvSpPr>
          <p:cNvPr id="17" name="Segnaposto immagine 2"/>
          <p:cNvSpPr>
            <a:spLocks noGrp="1"/>
          </p:cNvSpPr>
          <p:nvPr>
            <p:ph type="pic" sz="quarter" idx="36"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18" name="Segnaposto testo 4"/>
          <p:cNvSpPr>
            <a:spLocks noGrp="1"/>
          </p:cNvSpPr>
          <p:nvPr>
            <p:ph type="body" sz="quarter" idx="39" hasCustomPrompt="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38733441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LUMNS TEXT + CHAR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Two columns text + chart</a:t>
            </a:r>
            <a:endParaRPr lang="en-GB"/>
          </a:p>
        </p:txBody>
      </p:sp>
      <p:sp>
        <p:nvSpPr>
          <p:cNvPr id="10" name="Segnaposto testo 9"/>
          <p:cNvSpPr>
            <a:spLocks noGrp="1"/>
          </p:cNvSpPr>
          <p:nvPr>
            <p:ph type="body" sz="quarter" idx="36" hasCustomPrompt="1"/>
          </p:nvPr>
        </p:nvSpPr>
        <p:spPr>
          <a:xfrm>
            <a:off x="425152" y="986109"/>
            <a:ext cx="3989966" cy="1299892"/>
          </a:xfrm>
        </p:spPr>
        <p:txBody>
          <a:bodyPr numCol="1" spcCol="0"/>
          <a:lstStyle>
            <a:lvl1pPr>
              <a:lnSpc>
                <a:spcPts val="1640"/>
              </a:lnSpc>
              <a:spcBef>
                <a:spcPts val="0"/>
              </a:spcBef>
              <a:spcAft>
                <a:spcPts val="400"/>
              </a:spcAft>
              <a:defRPr/>
            </a:lvl1pPr>
          </a:lstStyle>
          <a:p>
            <a:pPr lvl="0"/>
            <a:r>
              <a:rPr lang="en-US"/>
              <a:t>Text here </a:t>
            </a:r>
            <a:r>
              <a:rPr lang="en-US" err="1"/>
              <a:t>lorem</a:t>
            </a:r>
            <a:r>
              <a:rPr lang="en-US"/>
              <a:t> </a:t>
            </a:r>
            <a:r>
              <a:rPr lang="en-US" err="1"/>
              <a:t>ipsum</a:t>
            </a:r>
            <a:endParaRPr lang="en-US"/>
          </a:p>
        </p:txBody>
      </p:sp>
      <p:sp>
        <p:nvSpPr>
          <p:cNvPr id="12" name="Segnaposto testo 11"/>
          <p:cNvSpPr>
            <a:spLocks noGrp="1"/>
          </p:cNvSpPr>
          <p:nvPr>
            <p:ph type="body" sz="quarter" idx="37" hasCustomPrompt="1"/>
          </p:nvPr>
        </p:nvSpPr>
        <p:spPr>
          <a:xfrm>
            <a:off x="425945" y="512635"/>
            <a:ext cx="8351997" cy="18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8" name="Segnaposto testo 9"/>
          <p:cNvSpPr>
            <a:spLocks noGrp="1"/>
          </p:cNvSpPr>
          <p:nvPr>
            <p:ph type="body" sz="quarter" idx="39" hasCustomPrompt="1"/>
          </p:nvPr>
        </p:nvSpPr>
        <p:spPr>
          <a:xfrm>
            <a:off x="4736353" y="986109"/>
            <a:ext cx="4049059" cy="1299892"/>
          </a:xfrm>
        </p:spPr>
        <p:txBody>
          <a:bodyPr numCol="1" spcCol="0"/>
          <a:lstStyle>
            <a:lvl1pPr>
              <a:lnSpc>
                <a:spcPts val="1640"/>
              </a:lnSpc>
              <a:spcBef>
                <a:spcPts val="0"/>
              </a:spcBef>
              <a:spcAft>
                <a:spcPts val="400"/>
              </a:spcAft>
              <a:defRPr/>
            </a:lvl1pPr>
          </a:lstStyle>
          <a:p>
            <a:pPr lvl="0"/>
            <a:r>
              <a:rPr lang="en-US"/>
              <a:t>Text here </a:t>
            </a:r>
            <a:r>
              <a:rPr lang="en-US" err="1"/>
              <a:t>lorem</a:t>
            </a:r>
            <a:r>
              <a:rPr lang="en-US"/>
              <a:t> </a:t>
            </a:r>
            <a:r>
              <a:rPr lang="en-US" err="1"/>
              <a:t>ipsum</a:t>
            </a:r>
            <a:endParaRPr lang="en-US"/>
          </a:p>
        </p:txBody>
      </p:sp>
      <p:cxnSp>
        <p:nvCxnSpPr>
          <p:cNvPr id="11" name="Connettore 1 10"/>
          <p:cNvCxnSpPr/>
          <p:nvPr userDrawn="1"/>
        </p:nvCxnSpPr>
        <p:spPr>
          <a:xfrm>
            <a:off x="4743830" y="2360705"/>
            <a:ext cx="404158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3" name="Segnaposto testo 10"/>
          <p:cNvSpPr>
            <a:spLocks noGrp="1"/>
          </p:cNvSpPr>
          <p:nvPr>
            <p:ph type="body" sz="quarter" idx="41" hasCustomPrompt="1"/>
          </p:nvPr>
        </p:nvSpPr>
        <p:spPr>
          <a:xfrm>
            <a:off x="4743832" y="2390028"/>
            <a:ext cx="4041587" cy="31432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cxnSp>
        <p:nvCxnSpPr>
          <p:cNvPr id="14" name="Connettore 1 13"/>
          <p:cNvCxnSpPr/>
          <p:nvPr userDrawn="1"/>
        </p:nvCxnSpPr>
        <p:spPr>
          <a:xfrm>
            <a:off x="425823" y="2360705"/>
            <a:ext cx="404158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5" name="Segnaposto testo 10"/>
          <p:cNvSpPr>
            <a:spLocks noGrp="1"/>
          </p:cNvSpPr>
          <p:nvPr>
            <p:ph type="body" sz="quarter" idx="42" hasCustomPrompt="1"/>
          </p:nvPr>
        </p:nvSpPr>
        <p:spPr>
          <a:xfrm>
            <a:off x="425825" y="2390028"/>
            <a:ext cx="4041587" cy="31432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sp>
        <p:nvSpPr>
          <p:cNvPr id="16" name="Segnaposto grafico 13"/>
          <p:cNvSpPr>
            <a:spLocks noGrp="1"/>
          </p:cNvSpPr>
          <p:nvPr>
            <p:ph type="chart" sz="quarter" idx="43" hasCustomPrompt="1"/>
          </p:nvPr>
        </p:nvSpPr>
        <p:spPr>
          <a:xfrm>
            <a:off x="4736075" y="2794000"/>
            <a:ext cx="4049338" cy="1740647"/>
          </a:xfrm>
        </p:spPr>
        <p:txBody>
          <a:bodyPr/>
          <a:lstStyle>
            <a:lvl1pPr>
              <a:defRPr sz="800" b="0" i="1">
                <a:solidFill>
                  <a:schemeClr val="accent5"/>
                </a:solidFill>
              </a:defRPr>
            </a:lvl1pPr>
          </a:lstStyle>
          <a:p>
            <a:r>
              <a:rPr lang="en-GB"/>
              <a:t>Click to insert a chart</a:t>
            </a:r>
          </a:p>
        </p:txBody>
      </p:sp>
      <p:sp>
        <p:nvSpPr>
          <p:cNvPr id="17" name="Segnaposto grafico 13"/>
          <p:cNvSpPr>
            <a:spLocks noGrp="1"/>
          </p:cNvSpPr>
          <p:nvPr>
            <p:ph type="chart" sz="quarter" idx="44" hasCustomPrompt="1"/>
          </p:nvPr>
        </p:nvSpPr>
        <p:spPr>
          <a:xfrm>
            <a:off x="425546" y="2794000"/>
            <a:ext cx="4049338" cy="1740647"/>
          </a:xfrm>
        </p:spPr>
        <p:txBody>
          <a:bodyPr/>
          <a:lstStyle>
            <a:lvl1pPr>
              <a:defRPr sz="800" b="0" i="1">
                <a:solidFill>
                  <a:schemeClr val="accent5"/>
                </a:solidFill>
              </a:defRPr>
            </a:lvl1pPr>
          </a:lstStyle>
          <a:p>
            <a:r>
              <a:rPr lang="en-GB"/>
              <a:t>Click to insert a chart</a:t>
            </a:r>
          </a:p>
        </p:txBody>
      </p:sp>
      <p:sp>
        <p:nvSpPr>
          <p:cNvPr id="18" name="Segnaposto immagine 2"/>
          <p:cNvSpPr>
            <a:spLocks noGrp="1"/>
          </p:cNvSpPr>
          <p:nvPr>
            <p:ph type="pic" sz="quarter" idx="45"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19" name="Segnaposto testo 4"/>
          <p:cNvSpPr>
            <a:spLocks noGrp="1"/>
          </p:cNvSpPr>
          <p:nvPr>
            <p:ph type="body" sz="quarter" idx="46" hasCustomPrompt="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27579577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 LARGE CHAR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Text + large chart</a:t>
            </a:r>
            <a:endParaRPr lang="en-GB"/>
          </a:p>
        </p:txBody>
      </p:sp>
      <p:sp>
        <p:nvSpPr>
          <p:cNvPr id="10" name="Segnaposto testo 9"/>
          <p:cNvSpPr>
            <a:spLocks noGrp="1"/>
          </p:cNvSpPr>
          <p:nvPr>
            <p:ph type="body" sz="quarter" idx="36" hasCustomPrompt="1"/>
          </p:nvPr>
        </p:nvSpPr>
        <p:spPr>
          <a:xfrm>
            <a:off x="425152" y="986108"/>
            <a:ext cx="2675142" cy="3549954"/>
          </a:xfrm>
        </p:spPr>
        <p:txBody>
          <a:bodyPr numCol="1" spcCol="0"/>
          <a:lstStyle>
            <a:lvl1pPr>
              <a:lnSpc>
                <a:spcPts val="1640"/>
              </a:lnSpc>
              <a:spcBef>
                <a:spcPts val="0"/>
              </a:spcBef>
              <a:spcAft>
                <a:spcPts val="400"/>
              </a:spcAft>
              <a:defRPr/>
            </a:lvl1pPr>
          </a:lstStyle>
          <a:p>
            <a:pPr lvl="0"/>
            <a:r>
              <a:rPr lang="en-US"/>
              <a:t>Text here </a:t>
            </a:r>
            <a:r>
              <a:rPr lang="en-US" err="1"/>
              <a:t>lorem</a:t>
            </a:r>
            <a:r>
              <a:rPr lang="en-US"/>
              <a:t> </a:t>
            </a:r>
            <a:r>
              <a:rPr lang="en-US" err="1"/>
              <a:t>ipsum</a:t>
            </a:r>
            <a:endParaRPr lang="en-US"/>
          </a:p>
        </p:txBody>
      </p:sp>
      <p:sp>
        <p:nvSpPr>
          <p:cNvPr id="12" name="Segnaposto testo 11"/>
          <p:cNvSpPr>
            <a:spLocks noGrp="1"/>
          </p:cNvSpPr>
          <p:nvPr>
            <p:ph type="body" sz="quarter" idx="37" hasCustomPrompt="1"/>
          </p:nvPr>
        </p:nvSpPr>
        <p:spPr>
          <a:xfrm>
            <a:off x="425945" y="512635"/>
            <a:ext cx="8366938" cy="18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cxnSp>
        <p:nvCxnSpPr>
          <p:cNvPr id="8" name="Connettore 1 7"/>
          <p:cNvCxnSpPr/>
          <p:nvPr userDrawn="1"/>
        </p:nvCxnSpPr>
        <p:spPr>
          <a:xfrm>
            <a:off x="3339360" y="1001058"/>
            <a:ext cx="543858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9" name="Segnaposto testo 10"/>
          <p:cNvSpPr>
            <a:spLocks noGrp="1"/>
          </p:cNvSpPr>
          <p:nvPr>
            <p:ph type="body" sz="quarter" idx="39" hasCustomPrompt="1"/>
          </p:nvPr>
        </p:nvSpPr>
        <p:spPr>
          <a:xfrm>
            <a:off x="3339361" y="1030380"/>
            <a:ext cx="5438587" cy="31432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sp>
        <p:nvSpPr>
          <p:cNvPr id="11" name="Segnaposto grafico 13"/>
          <p:cNvSpPr>
            <a:spLocks noGrp="1"/>
          </p:cNvSpPr>
          <p:nvPr>
            <p:ph type="chart" sz="quarter" idx="42" hasCustomPrompt="1"/>
          </p:nvPr>
        </p:nvSpPr>
        <p:spPr>
          <a:xfrm>
            <a:off x="3339353" y="1420065"/>
            <a:ext cx="5446059" cy="3114582"/>
          </a:xfrm>
        </p:spPr>
        <p:txBody>
          <a:bodyPr/>
          <a:lstStyle>
            <a:lvl1pPr>
              <a:defRPr sz="800" b="0" i="1">
                <a:solidFill>
                  <a:schemeClr val="accent5"/>
                </a:solidFill>
              </a:defRPr>
            </a:lvl1pPr>
          </a:lstStyle>
          <a:p>
            <a:r>
              <a:rPr lang="en-GB"/>
              <a:t>Click to insert a chart</a:t>
            </a:r>
          </a:p>
        </p:txBody>
      </p:sp>
      <p:sp>
        <p:nvSpPr>
          <p:cNvPr id="14" name="Segnaposto immagine 2"/>
          <p:cNvSpPr>
            <a:spLocks noGrp="1"/>
          </p:cNvSpPr>
          <p:nvPr>
            <p:ph type="pic" sz="quarter" idx="43"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13" name="Segnaposto testo 4"/>
          <p:cNvSpPr>
            <a:spLocks noGrp="1"/>
          </p:cNvSpPr>
          <p:nvPr>
            <p:ph type="body" sz="quarter" idx="44" hasCustomPrompt="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21946919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ONE COLUMN CHAR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One column chart</a:t>
            </a:r>
            <a:endParaRPr lang="en-GB"/>
          </a:p>
        </p:txBody>
      </p:sp>
      <p:sp>
        <p:nvSpPr>
          <p:cNvPr id="12" name="Segnaposto testo 11"/>
          <p:cNvSpPr>
            <a:spLocks noGrp="1"/>
          </p:cNvSpPr>
          <p:nvPr>
            <p:ph type="body" sz="quarter" idx="37" hasCustomPrompt="1"/>
          </p:nvPr>
        </p:nvSpPr>
        <p:spPr>
          <a:xfrm>
            <a:off x="425945" y="512635"/>
            <a:ext cx="8359468" cy="18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cxnSp>
        <p:nvCxnSpPr>
          <p:cNvPr id="8" name="Connettore 1 7"/>
          <p:cNvCxnSpPr/>
          <p:nvPr userDrawn="1"/>
        </p:nvCxnSpPr>
        <p:spPr>
          <a:xfrm>
            <a:off x="425823" y="1001058"/>
            <a:ext cx="835211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9" name="Segnaposto testo 10"/>
          <p:cNvSpPr>
            <a:spLocks noGrp="1"/>
          </p:cNvSpPr>
          <p:nvPr>
            <p:ph type="body" sz="quarter" idx="39" hasCustomPrompt="1"/>
          </p:nvPr>
        </p:nvSpPr>
        <p:spPr>
          <a:xfrm>
            <a:off x="425824" y="1030380"/>
            <a:ext cx="8352117" cy="32179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sp>
        <p:nvSpPr>
          <p:cNvPr id="11" name="Segnaposto grafico 13"/>
          <p:cNvSpPr>
            <a:spLocks noGrp="1"/>
          </p:cNvSpPr>
          <p:nvPr>
            <p:ph type="chart" sz="quarter" idx="42" hasCustomPrompt="1"/>
          </p:nvPr>
        </p:nvSpPr>
        <p:spPr>
          <a:xfrm>
            <a:off x="425826" y="1420065"/>
            <a:ext cx="8359588" cy="3114582"/>
          </a:xfrm>
        </p:spPr>
        <p:txBody>
          <a:bodyPr/>
          <a:lstStyle>
            <a:lvl1pPr>
              <a:defRPr sz="800" b="0" i="1">
                <a:solidFill>
                  <a:schemeClr val="accent5"/>
                </a:solidFill>
              </a:defRPr>
            </a:lvl1pPr>
          </a:lstStyle>
          <a:p>
            <a:r>
              <a:rPr lang="en-GB"/>
              <a:t>Click to insert a chart</a:t>
            </a:r>
          </a:p>
        </p:txBody>
      </p:sp>
      <p:sp>
        <p:nvSpPr>
          <p:cNvPr id="13" name="Segnaposto immagine 2"/>
          <p:cNvSpPr>
            <a:spLocks noGrp="1"/>
          </p:cNvSpPr>
          <p:nvPr>
            <p:ph type="pic" sz="quarter" idx="36"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10" name="Segnaposto testo 4"/>
          <p:cNvSpPr>
            <a:spLocks noGrp="1"/>
          </p:cNvSpPr>
          <p:nvPr>
            <p:ph type="body" sz="quarter" idx="43" hasCustomPrompt="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36279610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ONE COLUMN TABLE">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One column table</a:t>
            </a:r>
            <a:endParaRPr lang="en-GB"/>
          </a:p>
        </p:txBody>
      </p:sp>
      <p:sp>
        <p:nvSpPr>
          <p:cNvPr id="12" name="Segnaposto testo 11"/>
          <p:cNvSpPr>
            <a:spLocks noGrp="1"/>
          </p:cNvSpPr>
          <p:nvPr>
            <p:ph type="body" sz="quarter" idx="37" hasCustomPrompt="1"/>
          </p:nvPr>
        </p:nvSpPr>
        <p:spPr>
          <a:xfrm>
            <a:off x="425945" y="512635"/>
            <a:ext cx="8359468" cy="212012"/>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5" name="Segnaposto tabella 4"/>
          <p:cNvSpPr>
            <a:spLocks noGrp="1"/>
          </p:cNvSpPr>
          <p:nvPr>
            <p:ph type="tbl" sz="quarter" idx="39" hasCustomPrompt="1"/>
          </p:nvPr>
        </p:nvSpPr>
        <p:spPr>
          <a:xfrm>
            <a:off x="425824" y="978648"/>
            <a:ext cx="8359588" cy="3563471"/>
          </a:xfrm>
        </p:spPr>
        <p:txBody>
          <a:bodyPr/>
          <a:lstStyle>
            <a:lvl1pPr>
              <a:defRPr sz="800" b="0" i="1">
                <a:solidFill>
                  <a:schemeClr val="accent5"/>
                </a:solidFill>
              </a:defRPr>
            </a:lvl1pPr>
          </a:lstStyle>
          <a:p>
            <a:r>
              <a:rPr lang="en-GB"/>
              <a:t>Click to insert a table</a:t>
            </a:r>
          </a:p>
        </p:txBody>
      </p:sp>
      <p:sp>
        <p:nvSpPr>
          <p:cNvPr id="6" name="Segnaposto immagine 2"/>
          <p:cNvSpPr>
            <a:spLocks noGrp="1"/>
          </p:cNvSpPr>
          <p:nvPr>
            <p:ph type="pic" sz="quarter" idx="43"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8" name="Segnaposto testo 4"/>
          <p:cNvSpPr>
            <a:spLocks noGrp="1"/>
          </p:cNvSpPr>
          <p:nvPr>
            <p:ph type="body" sz="quarter" idx="44" hasCustomPrompt="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6120586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297FA01E-24AC-49D4-8C41-C51389DC6FF8}"/>
              </a:ext>
            </a:extLst>
          </p:cNvPr>
          <p:cNvSpPr/>
          <p:nvPr>
            <p:custDataLst>
              <p:tags r:id="rId1"/>
            </p:custDataLst>
          </p:nvPr>
        </p:nvSpPr>
        <p:spPr>
          <a:xfrm>
            <a:off x="0" y="0"/>
            <a:ext cx="9525" cy="9525"/>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2" name="Title 1"/>
          <p:cNvSpPr>
            <a:spLocks noGrp="1"/>
          </p:cNvSpPr>
          <p:nvPr>
            <p:ph type="title"/>
          </p:nvPr>
        </p:nvSpPr>
        <p:spPr>
          <a:xfrm>
            <a:off x="457200" y="205978"/>
            <a:ext cx="8229600" cy="529568"/>
          </a:xfrm>
          <a:noFill/>
          <a:ln>
            <a:noFill/>
          </a:ln>
        </p:spPr>
        <p:txBody>
          <a:bodyPr>
            <a:normAutofit/>
          </a:bodyPr>
          <a:lstStyle>
            <a:lvl1pPr algn="l">
              <a:defRPr sz="2400">
                <a:solidFill>
                  <a:srgbClr val="FF0000"/>
                </a:solidFill>
              </a:defRPr>
            </a:lvl1pPr>
          </a:lstStyle>
          <a:p>
            <a:r>
              <a:rPr lang="en-US"/>
              <a:t>Click to edit Master title style</a:t>
            </a:r>
            <a:endParaRPr lang="fr-F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cxnSp>
        <p:nvCxnSpPr>
          <p:cNvPr id="8" name="Straight Connector 7"/>
          <p:cNvCxnSpPr/>
          <p:nvPr/>
        </p:nvCxnSpPr>
        <p:spPr>
          <a:xfrm>
            <a:off x="457200" y="789552"/>
            <a:ext cx="82296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350900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ONE COLUMN TEX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One column text</a:t>
            </a:r>
            <a:endParaRPr lang="en-GB"/>
          </a:p>
        </p:txBody>
      </p:sp>
      <p:sp>
        <p:nvSpPr>
          <p:cNvPr id="12" name="Segnaposto testo 11"/>
          <p:cNvSpPr>
            <a:spLocks noGrp="1"/>
          </p:cNvSpPr>
          <p:nvPr>
            <p:ph type="body" sz="quarter" idx="37" hasCustomPrompt="1"/>
          </p:nvPr>
        </p:nvSpPr>
        <p:spPr>
          <a:xfrm>
            <a:off x="425945" y="512635"/>
            <a:ext cx="8359468" cy="18213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Tree>
    <p:extLst>
      <p:ext uri="{BB962C8B-B14F-4D97-AF65-F5344CB8AC3E}">
        <p14:creationId xmlns:p14="http://schemas.microsoft.com/office/powerpoint/2010/main" val="12452074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One column text</a:t>
            </a:r>
            <a:endParaRPr lang="en-GB"/>
          </a:p>
        </p:txBody>
      </p:sp>
      <p:sp>
        <p:nvSpPr>
          <p:cNvPr id="12" name="Segnaposto testo 11"/>
          <p:cNvSpPr>
            <a:spLocks noGrp="1"/>
          </p:cNvSpPr>
          <p:nvPr>
            <p:ph type="body" sz="quarter" idx="37" hasCustomPrompt="1"/>
          </p:nvPr>
        </p:nvSpPr>
        <p:spPr>
          <a:xfrm>
            <a:off x="425945" y="512635"/>
            <a:ext cx="8359468" cy="18213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Tree>
    <p:extLst>
      <p:ext uri="{BB962C8B-B14F-4D97-AF65-F5344CB8AC3E}">
        <p14:creationId xmlns:p14="http://schemas.microsoft.com/office/powerpoint/2010/main" val="211684970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Two columns text</a:t>
            </a:r>
            <a:endParaRPr lang="en-GB"/>
          </a:p>
        </p:txBody>
      </p:sp>
      <p:sp>
        <p:nvSpPr>
          <p:cNvPr id="10" name="Segnaposto testo 9"/>
          <p:cNvSpPr>
            <a:spLocks noGrp="1"/>
          </p:cNvSpPr>
          <p:nvPr>
            <p:ph type="body" sz="quarter" idx="36" hasCustomPrompt="1"/>
          </p:nvPr>
        </p:nvSpPr>
        <p:spPr>
          <a:xfrm>
            <a:off x="425152" y="986108"/>
            <a:ext cx="8360261" cy="3549954"/>
          </a:xfrm>
        </p:spPr>
        <p:txBody>
          <a:bodyPr numCol="2" spcCol="288000"/>
          <a:lstStyle>
            <a:lvl1pPr>
              <a:lnSpc>
                <a:spcPts val="1640"/>
              </a:lnSpc>
              <a:spcBef>
                <a:spcPts val="0"/>
              </a:spcBef>
              <a:spcAft>
                <a:spcPts val="400"/>
              </a:spcAft>
              <a:defRPr/>
            </a:lvl1pPr>
          </a:lstStyle>
          <a:p>
            <a:pPr lvl="0"/>
            <a:r>
              <a:rPr lang="en-US"/>
              <a:t>Text here </a:t>
            </a:r>
            <a:r>
              <a:rPr lang="en-US" err="1"/>
              <a:t>lorem</a:t>
            </a:r>
            <a:r>
              <a:rPr lang="en-US"/>
              <a:t> </a:t>
            </a:r>
            <a:r>
              <a:rPr lang="en-US" err="1"/>
              <a:t>ipsum</a:t>
            </a:r>
            <a:endParaRPr lang="en-US"/>
          </a:p>
        </p:txBody>
      </p:sp>
      <p:sp>
        <p:nvSpPr>
          <p:cNvPr id="12" name="Segnaposto testo 11"/>
          <p:cNvSpPr>
            <a:spLocks noGrp="1"/>
          </p:cNvSpPr>
          <p:nvPr>
            <p:ph type="body" sz="quarter" idx="37" hasCustomPrompt="1"/>
          </p:nvPr>
        </p:nvSpPr>
        <p:spPr>
          <a:xfrm>
            <a:off x="425945" y="512636"/>
            <a:ext cx="8359468" cy="174659"/>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6" name="Segnaposto immagine 2"/>
          <p:cNvSpPr>
            <a:spLocks noGrp="1"/>
          </p:cNvSpPr>
          <p:nvPr>
            <p:ph type="pic" sz="quarter" idx="38"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8" name="Segnaposto testo 4"/>
          <p:cNvSpPr>
            <a:spLocks noGrp="1"/>
          </p:cNvSpPr>
          <p:nvPr>
            <p:ph type="body" sz="quarter" idx="39"/>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endParaRPr lang="en-GB"/>
          </a:p>
        </p:txBody>
      </p:sp>
    </p:spTree>
    <p:extLst>
      <p:ext uri="{BB962C8B-B14F-4D97-AF65-F5344CB8AC3E}">
        <p14:creationId xmlns:p14="http://schemas.microsoft.com/office/powerpoint/2010/main" val="237035801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 PHOTO">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Text + photo</a:t>
            </a:r>
            <a:endParaRPr lang="en-GB"/>
          </a:p>
        </p:txBody>
      </p:sp>
      <p:sp>
        <p:nvSpPr>
          <p:cNvPr id="10" name="Segnaposto testo 9"/>
          <p:cNvSpPr>
            <a:spLocks noGrp="1"/>
          </p:cNvSpPr>
          <p:nvPr>
            <p:ph type="body" sz="quarter" idx="36" hasCustomPrompt="1"/>
          </p:nvPr>
        </p:nvSpPr>
        <p:spPr>
          <a:xfrm>
            <a:off x="425152" y="986108"/>
            <a:ext cx="4055153" cy="3549954"/>
          </a:xfrm>
        </p:spPr>
        <p:txBody>
          <a:bodyPr numCol="1" spcCol="0"/>
          <a:lstStyle>
            <a:lvl1pPr marL="287993" indent="-287993">
              <a:lnSpc>
                <a:spcPts val="1640"/>
              </a:lnSpc>
              <a:spcBef>
                <a:spcPts val="0"/>
              </a:spcBef>
              <a:spcAft>
                <a:spcPts val="400"/>
              </a:spcAft>
              <a:buSzPct val="130000"/>
              <a:buFont typeface="Arial"/>
              <a:buChar char="•"/>
              <a:defRPr baseline="0"/>
            </a:lvl1pPr>
          </a:lstStyle>
          <a:p>
            <a:pPr lvl="0"/>
            <a:r>
              <a:rPr lang="en-US"/>
              <a:t>Text here </a:t>
            </a:r>
            <a:r>
              <a:rPr lang="en-US" err="1"/>
              <a:t>lorem</a:t>
            </a:r>
            <a:r>
              <a:rPr lang="en-US"/>
              <a:t> </a:t>
            </a:r>
            <a:r>
              <a:rPr lang="en-US" err="1"/>
              <a:t>ipsum</a:t>
            </a:r>
            <a:endParaRPr lang="en-US"/>
          </a:p>
        </p:txBody>
      </p:sp>
      <p:sp>
        <p:nvSpPr>
          <p:cNvPr id="12" name="Segnaposto testo 11"/>
          <p:cNvSpPr>
            <a:spLocks noGrp="1"/>
          </p:cNvSpPr>
          <p:nvPr>
            <p:ph type="body" sz="quarter" idx="37" hasCustomPrompt="1"/>
          </p:nvPr>
        </p:nvSpPr>
        <p:spPr>
          <a:xfrm>
            <a:off x="425945" y="512636"/>
            <a:ext cx="8359468" cy="174659"/>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9" name="Segnaposto immagine 8"/>
          <p:cNvSpPr>
            <a:spLocks noGrp="1"/>
          </p:cNvSpPr>
          <p:nvPr>
            <p:ph type="pic" sz="quarter" idx="39" hasCustomPrompt="1"/>
          </p:nvPr>
        </p:nvSpPr>
        <p:spPr>
          <a:xfrm>
            <a:off x="4653991" y="986584"/>
            <a:ext cx="4131422" cy="3548063"/>
          </a:xfrm>
        </p:spPr>
        <p:txBody>
          <a:bodyPr/>
          <a:lstStyle>
            <a:lvl1pPr>
              <a:defRPr sz="800" b="0" i="1">
                <a:solidFill>
                  <a:schemeClr val="accent5"/>
                </a:solidFill>
              </a:defRPr>
            </a:lvl1pPr>
          </a:lstStyle>
          <a:p>
            <a:r>
              <a:rPr lang="en-GB"/>
              <a:t>Click to insert a photo</a:t>
            </a:r>
          </a:p>
        </p:txBody>
      </p:sp>
      <p:sp>
        <p:nvSpPr>
          <p:cNvPr id="13" name="Segnaposto immagine 2"/>
          <p:cNvSpPr>
            <a:spLocks noGrp="1"/>
          </p:cNvSpPr>
          <p:nvPr>
            <p:ph type="pic" sz="quarter" idx="40"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8" name="Segnaposto testo 4"/>
          <p:cNvSpPr>
            <a:spLocks noGrp="1"/>
          </p:cNvSpPr>
          <p:nvPr>
            <p:ph type="body" sz="quarter" idx="41" hasCustomPrompt="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194110913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 LARGE PHOTO">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Text + large photo</a:t>
            </a:r>
            <a:endParaRPr lang="en-GB"/>
          </a:p>
        </p:txBody>
      </p:sp>
      <p:sp>
        <p:nvSpPr>
          <p:cNvPr id="10" name="Segnaposto testo 9"/>
          <p:cNvSpPr>
            <a:spLocks noGrp="1"/>
          </p:cNvSpPr>
          <p:nvPr>
            <p:ph type="body" sz="quarter" idx="36" hasCustomPrompt="1"/>
          </p:nvPr>
        </p:nvSpPr>
        <p:spPr>
          <a:xfrm>
            <a:off x="425153" y="986108"/>
            <a:ext cx="2659001" cy="3549954"/>
          </a:xfrm>
        </p:spPr>
        <p:txBody>
          <a:bodyPr numCol="1" spcCol="0"/>
          <a:lstStyle>
            <a:lvl1pPr>
              <a:lnSpc>
                <a:spcPts val="1640"/>
              </a:lnSpc>
              <a:spcBef>
                <a:spcPts val="0"/>
              </a:spcBef>
              <a:spcAft>
                <a:spcPts val="400"/>
              </a:spcAft>
              <a:defRPr/>
            </a:lvl1pPr>
          </a:lstStyle>
          <a:p>
            <a:pPr lvl="0"/>
            <a:r>
              <a:rPr lang="en-US"/>
              <a:t>Text here </a:t>
            </a:r>
            <a:r>
              <a:rPr lang="en-US" err="1"/>
              <a:t>lorem</a:t>
            </a:r>
            <a:r>
              <a:rPr lang="en-US"/>
              <a:t> </a:t>
            </a:r>
            <a:r>
              <a:rPr lang="en-US" err="1"/>
              <a:t>ipsum</a:t>
            </a:r>
            <a:endParaRPr lang="en-US"/>
          </a:p>
        </p:txBody>
      </p:sp>
      <p:sp>
        <p:nvSpPr>
          <p:cNvPr id="12" name="Segnaposto testo 11"/>
          <p:cNvSpPr>
            <a:spLocks noGrp="1"/>
          </p:cNvSpPr>
          <p:nvPr>
            <p:ph type="body" sz="quarter" idx="37" hasCustomPrompt="1"/>
          </p:nvPr>
        </p:nvSpPr>
        <p:spPr>
          <a:xfrm>
            <a:off x="425945" y="512636"/>
            <a:ext cx="8359468" cy="197071"/>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8" name="Segnaposto immagine 8"/>
          <p:cNvSpPr>
            <a:spLocks noGrp="1"/>
          </p:cNvSpPr>
          <p:nvPr>
            <p:ph type="pic" sz="quarter" idx="39" hasCustomPrompt="1"/>
          </p:nvPr>
        </p:nvSpPr>
        <p:spPr>
          <a:xfrm>
            <a:off x="3294530" y="986584"/>
            <a:ext cx="5490883" cy="3548063"/>
          </a:xfrm>
        </p:spPr>
        <p:txBody>
          <a:bodyPr/>
          <a:lstStyle>
            <a:lvl1pPr>
              <a:defRPr sz="800" b="0" i="1">
                <a:solidFill>
                  <a:schemeClr val="accent5"/>
                </a:solidFill>
              </a:defRPr>
            </a:lvl1pPr>
          </a:lstStyle>
          <a:p>
            <a:r>
              <a:rPr lang="en-GB"/>
              <a:t>Click to insert a photo</a:t>
            </a:r>
          </a:p>
        </p:txBody>
      </p:sp>
      <p:sp>
        <p:nvSpPr>
          <p:cNvPr id="9" name="Segnaposto immagine 2"/>
          <p:cNvSpPr>
            <a:spLocks noGrp="1"/>
          </p:cNvSpPr>
          <p:nvPr>
            <p:ph type="pic" sz="quarter" idx="40"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11" name="Segnaposto testo 4"/>
          <p:cNvSpPr>
            <a:spLocks noGrp="1"/>
          </p:cNvSpPr>
          <p:nvPr>
            <p:ph type="body" sz="quarter" idx="41" hasCustomPrompt="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348297877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ONE COLUMN PHOTO">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One column photo</a:t>
            </a:r>
            <a:endParaRPr lang="en-GB"/>
          </a:p>
        </p:txBody>
      </p:sp>
      <p:sp>
        <p:nvSpPr>
          <p:cNvPr id="12" name="Segnaposto testo 11"/>
          <p:cNvSpPr>
            <a:spLocks noGrp="1"/>
          </p:cNvSpPr>
          <p:nvPr>
            <p:ph type="body" sz="quarter" idx="37" hasCustomPrompt="1"/>
          </p:nvPr>
        </p:nvSpPr>
        <p:spPr>
          <a:xfrm>
            <a:off x="425945" y="512635"/>
            <a:ext cx="8359468" cy="18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8" name="Segnaposto immagine 8"/>
          <p:cNvSpPr>
            <a:spLocks noGrp="1"/>
          </p:cNvSpPr>
          <p:nvPr>
            <p:ph type="pic" sz="quarter" idx="39" hasCustomPrompt="1"/>
          </p:nvPr>
        </p:nvSpPr>
        <p:spPr>
          <a:xfrm>
            <a:off x="425824" y="986584"/>
            <a:ext cx="8359588" cy="3548063"/>
          </a:xfrm>
        </p:spPr>
        <p:txBody>
          <a:bodyPr/>
          <a:lstStyle>
            <a:lvl1pPr>
              <a:defRPr sz="800" b="0" i="1">
                <a:solidFill>
                  <a:schemeClr val="accent5"/>
                </a:solidFill>
              </a:defRPr>
            </a:lvl1pPr>
          </a:lstStyle>
          <a:p>
            <a:r>
              <a:rPr lang="en-GB"/>
              <a:t>Click to insert a photo</a:t>
            </a:r>
          </a:p>
        </p:txBody>
      </p:sp>
      <p:sp>
        <p:nvSpPr>
          <p:cNvPr id="9" name="Segnaposto immagine 2"/>
          <p:cNvSpPr>
            <a:spLocks noGrp="1"/>
          </p:cNvSpPr>
          <p:nvPr>
            <p:ph type="pic" sz="quarter" idx="36"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10" name="Segnaposto testo 4"/>
          <p:cNvSpPr>
            <a:spLocks noGrp="1"/>
          </p:cNvSpPr>
          <p:nvPr>
            <p:ph type="body" sz="quarter" idx="40" hasCustomPrompt="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33283837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 CHAR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Text + chart</a:t>
            </a:r>
            <a:endParaRPr lang="en-GB"/>
          </a:p>
        </p:txBody>
      </p:sp>
      <p:sp>
        <p:nvSpPr>
          <p:cNvPr id="10" name="Segnaposto testo 9"/>
          <p:cNvSpPr>
            <a:spLocks noGrp="1"/>
          </p:cNvSpPr>
          <p:nvPr>
            <p:ph type="body" sz="quarter" idx="36" hasCustomPrompt="1"/>
          </p:nvPr>
        </p:nvSpPr>
        <p:spPr>
          <a:xfrm>
            <a:off x="425152" y="986108"/>
            <a:ext cx="3989966" cy="3549954"/>
          </a:xfrm>
        </p:spPr>
        <p:txBody>
          <a:bodyPr numCol="1" spcCol="0"/>
          <a:lstStyle>
            <a:lvl1pPr>
              <a:lnSpc>
                <a:spcPts val="1640"/>
              </a:lnSpc>
              <a:spcBef>
                <a:spcPts val="0"/>
              </a:spcBef>
              <a:spcAft>
                <a:spcPts val="400"/>
              </a:spcAft>
              <a:defRPr/>
            </a:lvl1pPr>
          </a:lstStyle>
          <a:p>
            <a:pPr lvl="0"/>
            <a:r>
              <a:rPr lang="en-US"/>
              <a:t>Text here </a:t>
            </a:r>
            <a:r>
              <a:rPr lang="en-US" err="1"/>
              <a:t>lorem</a:t>
            </a:r>
            <a:r>
              <a:rPr lang="en-US"/>
              <a:t> </a:t>
            </a:r>
            <a:r>
              <a:rPr lang="en-US" err="1"/>
              <a:t>ipsum</a:t>
            </a:r>
            <a:endParaRPr lang="en-US"/>
          </a:p>
        </p:txBody>
      </p:sp>
      <p:sp>
        <p:nvSpPr>
          <p:cNvPr id="12" name="Segnaposto testo 11"/>
          <p:cNvSpPr>
            <a:spLocks noGrp="1"/>
          </p:cNvSpPr>
          <p:nvPr>
            <p:ph type="body" sz="quarter" idx="37" hasCustomPrompt="1"/>
          </p:nvPr>
        </p:nvSpPr>
        <p:spPr>
          <a:xfrm>
            <a:off x="425945" y="512635"/>
            <a:ext cx="8359468" cy="18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cxnSp>
        <p:nvCxnSpPr>
          <p:cNvPr id="8" name="Connettore 1 7"/>
          <p:cNvCxnSpPr/>
          <p:nvPr userDrawn="1"/>
        </p:nvCxnSpPr>
        <p:spPr>
          <a:xfrm>
            <a:off x="4736359" y="1001058"/>
            <a:ext cx="404158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1" name="Segnaposto testo 10"/>
          <p:cNvSpPr>
            <a:spLocks noGrp="1"/>
          </p:cNvSpPr>
          <p:nvPr>
            <p:ph type="body" sz="quarter" idx="39" hasCustomPrompt="1"/>
          </p:nvPr>
        </p:nvSpPr>
        <p:spPr>
          <a:xfrm>
            <a:off x="4736361" y="1030380"/>
            <a:ext cx="4041587" cy="31432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sp>
        <p:nvSpPr>
          <p:cNvPr id="14" name="Segnaposto grafico 13"/>
          <p:cNvSpPr>
            <a:spLocks noGrp="1"/>
          </p:cNvSpPr>
          <p:nvPr>
            <p:ph type="chart" sz="quarter" idx="40" hasCustomPrompt="1"/>
          </p:nvPr>
        </p:nvSpPr>
        <p:spPr>
          <a:xfrm>
            <a:off x="4736075" y="1420065"/>
            <a:ext cx="4049338" cy="3114582"/>
          </a:xfrm>
        </p:spPr>
        <p:txBody>
          <a:bodyPr/>
          <a:lstStyle>
            <a:lvl1pPr>
              <a:defRPr sz="800" b="0" i="1">
                <a:solidFill>
                  <a:schemeClr val="accent5"/>
                </a:solidFill>
              </a:defRPr>
            </a:lvl1pPr>
          </a:lstStyle>
          <a:p>
            <a:r>
              <a:rPr lang="en-GB"/>
              <a:t>Click to insert a chart</a:t>
            </a:r>
          </a:p>
        </p:txBody>
      </p:sp>
      <p:sp>
        <p:nvSpPr>
          <p:cNvPr id="15" name="Segnaposto immagine 2"/>
          <p:cNvSpPr>
            <a:spLocks noGrp="1"/>
          </p:cNvSpPr>
          <p:nvPr>
            <p:ph type="pic" sz="quarter" idx="41"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13" name="Segnaposto testo 4"/>
          <p:cNvSpPr>
            <a:spLocks noGrp="1"/>
          </p:cNvSpPr>
          <p:nvPr>
            <p:ph type="body" sz="quarter" idx="42" hasCustomPrompt="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28390671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COLUMNS CHARTS">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Two columns charts</a:t>
            </a:r>
            <a:endParaRPr lang="en-GB"/>
          </a:p>
        </p:txBody>
      </p:sp>
      <p:sp>
        <p:nvSpPr>
          <p:cNvPr id="12" name="Segnaposto testo 11"/>
          <p:cNvSpPr>
            <a:spLocks noGrp="1"/>
          </p:cNvSpPr>
          <p:nvPr>
            <p:ph type="body" sz="quarter" idx="37" hasCustomPrompt="1"/>
          </p:nvPr>
        </p:nvSpPr>
        <p:spPr>
          <a:xfrm>
            <a:off x="425945" y="512635"/>
            <a:ext cx="8359468" cy="18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cxnSp>
        <p:nvCxnSpPr>
          <p:cNvPr id="9" name="Connettore 1 8"/>
          <p:cNvCxnSpPr/>
          <p:nvPr userDrawn="1"/>
        </p:nvCxnSpPr>
        <p:spPr>
          <a:xfrm>
            <a:off x="4736359" y="1001058"/>
            <a:ext cx="404158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1" name="Segnaposto testo 10"/>
          <p:cNvSpPr>
            <a:spLocks noGrp="1"/>
          </p:cNvSpPr>
          <p:nvPr>
            <p:ph type="body" sz="quarter" idx="40" hasCustomPrompt="1"/>
          </p:nvPr>
        </p:nvSpPr>
        <p:spPr>
          <a:xfrm>
            <a:off x="4736361" y="1030380"/>
            <a:ext cx="4041587" cy="31432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cxnSp>
        <p:nvCxnSpPr>
          <p:cNvPr id="13" name="Connettore 1 12"/>
          <p:cNvCxnSpPr/>
          <p:nvPr userDrawn="1"/>
        </p:nvCxnSpPr>
        <p:spPr>
          <a:xfrm>
            <a:off x="425823" y="1001058"/>
            <a:ext cx="404158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4" name="Segnaposto testo 10"/>
          <p:cNvSpPr>
            <a:spLocks noGrp="1"/>
          </p:cNvSpPr>
          <p:nvPr>
            <p:ph type="body" sz="quarter" idx="41" hasCustomPrompt="1"/>
          </p:nvPr>
        </p:nvSpPr>
        <p:spPr>
          <a:xfrm>
            <a:off x="425825" y="1030380"/>
            <a:ext cx="4041587" cy="31432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sp>
        <p:nvSpPr>
          <p:cNvPr id="15" name="Segnaposto grafico 13"/>
          <p:cNvSpPr>
            <a:spLocks noGrp="1"/>
          </p:cNvSpPr>
          <p:nvPr>
            <p:ph type="chart" sz="quarter" idx="42" hasCustomPrompt="1"/>
          </p:nvPr>
        </p:nvSpPr>
        <p:spPr>
          <a:xfrm>
            <a:off x="4736075" y="1420065"/>
            <a:ext cx="4049338" cy="3114582"/>
          </a:xfrm>
        </p:spPr>
        <p:txBody>
          <a:bodyPr/>
          <a:lstStyle>
            <a:lvl1pPr>
              <a:defRPr sz="800" b="0" i="1">
                <a:solidFill>
                  <a:schemeClr val="accent5"/>
                </a:solidFill>
              </a:defRPr>
            </a:lvl1pPr>
          </a:lstStyle>
          <a:p>
            <a:r>
              <a:rPr lang="en-GB"/>
              <a:t>Click to insert a chart</a:t>
            </a:r>
          </a:p>
        </p:txBody>
      </p:sp>
      <p:sp>
        <p:nvSpPr>
          <p:cNvPr id="16" name="Segnaposto grafico 13"/>
          <p:cNvSpPr>
            <a:spLocks noGrp="1"/>
          </p:cNvSpPr>
          <p:nvPr>
            <p:ph type="chart" sz="quarter" idx="43" hasCustomPrompt="1"/>
          </p:nvPr>
        </p:nvSpPr>
        <p:spPr>
          <a:xfrm>
            <a:off x="425546" y="1420065"/>
            <a:ext cx="4049338" cy="3114582"/>
          </a:xfrm>
        </p:spPr>
        <p:txBody>
          <a:bodyPr/>
          <a:lstStyle>
            <a:lvl1pPr>
              <a:defRPr sz="800" b="0" i="1">
                <a:solidFill>
                  <a:schemeClr val="accent5"/>
                </a:solidFill>
              </a:defRPr>
            </a:lvl1pPr>
          </a:lstStyle>
          <a:p>
            <a:r>
              <a:rPr lang="en-GB"/>
              <a:t>Click to insert a chart</a:t>
            </a:r>
          </a:p>
        </p:txBody>
      </p:sp>
      <p:sp>
        <p:nvSpPr>
          <p:cNvPr id="17" name="Segnaposto immagine 2"/>
          <p:cNvSpPr>
            <a:spLocks noGrp="1"/>
          </p:cNvSpPr>
          <p:nvPr>
            <p:ph type="pic" sz="quarter" idx="36"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18" name="Segnaposto testo 4"/>
          <p:cNvSpPr>
            <a:spLocks noGrp="1"/>
          </p:cNvSpPr>
          <p:nvPr>
            <p:ph type="body" sz="quarter" idx="39" hasCustomPrompt="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334454491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COLUMNS TEXT + CHAR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Two columns text + chart</a:t>
            </a:r>
            <a:endParaRPr lang="en-GB"/>
          </a:p>
        </p:txBody>
      </p:sp>
      <p:sp>
        <p:nvSpPr>
          <p:cNvPr id="10" name="Segnaposto testo 9"/>
          <p:cNvSpPr>
            <a:spLocks noGrp="1"/>
          </p:cNvSpPr>
          <p:nvPr>
            <p:ph type="body" sz="quarter" idx="36" hasCustomPrompt="1"/>
          </p:nvPr>
        </p:nvSpPr>
        <p:spPr>
          <a:xfrm>
            <a:off x="425152" y="986109"/>
            <a:ext cx="3989966" cy="1299892"/>
          </a:xfrm>
        </p:spPr>
        <p:txBody>
          <a:bodyPr numCol="1" spcCol="0"/>
          <a:lstStyle>
            <a:lvl1pPr>
              <a:lnSpc>
                <a:spcPts val="1640"/>
              </a:lnSpc>
              <a:spcBef>
                <a:spcPts val="0"/>
              </a:spcBef>
              <a:spcAft>
                <a:spcPts val="400"/>
              </a:spcAft>
              <a:defRPr/>
            </a:lvl1pPr>
          </a:lstStyle>
          <a:p>
            <a:pPr lvl="0"/>
            <a:r>
              <a:rPr lang="en-US"/>
              <a:t>Text here </a:t>
            </a:r>
            <a:r>
              <a:rPr lang="en-US" err="1"/>
              <a:t>lorem</a:t>
            </a:r>
            <a:r>
              <a:rPr lang="en-US"/>
              <a:t> </a:t>
            </a:r>
            <a:r>
              <a:rPr lang="en-US" err="1"/>
              <a:t>ipsum</a:t>
            </a:r>
            <a:endParaRPr lang="en-US"/>
          </a:p>
        </p:txBody>
      </p:sp>
      <p:sp>
        <p:nvSpPr>
          <p:cNvPr id="12" name="Segnaposto testo 11"/>
          <p:cNvSpPr>
            <a:spLocks noGrp="1"/>
          </p:cNvSpPr>
          <p:nvPr>
            <p:ph type="body" sz="quarter" idx="37" hasCustomPrompt="1"/>
          </p:nvPr>
        </p:nvSpPr>
        <p:spPr>
          <a:xfrm>
            <a:off x="425945" y="512635"/>
            <a:ext cx="8351997" cy="18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8" name="Segnaposto testo 9"/>
          <p:cNvSpPr>
            <a:spLocks noGrp="1"/>
          </p:cNvSpPr>
          <p:nvPr>
            <p:ph type="body" sz="quarter" idx="39" hasCustomPrompt="1"/>
          </p:nvPr>
        </p:nvSpPr>
        <p:spPr>
          <a:xfrm>
            <a:off x="4736353" y="986109"/>
            <a:ext cx="4049059" cy="1299892"/>
          </a:xfrm>
        </p:spPr>
        <p:txBody>
          <a:bodyPr numCol="1" spcCol="0"/>
          <a:lstStyle>
            <a:lvl1pPr>
              <a:lnSpc>
                <a:spcPts val="1640"/>
              </a:lnSpc>
              <a:spcBef>
                <a:spcPts val="0"/>
              </a:spcBef>
              <a:spcAft>
                <a:spcPts val="400"/>
              </a:spcAft>
              <a:defRPr/>
            </a:lvl1pPr>
          </a:lstStyle>
          <a:p>
            <a:pPr lvl="0"/>
            <a:r>
              <a:rPr lang="en-US"/>
              <a:t>Text here </a:t>
            </a:r>
            <a:r>
              <a:rPr lang="en-US" err="1"/>
              <a:t>lorem</a:t>
            </a:r>
            <a:r>
              <a:rPr lang="en-US"/>
              <a:t> </a:t>
            </a:r>
            <a:r>
              <a:rPr lang="en-US" err="1"/>
              <a:t>ipsum</a:t>
            </a:r>
            <a:endParaRPr lang="en-US"/>
          </a:p>
        </p:txBody>
      </p:sp>
      <p:cxnSp>
        <p:nvCxnSpPr>
          <p:cNvPr id="11" name="Connettore 1 10"/>
          <p:cNvCxnSpPr/>
          <p:nvPr userDrawn="1"/>
        </p:nvCxnSpPr>
        <p:spPr>
          <a:xfrm>
            <a:off x="4743830" y="2360705"/>
            <a:ext cx="404158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3" name="Segnaposto testo 10"/>
          <p:cNvSpPr>
            <a:spLocks noGrp="1"/>
          </p:cNvSpPr>
          <p:nvPr>
            <p:ph type="body" sz="quarter" idx="41" hasCustomPrompt="1"/>
          </p:nvPr>
        </p:nvSpPr>
        <p:spPr>
          <a:xfrm>
            <a:off x="4743832" y="2390028"/>
            <a:ext cx="4041587" cy="31432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cxnSp>
        <p:nvCxnSpPr>
          <p:cNvPr id="14" name="Connettore 1 13"/>
          <p:cNvCxnSpPr/>
          <p:nvPr userDrawn="1"/>
        </p:nvCxnSpPr>
        <p:spPr>
          <a:xfrm>
            <a:off x="425823" y="2360705"/>
            <a:ext cx="404158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5" name="Segnaposto testo 10"/>
          <p:cNvSpPr>
            <a:spLocks noGrp="1"/>
          </p:cNvSpPr>
          <p:nvPr>
            <p:ph type="body" sz="quarter" idx="42" hasCustomPrompt="1"/>
          </p:nvPr>
        </p:nvSpPr>
        <p:spPr>
          <a:xfrm>
            <a:off x="425825" y="2390028"/>
            <a:ext cx="4041587" cy="31432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sp>
        <p:nvSpPr>
          <p:cNvPr id="16" name="Segnaposto grafico 13"/>
          <p:cNvSpPr>
            <a:spLocks noGrp="1"/>
          </p:cNvSpPr>
          <p:nvPr>
            <p:ph type="chart" sz="quarter" idx="43" hasCustomPrompt="1"/>
          </p:nvPr>
        </p:nvSpPr>
        <p:spPr>
          <a:xfrm>
            <a:off x="4736075" y="2794000"/>
            <a:ext cx="4049338" cy="1740647"/>
          </a:xfrm>
        </p:spPr>
        <p:txBody>
          <a:bodyPr/>
          <a:lstStyle>
            <a:lvl1pPr>
              <a:defRPr sz="800" b="0" i="1">
                <a:solidFill>
                  <a:schemeClr val="accent5"/>
                </a:solidFill>
              </a:defRPr>
            </a:lvl1pPr>
          </a:lstStyle>
          <a:p>
            <a:r>
              <a:rPr lang="en-GB"/>
              <a:t>Click to insert a chart</a:t>
            </a:r>
          </a:p>
        </p:txBody>
      </p:sp>
      <p:sp>
        <p:nvSpPr>
          <p:cNvPr id="17" name="Segnaposto grafico 13"/>
          <p:cNvSpPr>
            <a:spLocks noGrp="1"/>
          </p:cNvSpPr>
          <p:nvPr>
            <p:ph type="chart" sz="quarter" idx="44" hasCustomPrompt="1"/>
          </p:nvPr>
        </p:nvSpPr>
        <p:spPr>
          <a:xfrm>
            <a:off x="425546" y="2794000"/>
            <a:ext cx="4049338" cy="1740647"/>
          </a:xfrm>
        </p:spPr>
        <p:txBody>
          <a:bodyPr/>
          <a:lstStyle>
            <a:lvl1pPr>
              <a:defRPr sz="800" b="0" i="1">
                <a:solidFill>
                  <a:schemeClr val="accent5"/>
                </a:solidFill>
              </a:defRPr>
            </a:lvl1pPr>
          </a:lstStyle>
          <a:p>
            <a:r>
              <a:rPr lang="en-GB"/>
              <a:t>Click to insert a chart</a:t>
            </a:r>
          </a:p>
        </p:txBody>
      </p:sp>
      <p:sp>
        <p:nvSpPr>
          <p:cNvPr id="18" name="Segnaposto immagine 2"/>
          <p:cNvSpPr>
            <a:spLocks noGrp="1"/>
          </p:cNvSpPr>
          <p:nvPr>
            <p:ph type="pic" sz="quarter" idx="45"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19" name="Segnaposto testo 4"/>
          <p:cNvSpPr>
            <a:spLocks noGrp="1"/>
          </p:cNvSpPr>
          <p:nvPr>
            <p:ph type="body" sz="quarter" idx="46" hasCustomPrompt="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28743596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 LARGE CHAR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Text + large chart</a:t>
            </a:r>
            <a:endParaRPr lang="en-GB"/>
          </a:p>
        </p:txBody>
      </p:sp>
      <p:sp>
        <p:nvSpPr>
          <p:cNvPr id="10" name="Segnaposto testo 9"/>
          <p:cNvSpPr>
            <a:spLocks noGrp="1"/>
          </p:cNvSpPr>
          <p:nvPr>
            <p:ph type="body" sz="quarter" idx="36" hasCustomPrompt="1"/>
          </p:nvPr>
        </p:nvSpPr>
        <p:spPr>
          <a:xfrm>
            <a:off x="425152" y="986108"/>
            <a:ext cx="2675142" cy="3549954"/>
          </a:xfrm>
        </p:spPr>
        <p:txBody>
          <a:bodyPr numCol="1" spcCol="0"/>
          <a:lstStyle>
            <a:lvl1pPr>
              <a:lnSpc>
                <a:spcPts val="1640"/>
              </a:lnSpc>
              <a:spcBef>
                <a:spcPts val="0"/>
              </a:spcBef>
              <a:spcAft>
                <a:spcPts val="400"/>
              </a:spcAft>
              <a:defRPr/>
            </a:lvl1pPr>
          </a:lstStyle>
          <a:p>
            <a:pPr lvl="0"/>
            <a:r>
              <a:rPr lang="en-US"/>
              <a:t>Text here </a:t>
            </a:r>
            <a:r>
              <a:rPr lang="en-US" err="1"/>
              <a:t>lorem</a:t>
            </a:r>
            <a:r>
              <a:rPr lang="en-US"/>
              <a:t> </a:t>
            </a:r>
            <a:r>
              <a:rPr lang="en-US" err="1"/>
              <a:t>ipsum</a:t>
            </a:r>
            <a:endParaRPr lang="en-US"/>
          </a:p>
        </p:txBody>
      </p:sp>
      <p:sp>
        <p:nvSpPr>
          <p:cNvPr id="12" name="Segnaposto testo 11"/>
          <p:cNvSpPr>
            <a:spLocks noGrp="1"/>
          </p:cNvSpPr>
          <p:nvPr>
            <p:ph type="body" sz="quarter" idx="37" hasCustomPrompt="1"/>
          </p:nvPr>
        </p:nvSpPr>
        <p:spPr>
          <a:xfrm>
            <a:off x="425945" y="512635"/>
            <a:ext cx="8366938" cy="18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cxnSp>
        <p:nvCxnSpPr>
          <p:cNvPr id="8" name="Connettore 1 7"/>
          <p:cNvCxnSpPr/>
          <p:nvPr userDrawn="1"/>
        </p:nvCxnSpPr>
        <p:spPr>
          <a:xfrm>
            <a:off x="3339360" y="1001058"/>
            <a:ext cx="543858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9" name="Segnaposto testo 10"/>
          <p:cNvSpPr>
            <a:spLocks noGrp="1"/>
          </p:cNvSpPr>
          <p:nvPr>
            <p:ph type="body" sz="quarter" idx="39" hasCustomPrompt="1"/>
          </p:nvPr>
        </p:nvSpPr>
        <p:spPr>
          <a:xfrm>
            <a:off x="3339361" y="1030380"/>
            <a:ext cx="5438587" cy="31432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sp>
        <p:nvSpPr>
          <p:cNvPr id="11" name="Segnaposto grafico 13"/>
          <p:cNvSpPr>
            <a:spLocks noGrp="1"/>
          </p:cNvSpPr>
          <p:nvPr>
            <p:ph type="chart" sz="quarter" idx="42" hasCustomPrompt="1"/>
          </p:nvPr>
        </p:nvSpPr>
        <p:spPr>
          <a:xfrm>
            <a:off x="3339353" y="1420065"/>
            <a:ext cx="5446059" cy="3114582"/>
          </a:xfrm>
        </p:spPr>
        <p:txBody>
          <a:bodyPr/>
          <a:lstStyle>
            <a:lvl1pPr>
              <a:defRPr sz="800" b="0" i="1">
                <a:solidFill>
                  <a:schemeClr val="accent5"/>
                </a:solidFill>
              </a:defRPr>
            </a:lvl1pPr>
          </a:lstStyle>
          <a:p>
            <a:r>
              <a:rPr lang="en-GB"/>
              <a:t>Click to insert a chart</a:t>
            </a:r>
          </a:p>
        </p:txBody>
      </p:sp>
      <p:sp>
        <p:nvSpPr>
          <p:cNvPr id="14" name="Segnaposto immagine 2"/>
          <p:cNvSpPr>
            <a:spLocks noGrp="1"/>
          </p:cNvSpPr>
          <p:nvPr>
            <p:ph type="pic" sz="quarter" idx="43"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13" name="Segnaposto testo 4"/>
          <p:cNvSpPr>
            <a:spLocks noGrp="1"/>
          </p:cNvSpPr>
          <p:nvPr>
            <p:ph type="body" sz="quarter" idx="44" hasCustomPrompt="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105110546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ONE COLUMN CHAR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One column chart</a:t>
            </a:r>
            <a:endParaRPr lang="en-GB"/>
          </a:p>
        </p:txBody>
      </p:sp>
      <p:sp>
        <p:nvSpPr>
          <p:cNvPr id="12" name="Segnaposto testo 11"/>
          <p:cNvSpPr>
            <a:spLocks noGrp="1"/>
          </p:cNvSpPr>
          <p:nvPr>
            <p:ph type="body" sz="quarter" idx="37" hasCustomPrompt="1"/>
          </p:nvPr>
        </p:nvSpPr>
        <p:spPr>
          <a:xfrm>
            <a:off x="425945" y="512635"/>
            <a:ext cx="8359468" cy="18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cxnSp>
        <p:nvCxnSpPr>
          <p:cNvPr id="8" name="Connettore 1 7"/>
          <p:cNvCxnSpPr/>
          <p:nvPr userDrawn="1"/>
        </p:nvCxnSpPr>
        <p:spPr>
          <a:xfrm>
            <a:off x="425823" y="1001058"/>
            <a:ext cx="835211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9" name="Segnaposto testo 10"/>
          <p:cNvSpPr>
            <a:spLocks noGrp="1"/>
          </p:cNvSpPr>
          <p:nvPr>
            <p:ph type="body" sz="quarter" idx="39" hasCustomPrompt="1"/>
          </p:nvPr>
        </p:nvSpPr>
        <p:spPr>
          <a:xfrm>
            <a:off x="425824" y="1030380"/>
            <a:ext cx="8352117" cy="32179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sp>
        <p:nvSpPr>
          <p:cNvPr id="11" name="Segnaposto grafico 13"/>
          <p:cNvSpPr>
            <a:spLocks noGrp="1"/>
          </p:cNvSpPr>
          <p:nvPr>
            <p:ph type="chart" sz="quarter" idx="42" hasCustomPrompt="1"/>
          </p:nvPr>
        </p:nvSpPr>
        <p:spPr>
          <a:xfrm>
            <a:off x="425826" y="1420065"/>
            <a:ext cx="8359588" cy="3114582"/>
          </a:xfrm>
        </p:spPr>
        <p:txBody>
          <a:bodyPr/>
          <a:lstStyle>
            <a:lvl1pPr>
              <a:defRPr sz="800" b="0" i="1">
                <a:solidFill>
                  <a:schemeClr val="accent5"/>
                </a:solidFill>
              </a:defRPr>
            </a:lvl1pPr>
          </a:lstStyle>
          <a:p>
            <a:r>
              <a:rPr lang="en-GB"/>
              <a:t>Click to insert a chart</a:t>
            </a:r>
          </a:p>
        </p:txBody>
      </p:sp>
      <p:sp>
        <p:nvSpPr>
          <p:cNvPr id="13" name="Segnaposto immagine 2"/>
          <p:cNvSpPr>
            <a:spLocks noGrp="1"/>
          </p:cNvSpPr>
          <p:nvPr>
            <p:ph type="pic" sz="quarter" idx="36"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10" name="Segnaposto testo 4"/>
          <p:cNvSpPr>
            <a:spLocks noGrp="1"/>
          </p:cNvSpPr>
          <p:nvPr>
            <p:ph type="body" sz="quarter" idx="43" hasCustomPrompt="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339772531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ONE COLUMN TABLE">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One column table</a:t>
            </a:r>
            <a:endParaRPr lang="en-GB"/>
          </a:p>
        </p:txBody>
      </p:sp>
      <p:sp>
        <p:nvSpPr>
          <p:cNvPr id="12" name="Segnaposto testo 11"/>
          <p:cNvSpPr>
            <a:spLocks noGrp="1"/>
          </p:cNvSpPr>
          <p:nvPr>
            <p:ph type="body" sz="quarter" idx="37" hasCustomPrompt="1"/>
          </p:nvPr>
        </p:nvSpPr>
        <p:spPr>
          <a:xfrm>
            <a:off x="425945" y="512635"/>
            <a:ext cx="8359468" cy="212012"/>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5" name="Segnaposto tabella 4"/>
          <p:cNvSpPr>
            <a:spLocks noGrp="1"/>
          </p:cNvSpPr>
          <p:nvPr>
            <p:ph type="tbl" sz="quarter" idx="39" hasCustomPrompt="1"/>
          </p:nvPr>
        </p:nvSpPr>
        <p:spPr>
          <a:xfrm>
            <a:off x="425824" y="978648"/>
            <a:ext cx="8359588" cy="3563471"/>
          </a:xfrm>
        </p:spPr>
        <p:txBody>
          <a:bodyPr/>
          <a:lstStyle>
            <a:lvl1pPr>
              <a:defRPr sz="800" b="0" i="1">
                <a:solidFill>
                  <a:schemeClr val="accent5"/>
                </a:solidFill>
              </a:defRPr>
            </a:lvl1pPr>
          </a:lstStyle>
          <a:p>
            <a:r>
              <a:rPr lang="en-GB"/>
              <a:t>Click to insert a table</a:t>
            </a:r>
          </a:p>
        </p:txBody>
      </p:sp>
      <p:sp>
        <p:nvSpPr>
          <p:cNvPr id="6" name="Segnaposto immagine 2"/>
          <p:cNvSpPr>
            <a:spLocks noGrp="1"/>
          </p:cNvSpPr>
          <p:nvPr>
            <p:ph type="pic" sz="quarter" idx="43"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8" name="Segnaposto testo 4"/>
          <p:cNvSpPr>
            <a:spLocks noGrp="1"/>
          </p:cNvSpPr>
          <p:nvPr>
            <p:ph type="body" sz="quarter" idx="44" hasCustomPrompt="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337358974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297FA01E-24AC-49D4-8C41-C51389DC6FF8}"/>
              </a:ext>
            </a:extLst>
          </p:cNvPr>
          <p:cNvSpPr/>
          <p:nvPr>
            <p:custDataLst>
              <p:tags r:id="rId1"/>
            </p:custDataLst>
          </p:nvPr>
        </p:nvSpPr>
        <p:spPr>
          <a:xfrm>
            <a:off x="0" y="0"/>
            <a:ext cx="9525" cy="9525"/>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2" name="Title 1"/>
          <p:cNvSpPr>
            <a:spLocks noGrp="1"/>
          </p:cNvSpPr>
          <p:nvPr>
            <p:ph type="title"/>
          </p:nvPr>
        </p:nvSpPr>
        <p:spPr>
          <a:xfrm>
            <a:off x="457200" y="205978"/>
            <a:ext cx="8229600" cy="529568"/>
          </a:xfrm>
          <a:noFill/>
          <a:ln>
            <a:noFill/>
          </a:ln>
        </p:spPr>
        <p:txBody>
          <a:bodyPr>
            <a:normAutofit/>
          </a:bodyPr>
          <a:lstStyle>
            <a:lvl1pPr algn="l">
              <a:defRPr sz="2400">
                <a:solidFill>
                  <a:srgbClr val="FF0000"/>
                </a:solidFill>
              </a:defRPr>
            </a:lvl1pPr>
          </a:lstStyle>
          <a:p>
            <a:r>
              <a:rPr lang="en-US"/>
              <a:t>Click to edit Master title style</a:t>
            </a:r>
            <a:endParaRPr lang="fr-F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cxnSp>
        <p:nvCxnSpPr>
          <p:cNvPr id="8" name="Straight Connector 7"/>
          <p:cNvCxnSpPr/>
          <p:nvPr/>
        </p:nvCxnSpPr>
        <p:spPr>
          <a:xfrm>
            <a:off x="457200" y="789552"/>
            <a:ext cx="82296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078073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One column text</a:t>
            </a:r>
            <a:endParaRPr lang="en-GB"/>
          </a:p>
        </p:txBody>
      </p:sp>
      <p:sp>
        <p:nvSpPr>
          <p:cNvPr id="12" name="Segnaposto testo 11"/>
          <p:cNvSpPr>
            <a:spLocks noGrp="1"/>
          </p:cNvSpPr>
          <p:nvPr>
            <p:ph type="body" sz="quarter" idx="37" hasCustomPrompt="1"/>
          </p:nvPr>
        </p:nvSpPr>
        <p:spPr>
          <a:xfrm>
            <a:off x="425945" y="512635"/>
            <a:ext cx="8359468" cy="18213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8" name="Segnaposto testo 4">
            <a:extLst>
              <a:ext uri="{FF2B5EF4-FFF2-40B4-BE49-F238E27FC236}">
                <a16:creationId xmlns:a16="http://schemas.microsoft.com/office/drawing/2014/main" id="{CEE31645-4C5F-4046-8186-F791B83DACDA}"/>
              </a:ext>
            </a:extLst>
          </p:cNvPr>
          <p:cNvSpPr>
            <a:spLocks noGrp="1"/>
          </p:cNvSpPr>
          <p:nvPr>
            <p:ph type="body" sz="quarter" idx="39" hasCustomPrompt="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212640306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lvl1pPr>
              <a:defRPr sz="1100">
                <a:latin typeface="Arial Narrow" panose="020B0606020202030204" pitchFamily="34" charset="0"/>
              </a:defRPr>
            </a:lvl1p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Two columns text</a:t>
            </a:r>
            <a:endParaRPr lang="en-GB"/>
          </a:p>
        </p:txBody>
      </p:sp>
      <p:sp>
        <p:nvSpPr>
          <p:cNvPr id="10" name="Segnaposto testo 9"/>
          <p:cNvSpPr>
            <a:spLocks noGrp="1"/>
          </p:cNvSpPr>
          <p:nvPr>
            <p:ph type="body" sz="quarter" idx="36" hasCustomPrompt="1"/>
          </p:nvPr>
        </p:nvSpPr>
        <p:spPr>
          <a:xfrm>
            <a:off x="425152" y="986108"/>
            <a:ext cx="8360261" cy="3549954"/>
          </a:xfrm>
        </p:spPr>
        <p:txBody>
          <a:bodyPr numCol="2" spcCol="288000"/>
          <a:lstStyle>
            <a:lvl1pPr>
              <a:lnSpc>
                <a:spcPts val="1640"/>
              </a:lnSpc>
              <a:spcBef>
                <a:spcPts val="0"/>
              </a:spcBef>
              <a:spcAft>
                <a:spcPts val="400"/>
              </a:spcAft>
              <a:defRPr/>
            </a:lvl1pPr>
          </a:lstStyle>
          <a:p>
            <a:pPr lvl="0"/>
            <a:r>
              <a:rPr lang="en-US"/>
              <a:t>Text here </a:t>
            </a:r>
            <a:r>
              <a:rPr lang="en-US" err="1"/>
              <a:t>lorem</a:t>
            </a:r>
            <a:r>
              <a:rPr lang="en-US"/>
              <a:t> </a:t>
            </a:r>
            <a:r>
              <a:rPr lang="en-US" err="1"/>
              <a:t>ipsum</a:t>
            </a:r>
            <a:endParaRPr lang="en-US"/>
          </a:p>
        </p:txBody>
      </p:sp>
      <p:sp>
        <p:nvSpPr>
          <p:cNvPr id="12" name="Segnaposto testo 11"/>
          <p:cNvSpPr>
            <a:spLocks noGrp="1"/>
          </p:cNvSpPr>
          <p:nvPr>
            <p:ph type="body" sz="quarter" idx="37" hasCustomPrompt="1"/>
          </p:nvPr>
        </p:nvSpPr>
        <p:spPr>
          <a:xfrm>
            <a:off x="425945" y="512636"/>
            <a:ext cx="8359468" cy="174659"/>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6" name="Segnaposto immagine 2"/>
          <p:cNvSpPr>
            <a:spLocks noGrp="1"/>
          </p:cNvSpPr>
          <p:nvPr>
            <p:ph type="pic" sz="quarter" idx="38"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8" name="Segnaposto testo 4"/>
          <p:cNvSpPr>
            <a:spLocks noGrp="1"/>
          </p:cNvSpPr>
          <p:nvPr>
            <p:ph type="body" sz="quarter" idx="39" hasCustomPrompt="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145297159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 PHOTO">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Text + photo</a:t>
            </a:r>
            <a:endParaRPr lang="en-GB"/>
          </a:p>
        </p:txBody>
      </p:sp>
      <p:sp>
        <p:nvSpPr>
          <p:cNvPr id="10" name="Segnaposto testo 9"/>
          <p:cNvSpPr>
            <a:spLocks noGrp="1"/>
          </p:cNvSpPr>
          <p:nvPr>
            <p:ph type="body" sz="quarter" idx="36" hasCustomPrompt="1"/>
          </p:nvPr>
        </p:nvSpPr>
        <p:spPr>
          <a:xfrm>
            <a:off x="425152" y="986108"/>
            <a:ext cx="4055153" cy="3549954"/>
          </a:xfrm>
        </p:spPr>
        <p:txBody>
          <a:bodyPr numCol="1" spcCol="0"/>
          <a:lstStyle>
            <a:lvl1pPr marL="287993" indent="-287993">
              <a:lnSpc>
                <a:spcPts val="1640"/>
              </a:lnSpc>
              <a:spcBef>
                <a:spcPts val="0"/>
              </a:spcBef>
              <a:spcAft>
                <a:spcPts val="400"/>
              </a:spcAft>
              <a:buSzPct val="130000"/>
              <a:buFont typeface="Arial"/>
              <a:buChar char="•"/>
              <a:defRPr baseline="0"/>
            </a:lvl1pPr>
          </a:lstStyle>
          <a:p>
            <a:pPr lvl="0"/>
            <a:r>
              <a:rPr lang="en-US"/>
              <a:t>Text here </a:t>
            </a:r>
            <a:r>
              <a:rPr lang="en-US" err="1"/>
              <a:t>lorem</a:t>
            </a:r>
            <a:r>
              <a:rPr lang="en-US"/>
              <a:t> </a:t>
            </a:r>
            <a:r>
              <a:rPr lang="en-US" err="1"/>
              <a:t>ipsum</a:t>
            </a:r>
            <a:endParaRPr lang="en-US"/>
          </a:p>
        </p:txBody>
      </p:sp>
      <p:sp>
        <p:nvSpPr>
          <p:cNvPr id="12" name="Segnaposto testo 11"/>
          <p:cNvSpPr>
            <a:spLocks noGrp="1"/>
          </p:cNvSpPr>
          <p:nvPr>
            <p:ph type="body" sz="quarter" idx="37" hasCustomPrompt="1"/>
          </p:nvPr>
        </p:nvSpPr>
        <p:spPr>
          <a:xfrm>
            <a:off x="425945" y="512636"/>
            <a:ext cx="8359468" cy="174659"/>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9" name="Segnaposto immagine 8"/>
          <p:cNvSpPr>
            <a:spLocks noGrp="1"/>
          </p:cNvSpPr>
          <p:nvPr>
            <p:ph type="pic" sz="quarter" idx="39" hasCustomPrompt="1"/>
          </p:nvPr>
        </p:nvSpPr>
        <p:spPr>
          <a:xfrm>
            <a:off x="4653991" y="986584"/>
            <a:ext cx="4131422" cy="3548063"/>
          </a:xfrm>
        </p:spPr>
        <p:txBody>
          <a:bodyPr/>
          <a:lstStyle>
            <a:lvl1pPr>
              <a:defRPr sz="800" b="0" i="1">
                <a:solidFill>
                  <a:schemeClr val="accent5"/>
                </a:solidFill>
              </a:defRPr>
            </a:lvl1pPr>
          </a:lstStyle>
          <a:p>
            <a:r>
              <a:rPr lang="en-GB"/>
              <a:t>Click to insert a photo</a:t>
            </a:r>
          </a:p>
        </p:txBody>
      </p:sp>
      <p:sp>
        <p:nvSpPr>
          <p:cNvPr id="13" name="Segnaposto immagine 2"/>
          <p:cNvSpPr>
            <a:spLocks noGrp="1"/>
          </p:cNvSpPr>
          <p:nvPr>
            <p:ph type="pic" sz="quarter" idx="40"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8" name="Segnaposto testo 4"/>
          <p:cNvSpPr>
            <a:spLocks noGrp="1"/>
          </p:cNvSpPr>
          <p:nvPr>
            <p:ph type="body" sz="quarter" idx="41" hasCustomPrompt="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426356462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EXT + LARGE PHOTO">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Text + large photo</a:t>
            </a:r>
            <a:endParaRPr lang="en-GB"/>
          </a:p>
        </p:txBody>
      </p:sp>
      <p:sp>
        <p:nvSpPr>
          <p:cNvPr id="10" name="Segnaposto testo 9"/>
          <p:cNvSpPr>
            <a:spLocks noGrp="1"/>
          </p:cNvSpPr>
          <p:nvPr>
            <p:ph type="body" sz="quarter" idx="36" hasCustomPrompt="1"/>
          </p:nvPr>
        </p:nvSpPr>
        <p:spPr>
          <a:xfrm>
            <a:off x="425153" y="986108"/>
            <a:ext cx="2659001" cy="3549954"/>
          </a:xfrm>
        </p:spPr>
        <p:txBody>
          <a:bodyPr numCol="1" spcCol="0"/>
          <a:lstStyle>
            <a:lvl1pPr>
              <a:lnSpc>
                <a:spcPts val="1640"/>
              </a:lnSpc>
              <a:spcBef>
                <a:spcPts val="0"/>
              </a:spcBef>
              <a:spcAft>
                <a:spcPts val="400"/>
              </a:spcAft>
              <a:defRPr/>
            </a:lvl1pPr>
          </a:lstStyle>
          <a:p>
            <a:pPr lvl="0"/>
            <a:r>
              <a:rPr lang="en-US"/>
              <a:t>Text here </a:t>
            </a:r>
            <a:r>
              <a:rPr lang="en-US" err="1"/>
              <a:t>lorem</a:t>
            </a:r>
            <a:r>
              <a:rPr lang="en-US"/>
              <a:t> </a:t>
            </a:r>
            <a:r>
              <a:rPr lang="en-US" err="1"/>
              <a:t>ipsum</a:t>
            </a:r>
            <a:endParaRPr lang="en-US"/>
          </a:p>
        </p:txBody>
      </p:sp>
      <p:sp>
        <p:nvSpPr>
          <p:cNvPr id="12" name="Segnaposto testo 11"/>
          <p:cNvSpPr>
            <a:spLocks noGrp="1"/>
          </p:cNvSpPr>
          <p:nvPr>
            <p:ph type="body" sz="quarter" idx="37" hasCustomPrompt="1"/>
          </p:nvPr>
        </p:nvSpPr>
        <p:spPr>
          <a:xfrm>
            <a:off x="425945" y="512636"/>
            <a:ext cx="8359468" cy="197071"/>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8" name="Segnaposto immagine 8"/>
          <p:cNvSpPr>
            <a:spLocks noGrp="1"/>
          </p:cNvSpPr>
          <p:nvPr>
            <p:ph type="pic" sz="quarter" idx="39" hasCustomPrompt="1"/>
          </p:nvPr>
        </p:nvSpPr>
        <p:spPr>
          <a:xfrm>
            <a:off x="3294530" y="986584"/>
            <a:ext cx="5490883" cy="3548063"/>
          </a:xfrm>
        </p:spPr>
        <p:txBody>
          <a:bodyPr/>
          <a:lstStyle>
            <a:lvl1pPr>
              <a:defRPr sz="800" b="0" i="1">
                <a:solidFill>
                  <a:schemeClr val="accent5"/>
                </a:solidFill>
              </a:defRPr>
            </a:lvl1pPr>
          </a:lstStyle>
          <a:p>
            <a:r>
              <a:rPr lang="en-GB"/>
              <a:t>Click to insert a photo</a:t>
            </a:r>
          </a:p>
        </p:txBody>
      </p:sp>
      <p:sp>
        <p:nvSpPr>
          <p:cNvPr id="9" name="Segnaposto immagine 2"/>
          <p:cNvSpPr>
            <a:spLocks noGrp="1"/>
          </p:cNvSpPr>
          <p:nvPr>
            <p:ph type="pic" sz="quarter" idx="40"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11" name="Segnaposto testo 4"/>
          <p:cNvSpPr>
            <a:spLocks noGrp="1"/>
          </p:cNvSpPr>
          <p:nvPr>
            <p:ph type="body" sz="quarter" idx="41" hasCustomPrompt="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208050147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ONE COLUMN PHOTO">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One column photo</a:t>
            </a:r>
            <a:endParaRPr lang="en-GB"/>
          </a:p>
        </p:txBody>
      </p:sp>
      <p:sp>
        <p:nvSpPr>
          <p:cNvPr id="12" name="Segnaposto testo 11"/>
          <p:cNvSpPr>
            <a:spLocks noGrp="1"/>
          </p:cNvSpPr>
          <p:nvPr>
            <p:ph type="body" sz="quarter" idx="37" hasCustomPrompt="1"/>
          </p:nvPr>
        </p:nvSpPr>
        <p:spPr>
          <a:xfrm>
            <a:off x="425945" y="512635"/>
            <a:ext cx="8359468" cy="18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8" name="Segnaposto immagine 8"/>
          <p:cNvSpPr>
            <a:spLocks noGrp="1"/>
          </p:cNvSpPr>
          <p:nvPr>
            <p:ph type="pic" sz="quarter" idx="39" hasCustomPrompt="1"/>
          </p:nvPr>
        </p:nvSpPr>
        <p:spPr>
          <a:xfrm>
            <a:off x="425824" y="986584"/>
            <a:ext cx="8359588" cy="3548063"/>
          </a:xfrm>
        </p:spPr>
        <p:txBody>
          <a:bodyPr/>
          <a:lstStyle>
            <a:lvl1pPr>
              <a:defRPr sz="800" b="0" i="1">
                <a:solidFill>
                  <a:schemeClr val="accent5"/>
                </a:solidFill>
              </a:defRPr>
            </a:lvl1pPr>
          </a:lstStyle>
          <a:p>
            <a:r>
              <a:rPr lang="en-GB"/>
              <a:t>Click to insert a photo</a:t>
            </a:r>
          </a:p>
        </p:txBody>
      </p:sp>
      <p:sp>
        <p:nvSpPr>
          <p:cNvPr id="9" name="Segnaposto immagine 2"/>
          <p:cNvSpPr>
            <a:spLocks noGrp="1"/>
          </p:cNvSpPr>
          <p:nvPr>
            <p:ph type="pic" sz="quarter" idx="36"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10" name="Segnaposto testo 4"/>
          <p:cNvSpPr>
            <a:spLocks noGrp="1"/>
          </p:cNvSpPr>
          <p:nvPr>
            <p:ph type="body" sz="quarter" idx="40" hasCustomPrompt="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368072946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XT + CHAR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Text + chart</a:t>
            </a:r>
            <a:endParaRPr lang="en-GB"/>
          </a:p>
        </p:txBody>
      </p:sp>
      <p:sp>
        <p:nvSpPr>
          <p:cNvPr id="10" name="Segnaposto testo 9"/>
          <p:cNvSpPr>
            <a:spLocks noGrp="1"/>
          </p:cNvSpPr>
          <p:nvPr>
            <p:ph type="body" sz="quarter" idx="36" hasCustomPrompt="1"/>
          </p:nvPr>
        </p:nvSpPr>
        <p:spPr>
          <a:xfrm>
            <a:off x="425152" y="986108"/>
            <a:ext cx="3989966" cy="3549954"/>
          </a:xfrm>
        </p:spPr>
        <p:txBody>
          <a:bodyPr numCol="1" spcCol="0"/>
          <a:lstStyle>
            <a:lvl1pPr>
              <a:lnSpc>
                <a:spcPts val="1640"/>
              </a:lnSpc>
              <a:spcBef>
                <a:spcPts val="0"/>
              </a:spcBef>
              <a:spcAft>
                <a:spcPts val="400"/>
              </a:spcAft>
              <a:defRPr/>
            </a:lvl1pPr>
          </a:lstStyle>
          <a:p>
            <a:pPr lvl="0"/>
            <a:r>
              <a:rPr lang="en-US"/>
              <a:t>Text here </a:t>
            </a:r>
            <a:r>
              <a:rPr lang="en-US" err="1"/>
              <a:t>lorem</a:t>
            </a:r>
            <a:r>
              <a:rPr lang="en-US"/>
              <a:t> </a:t>
            </a:r>
            <a:r>
              <a:rPr lang="en-US" err="1"/>
              <a:t>ipsum</a:t>
            </a:r>
            <a:endParaRPr lang="en-US"/>
          </a:p>
        </p:txBody>
      </p:sp>
      <p:sp>
        <p:nvSpPr>
          <p:cNvPr id="12" name="Segnaposto testo 11"/>
          <p:cNvSpPr>
            <a:spLocks noGrp="1"/>
          </p:cNvSpPr>
          <p:nvPr>
            <p:ph type="body" sz="quarter" idx="37" hasCustomPrompt="1"/>
          </p:nvPr>
        </p:nvSpPr>
        <p:spPr>
          <a:xfrm>
            <a:off x="425945" y="512635"/>
            <a:ext cx="8359468" cy="18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cxnSp>
        <p:nvCxnSpPr>
          <p:cNvPr id="8" name="Connettore 1 7"/>
          <p:cNvCxnSpPr/>
          <p:nvPr userDrawn="1"/>
        </p:nvCxnSpPr>
        <p:spPr>
          <a:xfrm>
            <a:off x="4736359" y="1001058"/>
            <a:ext cx="404158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1" name="Segnaposto testo 10"/>
          <p:cNvSpPr>
            <a:spLocks noGrp="1"/>
          </p:cNvSpPr>
          <p:nvPr>
            <p:ph type="body" sz="quarter" idx="39" hasCustomPrompt="1"/>
          </p:nvPr>
        </p:nvSpPr>
        <p:spPr>
          <a:xfrm>
            <a:off x="4736361" y="1030380"/>
            <a:ext cx="4041587" cy="31432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sp>
        <p:nvSpPr>
          <p:cNvPr id="14" name="Segnaposto grafico 13"/>
          <p:cNvSpPr>
            <a:spLocks noGrp="1"/>
          </p:cNvSpPr>
          <p:nvPr>
            <p:ph type="chart" sz="quarter" idx="40" hasCustomPrompt="1"/>
          </p:nvPr>
        </p:nvSpPr>
        <p:spPr>
          <a:xfrm>
            <a:off x="4736075" y="1420065"/>
            <a:ext cx="4049338" cy="3114582"/>
          </a:xfrm>
        </p:spPr>
        <p:txBody>
          <a:bodyPr/>
          <a:lstStyle>
            <a:lvl1pPr>
              <a:defRPr sz="800" b="0" i="1">
                <a:solidFill>
                  <a:schemeClr val="accent5"/>
                </a:solidFill>
              </a:defRPr>
            </a:lvl1pPr>
          </a:lstStyle>
          <a:p>
            <a:r>
              <a:rPr lang="en-GB"/>
              <a:t>Click to insert a chart</a:t>
            </a:r>
          </a:p>
        </p:txBody>
      </p:sp>
      <p:sp>
        <p:nvSpPr>
          <p:cNvPr id="15" name="Segnaposto immagine 2"/>
          <p:cNvSpPr>
            <a:spLocks noGrp="1"/>
          </p:cNvSpPr>
          <p:nvPr>
            <p:ph type="pic" sz="quarter" idx="41"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13" name="Segnaposto testo 4"/>
          <p:cNvSpPr>
            <a:spLocks noGrp="1"/>
          </p:cNvSpPr>
          <p:nvPr>
            <p:ph type="body" sz="quarter" idx="42" hasCustomPrompt="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373744648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WO COLUMNS CHARTS">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Two columns charts</a:t>
            </a:r>
            <a:endParaRPr lang="en-GB"/>
          </a:p>
        </p:txBody>
      </p:sp>
      <p:sp>
        <p:nvSpPr>
          <p:cNvPr id="12" name="Segnaposto testo 11"/>
          <p:cNvSpPr>
            <a:spLocks noGrp="1"/>
          </p:cNvSpPr>
          <p:nvPr>
            <p:ph type="body" sz="quarter" idx="37" hasCustomPrompt="1"/>
          </p:nvPr>
        </p:nvSpPr>
        <p:spPr>
          <a:xfrm>
            <a:off x="425945" y="512635"/>
            <a:ext cx="8359468" cy="18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cxnSp>
        <p:nvCxnSpPr>
          <p:cNvPr id="9" name="Connettore 1 8"/>
          <p:cNvCxnSpPr/>
          <p:nvPr userDrawn="1"/>
        </p:nvCxnSpPr>
        <p:spPr>
          <a:xfrm>
            <a:off x="4736359" y="1001058"/>
            <a:ext cx="404158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1" name="Segnaposto testo 10"/>
          <p:cNvSpPr>
            <a:spLocks noGrp="1"/>
          </p:cNvSpPr>
          <p:nvPr>
            <p:ph type="body" sz="quarter" idx="40" hasCustomPrompt="1"/>
          </p:nvPr>
        </p:nvSpPr>
        <p:spPr>
          <a:xfrm>
            <a:off x="4736361" y="1030380"/>
            <a:ext cx="4041587" cy="31432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cxnSp>
        <p:nvCxnSpPr>
          <p:cNvPr id="13" name="Connettore 1 12"/>
          <p:cNvCxnSpPr/>
          <p:nvPr userDrawn="1"/>
        </p:nvCxnSpPr>
        <p:spPr>
          <a:xfrm>
            <a:off x="425823" y="1001058"/>
            <a:ext cx="404158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4" name="Segnaposto testo 10"/>
          <p:cNvSpPr>
            <a:spLocks noGrp="1"/>
          </p:cNvSpPr>
          <p:nvPr>
            <p:ph type="body" sz="quarter" idx="41" hasCustomPrompt="1"/>
          </p:nvPr>
        </p:nvSpPr>
        <p:spPr>
          <a:xfrm>
            <a:off x="425825" y="1030380"/>
            <a:ext cx="4041587" cy="31432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sp>
        <p:nvSpPr>
          <p:cNvPr id="15" name="Segnaposto grafico 13"/>
          <p:cNvSpPr>
            <a:spLocks noGrp="1"/>
          </p:cNvSpPr>
          <p:nvPr>
            <p:ph type="chart" sz="quarter" idx="42" hasCustomPrompt="1"/>
          </p:nvPr>
        </p:nvSpPr>
        <p:spPr>
          <a:xfrm>
            <a:off x="4736075" y="1420065"/>
            <a:ext cx="4049338" cy="3114582"/>
          </a:xfrm>
        </p:spPr>
        <p:txBody>
          <a:bodyPr/>
          <a:lstStyle>
            <a:lvl1pPr>
              <a:defRPr sz="800" b="0" i="1">
                <a:solidFill>
                  <a:schemeClr val="accent5"/>
                </a:solidFill>
              </a:defRPr>
            </a:lvl1pPr>
          </a:lstStyle>
          <a:p>
            <a:r>
              <a:rPr lang="en-GB"/>
              <a:t>Click to insert a chart</a:t>
            </a:r>
          </a:p>
        </p:txBody>
      </p:sp>
      <p:sp>
        <p:nvSpPr>
          <p:cNvPr id="16" name="Segnaposto grafico 13"/>
          <p:cNvSpPr>
            <a:spLocks noGrp="1"/>
          </p:cNvSpPr>
          <p:nvPr>
            <p:ph type="chart" sz="quarter" idx="43" hasCustomPrompt="1"/>
          </p:nvPr>
        </p:nvSpPr>
        <p:spPr>
          <a:xfrm>
            <a:off x="425546" y="1420065"/>
            <a:ext cx="4049338" cy="3114582"/>
          </a:xfrm>
        </p:spPr>
        <p:txBody>
          <a:bodyPr/>
          <a:lstStyle>
            <a:lvl1pPr>
              <a:defRPr sz="800" b="0" i="1">
                <a:solidFill>
                  <a:schemeClr val="accent5"/>
                </a:solidFill>
              </a:defRPr>
            </a:lvl1pPr>
          </a:lstStyle>
          <a:p>
            <a:r>
              <a:rPr lang="en-GB"/>
              <a:t>Click to insert a chart</a:t>
            </a:r>
          </a:p>
        </p:txBody>
      </p:sp>
      <p:sp>
        <p:nvSpPr>
          <p:cNvPr id="17" name="Segnaposto immagine 2"/>
          <p:cNvSpPr>
            <a:spLocks noGrp="1"/>
          </p:cNvSpPr>
          <p:nvPr>
            <p:ph type="pic" sz="quarter" idx="36"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18" name="Segnaposto testo 4"/>
          <p:cNvSpPr>
            <a:spLocks noGrp="1"/>
          </p:cNvSpPr>
          <p:nvPr>
            <p:ph type="body" sz="quarter" idx="39" hasCustomPrompt="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278482664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COLUMNS TEXT + CHAR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Two columns text + chart</a:t>
            </a:r>
            <a:endParaRPr lang="en-GB"/>
          </a:p>
        </p:txBody>
      </p:sp>
      <p:sp>
        <p:nvSpPr>
          <p:cNvPr id="10" name="Segnaposto testo 9"/>
          <p:cNvSpPr>
            <a:spLocks noGrp="1"/>
          </p:cNvSpPr>
          <p:nvPr>
            <p:ph type="body" sz="quarter" idx="36" hasCustomPrompt="1"/>
          </p:nvPr>
        </p:nvSpPr>
        <p:spPr>
          <a:xfrm>
            <a:off x="425152" y="986109"/>
            <a:ext cx="3989966" cy="1299892"/>
          </a:xfrm>
        </p:spPr>
        <p:txBody>
          <a:bodyPr numCol="1" spcCol="0"/>
          <a:lstStyle>
            <a:lvl1pPr>
              <a:lnSpc>
                <a:spcPts val="1640"/>
              </a:lnSpc>
              <a:spcBef>
                <a:spcPts val="0"/>
              </a:spcBef>
              <a:spcAft>
                <a:spcPts val="400"/>
              </a:spcAft>
              <a:defRPr/>
            </a:lvl1pPr>
          </a:lstStyle>
          <a:p>
            <a:pPr lvl="0"/>
            <a:r>
              <a:rPr lang="en-US"/>
              <a:t>Text here </a:t>
            </a:r>
            <a:r>
              <a:rPr lang="en-US" err="1"/>
              <a:t>lorem</a:t>
            </a:r>
            <a:r>
              <a:rPr lang="en-US"/>
              <a:t> </a:t>
            </a:r>
            <a:r>
              <a:rPr lang="en-US" err="1"/>
              <a:t>ipsum</a:t>
            </a:r>
            <a:endParaRPr lang="en-US"/>
          </a:p>
        </p:txBody>
      </p:sp>
      <p:sp>
        <p:nvSpPr>
          <p:cNvPr id="12" name="Segnaposto testo 11"/>
          <p:cNvSpPr>
            <a:spLocks noGrp="1"/>
          </p:cNvSpPr>
          <p:nvPr>
            <p:ph type="body" sz="quarter" idx="37" hasCustomPrompt="1"/>
          </p:nvPr>
        </p:nvSpPr>
        <p:spPr>
          <a:xfrm>
            <a:off x="425945" y="512635"/>
            <a:ext cx="8351997" cy="18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8" name="Segnaposto testo 9"/>
          <p:cNvSpPr>
            <a:spLocks noGrp="1"/>
          </p:cNvSpPr>
          <p:nvPr>
            <p:ph type="body" sz="quarter" idx="39" hasCustomPrompt="1"/>
          </p:nvPr>
        </p:nvSpPr>
        <p:spPr>
          <a:xfrm>
            <a:off x="4736353" y="986109"/>
            <a:ext cx="4049059" cy="1299892"/>
          </a:xfrm>
        </p:spPr>
        <p:txBody>
          <a:bodyPr numCol="1" spcCol="0"/>
          <a:lstStyle>
            <a:lvl1pPr>
              <a:lnSpc>
                <a:spcPts val="1640"/>
              </a:lnSpc>
              <a:spcBef>
                <a:spcPts val="0"/>
              </a:spcBef>
              <a:spcAft>
                <a:spcPts val="400"/>
              </a:spcAft>
              <a:defRPr/>
            </a:lvl1pPr>
          </a:lstStyle>
          <a:p>
            <a:pPr lvl="0"/>
            <a:r>
              <a:rPr lang="en-US"/>
              <a:t>Text here </a:t>
            </a:r>
            <a:r>
              <a:rPr lang="en-US" err="1"/>
              <a:t>lorem</a:t>
            </a:r>
            <a:r>
              <a:rPr lang="en-US"/>
              <a:t> </a:t>
            </a:r>
            <a:r>
              <a:rPr lang="en-US" err="1"/>
              <a:t>ipsum</a:t>
            </a:r>
            <a:endParaRPr lang="en-US"/>
          </a:p>
        </p:txBody>
      </p:sp>
      <p:cxnSp>
        <p:nvCxnSpPr>
          <p:cNvPr id="11" name="Connettore 1 10"/>
          <p:cNvCxnSpPr/>
          <p:nvPr userDrawn="1"/>
        </p:nvCxnSpPr>
        <p:spPr>
          <a:xfrm>
            <a:off x="4743830" y="2360705"/>
            <a:ext cx="404158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3" name="Segnaposto testo 10"/>
          <p:cNvSpPr>
            <a:spLocks noGrp="1"/>
          </p:cNvSpPr>
          <p:nvPr>
            <p:ph type="body" sz="quarter" idx="41" hasCustomPrompt="1"/>
          </p:nvPr>
        </p:nvSpPr>
        <p:spPr>
          <a:xfrm>
            <a:off x="4743832" y="2390028"/>
            <a:ext cx="4041587" cy="31432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cxnSp>
        <p:nvCxnSpPr>
          <p:cNvPr id="14" name="Connettore 1 13"/>
          <p:cNvCxnSpPr/>
          <p:nvPr userDrawn="1"/>
        </p:nvCxnSpPr>
        <p:spPr>
          <a:xfrm>
            <a:off x="425823" y="2360705"/>
            <a:ext cx="404158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5" name="Segnaposto testo 10"/>
          <p:cNvSpPr>
            <a:spLocks noGrp="1"/>
          </p:cNvSpPr>
          <p:nvPr>
            <p:ph type="body" sz="quarter" idx="42" hasCustomPrompt="1"/>
          </p:nvPr>
        </p:nvSpPr>
        <p:spPr>
          <a:xfrm>
            <a:off x="425825" y="2390028"/>
            <a:ext cx="4041587" cy="31432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sp>
        <p:nvSpPr>
          <p:cNvPr id="16" name="Segnaposto grafico 13"/>
          <p:cNvSpPr>
            <a:spLocks noGrp="1"/>
          </p:cNvSpPr>
          <p:nvPr>
            <p:ph type="chart" sz="quarter" idx="43" hasCustomPrompt="1"/>
          </p:nvPr>
        </p:nvSpPr>
        <p:spPr>
          <a:xfrm>
            <a:off x="4736075" y="2794000"/>
            <a:ext cx="4049338" cy="1740647"/>
          </a:xfrm>
        </p:spPr>
        <p:txBody>
          <a:bodyPr/>
          <a:lstStyle>
            <a:lvl1pPr>
              <a:defRPr sz="800" b="0" i="1">
                <a:solidFill>
                  <a:schemeClr val="accent5"/>
                </a:solidFill>
              </a:defRPr>
            </a:lvl1pPr>
          </a:lstStyle>
          <a:p>
            <a:r>
              <a:rPr lang="en-GB"/>
              <a:t>Click to insert a chart</a:t>
            </a:r>
          </a:p>
        </p:txBody>
      </p:sp>
      <p:sp>
        <p:nvSpPr>
          <p:cNvPr id="17" name="Segnaposto grafico 13"/>
          <p:cNvSpPr>
            <a:spLocks noGrp="1"/>
          </p:cNvSpPr>
          <p:nvPr>
            <p:ph type="chart" sz="quarter" idx="44" hasCustomPrompt="1"/>
          </p:nvPr>
        </p:nvSpPr>
        <p:spPr>
          <a:xfrm>
            <a:off x="425546" y="2794000"/>
            <a:ext cx="4049338" cy="1740647"/>
          </a:xfrm>
        </p:spPr>
        <p:txBody>
          <a:bodyPr/>
          <a:lstStyle>
            <a:lvl1pPr>
              <a:defRPr sz="800" b="0" i="1">
                <a:solidFill>
                  <a:schemeClr val="accent5"/>
                </a:solidFill>
              </a:defRPr>
            </a:lvl1pPr>
          </a:lstStyle>
          <a:p>
            <a:r>
              <a:rPr lang="en-GB"/>
              <a:t>Click to insert a chart</a:t>
            </a:r>
          </a:p>
        </p:txBody>
      </p:sp>
      <p:sp>
        <p:nvSpPr>
          <p:cNvPr id="18" name="Segnaposto immagine 2"/>
          <p:cNvSpPr>
            <a:spLocks noGrp="1"/>
          </p:cNvSpPr>
          <p:nvPr>
            <p:ph type="pic" sz="quarter" idx="45"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19" name="Segnaposto testo 4"/>
          <p:cNvSpPr>
            <a:spLocks noGrp="1"/>
          </p:cNvSpPr>
          <p:nvPr>
            <p:ph type="body" sz="quarter" idx="46" hasCustomPrompt="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389062549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XT + LARGE CHAR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Text + large chart</a:t>
            </a:r>
            <a:endParaRPr lang="en-GB"/>
          </a:p>
        </p:txBody>
      </p:sp>
      <p:sp>
        <p:nvSpPr>
          <p:cNvPr id="10" name="Segnaposto testo 9"/>
          <p:cNvSpPr>
            <a:spLocks noGrp="1"/>
          </p:cNvSpPr>
          <p:nvPr>
            <p:ph type="body" sz="quarter" idx="36" hasCustomPrompt="1"/>
          </p:nvPr>
        </p:nvSpPr>
        <p:spPr>
          <a:xfrm>
            <a:off x="425152" y="986108"/>
            <a:ext cx="2675142" cy="3549954"/>
          </a:xfrm>
        </p:spPr>
        <p:txBody>
          <a:bodyPr numCol="1" spcCol="0"/>
          <a:lstStyle>
            <a:lvl1pPr>
              <a:lnSpc>
                <a:spcPts val="1640"/>
              </a:lnSpc>
              <a:spcBef>
                <a:spcPts val="0"/>
              </a:spcBef>
              <a:spcAft>
                <a:spcPts val="400"/>
              </a:spcAft>
              <a:defRPr/>
            </a:lvl1pPr>
          </a:lstStyle>
          <a:p>
            <a:pPr lvl="0"/>
            <a:r>
              <a:rPr lang="en-US"/>
              <a:t>Text here </a:t>
            </a:r>
            <a:r>
              <a:rPr lang="en-US" err="1"/>
              <a:t>lorem</a:t>
            </a:r>
            <a:r>
              <a:rPr lang="en-US"/>
              <a:t> </a:t>
            </a:r>
            <a:r>
              <a:rPr lang="en-US" err="1"/>
              <a:t>ipsum</a:t>
            </a:r>
            <a:endParaRPr lang="en-US"/>
          </a:p>
        </p:txBody>
      </p:sp>
      <p:sp>
        <p:nvSpPr>
          <p:cNvPr id="12" name="Segnaposto testo 11"/>
          <p:cNvSpPr>
            <a:spLocks noGrp="1"/>
          </p:cNvSpPr>
          <p:nvPr>
            <p:ph type="body" sz="quarter" idx="37" hasCustomPrompt="1"/>
          </p:nvPr>
        </p:nvSpPr>
        <p:spPr>
          <a:xfrm>
            <a:off x="425945" y="512635"/>
            <a:ext cx="8366938" cy="18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cxnSp>
        <p:nvCxnSpPr>
          <p:cNvPr id="8" name="Connettore 1 7"/>
          <p:cNvCxnSpPr/>
          <p:nvPr userDrawn="1"/>
        </p:nvCxnSpPr>
        <p:spPr>
          <a:xfrm>
            <a:off x="3339360" y="1001058"/>
            <a:ext cx="543858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9" name="Segnaposto testo 10"/>
          <p:cNvSpPr>
            <a:spLocks noGrp="1"/>
          </p:cNvSpPr>
          <p:nvPr>
            <p:ph type="body" sz="quarter" idx="39" hasCustomPrompt="1"/>
          </p:nvPr>
        </p:nvSpPr>
        <p:spPr>
          <a:xfrm>
            <a:off x="3339361" y="1030380"/>
            <a:ext cx="5438587" cy="31432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sp>
        <p:nvSpPr>
          <p:cNvPr id="11" name="Segnaposto grafico 13"/>
          <p:cNvSpPr>
            <a:spLocks noGrp="1"/>
          </p:cNvSpPr>
          <p:nvPr>
            <p:ph type="chart" sz="quarter" idx="42" hasCustomPrompt="1"/>
          </p:nvPr>
        </p:nvSpPr>
        <p:spPr>
          <a:xfrm>
            <a:off x="3339353" y="1420065"/>
            <a:ext cx="5446059" cy="3114582"/>
          </a:xfrm>
        </p:spPr>
        <p:txBody>
          <a:bodyPr/>
          <a:lstStyle>
            <a:lvl1pPr>
              <a:defRPr sz="800" b="0" i="1">
                <a:solidFill>
                  <a:schemeClr val="accent5"/>
                </a:solidFill>
              </a:defRPr>
            </a:lvl1pPr>
          </a:lstStyle>
          <a:p>
            <a:r>
              <a:rPr lang="en-GB"/>
              <a:t>Click to insert a chart</a:t>
            </a:r>
          </a:p>
        </p:txBody>
      </p:sp>
      <p:sp>
        <p:nvSpPr>
          <p:cNvPr id="14" name="Segnaposto immagine 2"/>
          <p:cNvSpPr>
            <a:spLocks noGrp="1"/>
          </p:cNvSpPr>
          <p:nvPr>
            <p:ph type="pic" sz="quarter" idx="43"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13" name="Segnaposto testo 4"/>
          <p:cNvSpPr>
            <a:spLocks noGrp="1"/>
          </p:cNvSpPr>
          <p:nvPr>
            <p:ph type="body" sz="quarter" idx="44" hasCustomPrompt="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323965443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ONE COLUMN CHAR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One column chart</a:t>
            </a:r>
            <a:endParaRPr lang="en-GB"/>
          </a:p>
        </p:txBody>
      </p:sp>
      <p:sp>
        <p:nvSpPr>
          <p:cNvPr id="12" name="Segnaposto testo 11"/>
          <p:cNvSpPr>
            <a:spLocks noGrp="1"/>
          </p:cNvSpPr>
          <p:nvPr>
            <p:ph type="body" sz="quarter" idx="37" hasCustomPrompt="1"/>
          </p:nvPr>
        </p:nvSpPr>
        <p:spPr>
          <a:xfrm>
            <a:off x="425945" y="512635"/>
            <a:ext cx="8359468" cy="18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cxnSp>
        <p:nvCxnSpPr>
          <p:cNvPr id="8" name="Connettore 1 7"/>
          <p:cNvCxnSpPr/>
          <p:nvPr userDrawn="1"/>
        </p:nvCxnSpPr>
        <p:spPr>
          <a:xfrm>
            <a:off x="425823" y="1001058"/>
            <a:ext cx="835211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9" name="Segnaposto testo 10"/>
          <p:cNvSpPr>
            <a:spLocks noGrp="1"/>
          </p:cNvSpPr>
          <p:nvPr>
            <p:ph type="body" sz="quarter" idx="39" hasCustomPrompt="1"/>
          </p:nvPr>
        </p:nvSpPr>
        <p:spPr>
          <a:xfrm>
            <a:off x="425824" y="1030380"/>
            <a:ext cx="8352117" cy="32179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sp>
        <p:nvSpPr>
          <p:cNvPr id="11" name="Segnaposto grafico 13"/>
          <p:cNvSpPr>
            <a:spLocks noGrp="1"/>
          </p:cNvSpPr>
          <p:nvPr>
            <p:ph type="chart" sz="quarter" idx="42" hasCustomPrompt="1"/>
          </p:nvPr>
        </p:nvSpPr>
        <p:spPr>
          <a:xfrm>
            <a:off x="425826" y="1420065"/>
            <a:ext cx="8359588" cy="3114582"/>
          </a:xfrm>
        </p:spPr>
        <p:txBody>
          <a:bodyPr/>
          <a:lstStyle>
            <a:lvl1pPr>
              <a:defRPr sz="800" b="0" i="1">
                <a:solidFill>
                  <a:schemeClr val="accent5"/>
                </a:solidFill>
              </a:defRPr>
            </a:lvl1pPr>
          </a:lstStyle>
          <a:p>
            <a:r>
              <a:rPr lang="en-GB"/>
              <a:t>Click to insert a chart</a:t>
            </a:r>
          </a:p>
        </p:txBody>
      </p:sp>
      <p:sp>
        <p:nvSpPr>
          <p:cNvPr id="13" name="Segnaposto immagine 2"/>
          <p:cNvSpPr>
            <a:spLocks noGrp="1"/>
          </p:cNvSpPr>
          <p:nvPr>
            <p:ph type="pic" sz="quarter" idx="36"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10" name="Segnaposto testo 4"/>
          <p:cNvSpPr>
            <a:spLocks noGrp="1"/>
          </p:cNvSpPr>
          <p:nvPr>
            <p:ph type="body" sz="quarter" idx="43" hasCustomPrompt="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150112507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ONE COLUMN TABLE">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One column table</a:t>
            </a:r>
            <a:endParaRPr lang="en-GB"/>
          </a:p>
        </p:txBody>
      </p:sp>
      <p:sp>
        <p:nvSpPr>
          <p:cNvPr id="12" name="Segnaposto testo 11"/>
          <p:cNvSpPr>
            <a:spLocks noGrp="1"/>
          </p:cNvSpPr>
          <p:nvPr>
            <p:ph type="body" sz="quarter" idx="37" hasCustomPrompt="1"/>
          </p:nvPr>
        </p:nvSpPr>
        <p:spPr>
          <a:xfrm>
            <a:off x="425945" y="512635"/>
            <a:ext cx="8359468" cy="212012"/>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5" name="Segnaposto tabella 4"/>
          <p:cNvSpPr>
            <a:spLocks noGrp="1"/>
          </p:cNvSpPr>
          <p:nvPr>
            <p:ph type="tbl" sz="quarter" idx="39" hasCustomPrompt="1"/>
          </p:nvPr>
        </p:nvSpPr>
        <p:spPr>
          <a:xfrm>
            <a:off x="425824" y="978648"/>
            <a:ext cx="8359588" cy="3563471"/>
          </a:xfrm>
        </p:spPr>
        <p:txBody>
          <a:bodyPr/>
          <a:lstStyle>
            <a:lvl1pPr>
              <a:defRPr sz="800" b="0" i="1">
                <a:solidFill>
                  <a:schemeClr val="accent5"/>
                </a:solidFill>
              </a:defRPr>
            </a:lvl1pPr>
          </a:lstStyle>
          <a:p>
            <a:r>
              <a:rPr lang="en-GB"/>
              <a:t>Click to insert a table</a:t>
            </a:r>
          </a:p>
        </p:txBody>
      </p:sp>
      <p:sp>
        <p:nvSpPr>
          <p:cNvPr id="6" name="Segnaposto immagine 2"/>
          <p:cNvSpPr>
            <a:spLocks noGrp="1"/>
          </p:cNvSpPr>
          <p:nvPr>
            <p:ph type="pic" sz="quarter" idx="43"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8" name="Segnaposto testo 4"/>
          <p:cNvSpPr>
            <a:spLocks noGrp="1"/>
          </p:cNvSpPr>
          <p:nvPr>
            <p:ph type="body" sz="quarter" idx="44" hasCustomPrompt="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218327223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297FA01E-24AC-49D4-8C41-C51389DC6FF8}"/>
              </a:ext>
            </a:extLst>
          </p:cNvPr>
          <p:cNvSpPr/>
          <p:nvPr>
            <p:custDataLst>
              <p:tags r:id="rId1"/>
            </p:custDataLst>
          </p:nvPr>
        </p:nvSpPr>
        <p:spPr>
          <a:xfrm>
            <a:off x="0" y="0"/>
            <a:ext cx="9525" cy="9525"/>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2" name="Title 1"/>
          <p:cNvSpPr>
            <a:spLocks noGrp="1"/>
          </p:cNvSpPr>
          <p:nvPr>
            <p:ph type="title"/>
          </p:nvPr>
        </p:nvSpPr>
        <p:spPr>
          <a:xfrm>
            <a:off x="457200" y="205978"/>
            <a:ext cx="8229600" cy="529568"/>
          </a:xfrm>
          <a:noFill/>
          <a:ln>
            <a:noFill/>
          </a:ln>
        </p:spPr>
        <p:txBody>
          <a:bodyPr>
            <a:normAutofit/>
          </a:bodyPr>
          <a:lstStyle>
            <a:lvl1pPr algn="l">
              <a:defRPr sz="2400">
                <a:solidFill>
                  <a:srgbClr val="FF0000"/>
                </a:solidFill>
              </a:defRPr>
            </a:lvl1pPr>
          </a:lstStyle>
          <a:p>
            <a:r>
              <a:rPr lang="en-US"/>
              <a:t>Click to edit Master title style</a:t>
            </a:r>
            <a:endParaRPr lang="fr-F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cxnSp>
        <p:nvCxnSpPr>
          <p:cNvPr id="8" name="Straight Connector 7"/>
          <p:cNvCxnSpPr/>
          <p:nvPr/>
        </p:nvCxnSpPr>
        <p:spPr>
          <a:xfrm>
            <a:off x="457200" y="789552"/>
            <a:ext cx="82296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30374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ONE COLUMN TEX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One column text</a:t>
            </a:r>
            <a:endParaRPr lang="en-GB"/>
          </a:p>
        </p:txBody>
      </p:sp>
      <p:sp>
        <p:nvSpPr>
          <p:cNvPr id="10" name="Segnaposto testo 9"/>
          <p:cNvSpPr>
            <a:spLocks noGrp="1"/>
          </p:cNvSpPr>
          <p:nvPr>
            <p:ph type="body" sz="quarter" idx="36" hasCustomPrompt="1"/>
          </p:nvPr>
        </p:nvSpPr>
        <p:spPr>
          <a:xfrm>
            <a:off x="425151" y="986108"/>
            <a:ext cx="8390143" cy="3549954"/>
          </a:xfrm>
        </p:spPr>
        <p:txBody>
          <a:bodyPr/>
          <a:lstStyle>
            <a:lvl1pPr>
              <a:lnSpc>
                <a:spcPts val="1640"/>
              </a:lnSpc>
              <a:spcBef>
                <a:spcPts val="0"/>
              </a:spcBef>
              <a:spcAft>
                <a:spcPts val="400"/>
              </a:spcAft>
              <a:defRPr/>
            </a:lvl1pPr>
          </a:lstStyle>
          <a:p>
            <a:pPr lvl="0"/>
            <a:r>
              <a:rPr lang="en-US"/>
              <a:t>Text here </a:t>
            </a:r>
            <a:r>
              <a:rPr lang="en-US" err="1"/>
              <a:t>lorem</a:t>
            </a:r>
            <a:r>
              <a:rPr lang="en-US"/>
              <a:t> </a:t>
            </a:r>
            <a:r>
              <a:rPr lang="en-US" err="1"/>
              <a:t>ipsum</a:t>
            </a:r>
            <a:endParaRPr lang="en-GB"/>
          </a:p>
        </p:txBody>
      </p:sp>
      <p:sp>
        <p:nvSpPr>
          <p:cNvPr id="12" name="Segnaposto testo 11"/>
          <p:cNvSpPr>
            <a:spLocks noGrp="1"/>
          </p:cNvSpPr>
          <p:nvPr>
            <p:ph type="body" sz="quarter" idx="37" hasCustomPrompt="1"/>
          </p:nvPr>
        </p:nvSpPr>
        <p:spPr>
          <a:xfrm>
            <a:off x="425944" y="512635"/>
            <a:ext cx="8359468" cy="18213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13" name="Segnaposto immagine 2"/>
          <p:cNvSpPr>
            <a:spLocks noGrp="1"/>
          </p:cNvSpPr>
          <p:nvPr>
            <p:ph type="pic" sz="quarter" idx="38" hasCustomPrompt="1"/>
          </p:nvPr>
        </p:nvSpPr>
        <p:spPr>
          <a:xfrm>
            <a:off x="1041400" y="4646613"/>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9" name="Segnaposto testo 4"/>
          <p:cNvSpPr>
            <a:spLocks noGrp="1"/>
          </p:cNvSpPr>
          <p:nvPr>
            <p:ph type="body" sz="quarter" idx="39" hasCustomPrompt="1"/>
          </p:nvPr>
        </p:nvSpPr>
        <p:spPr>
          <a:xfrm>
            <a:off x="808041" y="4758052"/>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43102969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2_ONE COLUMN TEXT">
    <p:spTree>
      <p:nvGrpSpPr>
        <p:cNvPr id="1" name=""/>
        <p:cNvGrpSpPr/>
        <p:nvPr/>
      </p:nvGrpSpPr>
      <p:grpSpPr>
        <a:xfrm>
          <a:off x="0" y="0"/>
          <a:ext cx="0" cy="0"/>
          <a:chOff x="0" y="0"/>
          <a:chExt cx="0" cy="0"/>
        </a:xfrm>
      </p:grpSpPr>
      <p:sp>
        <p:nvSpPr>
          <p:cNvPr id="3" name="Titolo 2"/>
          <p:cNvSpPr>
            <a:spLocks noGrp="1"/>
          </p:cNvSpPr>
          <p:nvPr>
            <p:ph type="title" hasCustomPrompt="1"/>
          </p:nvPr>
        </p:nvSpPr>
        <p:spPr/>
        <p:txBody>
          <a:bodyPr/>
          <a:lstStyle>
            <a:lvl1pPr>
              <a:defRPr baseline="0"/>
            </a:lvl1pPr>
          </a:lstStyle>
          <a:p>
            <a:r>
              <a:rPr lang="en-US"/>
              <a:t>One column text</a:t>
            </a:r>
            <a:endParaRPr lang="en-GB"/>
          </a:p>
        </p:txBody>
      </p:sp>
      <p:sp>
        <p:nvSpPr>
          <p:cNvPr id="12" name="Segnaposto testo 11"/>
          <p:cNvSpPr>
            <a:spLocks noGrp="1"/>
          </p:cNvSpPr>
          <p:nvPr>
            <p:ph type="body" sz="quarter" idx="37" hasCustomPrompt="1"/>
          </p:nvPr>
        </p:nvSpPr>
        <p:spPr>
          <a:xfrm>
            <a:off x="425945" y="512635"/>
            <a:ext cx="8359468" cy="18213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5" name="Segnaposto numero diapositiva 6">
            <a:extLst>
              <a:ext uri="{FF2B5EF4-FFF2-40B4-BE49-F238E27FC236}">
                <a16:creationId xmlns:a16="http://schemas.microsoft.com/office/drawing/2014/main" id="{A1AF05BB-02F8-4E30-956F-4BEFC07B0FCE}"/>
              </a:ext>
            </a:extLst>
          </p:cNvPr>
          <p:cNvSpPr>
            <a:spLocks noGrp="1"/>
          </p:cNvSpPr>
          <p:nvPr>
            <p:ph type="sldNum" sz="quarter" idx="35"/>
          </p:nvPr>
        </p:nvSpPr>
        <p:spPr>
          <a:xfrm>
            <a:off x="8668765" y="4760656"/>
            <a:ext cx="370724" cy="147908"/>
          </a:xfrm>
        </p:spPr>
        <p:txBody>
          <a:bodyPr/>
          <a:lstStyle/>
          <a:p>
            <a:fld id="{9C18EA95-C3D3-214C-9452-EF8527DBCD86}" type="slidenum">
              <a:rPr lang="it-IT" smtClean="0"/>
              <a:pPr/>
              <a:t>‹N›</a:t>
            </a:fld>
            <a:endParaRPr lang="it-IT"/>
          </a:p>
        </p:txBody>
      </p:sp>
    </p:spTree>
    <p:extLst>
      <p:ext uri="{BB962C8B-B14F-4D97-AF65-F5344CB8AC3E}">
        <p14:creationId xmlns:p14="http://schemas.microsoft.com/office/powerpoint/2010/main" val="204504108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One column text</a:t>
            </a:r>
            <a:endParaRPr lang="en-GB"/>
          </a:p>
        </p:txBody>
      </p:sp>
      <p:sp>
        <p:nvSpPr>
          <p:cNvPr id="12" name="Segnaposto testo 11"/>
          <p:cNvSpPr>
            <a:spLocks noGrp="1"/>
          </p:cNvSpPr>
          <p:nvPr>
            <p:ph type="body" sz="quarter" idx="37" hasCustomPrompt="1"/>
          </p:nvPr>
        </p:nvSpPr>
        <p:spPr>
          <a:xfrm>
            <a:off x="425945" y="512635"/>
            <a:ext cx="8359468" cy="18213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Tree>
    <p:extLst>
      <p:ext uri="{BB962C8B-B14F-4D97-AF65-F5344CB8AC3E}">
        <p14:creationId xmlns:p14="http://schemas.microsoft.com/office/powerpoint/2010/main" val="22027957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Two columns text</a:t>
            </a:r>
            <a:endParaRPr lang="en-GB"/>
          </a:p>
        </p:txBody>
      </p:sp>
      <p:sp>
        <p:nvSpPr>
          <p:cNvPr id="10" name="Segnaposto testo 9"/>
          <p:cNvSpPr>
            <a:spLocks noGrp="1"/>
          </p:cNvSpPr>
          <p:nvPr>
            <p:ph type="body" sz="quarter" idx="36" hasCustomPrompt="1"/>
          </p:nvPr>
        </p:nvSpPr>
        <p:spPr>
          <a:xfrm>
            <a:off x="425152" y="986108"/>
            <a:ext cx="8360261" cy="3549954"/>
          </a:xfrm>
        </p:spPr>
        <p:txBody>
          <a:bodyPr numCol="2" spcCol="288000"/>
          <a:lstStyle>
            <a:lvl1pPr>
              <a:lnSpc>
                <a:spcPts val="1640"/>
              </a:lnSpc>
              <a:spcBef>
                <a:spcPts val="0"/>
              </a:spcBef>
              <a:spcAft>
                <a:spcPts val="400"/>
              </a:spcAft>
              <a:defRPr/>
            </a:lvl1pPr>
          </a:lstStyle>
          <a:p>
            <a:pPr lvl="0"/>
            <a:r>
              <a:rPr lang="en-US"/>
              <a:t>Text here </a:t>
            </a:r>
            <a:r>
              <a:rPr lang="en-US" err="1"/>
              <a:t>lorem</a:t>
            </a:r>
            <a:r>
              <a:rPr lang="en-US"/>
              <a:t> </a:t>
            </a:r>
            <a:r>
              <a:rPr lang="en-US" err="1"/>
              <a:t>ipsum</a:t>
            </a:r>
            <a:endParaRPr lang="en-US"/>
          </a:p>
        </p:txBody>
      </p:sp>
      <p:sp>
        <p:nvSpPr>
          <p:cNvPr id="12" name="Segnaposto testo 11"/>
          <p:cNvSpPr>
            <a:spLocks noGrp="1"/>
          </p:cNvSpPr>
          <p:nvPr>
            <p:ph type="body" sz="quarter" idx="37" hasCustomPrompt="1"/>
          </p:nvPr>
        </p:nvSpPr>
        <p:spPr>
          <a:xfrm>
            <a:off x="425945" y="512636"/>
            <a:ext cx="8359468" cy="174659"/>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Tree>
    <p:extLst>
      <p:ext uri="{BB962C8B-B14F-4D97-AF65-F5344CB8AC3E}">
        <p14:creationId xmlns:p14="http://schemas.microsoft.com/office/powerpoint/2010/main" val="115632769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EXT + PHOTO">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Text + photo</a:t>
            </a:r>
            <a:endParaRPr lang="en-GB"/>
          </a:p>
        </p:txBody>
      </p:sp>
      <p:sp>
        <p:nvSpPr>
          <p:cNvPr id="10" name="Segnaposto testo 9"/>
          <p:cNvSpPr>
            <a:spLocks noGrp="1"/>
          </p:cNvSpPr>
          <p:nvPr>
            <p:ph type="body" sz="quarter" idx="36" hasCustomPrompt="1"/>
          </p:nvPr>
        </p:nvSpPr>
        <p:spPr>
          <a:xfrm>
            <a:off x="425152" y="986108"/>
            <a:ext cx="4055153" cy="3549954"/>
          </a:xfrm>
        </p:spPr>
        <p:txBody>
          <a:bodyPr numCol="1" spcCol="0"/>
          <a:lstStyle>
            <a:lvl1pPr marL="287993" indent="-287993">
              <a:lnSpc>
                <a:spcPts val="1640"/>
              </a:lnSpc>
              <a:spcBef>
                <a:spcPts val="0"/>
              </a:spcBef>
              <a:spcAft>
                <a:spcPts val="400"/>
              </a:spcAft>
              <a:buSzPct val="130000"/>
              <a:buFont typeface="Arial"/>
              <a:buChar char="•"/>
              <a:defRPr baseline="0"/>
            </a:lvl1pPr>
          </a:lstStyle>
          <a:p>
            <a:pPr lvl="0"/>
            <a:r>
              <a:rPr lang="en-US"/>
              <a:t>Text here </a:t>
            </a:r>
            <a:r>
              <a:rPr lang="en-US" err="1"/>
              <a:t>lorem</a:t>
            </a:r>
            <a:r>
              <a:rPr lang="en-US"/>
              <a:t> </a:t>
            </a:r>
            <a:r>
              <a:rPr lang="en-US" err="1"/>
              <a:t>ipsum</a:t>
            </a:r>
            <a:endParaRPr lang="en-US"/>
          </a:p>
        </p:txBody>
      </p:sp>
      <p:sp>
        <p:nvSpPr>
          <p:cNvPr id="12" name="Segnaposto testo 11"/>
          <p:cNvSpPr>
            <a:spLocks noGrp="1"/>
          </p:cNvSpPr>
          <p:nvPr>
            <p:ph type="body" sz="quarter" idx="37" hasCustomPrompt="1"/>
          </p:nvPr>
        </p:nvSpPr>
        <p:spPr>
          <a:xfrm>
            <a:off x="425945" y="512636"/>
            <a:ext cx="8359468" cy="174659"/>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9" name="Segnaposto immagine 8"/>
          <p:cNvSpPr>
            <a:spLocks noGrp="1"/>
          </p:cNvSpPr>
          <p:nvPr>
            <p:ph type="pic" sz="quarter" idx="39" hasCustomPrompt="1"/>
          </p:nvPr>
        </p:nvSpPr>
        <p:spPr>
          <a:xfrm>
            <a:off x="4653991" y="986584"/>
            <a:ext cx="4131422" cy="3548063"/>
          </a:xfrm>
        </p:spPr>
        <p:txBody>
          <a:bodyPr/>
          <a:lstStyle>
            <a:lvl1pPr>
              <a:defRPr sz="800" b="0" i="1">
                <a:solidFill>
                  <a:schemeClr val="accent5"/>
                </a:solidFill>
              </a:defRPr>
            </a:lvl1pPr>
          </a:lstStyle>
          <a:p>
            <a:r>
              <a:rPr lang="en-GB"/>
              <a:t>Click to insert a photo</a:t>
            </a:r>
          </a:p>
        </p:txBody>
      </p:sp>
    </p:spTree>
    <p:extLst>
      <p:ext uri="{BB962C8B-B14F-4D97-AF65-F5344CB8AC3E}">
        <p14:creationId xmlns:p14="http://schemas.microsoft.com/office/powerpoint/2010/main" val="195175015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EXT + LARGE PHOTO">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Text + large photo</a:t>
            </a:r>
            <a:endParaRPr lang="en-GB"/>
          </a:p>
        </p:txBody>
      </p:sp>
      <p:sp>
        <p:nvSpPr>
          <p:cNvPr id="10" name="Segnaposto testo 9"/>
          <p:cNvSpPr>
            <a:spLocks noGrp="1"/>
          </p:cNvSpPr>
          <p:nvPr>
            <p:ph type="body" sz="quarter" idx="36" hasCustomPrompt="1"/>
          </p:nvPr>
        </p:nvSpPr>
        <p:spPr>
          <a:xfrm>
            <a:off x="425153" y="986108"/>
            <a:ext cx="2659001" cy="3549954"/>
          </a:xfrm>
        </p:spPr>
        <p:txBody>
          <a:bodyPr numCol="1" spcCol="0"/>
          <a:lstStyle>
            <a:lvl1pPr>
              <a:lnSpc>
                <a:spcPts val="1640"/>
              </a:lnSpc>
              <a:spcBef>
                <a:spcPts val="0"/>
              </a:spcBef>
              <a:spcAft>
                <a:spcPts val="400"/>
              </a:spcAft>
              <a:defRPr/>
            </a:lvl1pPr>
          </a:lstStyle>
          <a:p>
            <a:pPr lvl="0"/>
            <a:r>
              <a:rPr lang="en-US"/>
              <a:t>Text here </a:t>
            </a:r>
            <a:r>
              <a:rPr lang="en-US" err="1"/>
              <a:t>lorem</a:t>
            </a:r>
            <a:r>
              <a:rPr lang="en-US"/>
              <a:t> </a:t>
            </a:r>
            <a:r>
              <a:rPr lang="en-US" err="1"/>
              <a:t>ipsum</a:t>
            </a:r>
            <a:endParaRPr lang="en-US"/>
          </a:p>
        </p:txBody>
      </p:sp>
      <p:sp>
        <p:nvSpPr>
          <p:cNvPr id="12" name="Segnaposto testo 11"/>
          <p:cNvSpPr>
            <a:spLocks noGrp="1"/>
          </p:cNvSpPr>
          <p:nvPr>
            <p:ph type="body" sz="quarter" idx="37" hasCustomPrompt="1"/>
          </p:nvPr>
        </p:nvSpPr>
        <p:spPr>
          <a:xfrm>
            <a:off x="425945" y="512636"/>
            <a:ext cx="8359468" cy="197071"/>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8" name="Segnaposto immagine 8"/>
          <p:cNvSpPr>
            <a:spLocks noGrp="1"/>
          </p:cNvSpPr>
          <p:nvPr>
            <p:ph type="pic" sz="quarter" idx="39" hasCustomPrompt="1"/>
          </p:nvPr>
        </p:nvSpPr>
        <p:spPr>
          <a:xfrm>
            <a:off x="3294530" y="986584"/>
            <a:ext cx="5490883" cy="3548063"/>
          </a:xfrm>
        </p:spPr>
        <p:txBody>
          <a:bodyPr/>
          <a:lstStyle>
            <a:lvl1pPr>
              <a:defRPr sz="800" b="0" i="1">
                <a:solidFill>
                  <a:schemeClr val="accent5"/>
                </a:solidFill>
              </a:defRPr>
            </a:lvl1pPr>
          </a:lstStyle>
          <a:p>
            <a:r>
              <a:rPr lang="en-GB"/>
              <a:t>Click to insert a photo</a:t>
            </a:r>
          </a:p>
        </p:txBody>
      </p:sp>
    </p:spTree>
    <p:extLst>
      <p:ext uri="{BB962C8B-B14F-4D97-AF65-F5344CB8AC3E}">
        <p14:creationId xmlns:p14="http://schemas.microsoft.com/office/powerpoint/2010/main" val="47120058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ONE COLUMN PHOTO">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One column photo</a:t>
            </a:r>
            <a:endParaRPr lang="en-GB"/>
          </a:p>
        </p:txBody>
      </p:sp>
      <p:sp>
        <p:nvSpPr>
          <p:cNvPr id="12" name="Segnaposto testo 11"/>
          <p:cNvSpPr>
            <a:spLocks noGrp="1"/>
          </p:cNvSpPr>
          <p:nvPr>
            <p:ph type="body" sz="quarter" idx="37" hasCustomPrompt="1"/>
          </p:nvPr>
        </p:nvSpPr>
        <p:spPr>
          <a:xfrm>
            <a:off x="425945" y="512635"/>
            <a:ext cx="8359468" cy="18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8" name="Segnaposto immagine 8"/>
          <p:cNvSpPr>
            <a:spLocks noGrp="1"/>
          </p:cNvSpPr>
          <p:nvPr>
            <p:ph type="pic" sz="quarter" idx="39" hasCustomPrompt="1"/>
          </p:nvPr>
        </p:nvSpPr>
        <p:spPr>
          <a:xfrm>
            <a:off x="425824" y="986584"/>
            <a:ext cx="8359588" cy="3548063"/>
          </a:xfrm>
        </p:spPr>
        <p:txBody>
          <a:bodyPr/>
          <a:lstStyle>
            <a:lvl1pPr>
              <a:defRPr sz="800" b="0" i="1">
                <a:solidFill>
                  <a:schemeClr val="accent5"/>
                </a:solidFill>
              </a:defRPr>
            </a:lvl1pPr>
          </a:lstStyle>
          <a:p>
            <a:r>
              <a:rPr lang="en-GB"/>
              <a:t>Click to insert a photo</a:t>
            </a:r>
          </a:p>
        </p:txBody>
      </p:sp>
    </p:spTree>
    <p:extLst>
      <p:ext uri="{BB962C8B-B14F-4D97-AF65-F5344CB8AC3E}">
        <p14:creationId xmlns:p14="http://schemas.microsoft.com/office/powerpoint/2010/main" val="394088416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XT + CHAR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Text + chart</a:t>
            </a:r>
            <a:endParaRPr lang="en-GB"/>
          </a:p>
        </p:txBody>
      </p:sp>
      <p:sp>
        <p:nvSpPr>
          <p:cNvPr id="10" name="Segnaposto testo 9"/>
          <p:cNvSpPr>
            <a:spLocks noGrp="1"/>
          </p:cNvSpPr>
          <p:nvPr>
            <p:ph type="body" sz="quarter" idx="36" hasCustomPrompt="1"/>
          </p:nvPr>
        </p:nvSpPr>
        <p:spPr>
          <a:xfrm>
            <a:off x="425152" y="986108"/>
            <a:ext cx="3989966" cy="3549954"/>
          </a:xfrm>
        </p:spPr>
        <p:txBody>
          <a:bodyPr numCol="1" spcCol="0"/>
          <a:lstStyle>
            <a:lvl1pPr>
              <a:lnSpc>
                <a:spcPts val="1640"/>
              </a:lnSpc>
              <a:spcBef>
                <a:spcPts val="0"/>
              </a:spcBef>
              <a:spcAft>
                <a:spcPts val="400"/>
              </a:spcAft>
              <a:defRPr/>
            </a:lvl1pPr>
          </a:lstStyle>
          <a:p>
            <a:pPr lvl="0"/>
            <a:r>
              <a:rPr lang="en-US"/>
              <a:t>Text here </a:t>
            </a:r>
            <a:r>
              <a:rPr lang="en-US" err="1"/>
              <a:t>lorem</a:t>
            </a:r>
            <a:r>
              <a:rPr lang="en-US"/>
              <a:t> </a:t>
            </a:r>
            <a:r>
              <a:rPr lang="en-US" err="1"/>
              <a:t>ipsum</a:t>
            </a:r>
            <a:endParaRPr lang="en-US"/>
          </a:p>
        </p:txBody>
      </p:sp>
      <p:sp>
        <p:nvSpPr>
          <p:cNvPr id="12" name="Segnaposto testo 11"/>
          <p:cNvSpPr>
            <a:spLocks noGrp="1"/>
          </p:cNvSpPr>
          <p:nvPr>
            <p:ph type="body" sz="quarter" idx="37" hasCustomPrompt="1"/>
          </p:nvPr>
        </p:nvSpPr>
        <p:spPr>
          <a:xfrm>
            <a:off x="425945" y="512635"/>
            <a:ext cx="8359468" cy="18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cxnSp>
        <p:nvCxnSpPr>
          <p:cNvPr id="8" name="Connettore 1 7"/>
          <p:cNvCxnSpPr/>
          <p:nvPr userDrawn="1"/>
        </p:nvCxnSpPr>
        <p:spPr>
          <a:xfrm>
            <a:off x="4736359" y="1001058"/>
            <a:ext cx="404158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1" name="Segnaposto testo 10"/>
          <p:cNvSpPr>
            <a:spLocks noGrp="1"/>
          </p:cNvSpPr>
          <p:nvPr>
            <p:ph type="body" sz="quarter" idx="39" hasCustomPrompt="1"/>
          </p:nvPr>
        </p:nvSpPr>
        <p:spPr>
          <a:xfrm>
            <a:off x="4736361" y="1030380"/>
            <a:ext cx="4041587" cy="31432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sp>
        <p:nvSpPr>
          <p:cNvPr id="14" name="Segnaposto grafico 13"/>
          <p:cNvSpPr>
            <a:spLocks noGrp="1"/>
          </p:cNvSpPr>
          <p:nvPr>
            <p:ph type="chart" sz="quarter" idx="40" hasCustomPrompt="1"/>
          </p:nvPr>
        </p:nvSpPr>
        <p:spPr>
          <a:xfrm>
            <a:off x="4736075" y="1420065"/>
            <a:ext cx="4049338" cy="3114582"/>
          </a:xfrm>
        </p:spPr>
        <p:txBody>
          <a:bodyPr/>
          <a:lstStyle>
            <a:lvl1pPr>
              <a:defRPr sz="800" b="0" i="1">
                <a:solidFill>
                  <a:schemeClr val="accent5"/>
                </a:solidFill>
              </a:defRPr>
            </a:lvl1pPr>
          </a:lstStyle>
          <a:p>
            <a:r>
              <a:rPr lang="en-GB"/>
              <a:t>Click to insert a chart</a:t>
            </a:r>
          </a:p>
        </p:txBody>
      </p:sp>
    </p:spTree>
    <p:extLst>
      <p:ext uri="{BB962C8B-B14F-4D97-AF65-F5344CB8AC3E}">
        <p14:creationId xmlns:p14="http://schemas.microsoft.com/office/powerpoint/2010/main" val="40981855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WO COLUMNS CHARTS">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Two columns charts</a:t>
            </a:r>
            <a:endParaRPr lang="en-GB"/>
          </a:p>
        </p:txBody>
      </p:sp>
      <p:sp>
        <p:nvSpPr>
          <p:cNvPr id="12" name="Segnaposto testo 11"/>
          <p:cNvSpPr>
            <a:spLocks noGrp="1"/>
          </p:cNvSpPr>
          <p:nvPr>
            <p:ph type="body" sz="quarter" idx="37" hasCustomPrompt="1"/>
          </p:nvPr>
        </p:nvSpPr>
        <p:spPr>
          <a:xfrm>
            <a:off x="425945" y="512635"/>
            <a:ext cx="8359468" cy="18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cxnSp>
        <p:nvCxnSpPr>
          <p:cNvPr id="9" name="Connettore 1 8"/>
          <p:cNvCxnSpPr/>
          <p:nvPr userDrawn="1"/>
        </p:nvCxnSpPr>
        <p:spPr>
          <a:xfrm>
            <a:off x="4736359" y="1001058"/>
            <a:ext cx="404158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1" name="Segnaposto testo 10"/>
          <p:cNvSpPr>
            <a:spLocks noGrp="1"/>
          </p:cNvSpPr>
          <p:nvPr>
            <p:ph type="body" sz="quarter" idx="40" hasCustomPrompt="1"/>
          </p:nvPr>
        </p:nvSpPr>
        <p:spPr>
          <a:xfrm>
            <a:off x="4736361" y="1030380"/>
            <a:ext cx="4041587" cy="31432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cxnSp>
        <p:nvCxnSpPr>
          <p:cNvPr id="13" name="Connettore 1 12"/>
          <p:cNvCxnSpPr/>
          <p:nvPr userDrawn="1"/>
        </p:nvCxnSpPr>
        <p:spPr>
          <a:xfrm>
            <a:off x="425823" y="1001058"/>
            <a:ext cx="404158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4" name="Segnaposto testo 10"/>
          <p:cNvSpPr>
            <a:spLocks noGrp="1"/>
          </p:cNvSpPr>
          <p:nvPr>
            <p:ph type="body" sz="quarter" idx="41" hasCustomPrompt="1"/>
          </p:nvPr>
        </p:nvSpPr>
        <p:spPr>
          <a:xfrm>
            <a:off x="425825" y="1030380"/>
            <a:ext cx="4041587" cy="31432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sp>
        <p:nvSpPr>
          <p:cNvPr id="15" name="Segnaposto grafico 13"/>
          <p:cNvSpPr>
            <a:spLocks noGrp="1"/>
          </p:cNvSpPr>
          <p:nvPr>
            <p:ph type="chart" sz="quarter" idx="42" hasCustomPrompt="1"/>
          </p:nvPr>
        </p:nvSpPr>
        <p:spPr>
          <a:xfrm>
            <a:off x="4736075" y="1420065"/>
            <a:ext cx="4049338" cy="3114582"/>
          </a:xfrm>
        </p:spPr>
        <p:txBody>
          <a:bodyPr/>
          <a:lstStyle>
            <a:lvl1pPr>
              <a:defRPr sz="800" b="0" i="1">
                <a:solidFill>
                  <a:schemeClr val="accent5"/>
                </a:solidFill>
              </a:defRPr>
            </a:lvl1pPr>
          </a:lstStyle>
          <a:p>
            <a:r>
              <a:rPr lang="en-GB"/>
              <a:t>Click to insert a chart</a:t>
            </a:r>
          </a:p>
        </p:txBody>
      </p:sp>
      <p:sp>
        <p:nvSpPr>
          <p:cNvPr id="16" name="Segnaposto grafico 13"/>
          <p:cNvSpPr>
            <a:spLocks noGrp="1"/>
          </p:cNvSpPr>
          <p:nvPr>
            <p:ph type="chart" sz="quarter" idx="43" hasCustomPrompt="1"/>
          </p:nvPr>
        </p:nvSpPr>
        <p:spPr>
          <a:xfrm>
            <a:off x="425546" y="1420065"/>
            <a:ext cx="4049338" cy="3114582"/>
          </a:xfrm>
        </p:spPr>
        <p:txBody>
          <a:bodyPr/>
          <a:lstStyle>
            <a:lvl1pPr>
              <a:defRPr sz="800" b="0" i="1">
                <a:solidFill>
                  <a:schemeClr val="accent5"/>
                </a:solidFill>
              </a:defRPr>
            </a:lvl1pPr>
          </a:lstStyle>
          <a:p>
            <a:r>
              <a:rPr lang="en-GB"/>
              <a:t>Click to insert a chart</a:t>
            </a:r>
          </a:p>
        </p:txBody>
      </p:sp>
    </p:spTree>
    <p:extLst>
      <p:ext uri="{BB962C8B-B14F-4D97-AF65-F5344CB8AC3E}">
        <p14:creationId xmlns:p14="http://schemas.microsoft.com/office/powerpoint/2010/main" val="202242075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WO COLUMNS TEXT + CHAR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Two columns text + chart</a:t>
            </a:r>
            <a:endParaRPr lang="en-GB"/>
          </a:p>
        </p:txBody>
      </p:sp>
      <p:sp>
        <p:nvSpPr>
          <p:cNvPr id="10" name="Segnaposto testo 9"/>
          <p:cNvSpPr>
            <a:spLocks noGrp="1"/>
          </p:cNvSpPr>
          <p:nvPr>
            <p:ph type="body" sz="quarter" idx="36" hasCustomPrompt="1"/>
          </p:nvPr>
        </p:nvSpPr>
        <p:spPr>
          <a:xfrm>
            <a:off x="425152" y="986109"/>
            <a:ext cx="3989966" cy="1299892"/>
          </a:xfrm>
        </p:spPr>
        <p:txBody>
          <a:bodyPr numCol="1" spcCol="0"/>
          <a:lstStyle>
            <a:lvl1pPr>
              <a:lnSpc>
                <a:spcPts val="1640"/>
              </a:lnSpc>
              <a:spcBef>
                <a:spcPts val="0"/>
              </a:spcBef>
              <a:spcAft>
                <a:spcPts val="400"/>
              </a:spcAft>
              <a:defRPr/>
            </a:lvl1pPr>
          </a:lstStyle>
          <a:p>
            <a:pPr lvl="0"/>
            <a:r>
              <a:rPr lang="en-US"/>
              <a:t>Text here </a:t>
            </a:r>
            <a:r>
              <a:rPr lang="en-US" err="1"/>
              <a:t>lorem</a:t>
            </a:r>
            <a:r>
              <a:rPr lang="en-US"/>
              <a:t> </a:t>
            </a:r>
            <a:r>
              <a:rPr lang="en-US" err="1"/>
              <a:t>ipsum</a:t>
            </a:r>
            <a:endParaRPr lang="en-US"/>
          </a:p>
        </p:txBody>
      </p:sp>
      <p:sp>
        <p:nvSpPr>
          <p:cNvPr id="12" name="Segnaposto testo 11"/>
          <p:cNvSpPr>
            <a:spLocks noGrp="1"/>
          </p:cNvSpPr>
          <p:nvPr>
            <p:ph type="body" sz="quarter" idx="37" hasCustomPrompt="1"/>
          </p:nvPr>
        </p:nvSpPr>
        <p:spPr>
          <a:xfrm>
            <a:off x="425945" y="512635"/>
            <a:ext cx="8351997" cy="18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8" name="Segnaposto testo 9"/>
          <p:cNvSpPr>
            <a:spLocks noGrp="1"/>
          </p:cNvSpPr>
          <p:nvPr>
            <p:ph type="body" sz="quarter" idx="39" hasCustomPrompt="1"/>
          </p:nvPr>
        </p:nvSpPr>
        <p:spPr>
          <a:xfrm>
            <a:off x="4736353" y="986109"/>
            <a:ext cx="4049059" cy="1299892"/>
          </a:xfrm>
        </p:spPr>
        <p:txBody>
          <a:bodyPr numCol="1" spcCol="0"/>
          <a:lstStyle>
            <a:lvl1pPr>
              <a:lnSpc>
                <a:spcPts val="1640"/>
              </a:lnSpc>
              <a:spcBef>
                <a:spcPts val="0"/>
              </a:spcBef>
              <a:spcAft>
                <a:spcPts val="400"/>
              </a:spcAft>
              <a:defRPr/>
            </a:lvl1pPr>
          </a:lstStyle>
          <a:p>
            <a:pPr lvl="0"/>
            <a:r>
              <a:rPr lang="en-US"/>
              <a:t>Text here </a:t>
            </a:r>
            <a:r>
              <a:rPr lang="en-US" err="1"/>
              <a:t>lorem</a:t>
            </a:r>
            <a:r>
              <a:rPr lang="en-US"/>
              <a:t> </a:t>
            </a:r>
            <a:r>
              <a:rPr lang="en-US" err="1"/>
              <a:t>ipsum</a:t>
            </a:r>
            <a:endParaRPr lang="en-US"/>
          </a:p>
        </p:txBody>
      </p:sp>
      <p:cxnSp>
        <p:nvCxnSpPr>
          <p:cNvPr id="11" name="Connettore 1 10"/>
          <p:cNvCxnSpPr/>
          <p:nvPr userDrawn="1"/>
        </p:nvCxnSpPr>
        <p:spPr>
          <a:xfrm>
            <a:off x="4743830" y="2360705"/>
            <a:ext cx="404158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3" name="Segnaposto testo 10"/>
          <p:cNvSpPr>
            <a:spLocks noGrp="1"/>
          </p:cNvSpPr>
          <p:nvPr>
            <p:ph type="body" sz="quarter" idx="41" hasCustomPrompt="1"/>
          </p:nvPr>
        </p:nvSpPr>
        <p:spPr>
          <a:xfrm>
            <a:off x="4743832" y="2390028"/>
            <a:ext cx="4041587" cy="31432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cxnSp>
        <p:nvCxnSpPr>
          <p:cNvPr id="14" name="Connettore 1 13"/>
          <p:cNvCxnSpPr/>
          <p:nvPr userDrawn="1"/>
        </p:nvCxnSpPr>
        <p:spPr>
          <a:xfrm>
            <a:off x="425823" y="2360705"/>
            <a:ext cx="404158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5" name="Segnaposto testo 10"/>
          <p:cNvSpPr>
            <a:spLocks noGrp="1"/>
          </p:cNvSpPr>
          <p:nvPr>
            <p:ph type="body" sz="quarter" idx="42" hasCustomPrompt="1"/>
          </p:nvPr>
        </p:nvSpPr>
        <p:spPr>
          <a:xfrm>
            <a:off x="425825" y="2390028"/>
            <a:ext cx="4041587" cy="31432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sp>
        <p:nvSpPr>
          <p:cNvPr id="16" name="Segnaposto grafico 13"/>
          <p:cNvSpPr>
            <a:spLocks noGrp="1"/>
          </p:cNvSpPr>
          <p:nvPr>
            <p:ph type="chart" sz="quarter" idx="43" hasCustomPrompt="1"/>
          </p:nvPr>
        </p:nvSpPr>
        <p:spPr>
          <a:xfrm>
            <a:off x="4736075" y="2794000"/>
            <a:ext cx="4049338" cy="1740647"/>
          </a:xfrm>
        </p:spPr>
        <p:txBody>
          <a:bodyPr/>
          <a:lstStyle>
            <a:lvl1pPr>
              <a:defRPr sz="800" b="0" i="1">
                <a:solidFill>
                  <a:schemeClr val="accent5"/>
                </a:solidFill>
              </a:defRPr>
            </a:lvl1pPr>
          </a:lstStyle>
          <a:p>
            <a:r>
              <a:rPr lang="en-GB"/>
              <a:t>Click to insert a chart</a:t>
            </a:r>
          </a:p>
        </p:txBody>
      </p:sp>
      <p:sp>
        <p:nvSpPr>
          <p:cNvPr id="17" name="Segnaposto grafico 13"/>
          <p:cNvSpPr>
            <a:spLocks noGrp="1"/>
          </p:cNvSpPr>
          <p:nvPr>
            <p:ph type="chart" sz="quarter" idx="44" hasCustomPrompt="1"/>
          </p:nvPr>
        </p:nvSpPr>
        <p:spPr>
          <a:xfrm>
            <a:off x="425546" y="2794000"/>
            <a:ext cx="4049338" cy="1740647"/>
          </a:xfrm>
        </p:spPr>
        <p:txBody>
          <a:bodyPr/>
          <a:lstStyle>
            <a:lvl1pPr>
              <a:defRPr sz="800" b="0" i="1">
                <a:solidFill>
                  <a:schemeClr val="accent5"/>
                </a:solidFill>
              </a:defRPr>
            </a:lvl1pPr>
          </a:lstStyle>
          <a:p>
            <a:r>
              <a:rPr lang="en-GB"/>
              <a:t>Click to insert a chart</a:t>
            </a:r>
          </a:p>
        </p:txBody>
      </p:sp>
    </p:spTree>
    <p:extLst>
      <p:ext uri="{BB962C8B-B14F-4D97-AF65-F5344CB8AC3E}">
        <p14:creationId xmlns:p14="http://schemas.microsoft.com/office/powerpoint/2010/main" val="246024348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EXT + LARGE CHAR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Text + large chart</a:t>
            </a:r>
            <a:endParaRPr lang="en-GB"/>
          </a:p>
        </p:txBody>
      </p:sp>
      <p:sp>
        <p:nvSpPr>
          <p:cNvPr id="10" name="Segnaposto testo 9"/>
          <p:cNvSpPr>
            <a:spLocks noGrp="1"/>
          </p:cNvSpPr>
          <p:nvPr>
            <p:ph type="body" sz="quarter" idx="36" hasCustomPrompt="1"/>
          </p:nvPr>
        </p:nvSpPr>
        <p:spPr>
          <a:xfrm>
            <a:off x="425152" y="986108"/>
            <a:ext cx="2675142" cy="3549954"/>
          </a:xfrm>
        </p:spPr>
        <p:txBody>
          <a:bodyPr numCol="1" spcCol="0"/>
          <a:lstStyle>
            <a:lvl1pPr>
              <a:lnSpc>
                <a:spcPts val="1640"/>
              </a:lnSpc>
              <a:spcBef>
                <a:spcPts val="0"/>
              </a:spcBef>
              <a:spcAft>
                <a:spcPts val="400"/>
              </a:spcAft>
              <a:defRPr/>
            </a:lvl1pPr>
          </a:lstStyle>
          <a:p>
            <a:pPr lvl="0"/>
            <a:r>
              <a:rPr lang="en-US"/>
              <a:t>Text here </a:t>
            </a:r>
            <a:r>
              <a:rPr lang="en-US" err="1"/>
              <a:t>lorem</a:t>
            </a:r>
            <a:r>
              <a:rPr lang="en-US"/>
              <a:t> </a:t>
            </a:r>
            <a:r>
              <a:rPr lang="en-US" err="1"/>
              <a:t>ipsum</a:t>
            </a:r>
            <a:endParaRPr lang="en-US"/>
          </a:p>
        </p:txBody>
      </p:sp>
      <p:sp>
        <p:nvSpPr>
          <p:cNvPr id="12" name="Segnaposto testo 11"/>
          <p:cNvSpPr>
            <a:spLocks noGrp="1"/>
          </p:cNvSpPr>
          <p:nvPr>
            <p:ph type="body" sz="quarter" idx="37" hasCustomPrompt="1"/>
          </p:nvPr>
        </p:nvSpPr>
        <p:spPr>
          <a:xfrm>
            <a:off x="425945" y="512635"/>
            <a:ext cx="8366938" cy="18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cxnSp>
        <p:nvCxnSpPr>
          <p:cNvPr id="8" name="Connettore 1 7"/>
          <p:cNvCxnSpPr/>
          <p:nvPr userDrawn="1"/>
        </p:nvCxnSpPr>
        <p:spPr>
          <a:xfrm>
            <a:off x="3339360" y="1001058"/>
            <a:ext cx="543858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9" name="Segnaposto testo 10"/>
          <p:cNvSpPr>
            <a:spLocks noGrp="1"/>
          </p:cNvSpPr>
          <p:nvPr>
            <p:ph type="body" sz="quarter" idx="39" hasCustomPrompt="1"/>
          </p:nvPr>
        </p:nvSpPr>
        <p:spPr>
          <a:xfrm>
            <a:off x="3339361" y="1030380"/>
            <a:ext cx="5438587" cy="31432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sp>
        <p:nvSpPr>
          <p:cNvPr id="11" name="Segnaposto grafico 13"/>
          <p:cNvSpPr>
            <a:spLocks noGrp="1"/>
          </p:cNvSpPr>
          <p:nvPr>
            <p:ph type="chart" sz="quarter" idx="42" hasCustomPrompt="1"/>
          </p:nvPr>
        </p:nvSpPr>
        <p:spPr>
          <a:xfrm>
            <a:off x="3339353" y="1420065"/>
            <a:ext cx="5446059" cy="3114582"/>
          </a:xfrm>
        </p:spPr>
        <p:txBody>
          <a:bodyPr/>
          <a:lstStyle>
            <a:lvl1pPr>
              <a:defRPr sz="800" b="0" i="1">
                <a:solidFill>
                  <a:schemeClr val="accent5"/>
                </a:solidFill>
              </a:defRPr>
            </a:lvl1pPr>
          </a:lstStyle>
          <a:p>
            <a:r>
              <a:rPr lang="en-GB"/>
              <a:t>Click to insert a chart</a:t>
            </a:r>
          </a:p>
        </p:txBody>
      </p:sp>
    </p:spTree>
    <p:extLst>
      <p:ext uri="{BB962C8B-B14F-4D97-AF65-F5344CB8AC3E}">
        <p14:creationId xmlns:p14="http://schemas.microsoft.com/office/powerpoint/2010/main" val="419938907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ONE COLUMN CHAR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One column chart</a:t>
            </a:r>
            <a:endParaRPr lang="en-GB"/>
          </a:p>
        </p:txBody>
      </p:sp>
      <p:sp>
        <p:nvSpPr>
          <p:cNvPr id="12" name="Segnaposto testo 11"/>
          <p:cNvSpPr>
            <a:spLocks noGrp="1"/>
          </p:cNvSpPr>
          <p:nvPr>
            <p:ph type="body" sz="quarter" idx="37" hasCustomPrompt="1"/>
          </p:nvPr>
        </p:nvSpPr>
        <p:spPr>
          <a:xfrm>
            <a:off x="425945" y="512635"/>
            <a:ext cx="8359468" cy="18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cxnSp>
        <p:nvCxnSpPr>
          <p:cNvPr id="8" name="Connettore 1 7"/>
          <p:cNvCxnSpPr/>
          <p:nvPr userDrawn="1"/>
        </p:nvCxnSpPr>
        <p:spPr>
          <a:xfrm>
            <a:off x="425823" y="1001058"/>
            <a:ext cx="835211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9" name="Segnaposto testo 10"/>
          <p:cNvSpPr>
            <a:spLocks noGrp="1"/>
          </p:cNvSpPr>
          <p:nvPr>
            <p:ph type="body" sz="quarter" idx="39" hasCustomPrompt="1"/>
          </p:nvPr>
        </p:nvSpPr>
        <p:spPr>
          <a:xfrm>
            <a:off x="425824" y="1030380"/>
            <a:ext cx="8352117" cy="32179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sp>
        <p:nvSpPr>
          <p:cNvPr id="11" name="Segnaposto grafico 13"/>
          <p:cNvSpPr>
            <a:spLocks noGrp="1"/>
          </p:cNvSpPr>
          <p:nvPr>
            <p:ph type="chart" sz="quarter" idx="42" hasCustomPrompt="1"/>
          </p:nvPr>
        </p:nvSpPr>
        <p:spPr>
          <a:xfrm>
            <a:off x="425826" y="1420065"/>
            <a:ext cx="8359588" cy="3114582"/>
          </a:xfrm>
        </p:spPr>
        <p:txBody>
          <a:bodyPr/>
          <a:lstStyle>
            <a:lvl1pPr>
              <a:defRPr sz="800" b="0" i="1">
                <a:solidFill>
                  <a:schemeClr val="accent5"/>
                </a:solidFill>
              </a:defRPr>
            </a:lvl1pPr>
          </a:lstStyle>
          <a:p>
            <a:r>
              <a:rPr lang="en-GB"/>
              <a:t>Click to insert a chart</a:t>
            </a:r>
          </a:p>
        </p:txBody>
      </p:sp>
    </p:spTree>
    <p:extLst>
      <p:ext uri="{BB962C8B-B14F-4D97-AF65-F5344CB8AC3E}">
        <p14:creationId xmlns:p14="http://schemas.microsoft.com/office/powerpoint/2010/main" val="261888389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ONE COLUMN TABLE">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One column table</a:t>
            </a:r>
            <a:endParaRPr lang="en-GB"/>
          </a:p>
        </p:txBody>
      </p:sp>
      <p:sp>
        <p:nvSpPr>
          <p:cNvPr id="12" name="Segnaposto testo 11"/>
          <p:cNvSpPr>
            <a:spLocks noGrp="1"/>
          </p:cNvSpPr>
          <p:nvPr>
            <p:ph type="body" sz="quarter" idx="37" hasCustomPrompt="1"/>
          </p:nvPr>
        </p:nvSpPr>
        <p:spPr>
          <a:xfrm>
            <a:off x="425945" y="512635"/>
            <a:ext cx="8359468" cy="212012"/>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5" name="Segnaposto tabella 4"/>
          <p:cNvSpPr>
            <a:spLocks noGrp="1"/>
          </p:cNvSpPr>
          <p:nvPr>
            <p:ph type="tbl" sz="quarter" idx="39" hasCustomPrompt="1"/>
          </p:nvPr>
        </p:nvSpPr>
        <p:spPr>
          <a:xfrm>
            <a:off x="425824" y="978648"/>
            <a:ext cx="8359588" cy="3563471"/>
          </a:xfrm>
        </p:spPr>
        <p:txBody>
          <a:bodyPr/>
          <a:lstStyle>
            <a:lvl1pPr>
              <a:defRPr sz="800" b="0" i="1">
                <a:solidFill>
                  <a:schemeClr val="accent5"/>
                </a:solidFill>
              </a:defRPr>
            </a:lvl1pPr>
          </a:lstStyle>
          <a:p>
            <a:r>
              <a:rPr lang="en-GB"/>
              <a:t>Click to insert a table</a:t>
            </a:r>
          </a:p>
        </p:txBody>
      </p:sp>
    </p:spTree>
    <p:extLst>
      <p:ext uri="{BB962C8B-B14F-4D97-AF65-F5344CB8AC3E}">
        <p14:creationId xmlns:p14="http://schemas.microsoft.com/office/powerpoint/2010/main" val="381575650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297FA01E-24AC-49D4-8C41-C51389DC6FF8}"/>
              </a:ext>
            </a:extLst>
          </p:cNvPr>
          <p:cNvSpPr/>
          <p:nvPr>
            <p:custDataLst>
              <p:tags r:id="rId1"/>
            </p:custDataLst>
          </p:nvPr>
        </p:nvSpPr>
        <p:spPr>
          <a:xfrm>
            <a:off x="0" y="0"/>
            <a:ext cx="9525" cy="9525"/>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2" name="Title 1"/>
          <p:cNvSpPr>
            <a:spLocks noGrp="1"/>
          </p:cNvSpPr>
          <p:nvPr>
            <p:ph type="title"/>
          </p:nvPr>
        </p:nvSpPr>
        <p:spPr>
          <a:xfrm>
            <a:off x="457200" y="205978"/>
            <a:ext cx="8229600" cy="529568"/>
          </a:xfrm>
          <a:noFill/>
          <a:ln>
            <a:noFill/>
          </a:ln>
        </p:spPr>
        <p:txBody>
          <a:bodyPr>
            <a:normAutofit/>
          </a:bodyPr>
          <a:lstStyle>
            <a:lvl1pPr algn="l">
              <a:defRPr sz="2400">
                <a:solidFill>
                  <a:srgbClr val="FF0000"/>
                </a:solidFill>
              </a:defRPr>
            </a:lvl1pPr>
          </a:lstStyle>
          <a:p>
            <a:r>
              <a:rPr lang="en-US"/>
              <a:t>Click to edit Master title style</a:t>
            </a:r>
            <a:endParaRPr lang="fr-F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cxnSp>
        <p:nvCxnSpPr>
          <p:cNvPr id="8" name="Straight Connector 7"/>
          <p:cNvCxnSpPr/>
          <p:nvPr/>
        </p:nvCxnSpPr>
        <p:spPr>
          <a:xfrm>
            <a:off x="457200" y="789552"/>
            <a:ext cx="82296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1027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1_ONE COLUMN TEX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One column text</a:t>
            </a:r>
            <a:endParaRPr lang="en-GB"/>
          </a:p>
        </p:txBody>
      </p:sp>
      <p:sp>
        <p:nvSpPr>
          <p:cNvPr id="12" name="Segnaposto testo 11"/>
          <p:cNvSpPr>
            <a:spLocks noGrp="1"/>
          </p:cNvSpPr>
          <p:nvPr>
            <p:ph type="body" sz="quarter" idx="37" hasCustomPrompt="1"/>
          </p:nvPr>
        </p:nvSpPr>
        <p:spPr>
          <a:xfrm>
            <a:off x="425945" y="512635"/>
            <a:ext cx="8359468" cy="18213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8" name="Segnaposto testo 4">
            <a:extLst>
              <a:ext uri="{FF2B5EF4-FFF2-40B4-BE49-F238E27FC236}">
                <a16:creationId xmlns:a16="http://schemas.microsoft.com/office/drawing/2014/main" id="{CEE31645-4C5F-4046-8186-F791B83DACDA}"/>
              </a:ext>
            </a:extLst>
          </p:cNvPr>
          <p:cNvSpPr>
            <a:spLocks noGrp="1"/>
          </p:cNvSpPr>
          <p:nvPr>
            <p:ph type="body" sz="quarter" idx="39" hasCustomPrompt="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396870268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One column text</a:t>
            </a:r>
            <a:endParaRPr lang="en-GB"/>
          </a:p>
        </p:txBody>
      </p:sp>
      <p:sp>
        <p:nvSpPr>
          <p:cNvPr id="12" name="Segnaposto testo 11"/>
          <p:cNvSpPr>
            <a:spLocks noGrp="1"/>
          </p:cNvSpPr>
          <p:nvPr>
            <p:ph type="body" sz="quarter" idx="37" hasCustomPrompt="1"/>
          </p:nvPr>
        </p:nvSpPr>
        <p:spPr>
          <a:xfrm>
            <a:off x="425945" y="512635"/>
            <a:ext cx="8359468" cy="18213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Tree>
    <p:extLst>
      <p:ext uri="{BB962C8B-B14F-4D97-AF65-F5344CB8AC3E}">
        <p14:creationId xmlns:p14="http://schemas.microsoft.com/office/powerpoint/2010/main" val="66462612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Two columns text</a:t>
            </a:r>
            <a:endParaRPr lang="en-GB"/>
          </a:p>
        </p:txBody>
      </p:sp>
      <p:sp>
        <p:nvSpPr>
          <p:cNvPr id="10" name="Segnaposto testo 9"/>
          <p:cNvSpPr>
            <a:spLocks noGrp="1"/>
          </p:cNvSpPr>
          <p:nvPr>
            <p:ph type="body" sz="quarter" idx="36" hasCustomPrompt="1"/>
          </p:nvPr>
        </p:nvSpPr>
        <p:spPr>
          <a:xfrm>
            <a:off x="425152" y="986108"/>
            <a:ext cx="8360261" cy="3549954"/>
          </a:xfrm>
        </p:spPr>
        <p:txBody>
          <a:bodyPr numCol="2" spcCol="288000"/>
          <a:lstStyle>
            <a:lvl1pPr>
              <a:lnSpc>
                <a:spcPts val="1640"/>
              </a:lnSpc>
              <a:spcBef>
                <a:spcPts val="0"/>
              </a:spcBef>
              <a:spcAft>
                <a:spcPts val="400"/>
              </a:spcAft>
              <a:defRPr/>
            </a:lvl1pPr>
          </a:lstStyle>
          <a:p>
            <a:pPr lvl="0"/>
            <a:r>
              <a:rPr lang="en-US"/>
              <a:t>Text here </a:t>
            </a:r>
            <a:r>
              <a:rPr lang="en-US" err="1"/>
              <a:t>lorem</a:t>
            </a:r>
            <a:r>
              <a:rPr lang="en-US"/>
              <a:t> </a:t>
            </a:r>
            <a:r>
              <a:rPr lang="en-US" err="1"/>
              <a:t>ipsum</a:t>
            </a:r>
            <a:endParaRPr lang="en-US"/>
          </a:p>
        </p:txBody>
      </p:sp>
      <p:sp>
        <p:nvSpPr>
          <p:cNvPr id="12" name="Segnaposto testo 11"/>
          <p:cNvSpPr>
            <a:spLocks noGrp="1"/>
          </p:cNvSpPr>
          <p:nvPr>
            <p:ph type="body" sz="quarter" idx="37" hasCustomPrompt="1"/>
          </p:nvPr>
        </p:nvSpPr>
        <p:spPr>
          <a:xfrm>
            <a:off x="425945" y="512636"/>
            <a:ext cx="8359468" cy="174659"/>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6" name="Segnaposto immagine 2"/>
          <p:cNvSpPr>
            <a:spLocks noGrp="1"/>
          </p:cNvSpPr>
          <p:nvPr>
            <p:ph type="pic" sz="quarter" idx="38"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8" name="Segnaposto testo 4"/>
          <p:cNvSpPr>
            <a:spLocks noGrp="1"/>
          </p:cNvSpPr>
          <p:nvPr>
            <p:ph type="body" sz="quarter" idx="39"/>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endParaRPr lang="en-GB"/>
          </a:p>
        </p:txBody>
      </p:sp>
    </p:spTree>
    <p:extLst>
      <p:ext uri="{BB962C8B-B14F-4D97-AF65-F5344CB8AC3E}">
        <p14:creationId xmlns:p14="http://schemas.microsoft.com/office/powerpoint/2010/main" val="21430729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XT + PHOTO">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Text + photo</a:t>
            </a:r>
            <a:endParaRPr lang="en-GB"/>
          </a:p>
        </p:txBody>
      </p:sp>
      <p:sp>
        <p:nvSpPr>
          <p:cNvPr id="10" name="Segnaposto testo 9"/>
          <p:cNvSpPr>
            <a:spLocks noGrp="1"/>
          </p:cNvSpPr>
          <p:nvPr>
            <p:ph type="body" sz="quarter" idx="36" hasCustomPrompt="1"/>
          </p:nvPr>
        </p:nvSpPr>
        <p:spPr>
          <a:xfrm>
            <a:off x="425152" y="986108"/>
            <a:ext cx="4055153" cy="3549954"/>
          </a:xfrm>
        </p:spPr>
        <p:txBody>
          <a:bodyPr numCol="1" spcCol="0"/>
          <a:lstStyle>
            <a:lvl1pPr marL="287993" indent="-287993">
              <a:lnSpc>
                <a:spcPts val="1640"/>
              </a:lnSpc>
              <a:spcBef>
                <a:spcPts val="0"/>
              </a:spcBef>
              <a:spcAft>
                <a:spcPts val="400"/>
              </a:spcAft>
              <a:buSzPct val="130000"/>
              <a:buFont typeface="Arial"/>
              <a:buChar char="•"/>
              <a:defRPr baseline="0"/>
            </a:lvl1pPr>
          </a:lstStyle>
          <a:p>
            <a:pPr lvl="0"/>
            <a:r>
              <a:rPr lang="en-US"/>
              <a:t>Text here </a:t>
            </a:r>
            <a:r>
              <a:rPr lang="en-US" err="1"/>
              <a:t>lorem</a:t>
            </a:r>
            <a:r>
              <a:rPr lang="en-US"/>
              <a:t> </a:t>
            </a:r>
            <a:r>
              <a:rPr lang="en-US" err="1"/>
              <a:t>ipsum</a:t>
            </a:r>
            <a:endParaRPr lang="en-US"/>
          </a:p>
        </p:txBody>
      </p:sp>
      <p:sp>
        <p:nvSpPr>
          <p:cNvPr id="12" name="Segnaposto testo 11"/>
          <p:cNvSpPr>
            <a:spLocks noGrp="1"/>
          </p:cNvSpPr>
          <p:nvPr>
            <p:ph type="body" sz="quarter" idx="37" hasCustomPrompt="1"/>
          </p:nvPr>
        </p:nvSpPr>
        <p:spPr>
          <a:xfrm>
            <a:off x="425945" y="512636"/>
            <a:ext cx="8359468" cy="174659"/>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9" name="Segnaposto immagine 8"/>
          <p:cNvSpPr>
            <a:spLocks noGrp="1"/>
          </p:cNvSpPr>
          <p:nvPr>
            <p:ph type="pic" sz="quarter" idx="39" hasCustomPrompt="1"/>
          </p:nvPr>
        </p:nvSpPr>
        <p:spPr>
          <a:xfrm>
            <a:off x="4653991" y="986584"/>
            <a:ext cx="4131422" cy="3548063"/>
          </a:xfrm>
        </p:spPr>
        <p:txBody>
          <a:bodyPr/>
          <a:lstStyle>
            <a:lvl1pPr>
              <a:defRPr sz="800" b="0" i="1">
                <a:solidFill>
                  <a:schemeClr val="accent5"/>
                </a:solidFill>
              </a:defRPr>
            </a:lvl1pPr>
          </a:lstStyle>
          <a:p>
            <a:r>
              <a:rPr lang="en-GB"/>
              <a:t>Click to insert a photo</a:t>
            </a:r>
          </a:p>
        </p:txBody>
      </p:sp>
      <p:sp>
        <p:nvSpPr>
          <p:cNvPr id="13" name="Segnaposto immagine 2"/>
          <p:cNvSpPr>
            <a:spLocks noGrp="1"/>
          </p:cNvSpPr>
          <p:nvPr>
            <p:ph type="pic" sz="quarter" idx="40"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8" name="Segnaposto testo 4"/>
          <p:cNvSpPr>
            <a:spLocks noGrp="1"/>
          </p:cNvSpPr>
          <p:nvPr>
            <p:ph type="body" sz="quarter" idx="4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endParaRPr lang="en-GB"/>
          </a:p>
        </p:txBody>
      </p:sp>
    </p:spTree>
    <p:extLst>
      <p:ext uri="{BB962C8B-B14F-4D97-AF65-F5344CB8AC3E}">
        <p14:creationId xmlns:p14="http://schemas.microsoft.com/office/powerpoint/2010/main" val="227229855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EXT + LARGE PHOTO">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Text + large photo</a:t>
            </a:r>
            <a:endParaRPr lang="en-GB"/>
          </a:p>
        </p:txBody>
      </p:sp>
      <p:sp>
        <p:nvSpPr>
          <p:cNvPr id="10" name="Segnaposto testo 9"/>
          <p:cNvSpPr>
            <a:spLocks noGrp="1"/>
          </p:cNvSpPr>
          <p:nvPr>
            <p:ph type="body" sz="quarter" idx="36" hasCustomPrompt="1"/>
          </p:nvPr>
        </p:nvSpPr>
        <p:spPr>
          <a:xfrm>
            <a:off x="425153" y="986108"/>
            <a:ext cx="2659001" cy="3549954"/>
          </a:xfrm>
        </p:spPr>
        <p:txBody>
          <a:bodyPr numCol="1" spcCol="0"/>
          <a:lstStyle>
            <a:lvl1pPr>
              <a:lnSpc>
                <a:spcPts val="1640"/>
              </a:lnSpc>
              <a:spcBef>
                <a:spcPts val="0"/>
              </a:spcBef>
              <a:spcAft>
                <a:spcPts val="400"/>
              </a:spcAft>
              <a:defRPr/>
            </a:lvl1pPr>
          </a:lstStyle>
          <a:p>
            <a:pPr lvl="0"/>
            <a:r>
              <a:rPr lang="en-US"/>
              <a:t>Text here </a:t>
            </a:r>
            <a:r>
              <a:rPr lang="en-US" err="1"/>
              <a:t>lorem</a:t>
            </a:r>
            <a:r>
              <a:rPr lang="en-US"/>
              <a:t> </a:t>
            </a:r>
            <a:r>
              <a:rPr lang="en-US" err="1"/>
              <a:t>ipsum</a:t>
            </a:r>
            <a:endParaRPr lang="en-US"/>
          </a:p>
        </p:txBody>
      </p:sp>
      <p:sp>
        <p:nvSpPr>
          <p:cNvPr id="12" name="Segnaposto testo 11"/>
          <p:cNvSpPr>
            <a:spLocks noGrp="1"/>
          </p:cNvSpPr>
          <p:nvPr>
            <p:ph type="body" sz="quarter" idx="37" hasCustomPrompt="1"/>
          </p:nvPr>
        </p:nvSpPr>
        <p:spPr>
          <a:xfrm>
            <a:off x="425945" y="512636"/>
            <a:ext cx="8359468" cy="197071"/>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8" name="Segnaposto immagine 8"/>
          <p:cNvSpPr>
            <a:spLocks noGrp="1"/>
          </p:cNvSpPr>
          <p:nvPr>
            <p:ph type="pic" sz="quarter" idx="39" hasCustomPrompt="1"/>
          </p:nvPr>
        </p:nvSpPr>
        <p:spPr>
          <a:xfrm>
            <a:off x="3294530" y="986584"/>
            <a:ext cx="5490883" cy="3548063"/>
          </a:xfrm>
        </p:spPr>
        <p:txBody>
          <a:bodyPr/>
          <a:lstStyle>
            <a:lvl1pPr>
              <a:defRPr sz="800" b="0" i="1">
                <a:solidFill>
                  <a:schemeClr val="accent5"/>
                </a:solidFill>
              </a:defRPr>
            </a:lvl1pPr>
          </a:lstStyle>
          <a:p>
            <a:r>
              <a:rPr lang="en-GB"/>
              <a:t>Click to insert a photo</a:t>
            </a:r>
          </a:p>
        </p:txBody>
      </p:sp>
      <p:sp>
        <p:nvSpPr>
          <p:cNvPr id="9" name="Segnaposto immagine 2"/>
          <p:cNvSpPr>
            <a:spLocks noGrp="1"/>
          </p:cNvSpPr>
          <p:nvPr>
            <p:ph type="pic" sz="quarter" idx="40"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11" name="Segnaposto testo 4"/>
          <p:cNvSpPr>
            <a:spLocks noGrp="1"/>
          </p:cNvSpPr>
          <p:nvPr>
            <p:ph type="body" sz="quarter" idx="41" hasCustomPrompt="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242822240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ONE COLUMN PHOTO">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One column photo</a:t>
            </a:r>
            <a:endParaRPr lang="en-GB"/>
          </a:p>
        </p:txBody>
      </p:sp>
      <p:sp>
        <p:nvSpPr>
          <p:cNvPr id="12" name="Segnaposto testo 11"/>
          <p:cNvSpPr>
            <a:spLocks noGrp="1"/>
          </p:cNvSpPr>
          <p:nvPr>
            <p:ph type="body" sz="quarter" idx="37" hasCustomPrompt="1"/>
          </p:nvPr>
        </p:nvSpPr>
        <p:spPr>
          <a:xfrm>
            <a:off x="425945" y="512635"/>
            <a:ext cx="8359468" cy="18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8" name="Segnaposto immagine 8"/>
          <p:cNvSpPr>
            <a:spLocks noGrp="1"/>
          </p:cNvSpPr>
          <p:nvPr>
            <p:ph type="pic" sz="quarter" idx="39" hasCustomPrompt="1"/>
          </p:nvPr>
        </p:nvSpPr>
        <p:spPr>
          <a:xfrm>
            <a:off x="425824" y="986584"/>
            <a:ext cx="8359588" cy="3548063"/>
          </a:xfrm>
        </p:spPr>
        <p:txBody>
          <a:bodyPr/>
          <a:lstStyle>
            <a:lvl1pPr>
              <a:defRPr sz="800" b="0" i="1">
                <a:solidFill>
                  <a:schemeClr val="accent5"/>
                </a:solidFill>
              </a:defRPr>
            </a:lvl1pPr>
          </a:lstStyle>
          <a:p>
            <a:r>
              <a:rPr lang="en-GB"/>
              <a:t>Click to insert a photo</a:t>
            </a:r>
          </a:p>
        </p:txBody>
      </p:sp>
      <p:sp>
        <p:nvSpPr>
          <p:cNvPr id="9" name="Segnaposto immagine 2"/>
          <p:cNvSpPr>
            <a:spLocks noGrp="1"/>
          </p:cNvSpPr>
          <p:nvPr>
            <p:ph type="pic" sz="quarter" idx="36"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10" name="Segnaposto testo 4"/>
          <p:cNvSpPr>
            <a:spLocks noGrp="1"/>
          </p:cNvSpPr>
          <p:nvPr>
            <p:ph type="body" sz="quarter" idx="40" hasCustomPrompt="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390139770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EXT + CHAR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Text + chart</a:t>
            </a:r>
            <a:endParaRPr lang="en-GB"/>
          </a:p>
        </p:txBody>
      </p:sp>
      <p:sp>
        <p:nvSpPr>
          <p:cNvPr id="10" name="Segnaposto testo 9"/>
          <p:cNvSpPr>
            <a:spLocks noGrp="1"/>
          </p:cNvSpPr>
          <p:nvPr>
            <p:ph type="body" sz="quarter" idx="36" hasCustomPrompt="1"/>
          </p:nvPr>
        </p:nvSpPr>
        <p:spPr>
          <a:xfrm>
            <a:off x="425152" y="986108"/>
            <a:ext cx="3989966" cy="3549954"/>
          </a:xfrm>
        </p:spPr>
        <p:txBody>
          <a:bodyPr numCol="1" spcCol="0"/>
          <a:lstStyle>
            <a:lvl1pPr>
              <a:lnSpc>
                <a:spcPts val="1640"/>
              </a:lnSpc>
              <a:spcBef>
                <a:spcPts val="0"/>
              </a:spcBef>
              <a:spcAft>
                <a:spcPts val="400"/>
              </a:spcAft>
              <a:defRPr/>
            </a:lvl1pPr>
          </a:lstStyle>
          <a:p>
            <a:pPr lvl="0"/>
            <a:r>
              <a:rPr lang="en-US"/>
              <a:t>Text here </a:t>
            </a:r>
            <a:r>
              <a:rPr lang="en-US" err="1"/>
              <a:t>lorem</a:t>
            </a:r>
            <a:r>
              <a:rPr lang="en-US"/>
              <a:t> </a:t>
            </a:r>
            <a:r>
              <a:rPr lang="en-US" err="1"/>
              <a:t>ipsum</a:t>
            </a:r>
            <a:endParaRPr lang="en-US"/>
          </a:p>
        </p:txBody>
      </p:sp>
      <p:sp>
        <p:nvSpPr>
          <p:cNvPr id="12" name="Segnaposto testo 11"/>
          <p:cNvSpPr>
            <a:spLocks noGrp="1"/>
          </p:cNvSpPr>
          <p:nvPr>
            <p:ph type="body" sz="quarter" idx="37" hasCustomPrompt="1"/>
          </p:nvPr>
        </p:nvSpPr>
        <p:spPr>
          <a:xfrm>
            <a:off x="425945" y="512635"/>
            <a:ext cx="8359468" cy="18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cxnSp>
        <p:nvCxnSpPr>
          <p:cNvPr id="8" name="Connettore 1 7"/>
          <p:cNvCxnSpPr/>
          <p:nvPr userDrawn="1"/>
        </p:nvCxnSpPr>
        <p:spPr>
          <a:xfrm>
            <a:off x="4736359" y="1001058"/>
            <a:ext cx="404158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1" name="Segnaposto testo 10"/>
          <p:cNvSpPr>
            <a:spLocks noGrp="1"/>
          </p:cNvSpPr>
          <p:nvPr>
            <p:ph type="body" sz="quarter" idx="39" hasCustomPrompt="1"/>
          </p:nvPr>
        </p:nvSpPr>
        <p:spPr>
          <a:xfrm>
            <a:off x="4736361" y="1030380"/>
            <a:ext cx="4041587" cy="31432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sp>
        <p:nvSpPr>
          <p:cNvPr id="14" name="Segnaposto grafico 13"/>
          <p:cNvSpPr>
            <a:spLocks noGrp="1"/>
          </p:cNvSpPr>
          <p:nvPr>
            <p:ph type="chart" sz="quarter" idx="40" hasCustomPrompt="1"/>
          </p:nvPr>
        </p:nvSpPr>
        <p:spPr>
          <a:xfrm>
            <a:off x="4736075" y="1420065"/>
            <a:ext cx="4049338" cy="3114582"/>
          </a:xfrm>
        </p:spPr>
        <p:txBody>
          <a:bodyPr/>
          <a:lstStyle>
            <a:lvl1pPr>
              <a:defRPr sz="800" b="0" i="1">
                <a:solidFill>
                  <a:schemeClr val="accent5"/>
                </a:solidFill>
              </a:defRPr>
            </a:lvl1pPr>
          </a:lstStyle>
          <a:p>
            <a:r>
              <a:rPr lang="en-GB"/>
              <a:t>Click to insert a chart</a:t>
            </a:r>
          </a:p>
        </p:txBody>
      </p:sp>
      <p:sp>
        <p:nvSpPr>
          <p:cNvPr id="15" name="Segnaposto immagine 2"/>
          <p:cNvSpPr>
            <a:spLocks noGrp="1"/>
          </p:cNvSpPr>
          <p:nvPr>
            <p:ph type="pic" sz="quarter" idx="41"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13" name="Segnaposto testo 4"/>
          <p:cNvSpPr>
            <a:spLocks noGrp="1"/>
          </p:cNvSpPr>
          <p:nvPr>
            <p:ph type="body" sz="quarter" idx="42" hasCustomPrompt="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67585989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WO COLUMNS CHARTS">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Two columns charts</a:t>
            </a:r>
            <a:endParaRPr lang="en-GB"/>
          </a:p>
        </p:txBody>
      </p:sp>
      <p:sp>
        <p:nvSpPr>
          <p:cNvPr id="12" name="Segnaposto testo 11"/>
          <p:cNvSpPr>
            <a:spLocks noGrp="1"/>
          </p:cNvSpPr>
          <p:nvPr>
            <p:ph type="body" sz="quarter" idx="37" hasCustomPrompt="1"/>
          </p:nvPr>
        </p:nvSpPr>
        <p:spPr>
          <a:xfrm>
            <a:off x="425945" y="512635"/>
            <a:ext cx="8359468" cy="18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cxnSp>
        <p:nvCxnSpPr>
          <p:cNvPr id="9" name="Connettore 1 8"/>
          <p:cNvCxnSpPr/>
          <p:nvPr userDrawn="1"/>
        </p:nvCxnSpPr>
        <p:spPr>
          <a:xfrm>
            <a:off x="4736359" y="1001058"/>
            <a:ext cx="404158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1" name="Segnaposto testo 10"/>
          <p:cNvSpPr>
            <a:spLocks noGrp="1"/>
          </p:cNvSpPr>
          <p:nvPr>
            <p:ph type="body" sz="quarter" idx="40" hasCustomPrompt="1"/>
          </p:nvPr>
        </p:nvSpPr>
        <p:spPr>
          <a:xfrm>
            <a:off x="4736361" y="1030380"/>
            <a:ext cx="4041587" cy="31432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cxnSp>
        <p:nvCxnSpPr>
          <p:cNvPr id="13" name="Connettore 1 12"/>
          <p:cNvCxnSpPr/>
          <p:nvPr userDrawn="1"/>
        </p:nvCxnSpPr>
        <p:spPr>
          <a:xfrm>
            <a:off x="425823" y="1001058"/>
            <a:ext cx="404158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4" name="Segnaposto testo 10"/>
          <p:cNvSpPr>
            <a:spLocks noGrp="1"/>
          </p:cNvSpPr>
          <p:nvPr>
            <p:ph type="body" sz="quarter" idx="41" hasCustomPrompt="1"/>
          </p:nvPr>
        </p:nvSpPr>
        <p:spPr>
          <a:xfrm>
            <a:off x="425825" y="1030380"/>
            <a:ext cx="4041587" cy="31432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sp>
        <p:nvSpPr>
          <p:cNvPr id="15" name="Segnaposto grafico 13"/>
          <p:cNvSpPr>
            <a:spLocks noGrp="1"/>
          </p:cNvSpPr>
          <p:nvPr>
            <p:ph type="chart" sz="quarter" idx="42" hasCustomPrompt="1"/>
          </p:nvPr>
        </p:nvSpPr>
        <p:spPr>
          <a:xfrm>
            <a:off x="4736075" y="1420065"/>
            <a:ext cx="4049338" cy="3114582"/>
          </a:xfrm>
        </p:spPr>
        <p:txBody>
          <a:bodyPr/>
          <a:lstStyle>
            <a:lvl1pPr>
              <a:defRPr sz="800" b="0" i="1">
                <a:solidFill>
                  <a:schemeClr val="accent5"/>
                </a:solidFill>
              </a:defRPr>
            </a:lvl1pPr>
          </a:lstStyle>
          <a:p>
            <a:r>
              <a:rPr lang="en-GB"/>
              <a:t>Click to insert a chart</a:t>
            </a:r>
          </a:p>
        </p:txBody>
      </p:sp>
      <p:sp>
        <p:nvSpPr>
          <p:cNvPr id="16" name="Segnaposto grafico 13"/>
          <p:cNvSpPr>
            <a:spLocks noGrp="1"/>
          </p:cNvSpPr>
          <p:nvPr>
            <p:ph type="chart" sz="quarter" idx="43" hasCustomPrompt="1"/>
          </p:nvPr>
        </p:nvSpPr>
        <p:spPr>
          <a:xfrm>
            <a:off x="425546" y="1420065"/>
            <a:ext cx="4049338" cy="3114582"/>
          </a:xfrm>
        </p:spPr>
        <p:txBody>
          <a:bodyPr/>
          <a:lstStyle>
            <a:lvl1pPr>
              <a:defRPr sz="800" b="0" i="1">
                <a:solidFill>
                  <a:schemeClr val="accent5"/>
                </a:solidFill>
              </a:defRPr>
            </a:lvl1pPr>
          </a:lstStyle>
          <a:p>
            <a:r>
              <a:rPr lang="en-GB"/>
              <a:t>Click to insert a chart</a:t>
            </a:r>
          </a:p>
        </p:txBody>
      </p:sp>
      <p:sp>
        <p:nvSpPr>
          <p:cNvPr id="17" name="Segnaposto immagine 2"/>
          <p:cNvSpPr>
            <a:spLocks noGrp="1"/>
          </p:cNvSpPr>
          <p:nvPr>
            <p:ph type="pic" sz="quarter" idx="36"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18" name="Segnaposto testo 4"/>
          <p:cNvSpPr>
            <a:spLocks noGrp="1"/>
          </p:cNvSpPr>
          <p:nvPr>
            <p:ph type="body" sz="quarter" idx="39" hasCustomPrompt="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6514087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WO COLUMNS TEXT + CHAR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Two columns text + chart</a:t>
            </a:r>
            <a:endParaRPr lang="en-GB"/>
          </a:p>
        </p:txBody>
      </p:sp>
      <p:sp>
        <p:nvSpPr>
          <p:cNvPr id="10" name="Segnaposto testo 9"/>
          <p:cNvSpPr>
            <a:spLocks noGrp="1"/>
          </p:cNvSpPr>
          <p:nvPr>
            <p:ph type="body" sz="quarter" idx="36" hasCustomPrompt="1"/>
          </p:nvPr>
        </p:nvSpPr>
        <p:spPr>
          <a:xfrm>
            <a:off x="425152" y="986109"/>
            <a:ext cx="3989966" cy="1299892"/>
          </a:xfrm>
        </p:spPr>
        <p:txBody>
          <a:bodyPr numCol="1" spcCol="0"/>
          <a:lstStyle>
            <a:lvl1pPr>
              <a:lnSpc>
                <a:spcPts val="1640"/>
              </a:lnSpc>
              <a:spcBef>
                <a:spcPts val="0"/>
              </a:spcBef>
              <a:spcAft>
                <a:spcPts val="400"/>
              </a:spcAft>
              <a:defRPr/>
            </a:lvl1pPr>
          </a:lstStyle>
          <a:p>
            <a:pPr lvl="0"/>
            <a:r>
              <a:rPr lang="en-US"/>
              <a:t>Text here </a:t>
            </a:r>
            <a:r>
              <a:rPr lang="en-US" err="1"/>
              <a:t>lorem</a:t>
            </a:r>
            <a:r>
              <a:rPr lang="en-US"/>
              <a:t> </a:t>
            </a:r>
            <a:r>
              <a:rPr lang="en-US" err="1"/>
              <a:t>ipsum</a:t>
            </a:r>
            <a:endParaRPr lang="en-US"/>
          </a:p>
        </p:txBody>
      </p:sp>
      <p:sp>
        <p:nvSpPr>
          <p:cNvPr id="12" name="Segnaposto testo 11"/>
          <p:cNvSpPr>
            <a:spLocks noGrp="1"/>
          </p:cNvSpPr>
          <p:nvPr>
            <p:ph type="body" sz="quarter" idx="37" hasCustomPrompt="1"/>
          </p:nvPr>
        </p:nvSpPr>
        <p:spPr>
          <a:xfrm>
            <a:off x="425945" y="512635"/>
            <a:ext cx="8351997" cy="18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8" name="Segnaposto testo 9"/>
          <p:cNvSpPr>
            <a:spLocks noGrp="1"/>
          </p:cNvSpPr>
          <p:nvPr>
            <p:ph type="body" sz="quarter" idx="39" hasCustomPrompt="1"/>
          </p:nvPr>
        </p:nvSpPr>
        <p:spPr>
          <a:xfrm>
            <a:off x="4736353" y="986109"/>
            <a:ext cx="4049059" cy="1299892"/>
          </a:xfrm>
        </p:spPr>
        <p:txBody>
          <a:bodyPr numCol="1" spcCol="0"/>
          <a:lstStyle>
            <a:lvl1pPr>
              <a:lnSpc>
                <a:spcPts val="1640"/>
              </a:lnSpc>
              <a:spcBef>
                <a:spcPts val="0"/>
              </a:spcBef>
              <a:spcAft>
                <a:spcPts val="400"/>
              </a:spcAft>
              <a:defRPr/>
            </a:lvl1pPr>
          </a:lstStyle>
          <a:p>
            <a:pPr lvl="0"/>
            <a:r>
              <a:rPr lang="en-US"/>
              <a:t>Text here </a:t>
            </a:r>
            <a:r>
              <a:rPr lang="en-US" err="1"/>
              <a:t>lorem</a:t>
            </a:r>
            <a:r>
              <a:rPr lang="en-US"/>
              <a:t> </a:t>
            </a:r>
            <a:r>
              <a:rPr lang="en-US" err="1"/>
              <a:t>ipsum</a:t>
            </a:r>
            <a:endParaRPr lang="en-US"/>
          </a:p>
        </p:txBody>
      </p:sp>
      <p:cxnSp>
        <p:nvCxnSpPr>
          <p:cNvPr id="11" name="Connettore 1 10"/>
          <p:cNvCxnSpPr/>
          <p:nvPr userDrawn="1"/>
        </p:nvCxnSpPr>
        <p:spPr>
          <a:xfrm>
            <a:off x="4743830" y="2360705"/>
            <a:ext cx="404158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3" name="Segnaposto testo 10"/>
          <p:cNvSpPr>
            <a:spLocks noGrp="1"/>
          </p:cNvSpPr>
          <p:nvPr>
            <p:ph type="body" sz="quarter" idx="41" hasCustomPrompt="1"/>
          </p:nvPr>
        </p:nvSpPr>
        <p:spPr>
          <a:xfrm>
            <a:off x="4743832" y="2390028"/>
            <a:ext cx="4041587" cy="31432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cxnSp>
        <p:nvCxnSpPr>
          <p:cNvPr id="14" name="Connettore 1 13"/>
          <p:cNvCxnSpPr/>
          <p:nvPr userDrawn="1"/>
        </p:nvCxnSpPr>
        <p:spPr>
          <a:xfrm>
            <a:off x="425823" y="2360705"/>
            <a:ext cx="404158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5" name="Segnaposto testo 10"/>
          <p:cNvSpPr>
            <a:spLocks noGrp="1"/>
          </p:cNvSpPr>
          <p:nvPr>
            <p:ph type="body" sz="quarter" idx="42" hasCustomPrompt="1"/>
          </p:nvPr>
        </p:nvSpPr>
        <p:spPr>
          <a:xfrm>
            <a:off x="425825" y="2390028"/>
            <a:ext cx="4041587" cy="31432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sp>
        <p:nvSpPr>
          <p:cNvPr id="16" name="Segnaposto grafico 13"/>
          <p:cNvSpPr>
            <a:spLocks noGrp="1"/>
          </p:cNvSpPr>
          <p:nvPr>
            <p:ph type="chart" sz="quarter" idx="43" hasCustomPrompt="1"/>
          </p:nvPr>
        </p:nvSpPr>
        <p:spPr>
          <a:xfrm>
            <a:off x="4736075" y="2794000"/>
            <a:ext cx="4049338" cy="1740647"/>
          </a:xfrm>
        </p:spPr>
        <p:txBody>
          <a:bodyPr/>
          <a:lstStyle>
            <a:lvl1pPr>
              <a:defRPr sz="800" b="0" i="1">
                <a:solidFill>
                  <a:schemeClr val="accent5"/>
                </a:solidFill>
              </a:defRPr>
            </a:lvl1pPr>
          </a:lstStyle>
          <a:p>
            <a:r>
              <a:rPr lang="en-GB"/>
              <a:t>Click to insert a chart</a:t>
            </a:r>
          </a:p>
        </p:txBody>
      </p:sp>
      <p:sp>
        <p:nvSpPr>
          <p:cNvPr id="17" name="Segnaposto grafico 13"/>
          <p:cNvSpPr>
            <a:spLocks noGrp="1"/>
          </p:cNvSpPr>
          <p:nvPr>
            <p:ph type="chart" sz="quarter" idx="44" hasCustomPrompt="1"/>
          </p:nvPr>
        </p:nvSpPr>
        <p:spPr>
          <a:xfrm>
            <a:off x="425546" y="2794000"/>
            <a:ext cx="4049338" cy="1740647"/>
          </a:xfrm>
        </p:spPr>
        <p:txBody>
          <a:bodyPr/>
          <a:lstStyle>
            <a:lvl1pPr>
              <a:defRPr sz="800" b="0" i="1">
                <a:solidFill>
                  <a:schemeClr val="accent5"/>
                </a:solidFill>
              </a:defRPr>
            </a:lvl1pPr>
          </a:lstStyle>
          <a:p>
            <a:r>
              <a:rPr lang="en-GB"/>
              <a:t>Click to insert a chart</a:t>
            </a:r>
          </a:p>
        </p:txBody>
      </p:sp>
      <p:sp>
        <p:nvSpPr>
          <p:cNvPr id="18" name="Segnaposto immagine 2"/>
          <p:cNvSpPr>
            <a:spLocks noGrp="1"/>
          </p:cNvSpPr>
          <p:nvPr>
            <p:ph type="pic" sz="quarter" idx="45"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19" name="Segnaposto testo 4"/>
          <p:cNvSpPr>
            <a:spLocks noGrp="1"/>
          </p:cNvSpPr>
          <p:nvPr>
            <p:ph type="body" sz="quarter" idx="46" hasCustomPrompt="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403727853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EXT + LARGE CHAR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Text + large chart</a:t>
            </a:r>
            <a:endParaRPr lang="en-GB"/>
          </a:p>
        </p:txBody>
      </p:sp>
      <p:sp>
        <p:nvSpPr>
          <p:cNvPr id="10" name="Segnaposto testo 9"/>
          <p:cNvSpPr>
            <a:spLocks noGrp="1"/>
          </p:cNvSpPr>
          <p:nvPr>
            <p:ph type="body" sz="quarter" idx="36" hasCustomPrompt="1"/>
          </p:nvPr>
        </p:nvSpPr>
        <p:spPr>
          <a:xfrm>
            <a:off x="425152" y="986108"/>
            <a:ext cx="2675142" cy="3549954"/>
          </a:xfrm>
        </p:spPr>
        <p:txBody>
          <a:bodyPr numCol="1" spcCol="0"/>
          <a:lstStyle>
            <a:lvl1pPr>
              <a:lnSpc>
                <a:spcPts val="1640"/>
              </a:lnSpc>
              <a:spcBef>
                <a:spcPts val="0"/>
              </a:spcBef>
              <a:spcAft>
                <a:spcPts val="400"/>
              </a:spcAft>
              <a:defRPr/>
            </a:lvl1pPr>
          </a:lstStyle>
          <a:p>
            <a:pPr lvl="0"/>
            <a:r>
              <a:rPr lang="en-US"/>
              <a:t>Text here </a:t>
            </a:r>
            <a:r>
              <a:rPr lang="en-US" err="1"/>
              <a:t>lorem</a:t>
            </a:r>
            <a:r>
              <a:rPr lang="en-US"/>
              <a:t> </a:t>
            </a:r>
            <a:r>
              <a:rPr lang="en-US" err="1"/>
              <a:t>ipsum</a:t>
            </a:r>
            <a:endParaRPr lang="en-US"/>
          </a:p>
        </p:txBody>
      </p:sp>
      <p:sp>
        <p:nvSpPr>
          <p:cNvPr id="12" name="Segnaposto testo 11"/>
          <p:cNvSpPr>
            <a:spLocks noGrp="1"/>
          </p:cNvSpPr>
          <p:nvPr>
            <p:ph type="body" sz="quarter" idx="37" hasCustomPrompt="1"/>
          </p:nvPr>
        </p:nvSpPr>
        <p:spPr>
          <a:xfrm>
            <a:off x="425945" y="512635"/>
            <a:ext cx="8366938" cy="18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cxnSp>
        <p:nvCxnSpPr>
          <p:cNvPr id="8" name="Connettore 1 7"/>
          <p:cNvCxnSpPr/>
          <p:nvPr userDrawn="1"/>
        </p:nvCxnSpPr>
        <p:spPr>
          <a:xfrm>
            <a:off x="3339360" y="1001058"/>
            <a:ext cx="543858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9" name="Segnaposto testo 10"/>
          <p:cNvSpPr>
            <a:spLocks noGrp="1"/>
          </p:cNvSpPr>
          <p:nvPr>
            <p:ph type="body" sz="quarter" idx="39" hasCustomPrompt="1"/>
          </p:nvPr>
        </p:nvSpPr>
        <p:spPr>
          <a:xfrm>
            <a:off x="3339361" y="1030380"/>
            <a:ext cx="5438587" cy="31432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sp>
        <p:nvSpPr>
          <p:cNvPr id="11" name="Segnaposto grafico 13"/>
          <p:cNvSpPr>
            <a:spLocks noGrp="1"/>
          </p:cNvSpPr>
          <p:nvPr>
            <p:ph type="chart" sz="quarter" idx="42" hasCustomPrompt="1"/>
          </p:nvPr>
        </p:nvSpPr>
        <p:spPr>
          <a:xfrm>
            <a:off x="3339353" y="1420065"/>
            <a:ext cx="5446059" cy="3114582"/>
          </a:xfrm>
        </p:spPr>
        <p:txBody>
          <a:bodyPr/>
          <a:lstStyle>
            <a:lvl1pPr>
              <a:defRPr sz="800" b="0" i="1">
                <a:solidFill>
                  <a:schemeClr val="accent5"/>
                </a:solidFill>
              </a:defRPr>
            </a:lvl1pPr>
          </a:lstStyle>
          <a:p>
            <a:r>
              <a:rPr lang="en-GB"/>
              <a:t>Click to insert a chart</a:t>
            </a:r>
          </a:p>
        </p:txBody>
      </p:sp>
      <p:sp>
        <p:nvSpPr>
          <p:cNvPr id="14" name="Segnaposto immagine 2"/>
          <p:cNvSpPr>
            <a:spLocks noGrp="1"/>
          </p:cNvSpPr>
          <p:nvPr>
            <p:ph type="pic" sz="quarter" idx="43"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13" name="Segnaposto testo 4"/>
          <p:cNvSpPr>
            <a:spLocks noGrp="1"/>
          </p:cNvSpPr>
          <p:nvPr>
            <p:ph type="body" sz="quarter" idx="44" hasCustomPrompt="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304942988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ONE COLUMN CHAR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One column chart</a:t>
            </a:r>
            <a:endParaRPr lang="en-GB"/>
          </a:p>
        </p:txBody>
      </p:sp>
      <p:sp>
        <p:nvSpPr>
          <p:cNvPr id="12" name="Segnaposto testo 11"/>
          <p:cNvSpPr>
            <a:spLocks noGrp="1"/>
          </p:cNvSpPr>
          <p:nvPr>
            <p:ph type="body" sz="quarter" idx="37" hasCustomPrompt="1"/>
          </p:nvPr>
        </p:nvSpPr>
        <p:spPr>
          <a:xfrm>
            <a:off x="425945" y="512635"/>
            <a:ext cx="8359468" cy="18960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cxnSp>
        <p:nvCxnSpPr>
          <p:cNvPr id="8" name="Connettore 1 7"/>
          <p:cNvCxnSpPr/>
          <p:nvPr userDrawn="1"/>
        </p:nvCxnSpPr>
        <p:spPr>
          <a:xfrm>
            <a:off x="425823" y="1001058"/>
            <a:ext cx="8352118" cy="0"/>
          </a:xfrm>
          <a:prstGeom prst="line">
            <a:avLst/>
          </a:prstGeom>
          <a:ln w="317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9" name="Segnaposto testo 10"/>
          <p:cNvSpPr>
            <a:spLocks noGrp="1"/>
          </p:cNvSpPr>
          <p:nvPr>
            <p:ph type="body" sz="quarter" idx="39" hasCustomPrompt="1"/>
          </p:nvPr>
        </p:nvSpPr>
        <p:spPr>
          <a:xfrm>
            <a:off x="425824" y="1030380"/>
            <a:ext cx="8352117" cy="321796"/>
          </a:xfrm>
        </p:spPr>
        <p:txBody>
          <a:bodyPr/>
          <a:lstStyle>
            <a:lvl1pPr>
              <a:lnSpc>
                <a:spcPts val="1000"/>
              </a:lnSpc>
              <a:defRPr sz="800" b="1" i="0" baseline="0"/>
            </a:lvl1pPr>
            <a:lvl2pPr>
              <a:lnSpc>
                <a:spcPts val="1180"/>
              </a:lnSpc>
              <a:defRPr sz="900" baseline="0"/>
            </a:lvl2pPr>
            <a:lvl3pPr>
              <a:lnSpc>
                <a:spcPts val="1180"/>
              </a:lnSpc>
              <a:defRPr sz="900" baseline="0"/>
            </a:lvl3pPr>
            <a:lvl4pPr>
              <a:lnSpc>
                <a:spcPts val="1180"/>
              </a:lnSpc>
              <a:defRPr sz="900" baseline="0"/>
            </a:lvl4pPr>
            <a:lvl5pPr>
              <a:lnSpc>
                <a:spcPts val="1180"/>
              </a:lnSpc>
              <a:defRPr sz="900" baseline="0"/>
            </a:lvl5pPr>
          </a:lstStyle>
          <a:p>
            <a:pPr lvl="0"/>
            <a:r>
              <a:rPr lang="en-US"/>
              <a:t>Chart title goes here </a:t>
            </a:r>
            <a:r>
              <a:rPr lang="en-US" err="1"/>
              <a:t>lorem</a:t>
            </a:r>
            <a:r>
              <a:rPr lang="en-US"/>
              <a:t> </a:t>
            </a:r>
            <a:r>
              <a:rPr lang="en-US" err="1"/>
              <a:t>ipsum</a:t>
            </a:r>
            <a:endParaRPr lang="en-GB"/>
          </a:p>
        </p:txBody>
      </p:sp>
      <p:sp>
        <p:nvSpPr>
          <p:cNvPr id="11" name="Segnaposto grafico 13"/>
          <p:cNvSpPr>
            <a:spLocks noGrp="1"/>
          </p:cNvSpPr>
          <p:nvPr>
            <p:ph type="chart" sz="quarter" idx="42" hasCustomPrompt="1"/>
          </p:nvPr>
        </p:nvSpPr>
        <p:spPr>
          <a:xfrm>
            <a:off x="425826" y="1420065"/>
            <a:ext cx="8359588" cy="3114582"/>
          </a:xfrm>
        </p:spPr>
        <p:txBody>
          <a:bodyPr/>
          <a:lstStyle>
            <a:lvl1pPr>
              <a:defRPr sz="800" b="0" i="1">
                <a:solidFill>
                  <a:schemeClr val="accent5"/>
                </a:solidFill>
              </a:defRPr>
            </a:lvl1pPr>
          </a:lstStyle>
          <a:p>
            <a:r>
              <a:rPr lang="en-GB"/>
              <a:t>Click to insert a chart</a:t>
            </a:r>
          </a:p>
        </p:txBody>
      </p:sp>
      <p:sp>
        <p:nvSpPr>
          <p:cNvPr id="13" name="Segnaposto immagine 2"/>
          <p:cNvSpPr>
            <a:spLocks noGrp="1"/>
          </p:cNvSpPr>
          <p:nvPr>
            <p:ph type="pic" sz="quarter" idx="36"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10" name="Segnaposto testo 4"/>
          <p:cNvSpPr>
            <a:spLocks noGrp="1"/>
          </p:cNvSpPr>
          <p:nvPr>
            <p:ph type="body" sz="quarter" idx="43" hasCustomPrompt="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298526154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ONE COLUMN TABLE">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p>
            <a:fld id="{9C18EA95-C3D3-214C-9452-EF8527DBCD86}" type="slidenum">
              <a:rPr lang="it-IT" smtClean="0"/>
              <a:pPr/>
              <a:t>‹N›</a:t>
            </a:fld>
            <a:endParaRPr lang="it-IT"/>
          </a:p>
        </p:txBody>
      </p:sp>
      <p:sp>
        <p:nvSpPr>
          <p:cNvPr id="3" name="Titolo 2"/>
          <p:cNvSpPr>
            <a:spLocks noGrp="1"/>
          </p:cNvSpPr>
          <p:nvPr>
            <p:ph type="title" hasCustomPrompt="1"/>
          </p:nvPr>
        </p:nvSpPr>
        <p:spPr/>
        <p:txBody>
          <a:bodyPr/>
          <a:lstStyle>
            <a:lvl1pPr>
              <a:defRPr baseline="0"/>
            </a:lvl1pPr>
          </a:lstStyle>
          <a:p>
            <a:r>
              <a:rPr lang="en-US"/>
              <a:t>One column table</a:t>
            </a:r>
            <a:endParaRPr lang="en-GB"/>
          </a:p>
        </p:txBody>
      </p:sp>
      <p:sp>
        <p:nvSpPr>
          <p:cNvPr id="12" name="Segnaposto testo 11"/>
          <p:cNvSpPr>
            <a:spLocks noGrp="1"/>
          </p:cNvSpPr>
          <p:nvPr>
            <p:ph type="body" sz="quarter" idx="37" hasCustomPrompt="1"/>
          </p:nvPr>
        </p:nvSpPr>
        <p:spPr>
          <a:xfrm>
            <a:off x="425945" y="512635"/>
            <a:ext cx="8359468" cy="212012"/>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5" name="Segnaposto tabella 4"/>
          <p:cNvSpPr>
            <a:spLocks noGrp="1"/>
          </p:cNvSpPr>
          <p:nvPr>
            <p:ph type="tbl" sz="quarter" idx="39" hasCustomPrompt="1"/>
          </p:nvPr>
        </p:nvSpPr>
        <p:spPr>
          <a:xfrm>
            <a:off x="425824" y="978648"/>
            <a:ext cx="8359588" cy="3563471"/>
          </a:xfrm>
        </p:spPr>
        <p:txBody>
          <a:bodyPr/>
          <a:lstStyle>
            <a:lvl1pPr>
              <a:defRPr sz="800" b="0" i="1">
                <a:solidFill>
                  <a:schemeClr val="accent5"/>
                </a:solidFill>
              </a:defRPr>
            </a:lvl1pPr>
          </a:lstStyle>
          <a:p>
            <a:r>
              <a:rPr lang="en-GB"/>
              <a:t>Click to insert a table</a:t>
            </a:r>
          </a:p>
        </p:txBody>
      </p:sp>
      <p:sp>
        <p:nvSpPr>
          <p:cNvPr id="6" name="Segnaposto immagine 2"/>
          <p:cNvSpPr>
            <a:spLocks noGrp="1"/>
          </p:cNvSpPr>
          <p:nvPr>
            <p:ph type="pic" sz="quarter" idx="43" hasCustomPrompt="1"/>
          </p:nvPr>
        </p:nvSpPr>
        <p:spPr>
          <a:xfrm>
            <a:off x="1041401" y="4646614"/>
            <a:ext cx="898525" cy="363537"/>
          </a:xfrm>
          <a:prstGeom prst="rect">
            <a:avLst/>
          </a:prstGeom>
        </p:spPr>
        <p:txBody>
          <a:bodyPr vert="horz" lIns="0" tIns="0" rIns="0" bIns="0"/>
          <a:lstStyle>
            <a:lvl1pPr marL="0" indent="0">
              <a:spcBef>
                <a:spcPts val="0"/>
              </a:spcBef>
              <a:buFontTx/>
              <a:buNone/>
              <a:defRPr sz="700" b="0" i="1" baseline="0">
                <a:solidFill>
                  <a:schemeClr val="accent5"/>
                </a:solidFill>
              </a:defRPr>
            </a:lvl1pPr>
          </a:lstStyle>
          <a:p>
            <a:r>
              <a:rPr lang="en-GB"/>
              <a:t>Click to insert a logo</a:t>
            </a:r>
          </a:p>
        </p:txBody>
      </p:sp>
      <p:sp>
        <p:nvSpPr>
          <p:cNvPr id="8" name="Segnaposto testo 4"/>
          <p:cNvSpPr>
            <a:spLocks noGrp="1"/>
          </p:cNvSpPr>
          <p:nvPr>
            <p:ph type="body" sz="quarter" idx="44" hasCustomPrompt="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43320225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297FA01E-24AC-49D4-8C41-C51389DC6FF8}"/>
              </a:ext>
            </a:extLst>
          </p:cNvPr>
          <p:cNvSpPr/>
          <p:nvPr>
            <p:custDataLst>
              <p:tags r:id="rId1"/>
            </p:custDataLst>
          </p:nvPr>
        </p:nvSpPr>
        <p:spPr>
          <a:xfrm>
            <a:off x="0" y="0"/>
            <a:ext cx="9525" cy="9525"/>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2" name="Title 1"/>
          <p:cNvSpPr>
            <a:spLocks noGrp="1"/>
          </p:cNvSpPr>
          <p:nvPr>
            <p:ph type="title"/>
          </p:nvPr>
        </p:nvSpPr>
        <p:spPr>
          <a:xfrm>
            <a:off x="457200" y="205978"/>
            <a:ext cx="8229600" cy="529568"/>
          </a:xfrm>
          <a:noFill/>
          <a:ln>
            <a:noFill/>
          </a:ln>
        </p:spPr>
        <p:txBody>
          <a:bodyPr>
            <a:normAutofit/>
          </a:bodyPr>
          <a:lstStyle>
            <a:lvl1pPr algn="l">
              <a:defRPr sz="2400">
                <a:solidFill>
                  <a:srgbClr val="FF0000"/>
                </a:solidFill>
              </a:defRPr>
            </a:lvl1pPr>
          </a:lstStyle>
          <a:p>
            <a:r>
              <a:rPr lang="en-US"/>
              <a:t>Click to edit Master title style</a:t>
            </a:r>
            <a:endParaRPr lang="fr-F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cxnSp>
        <p:nvCxnSpPr>
          <p:cNvPr id="8" name="Straight Connector 7"/>
          <p:cNvCxnSpPr/>
          <p:nvPr/>
        </p:nvCxnSpPr>
        <p:spPr>
          <a:xfrm>
            <a:off x="457200" y="789552"/>
            <a:ext cx="82296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777035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2_ONE COLUMN TEXT">
    <p:spTree>
      <p:nvGrpSpPr>
        <p:cNvPr id="1" name=""/>
        <p:cNvGrpSpPr/>
        <p:nvPr/>
      </p:nvGrpSpPr>
      <p:grpSpPr>
        <a:xfrm>
          <a:off x="0" y="0"/>
          <a:ext cx="0" cy="0"/>
          <a:chOff x="0" y="0"/>
          <a:chExt cx="0" cy="0"/>
        </a:xfrm>
      </p:grpSpPr>
      <p:sp>
        <p:nvSpPr>
          <p:cNvPr id="7" name="Segnaposto numero diapositiva 6"/>
          <p:cNvSpPr>
            <a:spLocks noGrp="1"/>
          </p:cNvSpPr>
          <p:nvPr>
            <p:ph type="sldNum" sz="quarter" idx="35"/>
          </p:nvPr>
        </p:nvSpPr>
        <p:spPr/>
        <p:txBody>
          <a:bodyPr/>
          <a:lstStyle>
            <a:lvl1pPr>
              <a:defRPr sz="1100">
                <a:latin typeface="Arial Narrow" panose="020B0606020202030204" pitchFamily="34" charset="0"/>
              </a:defRPr>
            </a:lvl1pPr>
          </a:lstStyle>
          <a:p>
            <a:pPr>
              <a:defRPr/>
            </a:pPr>
            <a:fld id="{9C18EA95-C3D3-214C-9452-EF8527DBCD86}" type="slidenum">
              <a:rPr lang="it-IT" smtClean="0">
                <a:solidFill>
                  <a:srgbClr val="DA291C"/>
                </a:solidFill>
              </a:rPr>
              <a:pPr>
                <a:defRPr/>
              </a:pPr>
              <a:t>‹N›</a:t>
            </a:fld>
            <a:endParaRPr lang="it-IT" sz="800">
              <a:solidFill>
                <a:srgbClr val="DA291C"/>
              </a:solidFill>
            </a:endParaRPr>
          </a:p>
        </p:txBody>
      </p:sp>
      <p:sp>
        <p:nvSpPr>
          <p:cNvPr id="3" name="Titolo 2"/>
          <p:cNvSpPr>
            <a:spLocks noGrp="1"/>
          </p:cNvSpPr>
          <p:nvPr>
            <p:ph type="title" hasCustomPrompt="1"/>
          </p:nvPr>
        </p:nvSpPr>
        <p:spPr/>
        <p:txBody>
          <a:bodyPr/>
          <a:lstStyle>
            <a:lvl1pPr>
              <a:defRPr baseline="0"/>
            </a:lvl1pPr>
          </a:lstStyle>
          <a:p>
            <a:r>
              <a:rPr lang="en-US"/>
              <a:t>One column text</a:t>
            </a:r>
            <a:endParaRPr lang="en-GB"/>
          </a:p>
        </p:txBody>
      </p:sp>
      <p:sp>
        <p:nvSpPr>
          <p:cNvPr id="12" name="Segnaposto testo 11"/>
          <p:cNvSpPr>
            <a:spLocks noGrp="1"/>
          </p:cNvSpPr>
          <p:nvPr>
            <p:ph type="body" sz="quarter" idx="37" hasCustomPrompt="1"/>
          </p:nvPr>
        </p:nvSpPr>
        <p:spPr>
          <a:xfrm>
            <a:off x="425945" y="512635"/>
            <a:ext cx="8359468" cy="182130"/>
          </a:xfrm>
        </p:spPr>
        <p:txBody>
          <a:bodyPr/>
          <a:lstStyle>
            <a:lvl1pPr>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Subtitle if present goes here</a:t>
            </a:r>
            <a:endParaRPr lang="en-GB"/>
          </a:p>
        </p:txBody>
      </p:sp>
      <p:sp>
        <p:nvSpPr>
          <p:cNvPr id="8" name="Segnaposto testo 4">
            <a:extLst>
              <a:ext uri="{FF2B5EF4-FFF2-40B4-BE49-F238E27FC236}">
                <a16:creationId xmlns:a16="http://schemas.microsoft.com/office/drawing/2014/main" id="{CEE31645-4C5F-4046-8186-F791B83DACDA}"/>
              </a:ext>
            </a:extLst>
          </p:cNvPr>
          <p:cNvSpPr>
            <a:spLocks noGrp="1"/>
          </p:cNvSpPr>
          <p:nvPr>
            <p:ph type="body" sz="quarter" idx="39" hasCustomPrompt="1"/>
          </p:nvPr>
        </p:nvSpPr>
        <p:spPr>
          <a:xfrm>
            <a:off x="808041" y="4758053"/>
            <a:ext cx="190234" cy="214145"/>
          </a:xfrm>
          <a:prstGeom prst="rect">
            <a:avLst/>
          </a:prstGeom>
        </p:spPr>
        <p:txBody>
          <a:bodyPr vert="horz" lIns="0" tIns="0" rIns="0" bIns="0" anchor="ctr" anchorCtr="0"/>
          <a:lstStyle>
            <a:lvl1pPr marL="0" indent="0" algn="ctr">
              <a:lnSpc>
                <a:spcPct val="100000"/>
              </a:lnSpc>
              <a:spcBef>
                <a:spcPts val="0"/>
              </a:spcBef>
              <a:buFontTx/>
              <a:buNone/>
              <a:defRPr sz="1000" baseline="0">
                <a:solidFill>
                  <a:schemeClr val="bg2">
                    <a:lumMod val="65000"/>
                  </a:schemeClr>
                </a:solidFill>
              </a:defRPr>
            </a:lvl1pPr>
            <a:lvl2pPr marL="0" indent="0" algn="ctr">
              <a:lnSpc>
                <a:spcPct val="100000"/>
              </a:lnSpc>
              <a:spcBef>
                <a:spcPts val="0"/>
              </a:spcBef>
              <a:buFontTx/>
              <a:buNone/>
              <a:defRPr sz="1000" baseline="0">
                <a:solidFill>
                  <a:schemeClr val="bg2"/>
                </a:solidFill>
              </a:defRPr>
            </a:lvl2pPr>
            <a:lvl3pPr marL="0" indent="0" algn="ctr">
              <a:lnSpc>
                <a:spcPct val="100000"/>
              </a:lnSpc>
              <a:spcBef>
                <a:spcPts val="0"/>
              </a:spcBef>
              <a:buFontTx/>
              <a:buNone/>
              <a:defRPr sz="1000" baseline="0">
                <a:solidFill>
                  <a:schemeClr val="bg2"/>
                </a:solidFill>
              </a:defRPr>
            </a:lvl3pPr>
            <a:lvl4pPr marL="0" indent="0" algn="ctr">
              <a:lnSpc>
                <a:spcPct val="100000"/>
              </a:lnSpc>
              <a:spcBef>
                <a:spcPts val="0"/>
              </a:spcBef>
              <a:buFontTx/>
              <a:buNone/>
              <a:defRPr sz="1000" baseline="0">
                <a:solidFill>
                  <a:schemeClr val="bg2"/>
                </a:solidFill>
              </a:defRPr>
            </a:lvl4pPr>
            <a:lvl5pPr marL="0" indent="0" algn="ctr">
              <a:lnSpc>
                <a:spcPct val="100000"/>
              </a:lnSpc>
              <a:spcBef>
                <a:spcPts val="0"/>
              </a:spcBef>
              <a:buFontTx/>
              <a:buNone/>
              <a:defRPr sz="1000" baseline="0">
                <a:solidFill>
                  <a:schemeClr val="bg2"/>
                </a:solidFill>
              </a:defRPr>
            </a:lvl5pPr>
          </a:lstStyle>
          <a:p>
            <a:pPr lvl="0"/>
            <a:r>
              <a:rPr lang="en-US"/>
              <a:t>X</a:t>
            </a:r>
            <a:endParaRPr lang="en-GB"/>
          </a:p>
        </p:txBody>
      </p:sp>
    </p:spTree>
    <p:extLst>
      <p:ext uri="{BB962C8B-B14F-4D97-AF65-F5344CB8AC3E}">
        <p14:creationId xmlns:p14="http://schemas.microsoft.com/office/powerpoint/2010/main" val="2339168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theme" Target="../theme/theme3.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theme" Target="../theme/theme4.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slideLayout" Target="../slideLayouts/slideLayout65.xml"/><Relationship Id="rId3" Type="http://schemas.openxmlformats.org/officeDocument/2006/relationships/slideLayout" Target="../slideLayouts/slideLayout55.xml"/><Relationship Id="rId7" Type="http://schemas.openxmlformats.org/officeDocument/2006/relationships/slideLayout" Target="../slideLayouts/slideLayout59.xml"/><Relationship Id="rId12" Type="http://schemas.openxmlformats.org/officeDocument/2006/relationships/slideLayout" Target="../slideLayouts/slideLayout64.xml"/><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5" Type="http://schemas.openxmlformats.org/officeDocument/2006/relationships/slideLayout" Target="../slideLayouts/slideLayout57.xml"/><Relationship Id="rId10" Type="http://schemas.openxmlformats.org/officeDocument/2006/relationships/slideLayout" Target="../slideLayouts/slideLayout62.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3.xml"/><Relationship Id="rId13" Type="http://schemas.openxmlformats.org/officeDocument/2006/relationships/slideLayout" Target="../slideLayouts/slideLayout78.xml"/><Relationship Id="rId3" Type="http://schemas.openxmlformats.org/officeDocument/2006/relationships/slideLayout" Target="../slideLayouts/slideLayout68.xml"/><Relationship Id="rId7" Type="http://schemas.openxmlformats.org/officeDocument/2006/relationships/slideLayout" Target="../slideLayouts/slideLayout72.xml"/><Relationship Id="rId12" Type="http://schemas.openxmlformats.org/officeDocument/2006/relationships/slideLayout" Target="../slideLayouts/slideLayout77.xml"/><Relationship Id="rId2" Type="http://schemas.openxmlformats.org/officeDocument/2006/relationships/slideLayout" Target="../slideLayouts/slideLayout67.xml"/><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slideLayout" Target="../slideLayouts/slideLayout76.xml"/><Relationship Id="rId5" Type="http://schemas.openxmlformats.org/officeDocument/2006/relationships/slideLayout" Target="../slideLayouts/slideLayout70.xml"/><Relationship Id="rId10" Type="http://schemas.openxmlformats.org/officeDocument/2006/relationships/slideLayout" Target="../slideLayouts/slideLayout75.xml"/><Relationship Id="rId4" Type="http://schemas.openxmlformats.org/officeDocument/2006/relationships/slideLayout" Target="../slideLayouts/slideLayout69.xml"/><Relationship Id="rId9" Type="http://schemas.openxmlformats.org/officeDocument/2006/relationships/slideLayout" Target="../slideLayouts/slideLayout74.xml"/><Relationship Id="rId14"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Segnaposto numero diapositiva 3"/>
          <p:cNvSpPr>
            <a:spLocks noGrp="1"/>
          </p:cNvSpPr>
          <p:nvPr>
            <p:ph type="sldNum" sz="quarter" idx="4"/>
          </p:nvPr>
        </p:nvSpPr>
        <p:spPr>
          <a:xfrm>
            <a:off x="8668764" y="4760656"/>
            <a:ext cx="370724" cy="147908"/>
          </a:xfrm>
          <a:prstGeom prst="rect">
            <a:avLst/>
          </a:prstGeom>
        </p:spPr>
        <p:txBody>
          <a:bodyPr vert="horz" lIns="0" tIns="0" rIns="0" bIns="0" rtlCol="0" anchor="b" anchorCtr="0"/>
          <a:lstStyle>
            <a:lvl1pPr algn="l">
              <a:defRPr sz="1100" b="0" i="0" baseline="0">
                <a:solidFill>
                  <a:schemeClr val="accent2"/>
                </a:solidFill>
                <a:latin typeface="Arial Narrow" panose="020B0606020202030204" pitchFamily="34" charset="0"/>
              </a:defRPr>
            </a:lvl1pPr>
          </a:lstStyle>
          <a:p>
            <a:fld id="{9C18EA95-C3D3-214C-9452-EF8527DBCD86}" type="slidenum">
              <a:rPr lang="it-IT" smtClean="0"/>
              <a:pPr/>
              <a:t>‹N›</a:t>
            </a:fld>
            <a:endParaRPr lang="it-IT"/>
          </a:p>
        </p:txBody>
      </p:sp>
      <p:sp>
        <p:nvSpPr>
          <p:cNvPr id="5" name="Segnaposto titolo 4"/>
          <p:cNvSpPr>
            <a:spLocks noGrp="1"/>
          </p:cNvSpPr>
          <p:nvPr>
            <p:ph type="title"/>
          </p:nvPr>
        </p:nvSpPr>
        <p:spPr>
          <a:xfrm>
            <a:off x="425648" y="245820"/>
            <a:ext cx="8359764" cy="235398"/>
          </a:xfrm>
          <a:prstGeom prst="rect">
            <a:avLst/>
          </a:prstGeom>
        </p:spPr>
        <p:txBody>
          <a:bodyPr vert="horz" lIns="0" tIns="0" rIns="0" bIns="0" rtlCol="0" anchor="t" anchorCtr="0">
            <a:noAutofit/>
          </a:bodyPr>
          <a:lstStyle/>
          <a:p>
            <a:r>
              <a:rPr lang="en-US"/>
              <a:t>Title here </a:t>
            </a:r>
            <a:r>
              <a:rPr lang="en-US" err="1"/>
              <a:t>lorem</a:t>
            </a:r>
            <a:r>
              <a:rPr lang="en-US"/>
              <a:t> </a:t>
            </a:r>
            <a:r>
              <a:rPr lang="en-US" err="1"/>
              <a:t>ipsum</a:t>
            </a:r>
            <a:endParaRPr lang="en-GB"/>
          </a:p>
        </p:txBody>
      </p:sp>
      <p:sp>
        <p:nvSpPr>
          <p:cNvPr id="8" name="Segnaposto testo 7"/>
          <p:cNvSpPr>
            <a:spLocks noGrp="1"/>
          </p:cNvSpPr>
          <p:nvPr>
            <p:ph type="body" idx="1"/>
          </p:nvPr>
        </p:nvSpPr>
        <p:spPr>
          <a:xfrm>
            <a:off x="425648" y="978213"/>
            <a:ext cx="8359763" cy="3494740"/>
          </a:xfrm>
          <a:prstGeom prst="rect">
            <a:avLst/>
          </a:prstGeom>
        </p:spPr>
        <p:txBody>
          <a:bodyPr vert="horz" lIns="0" tIns="0" rIns="0" bIns="0" rtlCol="0">
            <a:noAutofit/>
          </a:bodyPr>
          <a:lstStyle/>
          <a:p>
            <a:pPr lvl="0"/>
            <a:r>
              <a:rPr lang="en-US"/>
              <a:t>Text here </a:t>
            </a:r>
            <a:r>
              <a:rPr lang="en-US" err="1"/>
              <a:t>lorem</a:t>
            </a:r>
            <a:r>
              <a:rPr lang="en-US"/>
              <a:t> </a:t>
            </a:r>
            <a:r>
              <a:rPr lang="en-US" err="1"/>
              <a:t>ipsum</a:t>
            </a:r>
            <a:r>
              <a:rPr lang="en-US"/>
              <a:t> </a:t>
            </a:r>
            <a:r>
              <a:rPr lang="en-US" err="1"/>
              <a:t>amet</a:t>
            </a:r>
            <a:endParaRPr lang="en-US"/>
          </a:p>
        </p:txBody>
      </p:sp>
    </p:spTree>
    <p:extLst>
      <p:ext uri="{BB962C8B-B14F-4D97-AF65-F5344CB8AC3E}">
        <p14:creationId xmlns:p14="http://schemas.microsoft.com/office/powerpoint/2010/main" val="3729590788"/>
      </p:ext>
    </p:extLst>
  </p:cSld>
  <p:clrMap bg1="lt1" tx1="dk1" bg2="lt2" tx2="dk2" accent1="accent1" accent2="accent2" accent3="accent3" accent4="accent4" accent5="accent5" accent6="accent6" hlink="hlink" folHlink="folHlink"/>
  <p:sldLayoutIdLst>
    <p:sldLayoutId id="2147483717"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 id="2147483748" r:id="rId13"/>
  </p:sldLayoutIdLst>
  <p:hf hdr="0" ftr="0" dt="0"/>
  <p:txStyles>
    <p:titleStyle>
      <a:lvl1pPr algn="l" defTabSz="457200" rtl="0" eaLnBrk="1" latinLnBrk="0" hangingPunct="1">
        <a:lnSpc>
          <a:spcPts val="1800"/>
        </a:lnSpc>
        <a:spcBef>
          <a:spcPct val="0"/>
        </a:spcBef>
        <a:buNone/>
        <a:defRPr sz="1600" b="1" i="0" kern="0" spc="0" baseline="0">
          <a:solidFill>
            <a:schemeClr val="accent1"/>
          </a:solidFill>
          <a:latin typeface="+mn-lt"/>
          <a:ea typeface="+mj-ea"/>
          <a:cs typeface="+mj-cs"/>
        </a:defRPr>
      </a:lvl1pPr>
    </p:titleStyle>
    <p:bodyStyle>
      <a:lvl1pPr marL="0" indent="0" algn="l" defTabSz="457200" rtl="0" eaLnBrk="1" latinLnBrk="0" hangingPunct="1">
        <a:lnSpc>
          <a:spcPts val="1380"/>
        </a:lnSpc>
        <a:spcBef>
          <a:spcPct val="20000"/>
        </a:spcBef>
        <a:buFontTx/>
        <a:buNone/>
        <a:defRPr sz="1200" kern="1200" baseline="0">
          <a:solidFill>
            <a:schemeClr val="accent1"/>
          </a:solidFill>
          <a:latin typeface="+mn-lt"/>
          <a:ea typeface="+mn-ea"/>
          <a:cs typeface="+mn-cs"/>
        </a:defRPr>
      </a:lvl1pPr>
      <a:lvl2pPr marL="457200" indent="0" algn="l" defTabSz="457200" rtl="0" eaLnBrk="1" latinLnBrk="0" hangingPunct="1">
        <a:lnSpc>
          <a:spcPts val="1380"/>
        </a:lnSpc>
        <a:spcBef>
          <a:spcPct val="20000"/>
        </a:spcBef>
        <a:buFontTx/>
        <a:buNone/>
        <a:defRPr sz="1200" kern="1200" baseline="0">
          <a:solidFill>
            <a:schemeClr val="accent1"/>
          </a:solidFill>
          <a:latin typeface="+mn-lt"/>
          <a:ea typeface="+mn-ea"/>
          <a:cs typeface="+mn-cs"/>
        </a:defRPr>
      </a:lvl2pPr>
      <a:lvl3pPr marL="914400" indent="0" algn="l" defTabSz="457200" rtl="0" eaLnBrk="1" latinLnBrk="0" hangingPunct="1">
        <a:lnSpc>
          <a:spcPts val="1380"/>
        </a:lnSpc>
        <a:spcBef>
          <a:spcPct val="20000"/>
        </a:spcBef>
        <a:buFontTx/>
        <a:buNone/>
        <a:defRPr sz="1200" kern="1200" baseline="0">
          <a:solidFill>
            <a:schemeClr val="accent1"/>
          </a:solidFill>
          <a:latin typeface="+mn-lt"/>
          <a:ea typeface="+mn-ea"/>
          <a:cs typeface="+mn-cs"/>
        </a:defRPr>
      </a:lvl3pPr>
      <a:lvl4pPr marL="1371600" indent="0" algn="l" defTabSz="457200" rtl="0" eaLnBrk="1" latinLnBrk="0" hangingPunct="1">
        <a:lnSpc>
          <a:spcPts val="1380"/>
        </a:lnSpc>
        <a:spcBef>
          <a:spcPct val="20000"/>
        </a:spcBef>
        <a:buFontTx/>
        <a:buNone/>
        <a:defRPr sz="1200" kern="1200" baseline="0">
          <a:solidFill>
            <a:schemeClr val="accent1"/>
          </a:solidFill>
          <a:latin typeface="+mn-lt"/>
          <a:ea typeface="+mn-ea"/>
          <a:cs typeface="+mn-cs"/>
        </a:defRPr>
      </a:lvl4pPr>
      <a:lvl5pPr marL="1828800" indent="0" algn="l" defTabSz="457200" rtl="0" eaLnBrk="1" latinLnBrk="0" hangingPunct="1">
        <a:lnSpc>
          <a:spcPts val="1380"/>
        </a:lnSpc>
        <a:spcBef>
          <a:spcPct val="20000"/>
        </a:spcBef>
        <a:buFontTx/>
        <a:buNone/>
        <a:defRPr sz="1200" kern="1200" baseline="0">
          <a:solidFill>
            <a:schemeClr val="accent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Segnaposto numero diapositiva 3"/>
          <p:cNvSpPr>
            <a:spLocks noGrp="1"/>
          </p:cNvSpPr>
          <p:nvPr>
            <p:ph type="sldNum" sz="quarter" idx="4"/>
          </p:nvPr>
        </p:nvSpPr>
        <p:spPr>
          <a:xfrm>
            <a:off x="8668765" y="4760656"/>
            <a:ext cx="370724" cy="147908"/>
          </a:xfrm>
          <a:prstGeom prst="rect">
            <a:avLst/>
          </a:prstGeom>
        </p:spPr>
        <p:txBody>
          <a:bodyPr vert="horz" lIns="0" tIns="0" rIns="0" bIns="0" rtlCol="0" anchor="b" anchorCtr="0"/>
          <a:lstStyle>
            <a:lvl1pPr algn="l">
              <a:defRPr sz="1100" b="0" i="0" baseline="0">
                <a:solidFill>
                  <a:schemeClr val="accent2"/>
                </a:solidFill>
                <a:latin typeface="Arial Narrow" panose="020B0606020202030204" pitchFamily="34" charset="0"/>
              </a:defRPr>
            </a:lvl1pPr>
          </a:lstStyle>
          <a:p>
            <a:fld id="{9C18EA95-C3D3-214C-9452-EF8527DBCD86}" type="slidenum">
              <a:rPr lang="it-IT" smtClean="0"/>
              <a:pPr/>
              <a:t>‹N›</a:t>
            </a:fld>
            <a:endParaRPr lang="it-IT"/>
          </a:p>
        </p:txBody>
      </p:sp>
      <p:sp>
        <p:nvSpPr>
          <p:cNvPr id="5" name="Segnaposto titolo 4"/>
          <p:cNvSpPr>
            <a:spLocks noGrp="1"/>
          </p:cNvSpPr>
          <p:nvPr>
            <p:ph type="title"/>
          </p:nvPr>
        </p:nvSpPr>
        <p:spPr>
          <a:xfrm>
            <a:off x="425648" y="245820"/>
            <a:ext cx="8359764" cy="235398"/>
          </a:xfrm>
          <a:prstGeom prst="rect">
            <a:avLst/>
          </a:prstGeom>
        </p:spPr>
        <p:txBody>
          <a:bodyPr vert="horz" lIns="0" tIns="0" rIns="0" bIns="0" rtlCol="0" anchor="t" anchorCtr="0">
            <a:noAutofit/>
          </a:bodyPr>
          <a:lstStyle/>
          <a:p>
            <a:r>
              <a:rPr lang="en-US"/>
              <a:t>Title here </a:t>
            </a:r>
            <a:r>
              <a:rPr lang="en-US" err="1"/>
              <a:t>lorem</a:t>
            </a:r>
            <a:r>
              <a:rPr lang="en-US"/>
              <a:t> </a:t>
            </a:r>
            <a:r>
              <a:rPr lang="en-US" err="1"/>
              <a:t>ipsum</a:t>
            </a:r>
            <a:endParaRPr lang="en-GB"/>
          </a:p>
        </p:txBody>
      </p:sp>
      <p:sp>
        <p:nvSpPr>
          <p:cNvPr id="8" name="Segnaposto testo 7"/>
          <p:cNvSpPr>
            <a:spLocks noGrp="1"/>
          </p:cNvSpPr>
          <p:nvPr>
            <p:ph type="body" idx="1"/>
          </p:nvPr>
        </p:nvSpPr>
        <p:spPr>
          <a:xfrm>
            <a:off x="425649" y="978213"/>
            <a:ext cx="8359763" cy="3494740"/>
          </a:xfrm>
          <a:prstGeom prst="rect">
            <a:avLst/>
          </a:prstGeom>
        </p:spPr>
        <p:txBody>
          <a:bodyPr vert="horz" lIns="0" tIns="0" rIns="0" bIns="0" rtlCol="0">
            <a:noAutofit/>
          </a:bodyPr>
          <a:lstStyle/>
          <a:p>
            <a:pPr lvl="0"/>
            <a:r>
              <a:rPr lang="en-US"/>
              <a:t>Text here </a:t>
            </a:r>
            <a:r>
              <a:rPr lang="en-US" err="1"/>
              <a:t>lorem</a:t>
            </a:r>
            <a:r>
              <a:rPr lang="en-US"/>
              <a:t> </a:t>
            </a:r>
            <a:r>
              <a:rPr lang="en-US" err="1"/>
              <a:t>ipsum</a:t>
            </a:r>
            <a:r>
              <a:rPr lang="en-US"/>
              <a:t> </a:t>
            </a:r>
            <a:r>
              <a:rPr lang="en-US" err="1"/>
              <a:t>amet</a:t>
            </a:r>
            <a:endParaRPr lang="en-US"/>
          </a:p>
        </p:txBody>
      </p:sp>
    </p:spTree>
    <p:extLst>
      <p:ext uri="{BB962C8B-B14F-4D97-AF65-F5344CB8AC3E}">
        <p14:creationId xmlns:p14="http://schemas.microsoft.com/office/powerpoint/2010/main" val="803931409"/>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804" r:id="rId13"/>
  </p:sldLayoutIdLst>
  <p:hf hdr="0" ftr="0" dt="0"/>
  <p:txStyles>
    <p:titleStyle>
      <a:lvl1pPr algn="l" defTabSz="457189" rtl="0" eaLnBrk="1" latinLnBrk="0" hangingPunct="1">
        <a:lnSpc>
          <a:spcPts val="1800"/>
        </a:lnSpc>
        <a:spcBef>
          <a:spcPct val="0"/>
        </a:spcBef>
        <a:buNone/>
        <a:defRPr sz="1600" b="1" i="0" kern="0" spc="0" baseline="0">
          <a:solidFill>
            <a:schemeClr val="accent1"/>
          </a:solidFill>
          <a:latin typeface="+mn-lt"/>
          <a:ea typeface="+mj-ea"/>
          <a:cs typeface="+mj-cs"/>
        </a:defRPr>
      </a:lvl1pPr>
    </p:titleStyle>
    <p:bodyStyle>
      <a:lvl1pPr marL="0" indent="0" algn="l" defTabSz="457189" rtl="0" eaLnBrk="1" latinLnBrk="0" hangingPunct="1">
        <a:lnSpc>
          <a:spcPts val="1380"/>
        </a:lnSpc>
        <a:spcBef>
          <a:spcPct val="20000"/>
        </a:spcBef>
        <a:buFontTx/>
        <a:buNone/>
        <a:defRPr sz="1200" kern="1200" baseline="0">
          <a:solidFill>
            <a:schemeClr val="accent1"/>
          </a:solidFill>
          <a:latin typeface="+mn-lt"/>
          <a:ea typeface="+mn-ea"/>
          <a:cs typeface="+mn-cs"/>
        </a:defRPr>
      </a:lvl1pPr>
      <a:lvl2pPr marL="457189" indent="0" algn="l" defTabSz="457189" rtl="0" eaLnBrk="1" latinLnBrk="0" hangingPunct="1">
        <a:lnSpc>
          <a:spcPts val="1380"/>
        </a:lnSpc>
        <a:spcBef>
          <a:spcPct val="20000"/>
        </a:spcBef>
        <a:buFontTx/>
        <a:buNone/>
        <a:defRPr sz="1200" kern="1200" baseline="0">
          <a:solidFill>
            <a:schemeClr val="accent1"/>
          </a:solidFill>
          <a:latin typeface="+mn-lt"/>
          <a:ea typeface="+mn-ea"/>
          <a:cs typeface="+mn-cs"/>
        </a:defRPr>
      </a:lvl2pPr>
      <a:lvl3pPr marL="914378" indent="0" algn="l" defTabSz="457189" rtl="0" eaLnBrk="1" latinLnBrk="0" hangingPunct="1">
        <a:lnSpc>
          <a:spcPts val="1380"/>
        </a:lnSpc>
        <a:spcBef>
          <a:spcPct val="20000"/>
        </a:spcBef>
        <a:buFontTx/>
        <a:buNone/>
        <a:defRPr sz="1200" kern="1200" baseline="0">
          <a:solidFill>
            <a:schemeClr val="accent1"/>
          </a:solidFill>
          <a:latin typeface="+mn-lt"/>
          <a:ea typeface="+mn-ea"/>
          <a:cs typeface="+mn-cs"/>
        </a:defRPr>
      </a:lvl3pPr>
      <a:lvl4pPr marL="1371566" indent="0" algn="l" defTabSz="457189" rtl="0" eaLnBrk="1" latinLnBrk="0" hangingPunct="1">
        <a:lnSpc>
          <a:spcPts val="1380"/>
        </a:lnSpc>
        <a:spcBef>
          <a:spcPct val="20000"/>
        </a:spcBef>
        <a:buFontTx/>
        <a:buNone/>
        <a:defRPr sz="1200" kern="1200" baseline="0">
          <a:solidFill>
            <a:schemeClr val="accent1"/>
          </a:solidFill>
          <a:latin typeface="+mn-lt"/>
          <a:ea typeface="+mn-ea"/>
          <a:cs typeface="+mn-cs"/>
        </a:defRPr>
      </a:lvl4pPr>
      <a:lvl5pPr marL="1828754" indent="0" algn="l" defTabSz="457189" rtl="0" eaLnBrk="1" latinLnBrk="0" hangingPunct="1">
        <a:lnSpc>
          <a:spcPts val="1380"/>
        </a:lnSpc>
        <a:spcBef>
          <a:spcPct val="20000"/>
        </a:spcBef>
        <a:buFontTx/>
        <a:buNone/>
        <a:defRPr sz="1200" kern="1200" baseline="0">
          <a:solidFill>
            <a:schemeClr val="accent1"/>
          </a:solidFill>
          <a:latin typeface="+mn-lt"/>
          <a:ea typeface="+mn-ea"/>
          <a:cs typeface="+mn-cs"/>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5"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it-IT"/>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8"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2"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Segnaposto numero diapositiva 3"/>
          <p:cNvSpPr>
            <a:spLocks noGrp="1"/>
          </p:cNvSpPr>
          <p:nvPr>
            <p:ph type="sldNum" sz="quarter" idx="4"/>
          </p:nvPr>
        </p:nvSpPr>
        <p:spPr>
          <a:xfrm>
            <a:off x="8668765" y="4760656"/>
            <a:ext cx="370724" cy="147908"/>
          </a:xfrm>
          <a:prstGeom prst="rect">
            <a:avLst/>
          </a:prstGeom>
        </p:spPr>
        <p:txBody>
          <a:bodyPr vert="horz" lIns="0" tIns="0" rIns="0" bIns="0" rtlCol="0" anchor="b" anchorCtr="0"/>
          <a:lstStyle>
            <a:lvl1pPr algn="l">
              <a:defRPr sz="1100" b="0" i="0" baseline="0">
                <a:solidFill>
                  <a:schemeClr val="accent2"/>
                </a:solidFill>
                <a:latin typeface="Arial Narrow" panose="020B0606020202030204" pitchFamily="34" charset="0"/>
              </a:defRPr>
            </a:lvl1pPr>
          </a:lstStyle>
          <a:p>
            <a:fld id="{9C18EA95-C3D3-214C-9452-EF8527DBCD86}" type="slidenum">
              <a:rPr lang="it-IT" smtClean="0"/>
              <a:pPr/>
              <a:t>‹N›</a:t>
            </a:fld>
            <a:endParaRPr lang="it-IT"/>
          </a:p>
        </p:txBody>
      </p:sp>
      <p:sp>
        <p:nvSpPr>
          <p:cNvPr id="5" name="Segnaposto titolo 4"/>
          <p:cNvSpPr>
            <a:spLocks noGrp="1"/>
          </p:cNvSpPr>
          <p:nvPr>
            <p:ph type="title"/>
          </p:nvPr>
        </p:nvSpPr>
        <p:spPr>
          <a:xfrm>
            <a:off x="425648" y="245820"/>
            <a:ext cx="8359764" cy="235398"/>
          </a:xfrm>
          <a:prstGeom prst="rect">
            <a:avLst/>
          </a:prstGeom>
        </p:spPr>
        <p:txBody>
          <a:bodyPr vert="horz" lIns="0" tIns="0" rIns="0" bIns="0" rtlCol="0" anchor="t" anchorCtr="0">
            <a:noAutofit/>
          </a:bodyPr>
          <a:lstStyle/>
          <a:p>
            <a:r>
              <a:rPr lang="en-US"/>
              <a:t>Title here </a:t>
            </a:r>
            <a:r>
              <a:rPr lang="en-US" err="1"/>
              <a:t>lorem</a:t>
            </a:r>
            <a:r>
              <a:rPr lang="en-US"/>
              <a:t> </a:t>
            </a:r>
            <a:r>
              <a:rPr lang="en-US" err="1"/>
              <a:t>ipsum</a:t>
            </a:r>
            <a:endParaRPr lang="en-GB"/>
          </a:p>
        </p:txBody>
      </p:sp>
      <p:sp>
        <p:nvSpPr>
          <p:cNvPr id="8" name="Segnaposto testo 7"/>
          <p:cNvSpPr>
            <a:spLocks noGrp="1"/>
          </p:cNvSpPr>
          <p:nvPr>
            <p:ph type="body" idx="1"/>
          </p:nvPr>
        </p:nvSpPr>
        <p:spPr>
          <a:xfrm>
            <a:off x="425649" y="978213"/>
            <a:ext cx="8359763" cy="3494740"/>
          </a:xfrm>
          <a:prstGeom prst="rect">
            <a:avLst/>
          </a:prstGeom>
        </p:spPr>
        <p:txBody>
          <a:bodyPr vert="horz" lIns="0" tIns="0" rIns="0" bIns="0" rtlCol="0">
            <a:noAutofit/>
          </a:bodyPr>
          <a:lstStyle/>
          <a:p>
            <a:pPr lvl="0"/>
            <a:r>
              <a:rPr lang="en-US"/>
              <a:t>Text here </a:t>
            </a:r>
            <a:r>
              <a:rPr lang="en-US" err="1"/>
              <a:t>lorem</a:t>
            </a:r>
            <a:r>
              <a:rPr lang="en-US"/>
              <a:t> </a:t>
            </a:r>
            <a:r>
              <a:rPr lang="en-US" err="1"/>
              <a:t>ipsum</a:t>
            </a:r>
            <a:r>
              <a:rPr lang="en-US"/>
              <a:t> </a:t>
            </a:r>
            <a:r>
              <a:rPr lang="en-US" err="1"/>
              <a:t>amet</a:t>
            </a:r>
            <a:endParaRPr lang="en-US"/>
          </a:p>
        </p:txBody>
      </p:sp>
    </p:spTree>
    <p:extLst>
      <p:ext uri="{BB962C8B-B14F-4D97-AF65-F5344CB8AC3E}">
        <p14:creationId xmlns:p14="http://schemas.microsoft.com/office/powerpoint/2010/main" val="4236065613"/>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Lst>
  <p:hf hdr="0" ftr="0" dt="0"/>
  <p:txStyles>
    <p:titleStyle>
      <a:lvl1pPr algn="l" defTabSz="457189" rtl="0" eaLnBrk="1" latinLnBrk="0" hangingPunct="1">
        <a:lnSpc>
          <a:spcPts val="1800"/>
        </a:lnSpc>
        <a:spcBef>
          <a:spcPct val="0"/>
        </a:spcBef>
        <a:buNone/>
        <a:defRPr sz="1600" b="1" i="0" kern="0" spc="0" baseline="0">
          <a:solidFill>
            <a:schemeClr val="accent1"/>
          </a:solidFill>
          <a:latin typeface="+mn-lt"/>
          <a:ea typeface="+mj-ea"/>
          <a:cs typeface="+mj-cs"/>
        </a:defRPr>
      </a:lvl1pPr>
    </p:titleStyle>
    <p:bodyStyle>
      <a:lvl1pPr marL="0" indent="0" algn="l" defTabSz="457189" rtl="0" eaLnBrk="1" latinLnBrk="0" hangingPunct="1">
        <a:lnSpc>
          <a:spcPts val="1380"/>
        </a:lnSpc>
        <a:spcBef>
          <a:spcPct val="20000"/>
        </a:spcBef>
        <a:buFontTx/>
        <a:buNone/>
        <a:defRPr sz="1200" kern="1200" baseline="0">
          <a:solidFill>
            <a:schemeClr val="accent1"/>
          </a:solidFill>
          <a:latin typeface="+mn-lt"/>
          <a:ea typeface="+mn-ea"/>
          <a:cs typeface="+mn-cs"/>
        </a:defRPr>
      </a:lvl1pPr>
      <a:lvl2pPr marL="457189" indent="0" algn="l" defTabSz="457189" rtl="0" eaLnBrk="1" latinLnBrk="0" hangingPunct="1">
        <a:lnSpc>
          <a:spcPts val="1380"/>
        </a:lnSpc>
        <a:spcBef>
          <a:spcPct val="20000"/>
        </a:spcBef>
        <a:buFontTx/>
        <a:buNone/>
        <a:defRPr sz="1200" kern="1200" baseline="0">
          <a:solidFill>
            <a:schemeClr val="accent1"/>
          </a:solidFill>
          <a:latin typeface="+mn-lt"/>
          <a:ea typeface="+mn-ea"/>
          <a:cs typeface="+mn-cs"/>
        </a:defRPr>
      </a:lvl2pPr>
      <a:lvl3pPr marL="914378" indent="0" algn="l" defTabSz="457189" rtl="0" eaLnBrk="1" latinLnBrk="0" hangingPunct="1">
        <a:lnSpc>
          <a:spcPts val="1380"/>
        </a:lnSpc>
        <a:spcBef>
          <a:spcPct val="20000"/>
        </a:spcBef>
        <a:buFontTx/>
        <a:buNone/>
        <a:defRPr sz="1200" kern="1200" baseline="0">
          <a:solidFill>
            <a:schemeClr val="accent1"/>
          </a:solidFill>
          <a:latin typeface="+mn-lt"/>
          <a:ea typeface="+mn-ea"/>
          <a:cs typeface="+mn-cs"/>
        </a:defRPr>
      </a:lvl3pPr>
      <a:lvl4pPr marL="1371566" indent="0" algn="l" defTabSz="457189" rtl="0" eaLnBrk="1" latinLnBrk="0" hangingPunct="1">
        <a:lnSpc>
          <a:spcPts val="1380"/>
        </a:lnSpc>
        <a:spcBef>
          <a:spcPct val="20000"/>
        </a:spcBef>
        <a:buFontTx/>
        <a:buNone/>
        <a:defRPr sz="1200" kern="1200" baseline="0">
          <a:solidFill>
            <a:schemeClr val="accent1"/>
          </a:solidFill>
          <a:latin typeface="+mn-lt"/>
          <a:ea typeface="+mn-ea"/>
          <a:cs typeface="+mn-cs"/>
        </a:defRPr>
      </a:lvl4pPr>
      <a:lvl5pPr marL="1828754" indent="0" algn="l" defTabSz="457189" rtl="0" eaLnBrk="1" latinLnBrk="0" hangingPunct="1">
        <a:lnSpc>
          <a:spcPts val="1380"/>
        </a:lnSpc>
        <a:spcBef>
          <a:spcPct val="20000"/>
        </a:spcBef>
        <a:buFontTx/>
        <a:buNone/>
        <a:defRPr sz="1200" kern="1200" baseline="0">
          <a:solidFill>
            <a:schemeClr val="accent1"/>
          </a:solidFill>
          <a:latin typeface="+mn-lt"/>
          <a:ea typeface="+mn-ea"/>
          <a:cs typeface="+mn-cs"/>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5"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it-IT"/>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8"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2"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Segnaposto numero diapositiva 3"/>
          <p:cNvSpPr>
            <a:spLocks noGrp="1"/>
          </p:cNvSpPr>
          <p:nvPr>
            <p:ph type="sldNum" sz="quarter" idx="4"/>
          </p:nvPr>
        </p:nvSpPr>
        <p:spPr>
          <a:xfrm>
            <a:off x="8668765" y="4760656"/>
            <a:ext cx="370724" cy="147908"/>
          </a:xfrm>
          <a:prstGeom prst="rect">
            <a:avLst/>
          </a:prstGeom>
        </p:spPr>
        <p:txBody>
          <a:bodyPr vert="horz" lIns="0" tIns="0" rIns="0" bIns="0" rtlCol="0" anchor="b" anchorCtr="0"/>
          <a:lstStyle>
            <a:lvl1pPr algn="l">
              <a:defRPr sz="1100" b="0" i="0" baseline="0">
                <a:solidFill>
                  <a:schemeClr val="accent2"/>
                </a:solidFill>
                <a:latin typeface="Arial Narrow" panose="020B0606020202030204" pitchFamily="34" charset="0"/>
              </a:defRPr>
            </a:lvl1pPr>
          </a:lstStyle>
          <a:p>
            <a:fld id="{9C18EA95-C3D3-214C-9452-EF8527DBCD86}" type="slidenum">
              <a:rPr lang="it-IT" smtClean="0"/>
              <a:pPr/>
              <a:t>‹N›</a:t>
            </a:fld>
            <a:endParaRPr lang="it-IT"/>
          </a:p>
        </p:txBody>
      </p:sp>
      <p:sp>
        <p:nvSpPr>
          <p:cNvPr id="5" name="Segnaposto titolo 4"/>
          <p:cNvSpPr>
            <a:spLocks noGrp="1"/>
          </p:cNvSpPr>
          <p:nvPr>
            <p:ph type="title"/>
          </p:nvPr>
        </p:nvSpPr>
        <p:spPr>
          <a:xfrm>
            <a:off x="425648" y="245820"/>
            <a:ext cx="8359764" cy="235398"/>
          </a:xfrm>
          <a:prstGeom prst="rect">
            <a:avLst/>
          </a:prstGeom>
        </p:spPr>
        <p:txBody>
          <a:bodyPr vert="horz" lIns="0" tIns="0" rIns="0" bIns="0" rtlCol="0" anchor="t" anchorCtr="0">
            <a:noAutofit/>
          </a:bodyPr>
          <a:lstStyle/>
          <a:p>
            <a:r>
              <a:rPr lang="en-US"/>
              <a:t>Title here </a:t>
            </a:r>
            <a:r>
              <a:rPr lang="en-US" err="1"/>
              <a:t>lorem</a:t>
            </a:r>
            <a:r>
              <a:rPr lang="en-US"/>
              <a:t> </a:t>
            </a:r>
            <a:r>
              <a:rPr lang="en-US" err="1"/>
              <a:t>ipsum</a:t>
            </a:r>
            <a:endParaRPr lang="en-GB"/>
          </a:p>
        </p:txBody>
      </p:sp>
      <p:sp>
        <p:nvSpPr>
          <p:cNvPr id="8" name="Segnaposto testo 7"/>
          <p:cNvSpPr>
            <a:spLocks noGrp="1"/>
          </p:cNvSpPr>
          <p:nvPr>
            <p:ph type="body" idx="1"/>
          </p:nvPr>
        </p:nvSpPr>
        <p:spPr>
          <a:xfrm>
            <a:off x="425649" y="978213"/>
            <a:ext cx="8359763" cy="3494740"/>
          </a:xfrm>
          <a:prstGeom prst="rect">
            <a:avLst/>
          </a:prstGeom>
        </p:spPr>
        <p:txBody>
          <a:bodyPr vert="horz" lIns="0" tIns="0" rIns="0" bIns="0" rtlCol="0">
            <a:noAutofit/>
          </a:bodyPr>
          <a:lstStyle/>
          <a:p>
            <a:pPr lvl="0"/>
            <a:r>
              <a:rPr lang="en-US"/>
              <a:t>Text here </a:t>
            </a:r>
            <a:r>
              <a:rPr lang="en-US" err="1"/>
              <a:t>lorem</a:t>
            </a:r>
            <a:r>
              <a:rPr lang="en-US"/>
              <a:t> </a:t>
            </a:r>
            <a:r>
              <a:rPr lang="en-US" err="1"/>
              <a:t>ipsum</a:t>
            </a:r>
            <a:r>
              <a:rPr lang="en-US"/>
              <a:t> </a:t>
            </a:r>
            <a:r>
              <a:rPr lang="en-US" err="1"/>
              <a:t>amet</a:t>
            </a:r>
            <a:endParaRPr lang="en-US"/>
          </a:p>
        </p:txBody>
      </p:sp>
    </p:spTree>
    <p:extLst>
      <p:ext uri="{BB962C8B-B14F-4D97-AF65-F5344CB8AC3E}">
        <p14:creationId xmlns:p14="http://schemas.microsoft.com/office/powerpoint/2010/main" val="2940485952"/>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 id="2147483788" r:id="rId12"/>
    <p:sldLayoutId id="2147483789" r:id="rId13"/>
    <p:sldLayoutId id="2147483790" r:id="rId14"/>
  </p:sldLayoutIdLst>
  <p:hf hdr="0" ftr="0" dt="0"/>
  <p:txStyles>
    <p:titleStyle>
      <a:lvl1pPr algn="l" defTabSz="457189" rtl="0" eaLnBrk="1" latinLnBrk="0" hangingPunct="1">
        <a:lnSpc>
          <a:spcPts val="1800"/>
        </a:lnSpc>
        <a:spcBef>
          <a:spcPct val="0"/>
        </a:spcBef>
        <a:buNone/>
        <a:defRPr sz="1600" b="1" i="0" kern="0" spc="0" baseline="0">
          <a:solidFill>
            <a:schemeClr val="accent1"/>
          </a:solidFill>
          <a:latin typeface="+mn-lt"/>
          <a:ea typeface="+mj-ea"/>
          <a:cs typeface="+mj-cs"/>
        </a:defRPr>
      </a:lvl1pPr>
    </p:titleStyle>
    <p:bodyStyle>
      <a:lvl1pPr marL="0" indent="0" algn="l" defTabSz="457189" rtl="0" eaLnBrk="1" latinLnBrk="0" hangingPunct="1">
        <a:lnSpc>
          <a:spcPts val="1380"/>
        </a:lnSpc>
        <a:spcBef>
          <a:spcPct val="20000"/>
        </a:spcBef>
        <a:buFontTx/>
        <a:buNone/>
        <a:defRPr sz="1200" kern="1200" baseline="0">
          <a:solidFill>
            <a:schemeClr val="accent1"/>
          </a:solidFill>
          <a:latin typeface="+mn-lt"/>
          <a:ea typeface="+mn-ea"/>
          <a:cs typeface="+mn-cs"/>
        </a:defRPr>
      </a:lvl1pPr>
      <a:lvl2pPr marL="457189" indent="0" algn="l" defTabSz="457189" rtl="0" eaLnBrk="1" latinLnBrk="0" hangingPunct="1">
        <a:lnSpc>
          <a:spcPts val="1380"/>
        </a:lnSpc>
        <a:spcBef>
          <a:spcPct val="20000"/>
        </a:spcBef>
        <a:buFontTx/>
        <a:buNone/>
        <a:defRPr sz="1200" kern="1200" baseline="0">
          <a:solidFill>
            <a:schemeClr val="accent1"/>
          </a:solidFill>
          <a:latin typeface="+mn-lt"/>
          <a:ea typeface="+mn-ea"/>
          <a:cs typeface="+mn-cs"/>
        </a:defRPr>
      </a:lvl2pPr>
      <a:lvl3pPr marL="914378" indent="0" algn="l" defTabSz="457189" rtl="0" eaLnBrk="1" latinLnBrk="0" hangingPunct="1">
        <a:lnSpc>
          <a:spcPts val="1380"/>
        </a:lnSpc>
        <a:spcBef>
          <a:spcPct val="20000"/>
        </a:spcBef>
        <a:buFontTx/>
        <a:buNone/>
        <a:defRPr sz="1200" kern="1200" baseline="0">
          <a:solidFill>
            <a:schemeClr val="accent1"/>
          </a:solidFill>
          <a:latin typeface="+mn-lt"/>
          <a:ea typeface="+mn-ea"/>
          <a:cs typeface="+mn-cs"/>
        </a:defRPr>
      </a:lvl3pPr>
      <a:lvl4pPr marL="1371566" indent="0" algn="l" defTabSz="457189" rtl="0" eaLnBrk="1" latinLnBrk="0" hangingPunct="1">
        <a:lnSpc>
          <a:spcPts val="1380"/>
        </a:lnSpc>
        <a:spcBef>
          <a:spcPct val="20000"/>
        </a:spcBef>
        <a:buFontTx/>
        <a:buNone/>
        <a:defRPr sz="1200" kern="1200" baseline="0">
          <a:solidFill>
            <a:schemeClr val="accent1"/>
          </a:solidFill>
          <a:latin typeface="+mn-lt"/>
          <a:ea typeface="+mn-ea"/>
          <a:cs typeface="+mn-cs"/>
        </a:defRPr>
      </a:lvl4pPr>
      <a:lvl5pPr marL="1828754" indent="0" algn="l" defTabSz="457189" rtl="0" eaLnBrk="1" latinLnBrk="0" hangingPunct="1">
        <a:lnSpc>
          <a:spcPts val="1380"/>
        </a:lnSpc>
        <a:spcBef>
          <a:spcPct val="20000"/>
        </a:spcBef>
        <a:buFontTx/>
        <a:buNone/>
        <a:defRPr sz="1200" kern="1200" baseline="0">
          <a:solidFill>
            <a:schemeClr val="accent1"/>
          </a:solidFill>
          <a:latin typeface="+mn-lt"/>
          <a:ea typeface="+mn-ea"/>
          <a:cs typeface="+mn-cs"/>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5"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it-IT"/>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8"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2"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Segnaposto numero diapositiva 3"/>
          <p:cNvSpPr>
            <a:spLocks noGrp="1"/>
          </p:cNvSpPr>
          <p:nvPr>
            <p:ph type="sldNum" sz="quarter" idx="4"/>
          </p:nvPr>
        </p:nvSpPr>
        <p:spPr>
          <a:xfrm>
            <a:off x="8668765" y="4760656"/>
            <a:ext cx="370724" cy="147908"/>
          </a:xfrm>
          <a:prstGeom prst="rect">
            <a:avLst/>
          </a:prstGeom>
        </p:spPr>
        <p:txBody>
          <a:bodyPr vert="horz" lIns="0" tIns="0" rIns="0" bIns="0" rtlCol="0" anchor="b" anchorCtr="0"/>
          <a:lstStyle>
            <a:lvl1pPr algn="l">
              <a:defRPr sz="1100" b="0" i="0" baseline="0">
                <a:solidFill>
                  <a:schemeClr val="accent2"/>
                </a:solidFill>
                <a:latin typeface="Arial Narrow" panose="020B0606020202030204" pitchFamily="34" charset="0"/>
              </a:defRPr>
            </a:lvl1pPr>
          </a:lstStyle>
          <a:p>
            <a:fld id="{9C18EA95-C3D3-214C-9452-EF8527DBCD86}" type="slidenum">
              <a:rPr lang="it-IT" smtClean="0"/>
              <a:pPr/>
              <a:t>‹N›</a:t>
            </a:fld>
            <a:endParaRPr lang="it-IT"/>
          </a:p>
        </p:txBody>
      </p:sp>
      <p:sp>
        <p:nvSpPr>
          <p:cNvPr id="5" name="Segnaposto titolo 4"/>
          <p:cNvSpPr>
            <a:spLocks noGrp="1"/>
          </p:cNvSpPr>
          <p:nvPr>
            <p:ph type="title"/>
          </p:nvPr>
        </p:nvSpPr>
        <p:spPr>
          <a:xfrm>
            <a:off x="425648" y="245820"/>
            <a:ext cx="8359764" cy="235398"/>
          </a:xfrm>
          <a:prstGeom prst="rect">
            <a:avLst/>
          </a:prstGeom>
        </p:spPr>
        <p:txBody>
          <a:bodyPr vert="horz" lIns="0" tIns="0" rIns="0" bIns="0" rtlCol="0" anchor="t" anchorCtr="0">
            <a:noAutofit/>
          </a:bodyPr>
          <a:lstStyle/>
          <a:p>
            <a:r>
              <a:rPr lang="en-US"/>
              <a:t>Title here </a:t>
            </a:r>
            <a:r>
              <a:rPr lang="en-US" err="1"/>
              <a:t>lorem</a:t>
            </a:r>
            <a:r>
              <a:rPr lang="en-US"/>
              <a:t> </a:t>
            </a:r>
            <a:r>
              <a:rPr lang="en-US" err="1"/>
              <a:t>ipsum</a:t>
            </a:r>
            <a:endParaRPr lang="en-GB"/>
          </a:p>
        </p:txBody>
      </p:sp>
      <p:sp>
        <p:nvSpPr>
          <p:cNvPr id="8" name="Segnaposto testo 7"/>
          <p:cNvSpPr>
            <a:spLocks noGrp="1"/>
          </p:cNvSpPr>
          <p:nvPr>
            <p:ph type="body" idx="1"/>
          </p:nvPr>
        </p:nvSpPr>
        <p:spPr>
          <a:xfrm>
            <a:off x="425649" y="978213"/>
            <a:ext cx="8359763" cy="3494740"/>
          </a:xfrm>
          <a:prstGeom prst="rect">
            <a:avLst/>
          </a:prstGeom>
        </p:spPr>
        <p:txBody>
          <a:bodyPr vert="horz" lIns="0" tIns="0" rIns="0" bIns="0" rtlCol="0">
            <a:noAutofit/>
          </a:bodyPr>
          <a:lstStyle/>
          <a:p>
            <a:pPr lvl="0"/>
            <a:r>
              <a:rPr lang="en-US"/>
              <a:t>Text here </a:t>
            </a:r>
            <a:r>
              <a:rPr lang="en-US" err="1"/>
              <a:t>lorem</a:t>
            </a:r>
            <a:r>
              <a:rPr lang="en-US"/>
              <a:t> </a:t>
            </a:r>
            <a:r>
              <a:rPr lang="en-US" err="1"/>
              <a:t>ipsum</a:t>
            </a:r>
            <a:r>
              <a:rPr lang="en-US"/>
              <a:t> </a:t>
            </a:r>
            <a:r>
              <a:rPr lang="en-US" err="1"/>
              <a:t>amet</a:t>
            </a:r>
            <a:endParaRPr lang="en-US"/>
          </a:p>
        </p:txBody>
      </p:sp>
    </p:spTree>
    <p:extLst>
      <p:ext uri="{BB962C8B-B14F-4D97-AF65-F5344CB8AC3E}">
        <p14:creationId xmlns:p14="http://schemas.microsoft.com/office/powerpoint/2010/main" val="1272258179"/>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 id="2147483806" r:id="rId13"/>
  </p:sldLayoutIdLst>
  <p:hf hdr="0" ftr="0" dt="0"/>
  <p:txStyles>
    <p:titleStyle>
      <a:lvl1pPr algn="l" defTabSz="457189" rtl="0" eaLnBrk="1" latinLnBrk="0" hangingPunct="1">
        <a:lnSpc>
          <a:spcPts val="1800"/>
        </a:lnSpc>
        <a:spcBef>
          <a:spcPct val="0"/>
        </a:spcBef>
        <a:buNone/>
        <a:defRPr sz="1600" b="1" i="0" kern="0" spc="0" baseline="0">
          <a:solidFill>
            <a:schemeClr val="accent1"/>
          </a:solidFill>
          <a:latin typeface="+mn-lt"/>
          <a:ea typeface="+mj-ea"/>
          <a:cs typeface="+mj-cs"/>
        </a:defRPr>
      </a:lvl1pPr>
    </p:titleStyle>
    <p:bodyStyle>
      <a:lvl1pPr marL="0" indent="0" algn="l" defTabSz="457189" rtl="0" eaLnBrk="1" latinLnBrk="0" hangingPunct="1">
        <a:lnSpc>
          <a:spcPts val="1380"/>
        </a:lnSpc>
        <a:spcBef>
          <a:spcPct val="20000"/>
        </a:spcBef>
        <a:buFontTx/>
        <a:buNone/>
        <a:defRPr sz="1200" kern="1200" baseline="0">
          <a:solidFill>
            <a:schemeClr val="accent1"/>
          </a:solidFill>
          <a:latin typeface="+mn-lt"/>
          <a:ea typeface="+mn-ea"/>
          <a:cs typeface="+mn-cs"/>
        </a:defRPr>
      </a:lvl1pPr>
      <a:lvl2pPr marL="457189" indent="0" algn="l" defTabSz="457189" rtl="0" eaLnBrk="1" latinLnBrk="0" hangingPunct="1">
        <a:lnSpc>
          <a:spcPts val="1380"/>
        </a:lnSpc>
        <a:spcBef>
          <a:spcPct val="20000"/>
        </a:spcBef>
        <a:buFontTx/>
        <a:buNone/>
        <a:defRPr sz="1200" kern="1200" baseline="0">
          <a:solidFill>
            <a:schemeClr val="accent1"/>
          </a:solidFill>
          <a:latin typeface="+mn-lt"/>
          <a:ea typeface="+mn-ea"/>
          <a:cs typeface="+mn-cs"/>
        </a:defRPr>
      </a:lvl2pPr>
      <a:lvl3pPr marL="914378" indent="0" algn="l" defTabSz="457189" rtl="0" eaLnBrk="1" latinLnBrk="0" hangingPunct="1">
        <a:lnSpc>
          <a:spcPts val="1380"/>
        </a:lnSpc>
        <a:spcBef>
          <a:spcPct val="20000"/>
        </a:spcBef>
        <a:buFontTx/>
        <a:buNone/>
        <a:defRPr sz="1200" kern="1200" baseline="0">
          <a:solidFill>
            <a:schemeClr val="accent1"/>
          </a:solidFill>
          <a:latin typeface="+mn-lt"/>
          <a:ea typeface="+mn-ea"/>
          <a:cs typeface="+mn-cs"/>
        </a:defRPr>
      </a:lvl3pPr>
      <a:lvl4pPr marL="1371566" indent="0" algn="l" defTabSz="457189" rtl="0" eaLnBrk="1" latinLnBrk="0" hangingPunct="1">
        <a:lnSpc>
          <a:spcPts val="1380"/>
        </a:lnSpc>
        <a:spcBef>
          <a:spcPct val="20000"/>
        </a:spcBef>
        <a:buFontTx/>
        <a:buNone/>
        <a:defRPr sz="1200" kern="1200" baseline="0">
          <a:solidFill>
            <a:schemeClr val="accent1"/>
          </a:solidFill>
          <a:latin typeface="+mn-lt"/>
          <a:ea typeface="+mn-ea"/>
          <a:cs typeface="+mn-cs"/>
        </a:defRPr>
      </a:lvl4pPr>
      <a:lvl5pPr marL="1828754" indent="0" algn="l" defTabSz="457189" rtl="0" eaLnBrk="1" latinLnBrk="0" hangingPunct="1">
        <a:lnSpc>
          <a:spcPts val="1380"/>
        </a:lnSpc>
        <a:spcBef>
          <a:spcPct val="20000"/>
        </a:spcBef>
        <a:buFontTx/>
        <a:buNone/>
        <a:defRPr sz="1200" kern="1200" baseline="0">
          <a:solidFill>
            <a:schemeClr val="accent1"/>
          </a:solidFill>
          <a:latin typeface="+mn-lt"/>
          <a:ea typeface="+mn-ea"/>
          <a:cs typeface="+mn-cs"/>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5"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it-IT"/>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8"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2"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Segnaposto numero diapositiva 3"/>
          <p:cNvSpPr>
            <a:spLocks noGrp="1"/>
          </p:cNvSpPr>
          <p:nvPr>
            <p:ph type="sldNum" sz="quarter" idx="4"/>
          </p:nvPr>
        </p:nvSpPr>
        <p:spPr>
          <a:xfrm>
            <a:off x="8668765" y="4760656"/>
            <a:ext cx="370724" cy="147908"/>
          </a:xfrm>
          <a:prstGeom prst="rect">
            <a:avLst/>
          </a:prstGeom>
        </p:spPr>
        <p:txBody>
          <a:bodyPr vert="horz" lIns="0" tIns="0" rIns="0" bIns="0" rtlCol="0" anchor="b" anchorCtr="0"/>
          <a:lstStyle>
            <a:lvl1pPr algn="l">
              <a:defRPr sz="1100" b="0" i="0" baseline="0">
                <a:solidFill>
                  <a:schemeClr val="accent2"/>
                </a:solidFill>
                <a:latin typeface="Arial Narrow" panose="020B0606020202030204" pitchFamily="34" charset="0"/>
              </a:defRPr>
            </a:lvl1pPr>
          </a:lstStyle>
          <a:p>
            <a:fld id="{9C18EA95-C3D3-214C-9452-EF8527DBCD86}" type="slidenum">
              <a:rPr lang="it-IT" smtClean="0"/>
              <a:pPr/>
              <a:t>‹N›</a:t>
            </a:fld>
            <a:endParaRPr lang="it-IT"/>
          </a:p>
        </p:txBody>
      </p:sp>
      <p:sp>
        <p:nvSpPr>
          <p:cNvPr id="5" name="Segnaposto titolo 4"/>
          <p:cNvSpPr>
            <a:spLocks noGrp="1"/>
          </p:cNvSpPr>
          <p:nvPr>
            <p:ph type="title"/>
          </p:nvPr>
        </p:nvSpPr>
        <p:spPr>
          <a:xfrm>
            <a:off x="425648" y="245820"/>
            <a:ext cx="8359764" cy="235398"/>
          </a:xfrm>
          <a:prstGeom prst="rect">
            <a:avLst/>
          </a:prstGeom>
        </p:spPr>
        <p:txBody>
          <a:bodyPr vert="horz" lIns="0" tIns="0" rIns="0" bIns="0" rtlCol="0" anchor="t" anchorCtr="0">
            <a:noAutofit/>
          </a:bodyPr>
          <a:lstStyle/>
          <a:p>
            <a:r>
              <a:rPr lang="en-US"/>
              <a:t>Title here </a:t>
            </a:r>
            <a:r>
              <a:rPr lang="en-US" err="1"/>
              <a:t>lorem</a:t>
            </a:r>
            <a:r>
              <a:rPr lang="en-US"/>
              <a:t> </a:t>
            </a:r>
            <a:r>
              <a:rPr lang="en-US" err="1"/>
              <a:t>ipsum</a:t>
            </a:r>
            <a:endParaRPr lang="en-GB"/>
          </a:p>
        </p:txBody>
      </p:sp>
      <p:sp>
        <p:nvSpPr>
          <p:cNvPr id="8" name="Segnaposto testo 7"/>
          <p:cNvSpPr>
            <a:spLocks noGrp="1"/>
          </p:cNvSpPr>
          <p:nvPr>
            <p:ph type="body" idx="1"/>
          </p:nvPr>
        </p:nvSpPr>
        <p:spPr>
          <a:xfrm>
            <a:off x="425649" y="978213"/>
            <a:ext cx="8359763" cy="3494740"/>
          </a:xfrm>
          <a:prstGeom prst="rect">
            <a:avLst/>
          </a:prstGeom>
        </p:spPr>
        <p:txBody>
          <a:bodyPr vert="horz" lIns="0" tIns="0" rIns="0" bIns="0" rtlCol="0">
            <a:noAutofit/>
          </a:bodyPr>
          <a:lstStyle/>
          <a:p>
            <a:pPr lvl="0"/>
            <a:r>
              <a:rPr lang="en-US"/>
              <a:t>Text here </a:t>
            </a:r>
            <a:r>
              <a:rPr lang="en-US" err="1"/>
              <a:t>lorem</a:t>
            </a:r>
            <a:r>
              <a:rPr lang="en-US"/>
              <a:t> </a:t>
            </a:r>
            <a:r>
              <a:rPr lang="en-US" err="1"/>
              <a:t>ipsum</a:t>
            </a:r>
            <a:r>
              <a:rPr lang="en-US"/>
              <a:t> </a:t>
            </a:r>
            <a:r>
              <a:rPr lang="en-US" err="1"/>
              <a:t>amet</a:t>
            </a:r>
            <a:endParaRPr lang="en-US"/>
          </a:p>
        </p:txBody>
      </p:sp>
    </p:spTree>
    <p:extLst>
      <p:ext uri="{BB962C8B-B14F-4D97-AF65-F5344CB8AC3E}">
        <p14:creationId xmlns:p14="http://schemas.microsoft.com/office/powerpoint/2010/main" val="76861176"/>
      </p:ext>
    </p:extLst>
  </p:cSld>
  <p:clrMap bg1="lt1" tx1="dk1" bg2="lt2" tx2="dk2" accent1="accent1" accent2="accent2" accent3="accent3" accent4="accent4" accent5="accent5" accent6="accent6" hlink="hlink" folHlink="folHlink"/>
  <p:sldLayoutIdLst>
    <p:sldLayoutId id="2147483808" r:id="rId1"/>
    <p:sldLayoutId id="2147483809" r:id="rId2"/>
    <p:sldLayoutId id="2147483810" r:id="rId3"/>
    <p:sldLayoutId id="2147483811" r:id="rId4"/>
    <p:sldLayoutId id="2147483812" r:id="rId5"/>
    <p:sldLayoutId id="2147483813" r:id="rId6"/>
    <p:sldLayoutId id="2147483814" r:id="rId7"/>
    <p:sldLayoutId id="2147483815" r:id="rId8"/>
    <p:sldLayoutId id="2147483816" r:id="rId9"/>
    <p:sldLayoutId id="2147483817" r:id="rId10"/>
    <p:sldLayoutId id="2147483818" r:id="rId11"/>
    <p:sldLayoutId id="2147483819" r:id="rId12"/>
    <p:sldLayoutId id="2147483820" r:id="rId13"/>
  </p:sldLayoutIdLst>
  <p:hf hdr="0" ftr="0" dt="0"/>
  <p:txStyles>
    <p:titleStyle>
      <a:lvl1pPr algn="l" defTabSz="457189" rtl="0" eaLnBrk="1" latinLnBrk="0" hangingPunct="1">
        <a:lnSpc>
          <a:spcPts val="1800"/>
        </a:lnSpc>
        <a:spcBef>
          <a:spcPct val="0"/>
        </a:spcBef>
        <a:buNone/>
        <a:defRPr sz="1600" b="1" i="0" kern="0" spc="0" baseline="0">
          <a:solidFill>
            <a:schemeClr val="accent1"/>
          </a:solidFill>
          <a:latin typeface="+mn-lt"/>
          <a:ea typeface="+mj-ea"/>
          <a:cs typeface="+mj-cs"/>
        </a:defRPr>
      </a:lvl1pPr>
    </p:titleStyle>
    <p:bodyStyle>
      <a:lvl1pPr marL="0" indent="0" algn="l" defTabSz="457189" rtl="0" eaLnBrk="1" latinLnBrk="0" hangingPunct="1">
        <a:lnSpc>
          <a:spcPts val="1380"/>
        </a:lnSpc>
        <a:spcBef>
          <a:spcPct val="20000"/>
        </a:spcBef>
        <a:buFontTx/>
        <a:buNone/>
        <a:defRPr sz="1200" kern="1200" baseline="0">
          <a:solidFill>
            <a:schemeClr val="accent1"/>
          </a:solidFill>
          <a:latin typeface="+mn-lt"/>
          <a:ea typeface="+mn-ea"/>
          <a:cs typeface="+mn-cs"/>
        </a:defRPr>
      </a:lvl1pPr>
      <a:lvl2pPr marL="457189" indent="0" algn="l" defTabSz="457189" rtl="0" eaLnBrk="1" latinLnBrk="0" hangingPunct="1">
        <a:lnSpc>
          <a:spcPts val="1380"/>
        </a:lnSpc>
        <a:spcBef>
          <a:spcPct val="20000"/>
        </a:spcBef>
        <a:buFontTx/>
        <a:buNone/>
        <a:defRPr sz="1200" kern="1200" baseline="0">
          <a:solidFill>
            <a:schemeClr val="accent1"/>
          </a:solidFill>
          <a:latin typeface="+mn-lt"/>
          <a:ea typeface="+mn-ea"/>
          <a:cs typeface="+mn-cs"/>
        </a:defRPr>
      </a:lvl2pPr>
      <a:lvl3pPr marL="914378" indent="0" algn="l" defTabSz="457189" rtl="0" eaLnBrk="1" latinLnBrk="0" hangingPunct="1">
        <a:lnSpc>
          <a:spcPts val="1380"/>
        </a:lnSpc>
        <a:spcBef>
          <a:spcPct val="20000"/>
        </a:spcBef>
        <a:buFontTx/>
        <a:buNone/>
        <a:defRPr sz="1200" kern="1200" baseline="0">
          <a:solidFill>
            <a:schemeClr val="accent1"/>
          </a:solidFill>
          <a:latin typeface="+mn-lt"/>
          <a:ea typeface="+mn-ea"/>
          <a:cs typeface="+mn-cs"/>
        </a:defRPr>
      </a:lvl3pPr>
      <a:lvl4pPr marL="1371566" indent="0" algn="l" defTabSz="457189" rtl="0" eaLnBrk="1" latinLnBrk="0" hangingPunct="1">
        <a:lnSpc>
          <a:spcPts val="1380"/>
        </a:lnSpc>
        <a:spcBef>
          <a:spcPct val="20000"/>
        </a:spcBef>
        <a:buFontTx/>
        <a:buNone/>
        <a:defRPr sz="1200" kern="1200" baseline="0">
          <a:solidFill>
            <a:schemeClr val="accent1"/>
          </a:solidFill>
          <a:latin typeface="+mn-lt"/>
          <a:ea typeface="+mn-ea"/>
          <a:cs typeface="+mn-cs"/>
        </a:defRPr>
      </a:lvl4pPr>
      <a:lvl5pPr marL="1828754" indent="0" algn="l" defTabSz="457189" rtl="0" eaLnBrk="1" latinLnBrk="0" hangingPunct="1">
        <a:lnSpc>
          <a:spcPts val="1380"/>
        </a:lnSpc>
        <a:spcBef>
          <a:spcPct val="20000"/>
        </a:spcBef>
        <a:buFontTx/>
        <a:buNone/>
        <a:defRPr sz="1200" kern="1200" baseline="0">
          <a:solidFill>
            <a:schemeClr val="accent1"/>
          </a:solidFill>
          <a:latin typeface="+mn-lt"/>
          <a:ea typeface="+mn-ea"/>
          <a:cs typeface="+mn-cs"/>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5"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it-IT"/>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8"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2"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39.xml"/></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svg"/><Relationship Id="rId2" Type="http://schemas.openxmlformats.org/officeDocument/2006/relationships/notesSlide" Target="../notesSlides/notesSlide2.xml"/><Relationship Id="rId1" Type="http://schemas.openxmlformats.org/officeDocument/2006/relationships/slideLayout" Target="../slideLayouts/slideLayout39.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39.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slides/_rels/slide4.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39.xml"/><Relationship Id="rId6" Type="http://schemas.openxmlformats.org/officeDocument/2006/relationships/image" Target="../media/image18.svg"/><Relationship Id="rId5" Type="http://schemas.openxmlformats.org/officeDocument/2006/relationships/image" Target="../media/image17.png"/><Relationship Id="rId10" Type="http://schemas.openxmlformats.org/officeDocument/2006/relationships/image" Target="../media/image22.svg"/><Relationship Id="rId4" Type="http://schemas.microsoft.com/office/2007/relationships/hdphoto" Target="../media/hdphoto1.wdp"/><Relationship Id="rId9" Type="http://schemas.openxmlformats.org/officeDocument/2006/relationships/image" Target="../media/image21.png"/></Relationships>
</file>

<file path=ppt/slides/_rels/slide5.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39.xml"/><Relationship Id="rId6" Type="http://schemas.openxmlformats.org/officeDocument/2006/relationships/image" Target="../media/image26.svg"/><Relationship Id="rId5" Type="http://schemas.openxmlformats.org/officeDocument/2006/relationships/image" Target="../media/image25.png"/><Relationship Id="rId10" Type="http://schemas.microsoft.com/office/2007/relationships/hdphoto" Target="../media/hdphoto1.wdp"/><Relationship Id="rId4" Type="http://schemas.openxmlformats.org/officeDocument/2006/relationships/image" Target="../media/image24.svg"/><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3.png"/><Relationship Id="rId3" Type="http://schemas.openxmlformats.org/officeDocument/2006/relationships/notesSlide" Target="../notesSlides/notesSlide6.xml"/><Relationship Id="rId7" Type="http://schemas.openxmlformats.org/officeDocument/2006/relationships/image" Target="../media/image26.svg"/><Relationship Id="rId12" Type="http://schemas.openxmlformats.org/officeDocument/2006/relationships/slide" Target="slide13.xml"/><Relationship Id="rId2" Type="http://schemas.openxmlformats.org/officeDocument/2006/relationships/slideLayout" Target="../slideLayouts/slideLayout39.xml"/><Relationship Id="rId1" Type="http://schemas.openxmlformats.org/officeDocument/2006/relationships/tags" Target="../tags/tag8.xml"/><Relationship Id="rId6" Type="http://schemas.openxmlformats.org/officeDocument/2006/relationships/image" Target="../media/image25.png"/><Relationship Id="rId11" Type="http://schemas.openxmlformats.org/officeDocument/2006/relationships/image" Target="../media/image32.svg"/><Relationship Id="rId5" Type="http://schemas.openxmlformats.org/officeDocument/2006/relationships/image" Target="../media/image28.svg"/><Relationship Id="rId10" Type="http://schemas.openxmlformats.org/officeDocument/2006/relationships/image" Target="../media/image31.png"/><Relationship Id="rId4" Type="http://schemas.openxmlformats.org/officeDocument/2006/relationships/image" Target="../media/image27.png"/><Relationship Id="rId9" Type="http://schemas.openxmlformats.org/officeDocument/2006/relationships/image" Target="../media/image30.svg"/></Relationships>
</file>

<file path=ppt/slides/_rels/slide7.xml.rels><?xml version="1.0" encoding="UTF-8" standalone="yes"?>
<Relationships xmlns="http://schemas.openxmlformats.org/package/2006/relationships"><Relationship Id="rId8" Type="http://schemas.openxmlformats.org/officeDocument/2006/relationships/image" Target="../media/image37.svg"/><Relationship Id="rId13" Type="http://schemas.openxmlformats.org/officeDocument/2006/relationships/image" Target="../media/image40.png"/><Relationship Id="rId3" Type="http://schemas.openxmlformats.org/officeDocument/2006/relationships/image" Target="../media/image34.png"/><Relationship Id="rId7" Type="http://schemas.openxmlformats.org/officeDocument/2006/relationships/image" Target="../media/image36.png"/><Relationship Id="rId12" Type="http://schemas.openxmlformats.org/officeDocument/2006/relationships/image" Target="../media/image30.svg"/><Relationship Id="rId2" Type="http://schemas.openxmlformats.org/officeDocument/2006/relationships/notesSlide" Target="../notesSlides/notesSlide7.xml"/><Relationship Id="rId16" Type="http://schemas.microsoft.com/office/2007/relationships/hdphoto" Target="../media/hdphoto1.wdp"/><Relationship Id="rId1" Type="http://schemas.openxmlformats.org/officeDocument/2006/relationships/slideLayout" Target="../slideLayouts/slideLayout39.xml"/><Relationship Id="rId6" Type="http://schemas.openxmlformats.org/officeDocument/2006/relationships/image" Target="../media/image13.svg"/><Relationship Id="rId11" Type="http://schemas.openxmlformats.org/officeDocument/2006/relationships/image" Target="../media/image29.png"/><Relationship Id="rId5" Type="http://schemas.openxmlformats.org/officeDocument/2006/relationships/image" Target="../media/image12.png"/><Relationship Id="rId15" Type="http://schemas.openxmlformats.org/officeDocument/2006/relationships/image" Target="../media/image16.png"/><Relationship Id="rId10" Type="http://schemas.openxmlformats.org/officeDocument/2006/relationships/image" Target="../media/image39.svg"/><Relationship Id="rId4" Type="http://schemas.openxmlformats.org/officeDocument/2006/relationships/image" Target="../media/image35.svg"/><Relationship Id="rId9" Type="http://schemas.openxmlformats.org/officeDocument/2006/relationships/image" Target="../media/image38.png"/><Relationship Id="rId14" Type="http://schemas.openxmlformats.org/officeDocument/2006/relationships/image" Target="../media/image41.sv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39.xml"/><Relationship Id="rId6" Type="http://schemas.openxmlformats.org/officeDocument/2006/relationships/image" Target="../media/image28.svg"/><Relationship Id="rId5" Type="http://schemas.openxmlformats.org/officeDocument/2006/relationships/image" Target="../media/image27.pn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8" Type="http://schemas.openxmlformats.org/officeDocument/2006/relationships/image" Target="../media/image47.sv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9.xml"/><Relationship Id="rId1" Type="http://schemas.openxmlformats.org/officeDocument/2006/relationships/slideLayout" Target="../slideLayouts/slideLayout39.xml"/><Relationship Id="rId6" Type="http://schemas.openxmlformats.org/officeDocument/2006/relationships/image" Target="../media/image45.svg"/><Relationship Id="rId5" Type="http://schemas.openxmlformats.org/officeDocument/2006/relationships/image" Target="../media/image44.png"/><Relationship Id="rId10" Type="http://schemas.openxmlformats.org/officeDocument/2006/relationships/image" Target="../media/image28.svg"/><Relationship Id="rId4" Type="http://schemas.openxmlformats.org/officeDocument/2006/relationships/image" Target="../media/image43.svg"/><Relationship Id="rId9"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39.xml"/><Relationship Id="rId6" Type="http://schemas.openxmlformats.org/officeDocument/2006/relationships/slide" Target="slide13.xml"/><Relationship Id="rId5" Type="http://schemas.openxmlformats.org/officeDocument/2006/relationships/image" Target="../media/image28.sv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image" Target="../media/image27.png"/><Relationship Id="rId7" Type="http://schemas.openxmlformats.org/officeDocument/2006/relationships/image" Target="../media/image49.png"/><Relationship Id="rId2" Type="http://schemas.openxmlformats.org/officeDocument/2006/relationships/notesSlide" Target="../notesSlides/notesSlide11.xml"/><Relationship Id="rId1" Type="http://schemas.openxmlformats.org/officeDocument/2006/relationships/slideLayout" Target="../slideLayouts/slideLayout39.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52.svg"/><Relationship Id="rId4" Type="http://schemas.openxmlformats.org/officeDocument/2006/relationships/image" Target="../media/image28.svg"/><Relationship Id="rId9" Type="http://schemas.openxmlformats.org/officeDocument/2006/relationships/image" Target="../media/image51.png"/></Relationships>
</file>

<file path=ppt/slides/_rels/slide12.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notesSlide" Target="../notesSlides/notesSlide12.xml"/><Relationship Id="rId1" Type="http://schemas.openxmlformats.org/officeDocument/2006/relationships/slideLayout" Target="../slideLayouts/slideLayout39.xml"/><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image" Target="../media/image53.png"/><Relationship Id="rId7" Type="http://schemas.openxmlformats.org/officeDocument/2006/relationships/image" Target="../media/image55.svg"/><Relationship Id="rId2" Type="http://schemas.openxmlformats.org/officeDocument/2006/relationships/notesSlide" Target="../notesSlides/notesSlide13.xml"/><Relationship Id="rId1" Type="http://schemas.openxmlformats.org/officeDocument/2006/relationships/slideLayout" Target="../slideLayouts/slideLayout52.xml"/><Relationship Id="rId6" Type="http://schemas.openxmlformats.org/officeDocument/2006/relationships/image" Target="../media/image33.png"/><Relationship Id="rId5" Type="http://schemas.openxmlformats.org/officeDocument/2006/relationships/slide" Target="slide6.xml"/><Relationship Id="rId4" Type="http://schemas.openxmlformats.org/officeDocument/2006/relationships/image" Target="../media/image54.svg"/></Relationships>
</file>

<file path=ppt/slides/_rels/slide14.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notesSlide" Target="../notesSlides/notesSlide14.xml"/><Relationship Id="rId1" Type="http://schemas.openxmlformats.org/officeDocument/2006/relationships/slideLayout" Target="../slideLayouts/slideLayout52.xml"/><Relationship Id="rId6" Type="http://schemas.openxmlformats.org/officeDocument/2006/relationships/image" Target="../media/image54.svg"/><Relationship Id="rId5" Type="http://schemas.openxmlformats.org/officeDocument/2006/relationships/image" Target="../media/image53.png"/><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39.xml"/></Relationships>
</file>

<file path=ppt/slides/_rels/slide16.xml.rels><?xml version="1.0" encoding="UTF-8" standalone="yes"?>
<Relationships xmlns="http://schemas.openxmlformats.org/package/2006/relationships"><Relationship Id="rId8" Type="http://schemas.openxmlformats.org/officeDocument/2006/relationships/image" Target="../media/image13.svg"/><Relationship Id="rId13" Type="http://schemas.openxmlformats.org/officeDocument/2006/relationships/image" Target="../media/image59.png"/><Relationship Id="rId3" Type="http://schemas.openxmlformats.org/officeDocument/2006/relationships/image" Target="../media/image10.png"/><Relationship Id="rId7" Type="http://schemas.openxmlformats.org/officeDocument/2006/relationships/image" Target="../media/image12.png"/><Relationship Id="rId12" Type="http://schemas.openxmlformats.org/officeDocument/2006/relationships/image" Target="../media/image58.svg"/><Relationship Id="rId2" Type="http://schemas.openxmlformats.org/officeDocument/2006/relationships/notesSlide" Target="../notesSlides/notesSlide16.xml"/><Relationship Id="rId16" Type="http://schemas.openxmlformats.org/officeDocument/2006/relationships/image" Target="../media/image62.svg"/><Relationship Id="rId1" Type="http://schemas.openxmlformats.org/officeDocument/2006/relationships/slideLayout" Target="../slideLayouts/slideLayout53.xml"/><Relationship Id="rId6" Type="http://schemas.openxmlformats.org/officeDocument/2006/relationships/image" Target="../media/image15.svg"/><Relationship Id="rId11" Type="http://schemas.openxmlformats.org/officeDocument/2006/relationships/image" Target="../media/image57.png"/><Relationship Id="rId5" Type="http://schemas.openxmlformats.org/officeDocument/2006/relationships/image" Target="../media/image14.png"/><Relationship Id="rId15" Type="http://schemas.openxmlformats.org/officeDocument/2006/relationships/image" Target="../media/image61.png"/><Relationship Id="rId10" Type="http://schemas.openxmlformats.org/officeDocument/2006/relationships/image" Target="../media/image56.svg"/><Relationship Id="rId4" Type="http://schemas.openxmlformats.org/officeDocument/2006/relationships/image" Target="../media/image11.svg"/><Relationship Id="rId9" Type="http://schemas.openxmlformats.org/officeDocument/2006/relationships/image" Target="../media/image23.png"/><Relationship Id="rId14" Type="http://schemas.openxmlformats.org/officeDocument/2006/relationships/image" Target="../media/image60.svg"/></Relationships>
</file>

<file path=ppt/slides/_rels/slide17.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73.svg"/><Relationship Id="rId3" Type="http://schemas.openxmlformats.org/officeDocument/2006/relationships/image" Target="../media/image63.png"/><Relationship Id="rId7" Type="http://schemas.openxmlformats.org/officeDocument/2006/relationships/image" Target="../media/image67.svg"/><Relationship Id="rId12" Type="http://schemas.openxmlformats.org/officeDocument/2006/relationships/image" Target="../media/image72.png"/><Relationship Id="rId2" Type="http://schemas.openxmlformats.org/officeDocument/2006/relationships/notesSlide" Target="../notesSlides/notesSlide17.xml"/><Relationship Id="rId1" Type="http://schemas.openxmlformats.org/officeDocument/2006/relationships/slideLayout" Target="../slideLayouts/slideLayout53.xml"/><Relationship Id="rId6" Type="http://schemas.openxmlformats.org/officeDocument/2006/relationships/image" Target="../media/image66.png"/><Relationship Id="rId11" Type="http://schemas.openxmlformats.org/officeDocument/2006/relationships/image" Target="../media/image71.svg"/><Relationship Id="rId5" Type="http://schemas.openxmlformats.org/officeDocument/2006/relationships/image" Target="../media/image65.svg"/><Relationship Id="rId15" Type="http://schemas.openxmlformats.org/officeDocument/2006/relationships/image" Target="../media/image75.svg"/><Relationship Id="rId10" Type="http://schemas.openxmlformats.org/officeDocument/2006/relationships/image" Target="../media/image70.png"/><Relationship Id="rId4" Type="http://schemas.openxmlformats.org/officeDocument/2006/relationships/image" Target="../media/image64.png"/><Relationship Id="rId9" Type="http://schemas.openxmlformats.org/officeDocument/2006/relationships/image" Target="../media/image69.svg"/><Relationship Id="rId14" Type="http://schemas.openxmlformats.org/officeDocument/2006/relationships/image" Target="../media/image74.png"/></Relationships>
</file>

<file path=ppt/slides/_rels/slide18.xml.rels><?xml version="1.0" encoding="UTF-8" standalone="yes"?>
<Relationships xmlns="http://schemas.openxmlformats.org/package/2006/relationships"><Relationship Id="rId8" Type="http://schemas.openxmlformats.org/officeDocument/2006/relationships/image" Target="../media/image81.svg"/><Relationship Id="rId13" Type="http://schemas.openxmlformats.org/officeDocument/2006/relationships/image" Target="../media/image33.png"/><Relationship Id="rId3" Type="http://schemas.openxmlformats.org/officeDocument/2006/relationships/image" Target="../media/image76.png"/><Relationship Id="rId7" Type="http://schemas.openxmlformats.org/officeDocument/2006/relationships/image" Target="../media/image80.png"/><Relationship Id="rId12" Type="http://schemas.openxmlformats.org/officeDocument/2006/relationships/slide" Target="slide26.xml"/><Relationship Id="rId2" Type="http://schemas.openxmlformats.org/officeDocument/2006/relationships/notesSlide" Target="../notesSlides/notesSlide18.xml"/><Relationship Id="rId1" Type="http://schemas.openxmlformats.org/officeDocument/2006/relationships/slideLayout" Target="../slideLayouts/slideLayout53.xml"/><Relationship Id="rId6" Type="http://schemas.openxmlformats.org/officeDocument/2006/relationships/image" Target="../media/image79.svg"/><Relationship Id="rId11" Type="http://schemas.openxmlformats.org/officeDocument/2006/relationships/image" Target="../media/image48.png"/><Relationship Id="rId5" Type="http://schemas.openxmlformats.org/officeDocument/2006/relationships/image" Target="../media/image78.png"/><Relationship Id="rId10" Type="http://schemas.openxmlformats.org/officeDocument/2006/relationships/image" Target="../media/image82.svg"/><Relationship Id="rId4" Type="http://schemas.openxmlformats.org/officeDocument/2006/relationships/image" Target="../media/image77.svg"/><Relationship Id="rId9"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9.xml"/><Relationship Id="rId1" Type="http://schemas.openxmlformats.org/officeDocument/2006/relationships/slideLayout" Target="../slideLayouts/slideLayout53.xml"/><Relationship Id="rId4" Type="http://schemas.openxmlformats.org/officeDocument/2006/relationships/image" Target="../media/image65.svg"/></Relationships>
</file>

<file path=ppt/slides/_rels/slide20.xml.rels><?xml version="1.0" encoding="UTF-8" standalone="yes"?>
<Relationships xmlns="http://schemas.openxmlformats.org/package/2006/relationships"><Relationship Id="rId8" Type="http://schemas.openxmlformats.org/officeDocument/2006/relationships/image" Target="../media/image86.svg"/><Relationship Id="rId3" Type="http://schemas.openxmlformats.org/officeDocument/2006/relationships/image" Target="../media/image59.png"/><Relationship Id="rId7" Type="http://schemas.openxmlformats.org/officeDocument/2006/relationships/image" Target="../media/image85.png"/><Relationship Id="rId12"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53.xml"/><Relationship Id="rId6" Type="http://schemas.openxmlformats.org/officeDocument/2006/relationships/image" Target="../media/image84.svg"/><Relationship Id="rId11" Type="http://schemas.openxmlformats.org/officeDocument/2006/relationships/slide" Target="slide26.xml"/><Relationship Id="rId5" Type="http://schemas.openxmlformats.org/officeDocument/2006/relationships/image" Target="../media/image83.png"/><Relationship Id="rId10" Type="http://schemas.openxmlformats.org/officeDocument/2006/relationships/image" Target="../media/image88.svg"/><Relationship Id="rId4" Type="http://schemas.openxmlformats.org/officeDocument/2006/relationships/image" Target="../media/image60.svg"/><Relationship Id="rId9" Type="http://schemas.openxmlformats.org/officeDocument/2006/relationships/image" Target="../media/image8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3.xml"/></Relationships>
</file>

<file path=ppt/slides/_rels/slide2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9.png"/><Relationship Id="rId7"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53.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90.svg"/><Relationship Id="rId9" Type="http://schemas.openxmlformats.org/officeDocument/2006/relationships/image" Target="../media/image48.png"/></Relationships>
</file>

<file path=ppt/slides/_rels/slide23.xml.rels><?xml version="1.0" encoding="UTF-8" standalone="yes"?>
<Relationships xmlns="http://schemas.openxmlformats.org/package/2006/relationships"><Relationship Id="rId8" Type="http://schemas.openxmlformats.org/officeDocument/2006/relationships/image" Target="../media/image92.svg"/><Relationship Id="rId3" Type="http://schemas.openxmlformats.org/officeDocument/2006/relationships/image" Target="../media/image78.png"/><Relationship Id="rId7" Type="http://schemas.openxmlformats.org/officeDocument/2006/relationships/image" Target="../media/image91.png"/><Relationship Id="rId2" Type="http://schemas.openxmlformats.org/officeDocument/2006/relationships/notesSlide" Target="../notesSlides/notesSlide23.xml"/><Relationship Id="rId1" Type="http://schemas.openxmlformats.org/officeDocument/2006/relationships/slideLayout" Target="../slideLayouts/slideLayout53.xml"/><Relationship Id="rId6" Type="http://schemas.openxmlformats.org/officeDocument/2006/relationships/image" Target="../media/image58.svg"/><Relationship Id="rId5" Type="http://schemas.openxmlformats.org/officeDocument/2006/relationships/image" Target="../media/image57.png"/><Relationship Id="rId10" Type="http://schemas.openxmlformats.org/officeDocument/2006/relationships/image" Target="../media/image33.png"/><Relationship Id="rId4" Type="http://schemas.openxmlformats.org/officeDocument/2006/relationships/image" Target="../media/image79.svg"/><Relationship Id="rId9" Type="http://schemas.openxmlformats.org/officeDocument/2006/relationships/slide" Target="slide27.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53.xml"/><Relationship Id="rId6" Type="http://schemas.openxmlformats.org/officeDocument/2006/relationships/image" Target="../media/image65.svg"/><Relationship Id="rId5" Type="http://schemas.openxmlformats.org/officeDocument/2006/relationships/image" Target="../media/image64.png"/><Relationship Id="rId4" Type="http://schemas.openxmlformats.org/officeDocument/2006/relationships/image" Target="../media/image28.svg"/></Relationships>
</file>

<file path=ppt/slides/_rels/slide2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5.xml"/><Relationship Id="rId1" Type="http://schemas.openxmlformats.org/officeDocument/2006/relationships/slideLayout" Target="../slideLayouts/slideLayout53.xml"/></Relationships>
</file>

<file path=ppt/slides/_rels/slide26.xml.rels><?xml version="1.0" encoding="UTF-8" standalone="yes"?>
<Relationships xmlns="http://schemas.openxmlformats.org/package/2006/relationships"><Relationship Id="rId8" Type="http://schemas.openxmlformats.org/officeDocument/2006/relationships/slide" Target="slide20.xml"/><Relationship Id="rId3" Type="http://schemas.openxmlformats.org/officeDocument/2006/relationships/image" Target="../media/image53.png"/><Relationship Id="rId7" Type="http://schemas.openxmlformats.org/officeDocument/2006/relationships/image" Target="../media/image55.svg"/><Relationship Id="rId2" Type="http://schemas.openxmlformats.org/officeDocument/2006/relationships/notesSlide" Target="../notesSlides/notesSlide26.xml"/><Relationship Id="rId1" Type="http://schemas.openxmlformats.org/officeDocument/2006/relationships/slideLayout" Target="../slideLayouts/slideLayout53.xml"/><Relationship Id="rId6" Type="http://schemas.openxmlformats.org/officeDocument/2006/relationships/image" Target="../media/image33.png"/><Relationship Id="rId5" Type="http://schemas.openxmlformats.org/officeDocument/2006/relationships/slide" Target="slide18.xml"/><Relationship Id="rId4" Type="http://schemas.openxmlformats.org/officeDocument/2006/relationships/image" Target="../media/image54.svg"/></Relationships>
</file>

<file path=ppt/slides/_rels/slide27.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notesSlide" Target="../notesSlides/notesSlide27.xml"/><Relationship Id="rId1" Type="http://schemas.openxmlformats.org/officeDocument/2006/relationships/slideLayout" Target="../slideLayouts/slideLayout53.xml"/><Relationship Id="rId6" Type="http://schemas.openxmlformats.org/officeDocument/2006/relationships/image" Target="../media/image54.svg"/><Relationship Id="rId5" Type="http://schemas.openxmlformats.org/officeDocument/2006/relationships/image" Target="../media/image53.png"/><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65.xml"/></Relationships>
</file>

<file path=ppt/slides/_rels/slide29.xml.rels><?xml version="1.0" encoding="UTF-8" standalone="yes"?>
<Relationships xmlns="http://schemas.openxmlformats.org/package/2006/relationships"><Relationship Id="rId8" Type="http://schemas.openxmlformats.org/officeDocument/2006/relationships/image" Target="../media/image96.svg"/><Relationship Id="rId3" Type="http://schemas.openxmlformats.org/officeDocument/2006/relationships/image" Target="../media/image10.png"/><Relationship Id="rId7" Type="http://schemas.openxmlformats.org/officeDocument/2006/relationships/image" Target="../media/image95.png"/><Relationship Id="rId2" Type="http://schemas.openxmlformats.org/officeDocument/2006/relationships/notesSlide" Target="../notesSlides/notesSlide29.xml"/><Relationship Id="rId1" Type="http://schemas.openxmlformats.org/officeDocument/2006/relationships/slideLayout" Target="../slideLayouts/slideLayout14.xml"/><Relationship Id="rId6" Type="http://schemas.openxmlformats.org/officeDocument/2006/relationships/image" Target="../media/image94.svg"/><Relationship Id="rId5" Type="http://schemas.openxmlformats.org/officeDocument/2006/relationships/image" Target="../media/image93.png"/><Relationship Id="rId10" Type="http://schemas.openxmlformats.org/officeDocument/2006/relationships/image" Target="../media/image98.svg"/><Relationship Id="rId4" Type="http://schemas.openxmlformats.org/officeDocument/2006/relationships/image" Target="../media/image11.svg"/><Relationship Id="rId9" Type="http://schemas.openxmlformats.org/officeDocument/2006/relationships/image" Target="../media/image97.png"/></Relationships>
</file>

<file path=ppt/slides/_rels/slide30.xml.rels><?xml version="1.0" encoding="UTF-8" standalone="yes"?>
<Relationships xmlns="http://schemas.openxmlformats.org/package/2006/relationships"><Relationship Id="rId3" Type="http://schemas.openxmlformats.org/officeDocument/2006/relationships/image" Target="../media/image99.png"/><Relationship Id="rId7"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14.xml"/><Relationship Id="rId6" Type="http://schemas.openxmlformats.org/officeDocument/2006/relationships/slide" Target="slide40.xml"/><Relationship Id="rId5" Type="http://schemas.openxmlformats.org/officeDocument/2006/relationships/image" Target="../media/image65.svg"/><Relationship Id="rId4" Type="http://schemas.openxmlformats.org/officeDocument/2006/relationships/image" Target="../media/image64.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slide" Target="slide40.xml"/><Relationship Id="rId2" Type="http://schemas.openxmlformats.org/officeDocument/2006/relationships/notesSlide" Target="../notesSlides/notesSlide34.xml"/><Relationship Id="rId1" Type="http://schemas.openxmlformats.org/officeDocument/2006/relationships/slideLayout" Target="../slideLayouts/slideLayout14.xml"/><Relationship Id="rId4" Type="http://schemas.openxmlformats.org/officeDocument/2006/relationships/image" Target="../media/image33.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6.xml"/><Relationship Id="rId1" Type="http://schemas.openxmlformats.org/officeDocument/2006/relationships/slideLayout" Target="../slideLayouts/slideLayout14.xml"/><Relationship Id="rId4" Type="http://schemas.microsoft.com/office/2007/relationships/hdphoto" Target="../media/hdphoto1.wdp"/></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7.xml"/><Relationship Id="rId1" Type="http://schemas.openxmlformats.org/officeDocument/2006/relationships/slideLayout" Target="../slideLayouts/slideLayout14.xml"/><Relationship Id="rId4" Type="http://schemas.microsoft.com/office/2007/relationships/hdphoto" Target="../media/hdphoto1.wdp"/></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8.xml"/><Relationship Id="rId1" Type="http://schemas.openxmlformats.org/officeDocument/2006/relationships/slideLayout" Target="../slideLayouts/slideLayout14.xml"/><Relationship Id="rId6" Type="http://schemas.openxmlformats.org/officeDocument/2006/relationships/image" Target="../media/image33.png"/><Relationship Id="rId5" Type="http://schemas.openxmlformats.org/officeDocument/2006/relationships/slide" Target="slide41.xml"/><Relationship Id="rId4" Type="http://schemas.microsoft.com/office/2007/relationships/hdphoto" Target="../media/hdphoto1.wdp"/></Relationships>
</file>

<file path=ppt/slides/_rels/slide3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39.xml"/><Relationship Id="rId1" Type="http://schemas.openxmlformats.org/officeDocument/2006/relationships/slideLayout" Target="../slideLayouts/slideLayout14.xml"/><Relationship Id="rId5" Type="http://schemas.openxmlformats.org/officeDocument/2006/relationships/image" Target="../media/image28.svg"/><Relationship Id="rId4" Type="http://schemas.openxmlformats.org/officeDocument/2006/relationships/image" Target="../media/image27.png"/></Relationships>
</file>

<file path=ppt/slides/_rels/slide40.xml.rels><?xml version="1.0" encoding="UTF-8" standalone="yes"?>
<Relationships xmlns="http://schemas.openxmlformats.org/package/2006/relationships"><Relationship Id="rId8" Type="http://schemas.openxmlformats.org/officeDocument/2006/relationships/slide" Target="slide34.xml"/><Relationship Id="rId3" Type="http://schemas.openxmlformats.org/officeDocument/2006/relationships/image" Target="../media/image53.png"/><Relationship Id="rId7" Type="http://schemas.openxmlformats.org/officeDocument/2006/relationships/image" Target="../media/image55.svg"/><Relationship Id="rId2" Type="http://schemas.openxmlformats.org/officeDocument/2006/relationships/notesSlide" Target="../notesSlides/notesSlide40.xml"/><Relationship Id="rId1" Type="http://schemas.openxmlformats.org/officeDocument/2006/relationships/slideLayout" Target="../slideLayouts/slideLayout26.xml"/><Relationship Id="rId6" Type="http://schemas.openxmlformats.org/officeDocument/2006/relationships/image" Target="../media/image33.png"/><Relationship Id="rId5" Type="http://schemas.openxmlformats.org/officeDocument/2006/relationships/slide" Target="slide30.xml"/><Relationship Id="rId4" Type="http://schemas.openxmlformats.org/officeDocument/2006/relationships/image" Target="../media/image54.svg"/></Relationships>
</file>

<file path=ppt/slides/_rels/slide41.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notesSlide" Target="../notesSlides/notesSlide41.xml"/><Relationship Id="rId1" Type="http://schemas.openxmlformats.org/officeDocument/2006/relationships/slideLayout" Target="../slideLayouts/slideLayout26.xml"/><Relationship Id="rId6" Type="http://schemas.openxmlformats.org/officeDocument/2006/relationships/image" Target="../media/image54.svg"/><Relationship Id="rId5" Type="http://schemas.openxmlformats.org/officeDocument/2006/relationships/image" Target="../media/image53.png"/><Relationship Id="rId4" Type="http://schemas.openxmlformats.org/officeDocument/2006/relationships/image" Target="../media/image33.png"/></Relationships>
</file>

<file path=ppt/slides/_rels/slide4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2.xml"/><Relationship Id="rId1" Type="http://schemas.openxmlformats.org/officeDocument/2006/relationships/slideLayout" Target="../slideLayouts/slideLayout78.xml"/></Relationships>
</file>

<file path=ppt/slides/_rels/slide43.xml.rels><?xml version="1.0" encoding="UTF-8" standalone="yes"?>
<Relationships xmlns="http://schemas.openxmlformats.org/package/2006/relationships"><Relationship Id="rId8" Type="http://schemas.openxmlformats.org/officeDocument/2006/relationships/image" Target="../media/image103.svg"/><Relationship Id="rId3" Type="http://schemas.openxmlformats.org/officeDocument/2006/relationships/image" Target="../media/image10.png"/><Relationship Id="rId7" Type="http://schemas.openxmlformats.org/officeDocument/2006/relationships/image" Target="../media/image102.png"/><Relationship Id="rId2" Type="http://schemas.openxmlformats.org/officeDocument/2006/relationships/notesSlide" Target="../notesSlides/notesSlide43.xml"/><Relationship Id="rId1" Type="http://schemas.openxmlformats.org/officeDocument/2006/relationships/slideLayout" Target="../slideLayouts/slideLayout66.xml"/><Relationship Id="rId6" Type="http://schemas.openxmlformats.org/officeDocument/2006/relationships/image" Target="../media/image101.svg"/><Relationship Id="rId5" Type="http://schemas.openxmlformats.org/officeDocument/2006/relationships/image" Target="../media/image19.png"/><Relationship Id="rId10" Type="http://schemas.openxmlformats.org/officeDocument/2006/relationships/image" Target="../media/image105.svg"/><Relationship Id="rId4" Type="http://schemas.openxmlformats.org/officeDocument/2006/relationships/image" Target="../media/image11.svg"/><Relationship Id="rId9" Type="http://schemas.openxmlformats.org/officeDocument/2006/relationships/image" Target="../media/image104.png"/></Relationships>
</file>

<file path=ppt/slides/_rels/slide44.xml.rels><?xml version="1.0" encoding="UTF-8" standalone="yes"?>
<Relationships xmlns="http://schemas.openxmlformats.org/package/2006/relationships"><Relationship Id="rId8" Type="http://schemas.openxmlformats.org/officeDocument/2006/relationships/image" Target="../media/image94.svg"/><Relationship Id="rId3" Type="http://schemas.openxmlformats.org/officeDocument/2006/relationships/image" Target="../media/image27.png"/><Relationship Id="rId7" Type="http://schemas.openxmlformats.org/officeDocument/2006/relationships/image" Target="../media/image93.png"/><Relationship Id="rId12" Type="http://schemas.openxmlformats.org/officeDocument/2006/relationships/image" Target="../media/image109.svg"/><Relationship Id="rId2" Type="http://schemas.openxmlformats.org/officeDocument/2006/relationships/notesSlide" Target="../notesSlides/notesSlide44.xml"/><Relationship Id="rId1" Type="http://schemas.openxmlformats.org/officeDocument/2006/relationships/slideLayout" Target="../slideLayouts/slideLayout66.xml"/><Relationship Id="rId6" Type="http://schemas.openxmlformats.org/officeDocument/2006/relationships/image" Target="../media/image96.svg"/><Relationship Id="rId11" Type="http://schemas.openxmlformats.org/officeDocument/2006/relationships/image" Target="../media/image108.png"/><Relationship Id="rId5" Type="http://schemas.openxmlformats.org/officeDocument/2006/relationships/image" Target="../media/image95.png"/><Relationship Id="rId10" Type="http://schemas.openxmlformats.org/officeDocument/2006/relationships/image" Target="../media/image107.svg"/><Relationship Id="rId4" Type="http://schemas.openxmlformats.org/officeDocument/2006/relationships/image" Target="../media/image28.svg"/><Relationship Id="rId9" Type="http://schemas.openxmlformats.org/officeDocument/2006/relationships/image" Target="../media/image106.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6.xml"/></Relationships>
</file>

<file path=ppt/slides/_rels/slide46.xml.rels><?xml version="1.0" encoding="UTF-8" standalone="yes"?>
<Relationships xmlns="http://schemas.openxmlformats.org/package/2006/relationships"><Relationship Id="rId8" Type="http://schemas.openxmlformats.org/officeDocument/2006/relationships/image" Target="../media/image113.svg"/><Relationship Id="rId3" Type="http://schemas.openxmlformats.org/officeDocument/2006/relationships/image" Target="../media/image110.png"/><Relationship Id="rId7" Type="http://schemas.openxmlformats.org/officeDocument/2006/relationships/image" Target="../media/image112.png"/><Relationship Id="rId2" Type="http://schemas.openxmlformats.org/officeDocument/2006/relationships/notesSlide" Target="../notesSlides/notesSlide46.xml"/><Relationship Id="rId1" Type="http://schemas.openxmlformats.org/officeDocument/2006/relationships/slideLayout" Target="../slideLayouts/slideLayout66.xml"/><Relationship Id="rId6" Type="http://schemas.microsoft.com/office/2007/relationships/hdphoto" Target="../media/hdphoto1.wdp"/><Relationship Id="rId5" Type="http://schemas.openxmlformats.org/officeDocument/2006/relationships/image" Target="../media/image16.png"/><Relationship Id="rId4" Type="http://schemas.openxmlformats.org/officeDocument/2006/relationships/image" Target="../media/image111.svg"/></Relationships>
</file>

<file path=ppt/slides/_rels/slide47.xml.rels><?xml version="1.0" encoding="UTF-8" standalone="yes"?>
<Relationships xmlns="http://schemas.openxmlformats.org/package/2006/relationships"><Relationship Id="rId3" Type="http://schemas.openxmlformats.org/officeDocument/2006/relationships/image" Target="../media/image63.png"/><Relationship Id="rId7" Type="http://schemas.microsoft.com/office/2007/relationships/hdphoto" Target="../media/hdphoto1.wdp"/><Relationship Id="rId2" Type="http://schemas.openxmlformats.org/officeDocument/2006/relationships/notesSlide" Target="../notesSlides/notesSlide47.xml"/><Relationship Id="rId1" Type="http://schemas.openxmlformats.org/officeDocument/2006/relationships/slideLayout" Target="../slideLayouts/slideLayout66.xml"/><Relationship Id="rId6" Type="http://schemas.openxmlformats.org/officeDocument/2006/relationships/image" Target="../media/image16.png"/><Relationship Id="rId5" Type="http://schemas.openxmlformats.org/officeDocument/2006/relationships/image" Target="../media/image65.svg"/><Relationship Id="rId4" Type="http://schemas.openxmlformats.org/officeDocument/2006/relationships/image" Target="../media/image64.png"/></Relationships>
</file>

<file path=ppt/slides/_rels/slide48.xml.rels><?xml version="1.0" encoding="UTF-8" standalone="yes"?>
<Relationships xmlns="http://schemas.openxmlformats.org/package/2006/relationships"><Relationship Id="rId8" Type="http://schemas.openxmlformats.org/officeDocument/2006/relationships/image" Target="../media/image117.svg"/><Relationship Id="rId3" Type="http://schemas.openxmlformats.org/officeDocument/2006/relationships/image" Target="../media/image16.png"/><Relationship Id="rId7" Type="http://schemas.openxmlformats.org/officeDocument/2006/relationships/image" Target="../media/image116.png"/><Relationship Id="rId2" Type="http://schemas.openxmlformats.org/officeDocument/2006/relationships/notesSlide" Target="../notesSlides/notesSlide48.xml"/><Relationship Id="rId1" Type="http://schemas.openxmlformats.org/officeDocument/2006/relationships/slideLayout" Target="../slideLayouts/slideLayout66.xml"/><Relationship Id="rId6" Type="http://schemas.openxmlformats.org/officeDocument/2006/relationships/image" Target="../media/image115.svg"/><Relationship Id="rId5" Type="http://schemas.openxmlformats.org/officeDocument/2006/relationships/image" Target="../media/image114.png"/><Relationship Id="rId10" Type="http://schemas.openxmlformats.org/officeDocument/2006/relationships/image" Target="../media/image119.svg"/><Relationship Id="rId4" Type="http://schemas.microsoft.com/office/2007/relationships/hdphoto" Target="../media/hdphoto1.wdp"/><Relationship Id="rId9" Type="http://schemas.openxmlformats.org/officeDocument/2006/relationships/image" Target="../media/image118.png"/></Relationships>
</file>

<file path=ppt/slides/_rels/slide49.xml.rels><?xml version="1.0" encoding="UTF-8" standalone="yes"?>
<Relationships xmlns="http://schemas.openxmlformats.org/package/2006/relationships"><Relationship Id="rId8" Type="http://schemas.openxmlformats.org/officeDocument/2006/relationships/image" Target="../media/image123.svg"/><Relationship Id="rId3" Type="http://schemas.openxmlformats.org/officeDocument/2006/relationships/image" Target="../media/image16.png"/><Relationship Id="rId7" Type="http://schemas.openxmlformats.org/officeDocument/2006/relationships/image" Target="../media/image122.png"/><Relationship Id="rId12" Type="http://schemas.openxmlformats.org/officeDocument/2006/relationships/image" Target="../media/image127.svg"/><Relationship Id="rId2" Type="http://schemas.openxmlformats.org/officeDocument/2006/relationships/notesSlide" Target="../notesSlides/notesSlide49.xml"/><Relationship Id="rId1" Type="http://schemas.openxmlformats.org/officeDocument/2006/relationships/slideLayout" Target="../slideLayouts/slideLayout66.xml"/><Relationship Id="rId6" Type="http://schemas.openxmlformats.org/officeDocument/2006/relationships/image" Target="../media/image121.svg"/><Relationship Id="rId11" Type="http://schemas.openxmlformats.org/officeDocument/2006/relationships/image" Target="../media/image126.png"/><Relationship Id="rId5" Type="http://schemas.openxmlformats.org/officeDocument/2006/relationships/image" Target="../media/image120.png"/><Relationship Id="rId10" Type="http://schemas.openxmlformats.org/officeDocument/2006/relationships/image" Target="../media/image125.svg"/><Relationship Id="rId4" Type="http://schemas.microsoft.com/office/2007/relationships/hdphoto" Target="../media/hdphoto1.wdp"/><Relationship Id="rId9" Type="http://schemas.openxmlformats.org/officeDocument/2006/relationships/image" Target="../media/image124.png"/></Relationships>
</file>

<file path=ppt/slides/_rels/slide50.xml.rels><?xml version="1.0" encoding="UTF-8" standalone="yes"?>
<Relationships xmlns="http://schemas.openxmlformats.org/package/2006/relationships"><Relationship Id="rId8" Type="http://schemas.openxmlformats.org/officeDocument/2006/relationships/image" Target="../media/image133.svg"/><Relationship Id="rId3" Type="http://schemas.openxmlformats.org/officeDocument/2006/relationships/image" Target="../media/image128.png"/><Relationship Id="rId7" Type="http://schemas.openxmlformats.org/officeDocument/2006/relationships/image" Target="../media/image132.png"/><Relationship Id="rId12" Type="http://schemas.microsoft.com/office/2007/relationships/hdphoto" Target="../media/hdphoto1.wdp"/><Relationship Id="rId2" Type="http://schemas.openxmlformats.org/officeDocument/2006/relationships/notesSlide" Target="../notesSlides/notesSlide50.xml"/><Relationship Id="rId1" Type="http://schemas.openxmlformats.org/officeDocument/2006/relationships/slideLayout" Target="../slideLayouts/slideLayout66.xml"/><Relationship Id="rId6" Type="http://schemas.openxmlformats.org/officeDocument/2006/relationships/image" Target="../media/image131.svg"/><Relationship Id="rId11" Type="http://schemas.openxmlformats.org/officeDocument/2006/relationships/image" Target="../media/image16.png"/><Relationship Id="rId5" Type="http://schemas.openxmlformats.org/officeDocument/2006/relationships/image" Target="../media/image130.png"/><Relationship Id="rId10" Type="http://schemas.openxmlformats.org/officeDocument/2006/relationships/image" Target="../media/image135.svg"/><Relationship Id="rId4" Type="http://schemas.openxmlformats.org/officeDocument/2006/relationships/image" Target="../media/image129.svg"/><Relationship Id="rId9" Type="http://schemas.openxmlformats.org/officeDocument/2006/relationships/image" Target="../media/image134.png"/></Relationships>
</file>

<file path=ppt/slides/_rels/slide51.xml.rels><?xml version="1.0" encoding="UTF-8" standalone="yes"?>
<Relationships xmlns="http://schemas.openxmlformats.org/package/2006/relationships"><Relationship Id="rId8" Type="http://schemas.openxmlformats.org/officeDocument/2006/relationships/image" Target="../media/image139.svg"/><Relationship Id="rId3" Type="http://schemas.openxmlformats.org/officeDocument/2006/relationships/image" Target="../media/image16.png"/><Relationship Id="rId7" Type="http://schemas.openxmlformats.org/officeDocument/2006/relationships/image" Target="../media/image138.png"/><Relationship Id="rId2" Type="http://schemas.openxmlformats.org/officeDocument/2006/relationships/notesSlide" Target="../notesSlides/notesSlide51.xml"/><Relationship Id="rId1" Type="http://schemas.openxmlformats.org/officeDocument/2006/relationships/slideLayout" Target="../slideLayouts/slideLayout78.xml"/><Relationship Id="rId6" Type="http://schemas.openxmlformats.org/officeDocument/2006/relationships/image" Target="../media/image137.svg"/><Relationship Id="rId5" Type="http://schemas.openxmlformats.org/officeDocument/2006/relationships/image" Target="../media/image136.png"/><Relationship Id="rId4" Type="http://schemas.microsoft.com/office/2007/relationships/hdphoto" Target="../media/hdphoto1.wdp"/></Relationships>
</file>

<file path=ppt/slides/_rels/slide52.xml.rels><?xml version="1.0" encoding="UTF-8" standalone="yes"?>
<Relationships xmlns="http://schemas.openxmlformats.org/package/2006/relationships"><Relationship Id="rId8" Type="http://schemas.openxmlformats.org/officeDocument/2006/relationships/image" Target="../media/image143.svg"/><Relationship Id="rId3" Type="http://schemas.openxmlformats.org/officeDocument/2006/relationships/image" Target="../media/image16.png"/><Relationship Id="rId7" Type="http://schemas.openxmlformats.org/officeDocument/2006/relationships/image" Target="../media/image142.png"/><Relationship Id="rId12" Type="http://schemas.openxmlformats.org/officeDocument/2006/relationships/image" Target="../media/image147.svg"/><Relationship Id="rId2" Type="http://schemas.openxmlformats.org/officeDocument/2006/relationships/notesSlide" Target="../notesSlides/notesSlide52.xml"/><Relationship Id="rId1" Type="http://schemas.openxmlformats.org/officeDocument/2006/relationships/slideLayout" Target="../slideLayouts/slideLayout66.xml"/><Relationship Id="rId6" Type="http://schemas.openxmlformats.org/officeDocument/2006/relationships/image" Target="../media/image141.svg"/><Relationship Id="rId11" Type="http://schemas.openxmlformats.org/officeDocument/2006/relationships/image" Target="../media/image146.png"/><Relationship Id="rId5" Type="http://schemas.openxmlformats.org/officeDocument/2006/relationships/image" Target="../media/image140.png"/><Relationship Id="rId10" Type="http://schemas.openxmlformats.org/officeDocument/2006/relationships/image" Target="../media/image145.svg"/><Relationship Id="rId4" Type="http://schemas.microsoft.com/office/2007/relationships/hdphoto" Target="../media/hdphoto1.wdp"/><Relationship Id="rId9" Type="http://schemas.openxmlformats.org/officeDocument/2006/relationships/image" Target="../media/image144.png"/></Relationships>
</file>

<file path=ppt/slides/_rels/slide53.xml.rels><?xml version="1.0" encoding="UTF-8" standalone="yes"?>
<Relationships xmlns="http://schemas.openxmlformats.org/package/2006/relationships"><Relationship Id="rId8" Type="http://schemas.openxmlformats.org/officeDocument/2006/relationships/image" Target="../media/image96.svg"/><Relationship Id="rId3" Type="http://schemas.openxmlformats.org/officeDocument/2006/relationships/image" Target="../media/image16.png"/><Relationship Id="rId7" Type="http://schemas.openxmlformats.org/officeDocument/2006/relationships/image" Target="../media/image95.png"/><Relationship Id="rId2" Type="http://schemas.openxmlformats.org/officeDocument/2006/relationships/notesSlide" Target="../notesSlides/notesSlide53.xml"/><Relationship Id="rId1" Type="http://schemas.openxmlformats.org/officeDocument/2006/relationships/slideLayout" Target="../slideLayouts/slideLayout66.xml"/><Relationship Id="rId6" Type="http://schemas.openxmlformats.org/officeDocument/2006/relationships/image" Target="../media/image149.svg"/><Relationship Id="rId5" Type="http://schemas.openxmlformats.org/officeDocument/2006/relationships/image" Target="../media/image148.png"/><Relationship Id="rId10" Type="http://schemas.openxmlformats.org/officeDocument/2006/relationships/image" Target="../media/image7.svg"/><Relationship Id="rId4" Type="http://schemas.microsoft.com/office/2007/relationships/hdphoto" Target="../media/hdphoto1.wdp"/><Relationship Id="rId9" Type="http://schemas.openxmlformats.org/officeDocument/2006/relationships/image" Target="../media/image6.png"/></Relationships>
</file>

<file path=ppt/slides/_rels/slide54.xml.rels><?xml version="1.0" encoding="UTF-8" standalone="yes"?>
<Relationships xmlns="http://schemas.openxmlformats.org/package/2006/relationships"><Relationship Id="rId8" Type="http://schemas.openxmlformats.org/officeDocument/2006/relationships/image" Target="../media/image96.svg"/><Relationship Id="rId3" Type="http://schemas.openxmlformats.org/officeDocument/2006/relationships/image" Target="../media/image16.png"/><Relationship Id="rId7" Type="http://schemas.openxmlformats.org/officeDocument/2006/relationships/image" Target="../media/image95.png"/><Relationship Id="rId12" Type="http://schemas.openxmlformats.org/officeDocument/2006/relationships/image" Target="../media/image33.png"/><Relationship Id="rId2" Type="http://schemas.openxmlformats.org/officeDocument/2006/relationships/notesSlide" Target="../notesSlides/notesSlide54.xml"/><Relationship Id="rId1" Type="http://schemas.openxmlformats.org/officeDocument/2006/relationships/slideLayout" Target="../slideLayouts/slideLayout66.xml"/><Relationship Id="rId6" Type="http://schemas.openxmlformats.org/officeDocument/2006/relationships/image" Target="../media/image149.svg"/><Relationship Id="rId11" Type="http://schemas.openxmlformats.org/officeDocument/2006/relationships/slide" Target="slide60.xml"/><Relationship Id="rId5" Type="http://schemas.openxmlformats.org/officeDocument/2006/relationships/image" Target="../media/image148.png"/><Relationship Id="rId10" Type="http://schemas.openxmlformats.org/officeDocument/2006/relationships/image" Target="../media/image7.svg"/><Relationship Id="rId4" Type="http://schemas.microsoft.com/office/2007/relationships/hdphoto" Target="../media/hdphoto1.wdp"/><Relationship Id="rId9" Type="http://schemas.openxmlformats.org/officeDocument/2006/relationships/image" Target="../media/image6.png"/></Relationships>
</file>

<file path=ppt/slides/_rels/slide55.xml.rels><?xml version="1.0" encoding="UTF-8" standalone="yes"?>
<Relationships xmlns="http://schemas.openxmlformats.org/package/2006/relationships"><Relationship Id="rId8" Type="http://schemas.openxmlformats.org/officeDocument/2006/relationships/image" Target="../media/image153.svg"/><Relationship Id="rId13" Type="http://schemas.openxmlformats.org/officeDocument/2006/relationships/image" Target="../media/image158.png"/><Relationship Id="rId3" Type="http://schemas.openxmlformats.org/officeDocument/2006/relationships/image" Target="../media/image16.png"/><Relationship Id="rId7" Type="http://schemas.openxmlformats.org/officeDocument/2006/relationships/image" Target="../media/image152.png"/><Relationship Id="rId12" Type="http://schemas.openxmlformats.org/officeDocument/2006/relationships/image" Target="../media/image157.svg"/><Relationship Id="rId2" Type="http://schemas.openxmlformats.org/officeDocument/2006/relationships/notesSlide" Target="../notesSlides/notesSlide55.xml"/><Relationship Id="rId1" Type="http://schemas.openxmlformats.org/officeDocument/2006/relationships/slideLayout" Target="../slideLayouts/slideLayout66.xml"/><Relationship Id="rId6" Type="http://schemas.openxmlformats.org/officeDocument/2006/relationships/image" Target="../media/image151.svg"/><Relationship Id="rId11" Type="http://schemas.openxmlformats.org/officeDocument/2006/relationships/image" Target="../media/image156.png"/><Relationship Id="rId5" Type="http://schemas.openxmlformats.org/officeDocument/2006/relationships/image" Target="../media/image150.png"/><Relationship Id="rId10" Type="http://schemas.openxmlformats.org/officeDocument/2006/relationships/image" Target="../media/image155.svg"/><Relationship Id="rId4" Type="http://schemas.microsoft.com/office/2007/relationships/hdphoto" Target="../media/hdphoto1.wdp"/><Relationship Id="rId9" Type="http://schemas.openxmlformats.org/officeDocument/2006/relationships/image" Target="../media/image154.png"/><Relationship Id="rId14" Type="http://schemas.openxmlformats.org/officeDocument/2006/relationships/image" Target="../media/image159.svg"/></Relationships>
</file>

<file path=ppt/slides/_rels/slide56.xml.rels><?xml version="1.0" encoding="UTF-8" standalone="yes"?>
<Relationships xmlns="http://schemas.openxmlformats.org/package/2006/relationships"><Relationship Id="rId8" Type="http://schemas.openxmlformats.org/officeDocument/2006/relationships/image" Target="../media/image163.svg"/><Relationship Id="rId3" Type="http://schemas.openxmlformats.org/officeDocument/2006/relationships/image" Target="../media/image160.png"/><Relationship Id="rId7" Type="http://schemas.openxmlformats.org/officeDocument/2006/relationships/image" Target="../media/image162.png"/><Relationship Id="rId12" Type="http://schemas.openxmlformats.org/officeDocument/2006/relationships/image" Target="../media/image167.svg"/><Relationship Id="rId2" Type="http://schemas.openxmlformats.org/officeDocument/2006/relationships/notesSlide" Target="../notesSlides/notesSlide56.xml"/><Relationship Id="rId1" Type="http://schemas.openxmlformats.org/officeDocument/2006/relationships/slideLayout" Target="../slideLayouts/slideLayout66.xml"/><Relationship Id="rId6" Type="http://schemas.microsoft.com/office/2007/relationships/hdphoto" Target="../media/hdphoto1.wdp"/><Relationship Id="rId11" Type="http://schemas.openxmlformats.org/officeDocument/2006/relationships/image" Target="../media/image166.png"/><Relationship Id="rId5" Type="http://schemas.openxmlformats.org/officeDocument/2006/relationships/image" Target="../media/image16.png"/><Relationship Id="rId10" Type="http://schemas.openxmlformats.org/officeDocument/2006/relationships/image" Target="../media/image165.svg"/><Relationship Id="rId4" Type="http://schemas.openxmlformats.org/officeDocument/2006/relationships/image" Target="../media/image161.svg"/><Relationship Id="rId9" Type="http://schemas.openxmlformats.org/officeDocument/2006/relationships/image" Target="../media/image164.png"/></Relationships>
</file>

<file path=ppt/slides/_rels/slide5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7.xml"/><Relationship Id="rId1" Type="http://schemas.openxmlformats.org/officeDocument/2006/relationships/slideLayout" Target="../slideLayouts/slideLayout66.xml"/><Relationship Id="rId6" Type="http://schemas.openxmlformats.org/officeDocument/2006/relationships/image" Target="../media/image33.png"/><Relationship Id="rId5" Type="http://schemas.openxmlformats.org/officeDocument/2006/relationships/slide" Target="slide60.xml"/><Relationship Id="rId4" Type="http://schemas.microsoft.com/office/2007/relationships/hdphoto" Target="../media/hdphoto1.wdp"/></Relationships>
</file>

<file path=ppt/slides/_rels/slide5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8.xml"/><Relationship Id="rId1" Type="http://schemas.openxmlformats.org/officeDocument/2006/relationships/slideLayout" Target="../slideLayouts/slideLayout66.xml"/><Relationship Id="rId4" Type="http://schemas.microsoft.com/office/2007/relationships/hdphoto" Target="../media/hdphoto1.wdp"/></Relationships>
</file>

<file path=ppt/slides/_rels/slide5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9.xml"/><Relationship Id="rId1" Type="http://schemas.openxmlformats.org/officeDocument/2006/relationships/slideLayout" Target="../slideLayouts/slideLayout66.xml"/><Relationship Id="rId6" Type="http://schemas.openxmlformats.org/officeDocument/2006/relationships/image" Target="../media/image33.png"/><Relationship Id="rId5" Type="http://schemas.openxmlformats.org/officeDocument/2006/relationships/slide" Target="slide61.xml"/><Relationship Id="rId4" Type="http://schemas.microsoft.com/office/2007/relationships/hdphoto" Target="../media/hdphoto1.wdp"/></Relationships>
</file>

<file path=ppt/slides/_rels/slide60.xml.rels><?xml version="1.0" encoding="UTF-8" standalone="yes"?>
<Relationships xmlns="http://schemas.openxmlformats.org/package/2006/relationships"><Relationship Id="rId8" Type="http://schemas.openxmlformats.org/officeDocument/2006/relationships/slide" Target="slide57.xml"/><Relationship Id="rId3" Type="http://schemas.openxmlformats.org/officeDocument/2006/relationships/image" Target="../media/image53.png"/><Relationship Id="rId7" Type="http://schemas.openxmlformats.org/officeDocument/2006/relationships/image" Target="../media/image55.svg"/><Relationship Id="rId2" Type="http://schemas.openxmlformats.org/officeDocument/2006/relationships/notesSlide" Target="../notesSlides/notesSlide60.xml"/><Relationship Id="rId1" Type="http://schemas.openxmlformats.org/officeDocument/2006/relationships/slideLayout" Target="../slideLayouts/slideLayout66.xml"/><Relationship Id="rId6" Type="http://schemas.openxmlformats.org/officeDocument/2006/relationships/image" Target="../media/image33.png"/><Relationship Id="rId5" Type="http://schemas.openxmlformats.org/officeDocument/2006/relationships/slide" Target="slide54.xml"/><Relationship Id="rId4" Type="http://schemas.openxmlformats.org/officeDocument/2006/relationships/image" Target="../media/image54.svg"/></Relationships>
</file>

<file path=ppt/slides/_rels/slide61.xml.rels><?xml version="1.0" encoding="UTF-8" standalone="yes"?>
<Relationships xmlns="http://schemas.openxmlformats.org/package/2006/relationships"><Relationship Id="rId3" Type="http://schemas.openxmlformats.org/officeDocument/2006/relationships/slide" Target="slide59.xml"/><Relationship Id="rId2" Type="http://schemas.openxmlformats.org/officeDocument/2006/relationships/notesSlide" Target="../notesSlides/notesSlide61.xml"/><Relationship Id="rId1" Type="http://schemas.openxmlformats.org/officeDocument/2006/relationships/slideLayout" Target="../slideLayouts/slideLayout66.xml"/><Relationship Id="rId6" Type="http://schemas.openxmlformats.org/officeDocument/2006/relationships/image" Target="../media/image54.svg"/><Relationship Id="rId5" Type="http://schemas.openxmlformats.org/officeDocument/2006/relationships/image" Target="../media/image53.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ttangolo 39">
            <a:extLst>
              <a:ext uri="{FF2B5EF4-FFF2-40B4-BE49-F238E27FC236}">
                <a16:creationId xmlns:a16="http://schemas.microsoft.com/office/drawing/2014/main" id="{3EF4268C-A582-4BDE-B90D-DE24A5FB3868}"/>
              </a:ext>
            </a:extLst>
          </p:cNvPr>
          <p:cNvSpPr/>
          <p:nvPr/>
        </p:nvSpPr>
        <p:spPr>
          <a:xfrm>
            <a:off x="425647" y="650014"/>
            <a:ext cx="8243117" cy="4024800"/>
          </a:xfrm>
          <a:prstGeom prst="rect">
            <a:avLst/>
          </a:prstGeom>
          <a:solidFill>
            <a:schemeClr val="bg2">
              <a:lumMod val="95000"/>
            </a:schemeClr>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Chapter 1 </a:t>
            </a:r>
            <a:r>
              <a:rPr lang="en-GB">
                <a:latin typeface="Arial Narrow" panose="020B0606020202030204" pitchFamily="34" charset="0"/>
              </a:rPr>
              <a:t>| </a:t>
            </a:r>
            <a:r>
              <a:rPr lang="en-US">
                <a:solidFill>
                  <a:schemeClr val="accent3"/>
                </a:solidFill>
                <a:latin typeface="Arial Narrow" panose="020B0606020202030204" pitchFamily="34" charset="0"/>
              </a:rPr>
              <a:t>Key concepts of IT Service Management</a:t>
            </a:r>
            <a:endParaRPr lang="en-GB">
              <a:latin typeface="Arial Narrow" panose="020B0606020202030204" pitchFamily="34" charset="0"/>
            </a:endParaRPr>
          </a:p>
        </p:txBody>
      </p:sp>
      <p:pic>
        <p:nvPicPr>
          <p:cNvPr id="23" name="Picture 22" descr="A picture containing text, little&#10;&#10;Description automatically generated">
            <a:extLst>
              <a:ext uri="{FF2B5EF4-FFF2-40B4-BE49-F238E27FC236}">
                <a16:creationId xmlns:a16="http://schemas.microsoft.com/office/drawing/2014/main" id="{C147858A-0DE8-48E8-8E35-854571F4DDDF}"/>
              </a:ext>
            </a:extLst>
          </p:cNvPr>
          <p:cNvPicPr>
            <a:picLocks/>
          </p:cNvPicPr>
          <p:nvPr/>
        </p:nvPicPr>
        <p:blipFill rotWithShape="1">
          <a:blip r:embed="rId3"/>
          <a:srcRect l="877" t="-280" r="1742" b="280"/>
          <a:stretch/>
        </p:blipFill>
        <p:spPr>
          <a:xfrm>
            <a:off x="5507292" y="644535"/>
            <a:ext cx="3155120" cy="4024800"/>
          </a:xfrm>
          <a:prstGeom prst="rect">
            <a:avLst/>
          </a:prstGeom>
        </p:spPr>
      </p:pic>
      <p:sp>
        <p:nvSpPr>
          <p:cNvPr id="5" name="Slide Number Placeholder 4">
            <a:extLst>
              <a:ext uri="{FF2B5EF4-FFF2-40B4-BE49-F238E27FC236}">
                <a16:creationId xmlns:a16="http://schemas.microsoft.com/office/drawing/2014/main" id="{95C1D283-877B-4028-9EBA-93E78FC04314}"/>
              </a:ext>
            </a:extLst>
          </p:cNvPr>
          <p:cNvSpPr>
            <a:spLocks noGrp="1"/>
          </p:cNvSpPr>
          <p:nvPr>
            <p:ph type="sldNum" sz="quarter" idx="35"/>
          </p:nvPr>
        </p:nvSpPr>
        <p:spPr/>
        <p:txBody>
          <a:bodyPr/>
          <a:lstStyle/>
          <a:p>
            <a:fld id="{9C18EA95-C3D3-214C-9452-EF8527DBCD86}" type="slidenum">
              <a:rPr lang="it-IT" smtClean="0"/>
              <a:pPr/>
              <a:t>1</a:t>
            </a:fld>
            <a:endParaRPr lang="it-IT"/>
          </a:p>
        </p:txBody>
      </p:sp>
      <p:cxnSp>
        <p:nvCxnSpPr>
          <p:cNvPr id="31" name="Straight Connector 52">
            <a:extLst>
              <a:ext uri="{FF2B5EF4-FFF2-40B4-BE49-F238E27FC236}">
                <a16:creationId xmlns:a16="http://schemas.microsoft.com/office/drawing/2014/main" id="{7D0A9770-203E-4FD6-904F-7B1723ED7ECE}"/>
              </a:ext>
            </a:extLst>
          </p:cNvPr>
          <p:cNvCxnSpPr>
            <a:cxnSpLocks/>
            <a:stCxn id="9" idx="2"/>
            <a:endCxn id="10" idx="6"/>
          </p:cNvCxnSpPr>
          <p:nvPr/>
        </p:nvCxnSpPr>
        <p:spPr>
          <a:xfrm flipH="1">
            <a:off x="1786018" y="2662414"/>
            <a:ext cx="440918" cy="0"/>
          </a:xfrm>
          <a:prstGeom prst="line">
            <a:avLst/>
          </a:prstGeom>
          <a:ln w="95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15" name="Straight Connector 52">
            <a:extLst>
              <a:ext uri="{FF2B5EF4-FFF2-40B4-BE49-F238E27FC236}">
                <a16:creationId xmlns:a16="http://schemas.microsoft.com/office/drawing/2014/main" id="{3A8916C1-6184-4666-844F-5007365B7170}"/>
              </a:ext>
            </a:extLst>
          </p:cNvPr>
          <p:cNvCxnSpPr>
            <a:cxnSpLocks/>
          </p:cNvCxnSpPr>
          <p:nvPr/>
        </p:nvCxnSpPr>
        <p:spPr>
          <a:xfrm flipH="1" flipV="1">
            <a:off x="2044831" y="1333279"/>
            <a:ext cx="886638" cy="1363213"/>
          </a:xfrm>
          <a:prstGeom prst="line">
            <a:avLst/>
          </a:prstGeom>
          <a:ln w="9525">
            <a:solidFill>
              <a:srgbClr val="BFBFBF"/>
            </a:solidFill>
          </a:ln>
        </p:spPr>
        <p:style>
          <a:lnRef idx="1">
            <a:schemeClr val="accent1"/>
          </a:lnRef>
          <a:fillRef idx="0">
            <a:schemeClr val="accent1"/>
          </a:fillRef>
          <a:effectRef idx="0">
            <a:schemeClr val="accent1"/>
          </a:effectRef>
          <a:fontRef idx="minor">
            <a:schemeClr val="tx1"/>
          </a:fontRef>
        </p:style>
      </p:cxnSp>
      <p:sp>
        <p:nvSpPr>
          <p:cNvPr id="10" name="Oval 2">
            <a:extLst>
              <a:ext uri="{FF2B5EF4-FFF2-40B4-BE49-F238E27FC236}">
                <a16:creationId xmlns:a16="http://schemas.microsoft.com/office/drawing/2014/main" id="{958063B6-090C-4ACF-BED7-8E45D1536A53}"/>
              </a:ext>
            </a:extLst>
          </p:cNvPr>
          <p:cNvSpPr>
            <a:spLocks noChangeAspect="1"/>
          </p:cNvSpPr>
          <p:nvPr/>
        </p:nvSpPr>
        <p:spPr>
          <a:xfrm>
            <a:off x="786349" y="2162579"/>
            <a:ext cx="999669" cy="999669"/>
          </a:xfrm>
          <a:prstGeom prst="ellipse">
            <a:avLst/>
          </a:prstGeom>
          <a:solidFill>
            <a:schemeClr val="accent2">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b="1">
                <a:solidFill>
                  <a:prstClr val="white"/>
                </a:solidFill>
                <a:latin typeface="Arial Narrow" panose="020B0606020202030204" pitchFamily="34" charset="0"/>
              </a:rPr>
              <a:t>6. Course closure</a:t>
            </a:r>
            <a:endParaRPr kumimoji="0" lang="en-US" sz="1100" b="1"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cxnSp>
        <p:nvCxnSpPr>
          <p:cNvPr id="21" name="Straight Connector 52">
            <a:extLst>
              <a:ext uri="{FF2B5EF4-FFF2-40B4-BE49-F238E27FC236}">
                <a16:creationId xmlns:a16="http://schemas.microsoft.com/office/drawing/2014/main" id="{6C18C5DC-4FA4-438D-80FA-27DD2B223C25}"/>
              </a:ext>
            </a:extLst>
          </p:cNvPr>
          <p:cNvCxnSpPr>
            <a:cxnSpLocks/>
          </p:cNvCxnSpPr>
          <p:nvPr/>
        </p:nvCxnSpPr>
        <p:spPr>
          <a:xfrm flipV="1">
            <a:off x="2938435" y="1317602"/>
            <a:ext cx="914389" cy="1384311"/>
          </a:xfrm>
          <a:prstGeom prst="line">
            <a:avLst/>
          </a:prstGeom>
          <a:ln w="95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24" name="Straight Connector 52">
            <a:extLst>
              <a:ext uri="{FF2B5EF4-FFF2-40B4-BE49-F238E27FC236}">
                <a16:creationId xmlns:a16="http://schemas.microsoft.com/office/drawing/2014/main" id="{61CAC979-5DCA-4F34-8BD4-116922B1AE7E}"/>
              </a:ext>
            </a:extLst>
          </p:cNvPr>
          <p:cNvCxnSpPr>
            <a:cxnSpLocks/>
            <a:stCxn id="9" idx="6"/>
            <a:endCxn id="13" idx="2"/>
          </p:cNvCxnSpPr>
          <p:nvPr/>
        </p:nvCxnSpPr>
        <p:spPr>
          <a:xfrm>
            <a:off x="3697010" y="2662414"/>
            <a:ext cx="439255" cy="1"/>
          </a:xfrm>
          <a:prstGeom prst="line">
            <a:avLst/>
          </a:prstGeom>
          <a:ln w="95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27" name="Straight Connector 52">
            <a:extLst>
              <a:ext uri="{FF2B5EF4-FFF2-40B4-BE49-F238E27FC236}">
                <a16:creationId xmlns:a16="http://schemas.microsoft.com/office/drawing/2014/main" id="{4B211DBD-53A2-454D-B797-6A74E4097041}"/>
              </a:ext>
            </a:extLst>
          </p:cNvPr>
          <p:cNvCxnSpPr>
            <a:cxnSpLocks/>
          </p:cNvCxnSpPr>
          <p:nvPr/>
        </p:nvCxnSpPr>
        <p:spPr>
          <a:xfrm>
            <a:off x="2941343" y="2701913"/>
            <a:ext cx="918447" cy="1338553"/>
          </a:xfrm>
          <a:prstGeom prst="line">
            <a:avLst/>
          </a:prstGeom>
          <a:ln w="95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30" name="Straight Connector 52">
            <a:extLst>
              <a:ext uri="{FF2B5EF4-FFF2-40B4-BE49-F238E27FC236}">
                <a16:creationId xmlns:a16="http://schemas.microsoft.com/office/drawing/2014/main" id="{EFE31956-44DB-4F2F-93E1-2677E148B540}"/>
              </a:ext>
            </a:extLst>
          </p:cNvPr>
          <p:cNvCxnSpPr>
            <a:cxnSpLocks/>
          </p:cNvCxnSpPr>
          <p:nvPr/>
        </p:nvCxnSpPr>
        <p:spPr>
          <a:xfrm flipH="1">
            <a:off x="2073089" y="2667894"/>
            <a:ext cx="888885" cy="1334357"/>
          </a:xfrm>
          <a:prstGeom prst="line">
            <a:avLst/>
          </a:prstGeom>
          <a:ln w="9525">
            <a:solidFill>
              <a:srgbClr val="BFBFBF"/>
            </a:solidFill>
          </a:ln>
        </p:spPr>
        <p:style>
          <a:lnRef idx="1">
            <a:schemeClr val="accent1"/>
          </a:lnRef>
          <a:fillRef idx="0">
            <a:schemeClr val="accent1"/>
          </a:fillRef>
          <a:effectRef idx="0">
            <a:schemeClr val="accent1"/>
          </a:effectRef>
          <a:fontRef idx="minor">
            <a:schemeClr val="tx1"/>
          </a:fontRef>
        </p:style>
      </p:cxnSp>
      <p:sp>
        <p:nvSpPr>
          <p:cNvPr id="9" name="Oval 2">
            <a:extLst>
              <a:ext uri="{FF2B5EF4-FFF2-40B4-BE49-F238E27FC236}">
                <a16:creationId xmlns:a16="http://schemas.microsoft.com/office/drawing/2014/main" id="{DA4A816E-0BD9-4E99-98B8-500864D387B3}"/>
              </a:ext>
            </a:extLst>
          </p:cNvPr>
          <p:cNvSpPr>
            <a:spLocks noChangeAspect="1"/>
          </p:cNvSpPr>
          <p:nvPr/>
        </p:nvSpPr>
        <p:spPr>
          <a:xfrm>
            <a:off x="2226936" y="1927377"/>
            <a:ext cx="1470074" cy="1470074"/>
          </a:xfrm>
          <a:prstGeom prst="ellipse">
            <a:avLst/>
          </a:prstGeom>
          <a:solidFill>
            <a:schemeClr val="accent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Narrow" panose="020B0606020202030204" pitchFamily="34" charset="0"/>
                <a:ea typeface="+mn-ea"/>
                <a:cs typeface="+mn-cs"/>
              </a:rPr>
              <a:t>ITIL 4 Foundation learning path</a:t>
            </a:r>
          </a:p>
        </p:txBody>
      </p:sp>
      <p:sp>
        <p:nvSpPr>
          <p:cNvPr id="13" name="Oval 2">
            <a:extLst>
              <a:ext uri="{FF2B5EF4-FFF2-40B4-BE49-F238E27FC236}">
                <a16:creationId xmlns:a16="http://schemas.microsoft.com/office/drawing/2014/main" id="{1A1190BB-3B32-46AB-8DCD-051C97FA4E17}"/>
              </a:ext>
            </a:extLst>
          </p:cNvPr>
          <p:cNvSpPr>
            <a:spLocks noChangeAspect="1"/>
          </p:cNvSpPr>
          <p:nvPr/>
        </p:nvSpPr>
        <p:spPr>
          <a:xfrm>
            <a:off x="4136265" y="2160917"/>
            <a:ext cx="1002995" cy="1002995"/>
          </a:xfrm>
          <a:prstGeom prst="ellipse">
            <a:avLst/>
          </a:prstGeom>
          <a:solidFill>
            <a:srgbClr val="BFBFB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Narrow" panose="020B0606020202030204" pitchFamily="34" charset="0"/>
                <a:ea typeface="+mn-ea"/>
                <a:cs typeface="+mn-cs"/>
              </a:rPr>
              <a:t>3. The ITIL 4 service value system</a:t>
            </a:r>
          </a:p>
        </p:txBody>
      </p:sp>
      <p:sp>
        <p:nvSpPr>
          <p:cNvPr id="12" name="Oval 2">
            <a:extLst>
              <a:ext uri="{FF2B5EF4-FFF2-40B4-BE49-F238E27FC236}">
                <a16:creationId xmlns:a16="http://schemas.microsoft.com/office/drawing/2014/main" id="{E51F58DF-6217-49A8-BB62-02A5658082C2}"/>
              </a:ext>
            </a:extLst>
          </p:cNvPr>
          <p:cNvSpPr>
            <a:spLocks noChangeAspect="1"/>
          </p:cNvSpPr>
          <p:nvPr/>
        </p:nvSpPr>
        <p:spPr>
          <a:xfrm>
            <a:off x="3363399" y="3475554"/>
            <a:ext cx="1002995" cy="1002995"/>
          </a:xfrm>
          <a:prstGeom prst="ellipse">
            <a:avLst/>
          </a:prstGeom>
          <a:solidFill>
            <a:srgbClr val="BFBFB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Narrow" panose="020B0606020202030204" pitchFamily="34" charset="0"/>
                <a:ea typeface="+mn-ea"/>
                <a:cs typeface="+mn-cs"/>
              </a:rPr>
              <a:t>4. ITIL 4 management practices</a:t>
            </a:r>
          </a:p>
        </p:txBody>
      </p:sp>
      <p:sp>
        <p:nvSpPr>
          <p:cNvPr id="14" name="Oval 2">
            <a:extLst>
              <a:ext uri="{FF2B5EF4-FFF2-40B4-BE49-F238E27FC236}">
                <a16:creationId xmlns:a16="http://schemas.microsoft.com/office/drawing/2014/main" id="{D442C554-67A6-4D4C-967E-4D9E5164C37F}"/>
              </a:ext>
            </a:extLst>
          </p:cNvPr>
          <p:cNvSpPr>
            <a:spLocks noChangeAspect="1"/>
          </p:cNvSpPr>
          <p:nvPr/>
        </p:nvSpPr>
        <p:spPr>
          <a:xfrm>
            <a:off x="1552420" y="3475554"/>
            <a:ext cx="1002995" cy="1002995"/>
          </a:xfrm>
          <a:prstGeom prst="ellipse">
            <a:avLst/>
          </a:prstGeom>
          <a:solidFill>
            <a:schemeClr val="accent2">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Narrow" panose="020B0606020202030204" pitchFamily="34" charset="0"/>
                <a:ea typeface="+mn-ea"/>
                <a:cs typeface="+mn-cs"/>
              </a:rPr>
              <a:t>5. Exam simulation</a:t>
            </a:r>
          </a:p>
        </p:txBody>
      </p:sp>
      <p:grpSp>
        <p:nvGrpSpPr>
          <p:cNvPr id="2" name="Group 1">
            <a:extLst>
              <a:ext uri="{FF2B5EF4-FFF2-40B4-BE49-F238E27FC236}">
                <a16:creationId xmlns:a16="http://schemas.microsoft.com/office/drawing/2014/main" id="{3F6E4063-71F1-4039-A226-8111B97AE63D}"/>
              </a:ext>
            </a:extLst>
          </p:cNvPr>
          <p:cNvGrpSpPr/>
          <p:nvPr/>
        </p:nvGrpSpPr>
        <p:grpSpPr>
          <a:xfrm>
            <a:off x="1449116" y="742978"/>
            <a:ext cx="1209600" cy="1209600"/>
            <a:chOff x="1307616" y="677641"/>
            <a:chExt cx="1336431" cy="1336431"/>
          </a:xfrm>
        </p:grpSpPr>
        <p:sp>
          <p:nvSpPr>
            <p:cNvPr id="22" name="Oval 2">
              <a:extLst>
                <a:ext uri="{FF2B5EF4-FFF2-40B4-BE49-F238E27FC236}">
                  <a16:creationId xmlns:a16="http://schemas.microsoft.com/office/drawing/2014/main" id="{0E9333E2-70BE-45D8-8C12-D37526FD0BC0}"/>
                </a:ext>
              </a:extLst>
            </p:cNvPr>
            <p:cNvSpPr>
              <a:spLocks noChangeAspect="1"/>
            </p:cNvSpPr>
            <p:nvPr/>
          </p:nvSpPr>
          <p:spPr>
            <a:xfrm>
              <a:off x="1307616" y="677641"/>
              <a:ext cx="1336431" cy="1336431"/>
            </a:xfrm>
            <a:prstGeom prst="ellipse">
              <a:avLst/>
            </a:prstGeom>
            <a:solidFill>
              <a:schemeClr val="accent3">
                <a:lumMod val="20000"/>
                <a:lumOff val="80000"/>
              </a:schemeClr>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sp>
          <p:nvSpPr>
            <p:cNvPr id="25" name="Oval 2">
              <a:extLst>
                <a:ext uri="{FF2B5EF4-FFF2-40B4-BE49-F238E27FC236}">
                  <a16:creationId xmlns:a16="http://schemas.microsoft.com/office/drawing/2014/main" id="{455960C3-A1BE-4967-8A26-91E1770BCC9F}"/>
                </a:ext>
              </a:extLst>
            </p:cNvPr>
            <p:cNvSpPr>
              <a:spLocks noChangeAspect="1"/>
            </p:cNvSpPr>
            <p:nvPr/>
          </p:nvSpPr>
          <p:spPr>
            <a:xfrm>
              <a:off x="1423587" y="793612"/>
              <a:ext cx="1104488" cy="1104488"/>
            </a:xfrm>
            <a:prstGeom prst="ellipse">
              <a:avLst/>
            </a:prstGeom>
            <a:solidFill>
              <a:schemeClr val="accent3"/>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Narrow" panose="020B0606020202030204" pitchFamily="34" charset="0"/>
                  <a:ea typeface="+mn-ea"/>
                  <a:cs typeface="+mn-cs"/>
                </a:rPr>
                <a:t>1. Key concepts of IT Service Management</a:t>
              </a:r>
            </a:p>
          </p:txBody>
        </p:sp>
      </p:grpSp>
      <p:sp>
        <p:nvSpPr>
          <p:cNvPr id="32" name="Oval 2">
            <a:extLst>
              <a:ext uri="{FF2B5EF4-FFF2-40B4-BE49-F238E27FC236}">
                <a16:creationId xmlns:a16="http://schemas.microsoft.com/office/drawing/2014/main" id="{258450C7-EB06-4D72-B9DB-A379CC64A97D}"/>
              </a:ext>
            </a:extLst>
          </p:cNvPr>
          <p:cNvSpPr>
            <a:spLocks noChangeAspect="1"/>
          </p:cNvSpPr>
          <p:nvPr/>
        </p:nvSpPr>
        <p:spPr>
          <a:xfrm>
            <a:off x="3372759" y="848292"/>
            <a:ext cx="1002995" cy="1002995"/>
          </a:xfrm>
          <a:prstGeom prst="ellipse">
            <a:avLst/>
          </a:prstGeom>
          <a:solidFill>
            <a:srgbClr val="BFBFB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Narrow" panose="020B0606020202030204" pitchFamily="34" charset="0"/>
                <a:ea typeface="+mn-ea"/>
                <a:cs typeface="+mn-cs"/>
              </a:rPr>
              <a:t>2. The four dimensions of IT Service Management</a:t>
            </a:r>
          </a:p>
        </p:txBody>
      </p:sp>
    </p:spTree>
    <p:extLst>
      <p:ext uri="{BB962C8B-B14F-4D97-AF65-F5344CB8AC3E}">
        <p14:creationId xmlns:p14="http://schemas.microsoft.com/office/powerpoint/2010/main" val="2983108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GB" dirty="0">
                <a:latin typeface="Arial Narrow" panose="020B0606020202030204" pitchFamily="34" charset="0"/>
              </a:rPr>
              <a:t>Key concepts of IT Service Management | </a:t>
            </a:r>
            <a:r>
              <a:rPr lang="en-GB" dirty="0">
                <a:solidFill>
                  <a:schemeClr val="accent3"/>
                </a:solidFill>
                <a:latin typeface="Arial Narrow" panose="020B0606020202030204" pitchFamily="34" charset="0"/>
              </a:rPr>
              <a:t>Learning objectives</a:t>
            </a:r>
            <a:endParaRPr lang="en-GB" dirty="0">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a:xfrm>
            <a:off x="425945" y="512635"/>
            <a:ext cx="8359468" cy="182130"/>
          </a:xfrm>
        </p:spPr>
        <p:txBody>
          <a:bodyPr/>
          <a:lstStyle/>
          <a:p>
            <a:r>
              <a:rPr lang="en-GB">
                <a:latin typeface="Arial Narrow" panose="020B0606020202030204" pitchFamily="34" charset="0"/>
              </a:rPr>
              <a:t>This chapter aims to provide an understanding of the fundamental concepts that will support the trainee during the rest of the learning path</a:t>
            </a:r>
          </a:p>
        </p:txBody>
      </p:sp>
      <p:sp>
        <p:nvSpPr>
          <p:cNvPr id="40" name="Rectangle 31">
            <a:extLst>
              <a:ext uri="{FF2B5EF4-FFF2-40B4-BE49-F238E27FC236}">
                <a16:creationId xmlns:a16="http://schemas.microsoft.com/office/drawing/2014/main" id="{ACAD84AD-8CC7-4FBC-994C-B88EF1728CAD}"/>
              </a:ext>
            </a:extLst>
          </p:cNvPr>
          <p:cNvSpPr/>
          <p:nvPr/>
        </p:nvSpPr>
        <p:spPr>
          <a:xfrm>
            <a:off x="18000" y="2649641"/>
            <a:ext cx="9108000"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44083"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42" name="Rectangle 31">
            <a:extLst>
              <a:ext uri="{FF2B5EF4-FFF2-40B4-BE49-F238E27FC236}">
                <a16:creationId xmlns:a16="http://schemas.microsoft.com/office/drawing/2014/main" id="{6A3EB65F-11B8-43A2-9F0B-3AE2EEAC9F7B}"/>
              </a:ext>
            </a:extLst>
          </p:cNvPr>
          <p:cNvSpPr/>
          <p:nvPr/>
        </p:nvSpPr>
        <p:spPr>
          <a:xfrm>
            <a:off x="18000" y="2695549"/>
            <a:ext cx="9108000"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44083"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44" name="TextBox 11">
            <a:extLst>
              <a:ext uri="{FF2B5EF4-FFF2-40B4-BE49-F238E27FC236}">
                <a16:creationId xmlns:a16="http://schemas.microsoft.com/office/drawing/2014/main" id="{8D07C44A-2459-409A-AFE6-955DB8AD2C6C}"/>
              </a:ext>
            </a:extLst>
          </p:cNvPr>
          <p:cNvSpPr txBox="1"/>
          <p:nvPr/>
        </p:nvSpPr>
        <p:spPr>
          <a:xfrm>
            <a:off x="1106497" y="2541566"/>
            <a:ext cx="1795663" cy="307777"/>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Sections covered</a:t>
            </a:r>
            <a:endParaRPr kumimoji="0" lang="en-GB" sz="14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sp>
        <p:nvSpPr>
          <p:cNvPr id="48" name="Rectangle 31">
            <a:extLst>
              <a:ext uri="{FF2B5EF4-FFF2-40B4-BE49-F238E27FC236}">
                <a16:creationId xmlns:a16="http://schemas.microsoft.com/office/drawing/2014/main" id="{BE7D2561-8C1C-480C-8D51-AB3DB1E1B41A}"/>
              </a:ext>
            </a:extLst>
          </p:cNvPr>
          <p:cNvSpPr/>
          <p:nvPr/>
        </p:nvSpPr>
        <p:spPr>
          <a:xfrm>
            <a:off x="18000" y="3183009"/>
            <a:ext cx="9108000" cy="295891"/>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44083"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6" name="CasellaDiTesto 5">
            <a:extLst>
              <a:ext uri="{FF2B5EF4-FFF2-40B4-BE49-F238E27FC236}">
                <a16:creationId xmlns:a16="http://schemas.microsoft.com/office/drawing/2014/main" id="{38010EB8-344B-48BC-8151-A01D763F3CE2}"/>
              </a:ext>
            </a:extLst>
          </p:cNvPr>
          <p:cNvSpPr txBox="1"/>
          <p:nvPr/>
        </p:nvSpPr>
        <p:spPr>
          <a:xfrm>
            <a:off x="372719" y="3663971"/>
            <a:ext cx="2060388" cy="677108"/>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600"/>
              </a:spcAft>
              <a:buClr>
                <a:srgbClr val="DA291C"/>
              </a:buClr>
              <a:buSzTx/>
              <a:buFontTx/>
              <a:buNone/>
              <a:tabLst/>
              <a:defRPr/>
            </a:pP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Concept introduction</a:t>
            </a:r>
          </a:p>
          <a:p>
            <a:pPr marL="0" marR="0" lvl="0" indent="0" algn="ctr" defTabSz="457200" rtl="0" eaLnBrk="1" fontAlgn="auto" latinLnBrk="0" hangingPunct="1">
              <a:lnSpc>
                <a:spcPct val="100000"/>
              </a:lnSpc>
              <a:spcBef>
                <a:spcPts val="0"/>
              </a:spcBef>
              <a:spcAft>
                <a:spcPts val="600"/>
              </a:spcAft>
              <a:buClr>
                <a:srgbClr val="DA291C"/>
              </a:buClr>
              <a:buSzTx/>
              <a:buFontTx/>
              <a:buNone/>
              <a:tabLst/>
              <a:defRPr/>
            </a:pPr>
            <a:r>
              <a:rPr kumimoji="0" lang="en-GB"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IT Service Management key concepts</a:t>
            </a:r>
          </a:p>
        </p:txBody>
      </p:sp>
      <p:sp>
        <p:nvSpPr>
          <p:cNvPr id="77" name="CasellaDiTesto 76">
            <a:extLst>
              <a:ext uri="{FF2B5EF4-FFF2-40B4-BE49-F238E27FC236}">
                <a16:creationId xmlns:a16="http://schemas.microsoft.com/office/drawing/2014/main" id="{D624DDED-6185-436E-81CA-6505EABFE116}"/>
              </a:ext>
            </a:extLst>
          </p:cNvPr>
          <p:cNvSpPr txBox="1"/>
          <p:nvPr/>
        </p:nvSpPr>
        <p:spPr>
          <a:xfrm>
            <a:off x="2485444" y="3663971"/>
            <a:ext cx="2060388" cy="1015663"/>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600"/>
              </a:spcAft>
              <a:buClr>
                <a:srgbClr val="DA291C"/>
              </a:buClr>
              <a:buSzTx/>
              <a:buFontTx/>
              <a:buNone/>
              <a:tabLst/>
              <a:defRPr/>
            </a:pP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Benefits &amp; main characteristics</a:t>
            </a:r>
          </a:p>
          <a:p>
            <a:pPr marL="0" marR="0" lvl="0" indent="0" algn="ctr" defTabSz="457200" rtl="0" eaLnBrk="1" fontAlgn="auto" latinLnBrk="0" hangingPunct="1">
              <a:lnSpc>
                <a:spcPct val="100000"/>
              </a:lnSpc>
              <a:spcBef>
                <a:spcPts val="0"/>
              </a:spcBef>
              <a:spcAft>
                <a:spcPts val="600"/>
              </a:spcAft>
              <a:buClr>
                <a:srgbClr val="DA291C"/>
              </a:buClr>
              <a:buSzTx/>
              <a:buFontTx/>
              <a:buNone/>
              <a:tabLst/>
              <a:defRPr/>
            </a:pPr>
            <a:r>
              <a:rPr kumimoji="0" lang="en-GB"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Why ITIL 4 is important and how to take related decision </a:t>
            </a:r>
          </a:p>
        </p:txBody>
      </p:sp>
      <p:sp>
        <p:nvSpPr>
          <p:cNvPr id="80" name="CasellaDiTesto 79">
            <a:extLst>
              <a:ext uri="{FF2B5EF4-FFF2-40B4-BE49-F238E27FC236}">
                <a16:creationId xmlns:a16="http://schemas.microsoft.com/office/drawing/2014/main" id="{3DEBC2EF-D275-4928-A4BA-151A411C9DAF}"/>
              </a:ext>
            </a:extLst>
          </p:cNvPr>
          <p:cNvSpPr txBox="1"/>
          <p:nvPr/>
        </p:nvSpPr>
        <p:spPr>
          <a:xfrm>
            <a:off x="4598169" y="3663971"/>
            <a:ext cx="2060388" cy="118494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600"/>
              </a:spcAft>
              <a:buClr>
                <a:srgbClr val="DA291C"/>
              </a:buClr>
              <a:buSzTx/>
              <a:buFontTx/>
              <a:buNone/>
              <a:tabLst/>
              <a:defRPr/>
            </a:pP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Service organization definition</a:t>
            </a:r>
          </a:p>
          <a:p>
            <a:pPr marL="0" marR="0" lvl="0" indent="0" algn="ctr" defTabSz="457200" rtl="0" eaLnBrk="1" fontAlgn="auto" latinLnBrk="0" hangingPunct="1">
              <a:lnSpc>
                <a:spcPct val="100000"/>
              </a:lnSpc>
              <a:spcBef>
                <a:spcPts val="0"/>
              </a:spcBef>
              <a:spcAft>
                <a:spcPts val="600"/>
              </a:spcAft>
              <a:buClr>
                <a:srgbClr val="DA291C"/>
              </a:buClr>
              <a:buSzTx/>
              <a:buFontTx/>
              <a:buNone/>
              <a:tabLst/>
              <a:defRPr/>
            </a:pPr>
            <a:r>
              <a:rPr kumimoji="0" lang="en-GB"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Identification of the stakeholders that compose service organizations</a:t>
            </a:r>
          </a:p>
        </p:txBody>
      </p:sp>
      <p:sp>
        <p:nvSpPr>
          <p:cNvPr id="83" name="CasellaDiTesto 82">
            <a:extLst>
              <a:ext uri="{FF2B5EF4-FFF2-40B4-BE49-F238E27FC236}">
                <a16:creationId xmlns:a16="http://schemas.microsoft.com/office/drawing/2014/main" id="{643B3DF6-F02F-41DA-B82C-622A8156D37D}"/>
              </a:ext>
            </a:extLst>
          </p:cNvPr>
          <p:cNvSpPr txBox="1"/>
          <p:nvPr/>
        </p:nvSpPr>
        <p:spPr>
          <a:xfrm>
            <a:off x="6710894" y="3663971"/>
            <a:ext cx="2060388" cy="8463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600"/>
              </a:spcAft>
              <a:buClr>
                <a:srgbClr val="DA291C"/>
              </a:buClr>
              <a:buSzTx/>
              <a:buFontTx/>
              <a:buNone/>
              <a:tabLst/>
              <a:defRPr/>
            </a:pP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Guiding principles</a:t>
            </a:r>
          </a:p>
          <a:p>
            <a:pPr marL="0" marR="0" lvl="0" indent="0" algn="ctr" defTabSz="457200" rtl="0" eaLnBrk="1" fontAlgn="auto" latinLnBrk="0" hangingPunct="1">
              <a:lnSpc>
                <a:spcPct val="100000"/>
              </a:lnSpc>
              <a:spcBef>
                <a:spcPts val="0"/>
              </a:spcBef>
              <a:spcAft>
                <a:spcPts val="600"/>
              </a:spcAft>
              <a:buClr>
                <a:srgbClr val="DA291C"/>
              </a:buClr>
              <a:buSzTx/>
              <a:buFontTx/>
              <a:buNone/>
              <a:tabLst/>
              <a:defRPr/>
            </a:pPr>
            <a:r>
              <a:rPr kumimoji="0" lang="en-GB"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Guidelines to create and leverage the perks of correct service design </a:t>
            </a:r>
          </a:p>
        </p:txBody>
      </p:sp>
      <p:cxnSp>
        <p:nvCxnSpPr>
          <p:cNvPr id="38" name="Straight Connector 80">
            <a:extLst>
              <a:ext uri="{FF2B5EF4-FFF2-40B4-BE49-F238E27FC236}">
                <a16:creationId xmlns:a16="http://schemas.microsoft.com/office/drawing/2014/main" id="{591572C1-55FB-4477-B551-408141002488}"/>
              </a:ext>
            </a:extLst>
          </p:cNvPr>
          <p:cNvCxnSpPr>
            <a:cxnSpLocks/>
          </p:cNvCxnSpPr>
          <p:nvPr/>
        </p:nvCxnSpPr>
        <p:spPr>
          <a:xfrm>
            <a:off x="2459276" y="3602967"/>
            <a:ext cx="0" cy="999723"/>
          </a:xfrm>
          <a:prstGeom prst="line">
            <a:avLst/>
          </a:prstGeom>
          <a:ln w="19050">
            <a:solidFill>
              <a:srgbClr val="DA291C"/>
            </a:solidFill>
            <a:prstDash val="dash"/>
          </a:ln>
        </p:spPr>
        <p:style>
          <a:lnRef idx="1">
            <a:schemeClr val="accent1"/>
          </a:lnRef>
          <a:fillRef idx="0">
            <a:schemeClr val="accent1"/>
          </a:fillRef>
          <a:effectRef idx="0">
            <a:schemeClr val="accent1"/>
          </a:effectRef>
          <a:fontRef idx="minor">
            <a:schemeClr val="tx1"/>
          </a:fontRef>
        </p:style>
      </p:cxnSp>
      <p:cxnSp>
        <p:nvCxnSpPr>
          <p:cNvPr id="39" name="Straight Connector 80">
            <a:extLst>
              <a:ext uri="{FF2B5EF4-FFF2-40B4-BE49-F238E27FC236}">
                <a16:creationId xmlns:a16="http://schemas.microsoft.com/office/drawing/2014/main" id="{F77A93D3-B485-4A86-B4BE-4FB8998773B4}"/>
              </a:ext>
            </a:extLst>
          </p:cNvPr>
          <p:cNvCxnSpPr>
            <a:cxnSpLocks/>
          </p:cNvCxnSpPr>
          <p:nvPr/>
        </p:nvCxnSpPr>
        <p:spPr>
          <a:xfrm>
            <a:off x="4572000" y="3602967"/>
            <a:ext cx="0" cy="999723"/>
          </a:xfrm>
          <a:prstGeom prst="line">
            <a:avLst/>
          </a:prstGeom>
          <a:ln w="19050">
            <a:solidFill>
              <a:srgbClr val="DA291C"/>
            </a:solidFill>
            <a:prstDash val="dash"/>
          </a:ln>
        </p:spPr>
        <p:style>
          <a:lnRef idx="1">
            <a:schemeClr val="accent1"/>
          </a:lnRef>
          <a:fillRef idx="0">
            <a:schemeClr val="accent1"/>
          </a:fillRef>
          <a:effectRef idx="0">
            <a:schemeClr val="accent1"/>
          </a:effectRef>
          <a:fontRef idx="minor">
            <a:schemeClr val="tx1"/>
          </a:fontRef>
        </p:style>
      </p:cxnSp>
      <p:cxnSp>
        <p:nvCxnSpPr>
          <p:cNvPr id="41" name="Straight Connector 80">
            <a:extLst>
              <a:ext uri="{FF2B5EF4-FFF2-40B4-BE49-F238E27FC236}">
                <a16:creationId xmlns:a16="http://schemas.microsoft.com/office/drawing/2014/main" id="{9440A0D2-5165-43F9-AE56-3CDC44FF949E}"/>
              </a:ext>
            </a:extLst>
          </p:cNvPr>
          <p:cNvCxnSpPr>
            <a:cxnSpLocks/>
          </p:cNvCxnSpPr>
          <p:nvPr/>
        </p:nvCxnSpPr>
        <p:spPr>
          <a:xfrm>
            <a:off x="6684725" y="3602967"/>
            <a:ext cx="0" cy="999723"/>
          </a:xfrm>
          <a:prstGeom prst="line">
            <a:avLst/>
          </a:prstGeom>
          <a:ln w="19050">
            <a:solidFill>
              <a:srgbClr val="DA291C"/>
            </a:solidFill>
            <a:prstDash val="dash"/>
          </a:ln>
        </p:spPr>
        <p:style>
          <a:lnRef idx="1">
            <a:schemeClr val="accent1"/>
          </a:lnRef>
          <a:fillRef idx="0">
            <a:schemeClr val="accent1"/>
          </a:fillRef>
          <a:effectRef idx="0">
            <a:schemeClr val="accent1"/>
          </a:effectRef>
          <a:fontRef idx="minor">
            <a:schemeClr val="tx1"/>
          </a:fontRef>
        </p:style>
      </p:cxnSp>
      <p:grpSp>
        <p:nvGrpSpPr>
          <p:cNvPr id="9" name="Gruppo 8">
            <a:extLst>
              <a:ext uri="{FF2B5EF4-FFF2-40B4-BE49-F238E27FC236}">
                <a16:creationId xmlns:a16="http://schemas.microsoft.com/office/drawing/2014/main" id="{3D3F0AFD-9FC2-4C3F-AC5C-4D78BC530B4C}"/>
              </a:ext>
            </a:extLst>
          </p:cNvPr>
          <p:cNvGrpSpPr/>
          <p:nvPr/>
        </p:nvGrpSpPr>
        <p:grpSpPr>
          <a:xfrm>
            <a:off x="1096913" y="3026138"/>
            <a:ext cx="612000" cy="612000"/>
            <a:chOff x="1095666" y="3026138"/>
            <a:chExt cx="612000" cy="612000"/>
          </a:xfrm>
        </p:grpSpPr>
        <p:sp>
          <p:nvSpPr>
            <p:cNvPr id="68" name="Oval 14">
              <a:extLst>
                <a:ext uri="{FF2B5EF4-FFF2-40B4-BE49-F238E27FC236}">
                  <a16:creationId xmlns:a16="http://schemas.microsoft.com/office/drawing/2014/main" id="{84C7F3C2-13A7-4EF3-883A-B79B968C213F}"/>
                </a:ext>
              </a:extLst>
            </p:cNvPr>
            <p:cNvSpPr/>
            <p:nvPr/>
          </p:nvSpPr>
          <p:spPr>
            <a:xfrm>
              <a:off x="1095666" y="3026138"/>
              <a:ext cx="612000" cy="612000"/>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pic>
          <p:nvPicPr>
            <p:cNvPr id="15" name="Elemento grafico 14" descr="Libri con riempimento a tinta unita">
              <a:extLst>
                <a:ext uri="{FF2B5EF4-FFF2-40B4-BE49-F238E27FC236}">
                  <a16:creationId xmlns:a16="http://schemas.microsoft.com/office/drawing/2014/main" id="{0BF7B9F6-4895-47CD-9C59-0B0D0A91A3A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98266" y="3128738"/>
              <a:ext cx="406800" cy="406800"/>
            </a:xfrm>
            <a:prstGeom prst="rect">
              <a:avLst/>
            </a:prstGeom>
          </p:spPr>
        </p:pic>
      </p:grpSp>
      <p:grpSp>
        <p:nvGrpSpPr>
          <p:cNvPr id="8" name="Gruppo 7">
            <a:extLst>
              <a:ext uri="{FF2B5EF4-FFF2-40B4-BE49-F238E27FC236}">
                <a16:creationId xmlns:a16="http://schemas.microsoft.com/office/drawing/2014/main" id="{A95DEDD0-DE5A-433A-95CD-8B7D3D3DB75E}"/>
              </a:ext>
            </a:extLst>
          </p:cNvPr>
          <p:cNvGrpSpPr/>
          <p:nvPr/>
        </p:nvGrpSpPr>
        <p:grpSpPr>
          <a:xfrm>
            <a:off x="3209638" y="3026138"/>
            <a:ext cx="612000" cy="612000"/>
            <a:chOff x="3208391" y="3026138"/>
            <a:chExt cx="612000" cy="612000"/>
          </a:xfrm>
        </p:grpSpPr>
        <p:sp>
          <p:nvSpPr>
            <p:cNvPr id="76" name="Oval 14">
              <a:extLst>
                <a:ext uri="{FF2B5EF4-FFF2-40B4-BE49-F238E27FC236}">
                  <a16:creationId xmlns:a16="http://schemas.microsoft.com/office/drawing/2014/main" id="{47EA3F0F-93B1-4D43-8FDE-586A2A45CE8F}"/>
                </a:ext>
              </a:extLst>
            </p:cNvPr>
            <p:cNvSpPr/>
            <p:nvPr/>
          </p:nvSpPr>
          <p:spPr>
            <a:xfrm>
              <a:off x="3208391" y="3026138"/>
              <a:ext cx="612000" cy="612000"/>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pic>
          <p:nvPicPr>
            <p:cNvPr id="17" name="Elemento grafico 16" descr="Grafico lineare con riempimento a tinta unita">
              <a:extLst>
                <a:ext uri="{FF2B5EF4-FFF2-40B4-BE49-F238E27FC236}">
                  <a16:creationId xmlns:a16="http://schemas.microsoft.com/office/drawing/2014/main" id="{D5D84424-0C88-4717-B446-9FAD5E869D5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310991" y="3128738"/>
              <a:ext cx="406800" cy="406800"/>
            </a:xfrm>
            <a:prstGeom prst="rect">
              <a:avLst/>
            </a:prstGeom>
          </p:spPr>
        </p:pic>
      </p:grpSp>
      <p:grpSp>
        <p:nvGrpSpPr>
          <p:cNvPr id="7" name="Gruppo 6">
            <a:extLst>
              <a:ext uri="{FF2B5EF4-FFF2-40B4-BE49-F238E27FC236}">
                <a16:creationId xmlns:a16="http://schemas.microsoft.com/office/drawing/2014/main" id="{321B276D-436D-42BA-BDAB-64937D52592E}"/>
              </a:ext>
            </a:extLst>
          </p:cNvPr>
          <p:cNvGrpSpPr/>
          <p:nvPr/>
        </p:nvGrpSpPr>
        <p:grpSpPr>
          <a:xfrm>
            <a:off x="5322363" y="3026138"/>
            <a:ext cx="612000" cy="612000"/>
            <a:chOff x="5321116" y="3026138"/>
            <a:chExt cx="612000" cy="612000"/>
          </a:xfrm>
        </p:grpSpPr>
        <p:sp>
          <p:nvSpPr>
            <p:cNvPr id="79" name="Oval 14">
              <a:extLst>
                <a:ext uri="{FF2B5EF4-FFF2-40B4-BE49-F238E27FC236}">
                  <a16:creationId xmlns:a16="http://schemas.microsoft.com/office/drawing/2014/main" id="{C32A82EA-AA43-4DB2-8B0E-C628F76613AE}"/>
                </a:ext>
              </a:extLst>
            </p:cNvPr>
            <p:cNvSpPr/>
            <p:nvPr/>
          </p:nvSpPr>
          <p:spPr>
            <a:xfrm>
              <a:off x="5321116" y="3026138"/>
              <a:ext cx="612000" cy="612000"/>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pic>
          <p:nvPicPr>
            <p:cNvPr id="19" name="Elemento grafico 18" descr="Gerarchia con riempimento a tinta unita">
              <a:extLst>
                <a:ext uri="{FF2B5EF4-FFF2-40B4-BE49-F238E27FC236}">
                  <a16:creationId xmlns:a16="http://schemas.microsoft.com/office/drawing/2014/main" id="{27A89DAE-E822-4F2A-B9E0-2CA7F5B3A25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23716" y="3128738"/>
              <a:ext cx="406800" cy="406800"/>
            </a:xfrm>
            <a:prstGeom prst="rect">
              <a:avLst/>
            </a:prstGeom>
          </p:spPr>
        </p:pic>
      </p:grpSp>
      <p:grpSp>
        <p:nvGrpSpPr>
          <p:cNvPr id="4" name="Gruppo 3">
            <a:extLst>
              <a:ext uri="{FF2B5EF4-FFF2-40B4-BE49-F238E27FC236}">
                <a16:creationId xmlns:a16="http://schemas.microsoft.com/office/drawing/2014/main" id="{4718E006-7DA1-401E-B077-FB542043A2E3}"/>
              </a:ext>
            </a:extLst>
          </p:cNvPr>
          <p:cNvGrpSpPr/>
          <p:nvPr/>
        </p:nvGrpSpPr>
        <p:grpSpPr>
          <a:xfrm>
            <a:off x="7435088" y="3026138"/>
            <a:ext cx="612000" cy="612000"/>
            <a:chOff x="7433841" y="3026138"/>
            <a:chExt cx="612000" cy="612000"/>
          </a:xfrm>
        </p:grpSpPr>
        <p:sp>
          <p:nvSpPr>
            <p:cNvPr id="82" name="Oval 14">
              <a:extLst>
                <a:ext uri="{FF2B5EF4-FFF2-40B4-BE49-F238E27FC236}">
                  <a16:creationId xmlns:a16="http://schemas.microsoft.com/office/drawing/2014/main" id="{5321596C-8514-4780-B20F-68FF813C02F6}"/>
                </a:ext>
              </a:extLst>
            </p:cNvPr>
            <p:cNvSpPr/>
            <p:nvPr/>
          </p:nvSpPr>
          <p:spPr>
            <a:xfrm>
              <a:off x="7433841" y="3026138"/>
              <a:ext cx="612000" cy="612000"/>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pic>
          <p:nvPicPr>
            <p:cNvPr id="21" name="Elemento grafico 20" descr="Presentazione con elenco di controllo con riempimento a tinta unita">
              <a:extLst>
                <a:ext uri="{FF2B5EF4-FFF2-40B4-BE49-F238E27FC236}">
                  <a16:creationId xmlns:a16="http://schemas.microsoft.com/office/drawing/2014/main" id="{3A32173C-6DB7-44FC-BE65-ABFB813F551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536441" y="3128738"/>
              <a:ext cx="406800" cy="406800"/>
            </a:xfrm>
            <a:prstGeom prst="rect">
              <a:avLst/>
            </a:prstGeom>
          </p:spPr>
        </p:pic>
      </p:grpSp>
      <p:sp>
        <p:nvSpPr>
          <p:cNvPr id="30" name="Rectangle 1">
            <a:extLst>
              <a:ext uri="{FF2B5EF4-FFF2-40B4-BE49-F238E27FC236}">
                <a16:creationId xmlns:a16="http://schemas.microsoft.com/office/drawing/2014/main" id="{133448CC-7CD5-4084-9C4A-29F7934E5920}"/>
              </a:ext>
            </a:extLst>
          </p:cNvPr>
          <p:cNvSpPr/>
          <p:nvPr/>
        </p:nvSpPr>
        <p:spPr>
          <a:xfrm>
            <a:off x="1415965" y="1273752"/>
            <a:ext cx="3293437" cy="1088375"/>
          </a:xfrm>
          <a:prstGeom prst="rect">
            <a:avLst/>
          </a:prstGeom>
        </p:spPr>
        <p:txBody>
          <a:bodyPr wrap="square">
            <a:spAutoFit/>
          </a:bodyPr>
          <a:lstStyle/>
          <a:p>
            <a:pPr marL="214313" marR="0" lvl="0" indent="-214313" algn="l" defTabSz="457200" rtl="0" eaLnBrk="1" fontAlgn="auto" latinLnBrk="0" hangingPunct="1">
              <a:lnSpc>
                <a:spcPct val="120000"/>
              </a:lnSpc>
              <a:spcBef>
                <a:spcPts val="0"/>
              </a:spcBef>
              <a:spcAft>
                <a:spcPts val="0"/>
              </a:spcAft>
              <a:buClr>
                <a:srgbClr val="DA291C"/>
              </a:buClr>
              <a:buSzTx/>
              <a:buFont typeface="Wingdings" panose="05000000000000000000" pitchFamily="2" charset="2"/>
              <a:buChar char="§"/>
              <a:tabLst/>
              <a:defRPr/>
            </a:pPr>
            <a:r>
              <a:rPr kumimoji="0" lang="en-GB"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Present the </a:t>
            </a: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basic concepts </a:t>
            </a:r>
            <a:r>
              <a:rPr kumimoji="0" lang="en-GB"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of IT Service Management as defined in </a:t>
            </a: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ITIL 4</a:t>
            </a:r>
          </a:p>
          <a:p>
            <a:pPr marL="214313" marR="0" lvl="0" indent="-214313" algn="l" defTabSz="457200" rtl="0" eaLnBrk="1" fontAlgn="auto" latinLnBrk="0" hangingPunct="1">
              <a:lnSpc>
                <a:spcPct val="120000"/>
              </a:lnSpc>
              <a:spcBef>
                <a:spcPts val="0"/>
              </a:spcBef>
              <a:spcAft>
                <a:spcPts val="0"/>
              </a:spcAft>
              <a:buClr>
                <a:srgbClr val="DA291C"/>
              </a:buClr>
              <a:buSzTx/>
              <a:buFont typeface="Wingdings" panose="05000000000000000000" pitchFamily="2" charset="2"/>
              <a:buChar char="§"/>
              <a:tabLst/>
              <a:defRPr/>
            </a:pPr>
            <a:r>
              <a:rPr kumimoji="0" lang="en-GB"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Define the </a:t>
            </a: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key terminology </a:t>
            </a:r>
            <a:r>
              <a:rPr kumimoji="0" lang="en-GB"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to take away with</a:t>
            </a:r>
          </a:p>
          <a:p>
            <a:pPr marL="214313" marR="0" lvl="0" indent="-214313" algn="l" defTabSz="457200" rtl="0" eaLnBrk="1" fontAlgn="auto" latinLnBrk="0" hangingPunct="1">
              <a:lnSpc>
                <a:spcPct val="120000"/>
              </a:lnSpc>
              <a:spcBef>
                <a:spcPts val="0"/>
              </a:spcBef>
              <a:spcAft>
                <a:spcPts val="0"/>
              </a:spcAft>
              <a:buClr>
                <a:srgbClr val="DA291C"/>
              </a:buClr>
              <a:buSzTx/>
              <a:buFont typeface="Wingdings" panose="05000000000000000000" pitchFamily="2" charset="2"/>
              <a:buChar char="§"/>
              <a:tabLst/>
              <a:defRPr/>
            </a:pPr>
            <a:r>
              <a:rPr kumimoji="0" lang="en-GB"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Pave the way toward an </a:t>
            </a: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effective understanding of the following chapters</a:t>
            </a:r>
          </a:p>
        </p:txBody>
      </p:sp>
      <p:sp>
        <p:nvSpPr>
          <p:cNvPr id="56" name="TextBox 22">
            <a:extLst>
              <a:ext uri="{FF2B5EF4-FFF2-40B4-BE49-F238E27FC236}">
                <a16:creationId xmlns:a16="http://schemas.microsoft.com/office/drawing/2014/main" id="{63CFF4BA-5114-4C15-AE92-974F068A5E03}"/>
              </a:ext>
            </a:extLst>
          </p:cNvPr>
          <p:cNvSpPr txBox="1"/>
          <p:nvPr/>
        </p:nvSpPr>
        <p:spPr>
          <a:xfrm>
            <a:off x="4750721" y="985635"/>
            <a:ext cx="3600000" cy="276999"/>
          </a:xfrm>
          <a:prstGeom prst="rect">
            <a:avLst/>
          </a:prstGeom>
          <a:solidFill>
            <a:schemeClr val="accent1"/>
          </a:solidFill>
        </p:spPr>
        <p:txBody>
          <a:bodyPr wrap="square" rtlCol="0">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Main keywords</a:t>
            </a:r>
          </a:p>
        </p:txBody>
      </p:sp>
      <p:sp>
        <p:nvSpPr>
          <p:cNvPr id="65" name="Oval 14">
            <a:extLst>
              <a:ext uri="{FF2B5EF4-FFF2-40B4-BE49-F238E27FC236}">
                <a16:creationId xmlns:a16="http://schemas.microsoft.com/office/drawing/2014/main" id="{E2017DA6-BEEC-4627-BF85-6602BF159C31}"/>
              </a:ext>
            </a:extLst>
          </p:cNvPr>
          <p:cNvSpPr/>
          <p:nvPr/>
        </p:nvSpPr>
        <p:spPr>
          <a:xfrm>
            <a:off x="7765963" y="962536"/>
            <a:ext cx="989648" cy="981817"/>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72" name="Rectangle 1">
            <a:extLst>
              <a:ext uri="{FF2B5EF4-FFF2-40B4-BE49-F238E27FC236}">
                <a16:creationId xmlns:a16="http://schemas.microsoft.com/office/drawing/2014/main" id="{B945589C-C7B3-4AC6-93AE-F391D318D248}"/>
              </a:ext>
            </a:extLst>
          </p:cNvPr>
          <p:cNvSpPr/>
          <p:nvPr/>
        </p:nvSpPr>
        <p:spPr>
          <a:xfrm>
            <a:off x="4750720" y="1273752"/>
            <a:ext cx="3348000" cy="1099019"/>
          </a:xfrm>
          <a:prstGeom prst="rect">
            <a:avLst/>
          </a:prstGeom>
        </p:spPr>
        <p:txBody>
          <a:bodyPr wrap="square" numCol="2" spcCol="180000">
            <a:spAutoFit/>
          </a:bodyPr>
          <a:lstStyle/>
          <a:p>
            <a:pPr marL="214313" marR="0" lvl="0" indent="-214313" algn="l" defTabSz="457200" rtl="0" eaLnBrk="1" fontAlgn="auto" latinLnBrk="0" hangingPunct="1">
              <a:lnSpc>
                <a:spcPct val="120000"/>
              </a:lnSpc>
              <a:spcBef>
                <a:spcPts val="0"/>
              </a:spcBef>
              <a:spcAft>
                <a:spcPts val="0"/>
              </a:spcAft>
              <a:buClr>
                <a:srgbClr val="DA291C"/>
              </a:buClr>
              <a:buSzTx/>
              <a:buFont typeface="Wingdings" panose="05000000000000000000" pitchFamily="2" charset="2"/>
              <a:buChar char="§"/>
              <a:tabLst/>
              <a:defRPr/>
            </a:pP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IT Service Management</a:t>
            </a:r>
          </a:p>
          <a:p>
            <a:pPr marL="214313" marR="0" lvl="0" indent="-214313" algn="l" defTabSz="457200" rtl="0" eaLnBrk="1" fontAlgn="auto" latinLnBrk="0" hangingPunct="1">
              <a:lnSpc>
                <a:spcPct val="120000"/>
              </a:lnSpc>
              <a:spcBef>
                <a:spcPts val="0"/>
              </a:spcBef>
              <a:spcAft>
                <a:spcPts val="0"/>
              </a:spcAft>
              <a:buClr>
                <a:srgbClr val="DA291C"/>
              </a:buClr>
              <a:buSzTx/>
              <a:buFont typeface="Wingdings" panose="05000000000000000000" pitchFamily="2" charset="2"/>
              <a:buChar char="§"/>
              <a:tabLst/>
              <a:defRPr/>
            </a:pP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Co-creation</a:t>
            </a:r>
          </a:p>
          <a:p>
            <a:pPr marL="214313" marR="0" lvl="0" indent="-214313" algn="l" defTabSz="457200" rtl="0" eaLnBrk="1" fontAlgn="auto" latinLnBrk="0" hangingPunct="1">
              <a:lnSpc>
                <a:spcPct val="120000"/>
              </a:lnSpc>
              <a:spcBef>
                <a:spcPts val="0"/>
              </a:spcBef>
              <a:spcAft>
                <a:spcPts val="0"/>
              </a:spcAft>
              <a:buClr>
                <a:srgbClr val="DA291C"/>
              </a:buClr>
              <a:buSzTx/>
              <a:buFont typeface="Wingdings" panose="05000000000000000000" pitchFamily="2" charset="2"/>
              <a:buChar char="§"/>
              <a:tabLst/>
              <a:defRPr/>
            </a:pP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Value</a:t>
            </a:r>
          </a:p>
          <a:p>
            <a:pPr marL="214313" marR="0" lvl="0" indent="-214313" algn="l" defTabSz="457200" rtl="0" eaLnBrk="1" fontAlgn="auto" latinLnBrk="0" hangingPunct="1">
              <a:lnSpc>
                <a:spcPct val="120000"/>
              </a:lnSpc>
              <a:spcBef>
                <a:spcPts val="0"/>
              </a:spcBef>
              <a:spcAft>
                <a:spcPts val="0"/>
              </a:spcAft>
              <a:buClr>
                <a:srgbClr val="DA291C"/>
              </a:buClr>
              <a:buSzTx/>
              <a:buFont typeface="Wingdings" panose="05000000000000000000" pitchFamily="2" charset="2"/>
              <a:buChar char="§"/>
              <a:tabLst/>
              <a:defRPr/>
            </a:pP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Service Organization</a:t>
            </a:r>
          </a:p>
          <a:p>
            <a:pPr marL="214313" marR="0" lvl="0" indent="-214313" algn="l" defTabSz="457200" rtl="0" eaLnBrk="1" fontAlgn="auto" latinLnBrk="0" hangingPunct="1">
              <a:lnSpc>
                <a:spcPct val="120000"/>
              </a:lnSpc>
              <a:spcBef>
                <a:spcPts val="0"/>
              </a:spcBef>
              <a:spcAft>
                <a:spcPts val="0"/>
              </a:spcAft>
              <a:buClr>
                <a:srgbClr val="DA291C"/>
              </a:buClr>
              <a:buSzTx/>
              <a:buFont typeface="Wingdings" panose="05000000000000000000" pitchFamily="2" charset="2"/>
              <a:buChar char="§"/>
              <a:tabLst/>
              <a:defRPr/>
            </a:pP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Consumer</a:t>
            </a:r>
          </a:p>
          <a:p>
            <a:pPr marL="214313" marR="0" lvl="0" indent="-214313" algn="l" defTabSz="457200" rtl="0" eaLnBrk="1" fontAlgn="auto" latinLnBrk="0" hangingPunct="1">
              <a:lnSpc>
                <a:spcPct val="120000"/>
              </a:lnSpc>
              <a:spcBef>
                <a:spcPts val="0"/>
              </a:spcBef>
              <a:spcAft>
                <a:spcPts val="0"/>
              </a:spcAft>
              <a:buClr>
                <a:srgbClr val="DA291C"/>
              </a:buClr>
              <a:buSzTx/>
              <a:buFont typeface="Wingdings" panose="05000000000000000000" pitchFamily="2" charset="2"/>
              <a:buChar char="§"/>
              <a:tabLst/>
              <a:defRPr/>
            </a:pP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Provider</a:t>
            </a:r>
          </a:p>
          <a:p>
            <a:pPr marL="214313" marR="0" lvl="0" indent="-214313" algn="l" defTabSz="457200" rtl="0" eaLnBrk="1" fontAlgn="auto" latinLnBrk="0" hangingPunct="1">
              <a:lnSpc>
                <a:spcPct val="120000"/>
              </a:lnSpc>
              <a:spcBef>
                <a:spcPts val="0"/>
              </a:spcBef>
              <a:spcAft>
                <a:spcPts val="0"/>
              </a:spcAft>
              <a:buClr>
                <a:srgbClr val="DA291C"/>
              </a:buClr>
              <a:buSzTx/>
              <a:buFont typeface="Wingdings" panose="05000000000000000000" pitchFamily="2" charset="2"/>
              <a:buChar char="§"/>
              <a:tabLst/>
              <a:defRPr/>
            </a:pP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Guiding principles</a:t>
            </a:r>
          </a:p>
          <a:p>
            <a:pPr marL="214313" marR="0" lvl="0" indent="-214313" algn="l" defTabSz="457200" rtl="0" eaLnBrk="1" fontAlgn="auto" latinLnBrk="0" hangingPunct="1">
              <a:lnSpc>
                <a:spcPct val="120000"/>
              </a:lnSpc>
              <a:spcBef>
                <a:spcPts val="0"/>
              </a:spcBef>
              <a:spcAft>
                <a:spcPts val="0"/>
              </a:spcAft>
              <a:buClr>
                <a:srgbClr val="DA291C"/>
              </a:buClr>
              <a:buSzTx/>
              <a:buFont typeface="Wingdings" panose="05000000000000000000" pitchFamily="2" charset="2"/>
              <a:buChar char="§"/>
              <a:tabLst/>
              <a:defRPr/>
            </a:pPr>
            <a:endPar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endParaRPr>
          </a:p>
        </p:txBody>
      </p:sp>
      <p:pic>
        <p:nvPicPr>
          <p:cNvPr id="14" name="Elemento grafico 13" descr="Chiave con riempimento a tinta unita">
            <a:extLst>
              <a:ext uri="{FF2B5EF4-FFF2-40B4-BE49-F238E27FC236}">
                <a16:creationId xmlns:a16="http://schemas.microsoft.com/office/drawing/2014/main" id="{30BE0810-D371-44D6-8E9A-C83EADF2885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882936" y="1075593"/>
            <a:ext cx="755703" cy="755703"/>
          </a:xfrm>
          <a:prstGeom prst="rect">
            <a:avLst/>
          </a:prstGeom>
        </p:spPr>
      </p:pic>
      <p:sp>
        <p:nvSpPr>
          <p:cNvPr id="45" name="TextBox 22">
            <a:extLst>
              <a:ext uri="{FF2B5EF4-FFF2-40B4-BE49-F238E27FC236}">
                <a16:creationId xmlns:a16="http://schemas.microsoft.com/office/drawing/2014/main" id="{FEBD8CDA-F884-451D-867E-AB43480D3DC6}"/>
              </a:ext>
            </a:extLst>
          </p:cNvPr>
          <p:cNvSpPr txBox="1"/>
          <p:nvPr/>
        </p:nvSpPr>
        <p:spPr>
          <a:xfrm>
            <a:off x="971122" y="985635"/>
            <a:ext cx="3738280" cy="276999"/>
          </a:xfrm>
          <a:prstGeom prst="rect">
            <a:avLst/>
          </a:prstGeom>
          <a:solidFill>
            <a:schemeClr val="accent1"/>
          </a:solidFill>
        </p:spPr>
        <p:txBody>
          <a:bodyPr wrap="square" rtlCol="0">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Objectives</a:t>
            </a:r>
          </a:p>
        </p:txBody>
      </p:sp>
      <p:sp>
        <p:nvSpPr>
          <p:cNvPr id="46" name="Oval 14">
            <a:extLst>
              <a:ext uri="{FF2B5EF4-FFF2-40B4-BE49-F238E27FC236}">
                <a16:creationId xmlns:a16="http://schemas.microsoft.com/office/drawing/2014/main" id="{179CEEFE-6D4A-42F3-8927-CA5D75FBA6D1}"/>
              </a:ext>
            </a:extLst>
          </p:cNvPr>
          <p:cNvSpPr/>
          <p:nvPr/>
        </p:nvSpPr>
        <p:spPr>
          <a:xfrm>
            <a:off x="388390" y="962536"/>
            <a:ext cx="989648" cy="981817"/>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grpSp>
        <p:nvGrpSpPr>
          <p:cNvPr id="47" name="Group 16">
            <a:extLst>
              <a:ext uri="{FF2B5EF4-FFF2-40B4-BE49-F238E27FC236}">
                <a16:creationId xmlns:a16="http://schemas.microsoft.com/office/drawing/2014/main" id="{F9CFA85B-26B1-4D99-AE57-BF1AE60B6B7A}"/>
              </a:ext>
            </a:extLst>
          </p:cNvPr>
          <p:cNvGrpSpPr/>
          <p:nvPr/>
        </p:nvGrpSpPr>
        <p:grpSpPr>
          <a:xfrm>
            <a:off x="573629" y="1235943"/>
            <a:ext cx="618530" cy="434965"/>
            <a:chOff x="808193" y="4678532"/>
            <a:chExt cx="855892" cy="593349"/>
          </a:xfrm>
          <a:solidFill>
            <a:srgbClr val="0B233E"/>
          </a:solidFill>
        </p:grpSpPr>
        <p:sp>
          <p:nvSpPr>
            <p:cNvPr id="49" name="Freeform 26">
              <a:extLst>
                <a:ext uri="{FF2B5EF4-FFF2-40B4-BE49-F238E27FC236}">
                  <a16:creationId xmlns:a16="http://schemas.microsoft.com/office/drawing/2014/main" id="{D967654D-2128-4089-B9E6-36A183747DC8}"/>
                </a:ext>
              </a:extLst>
            </p:cNvPr>
            <p:cNvSpPr>
              <a:spLocks/>
            </p:cNvSpPr>
            <p:nvPr/>
          </p:nvSpPr>
          <p:spPr bwMode="auto">
            <a:xfrm>
              <a:off x="883455" y="4967329"/>
              <a:ext cx="129522" cy="126021"/>
            </a:xfrm>
            <a:custGeom>
              <a:avLst/>
              <a:gdLst>
                <a:gd name="T0" fmla="*/ 40 w 45"/>
                <a:gd name="T1" fmla="*/ 0 h 44"/>
                <a:gd name="T2" fmla="*/ 0 w 45"/>
                <a:gd name="T3" fmla="*/ 40 h 44"/>
                <a:gd name="T4" fmla="*/ 5 w 45"/>
                <a:gd name="T5" fmla="*/ 44 h 44"/>
                <a:gd name="T6" fmla="*/ 10 w 45"/>
                <a:gd name="T7" fmla="*/ 40 h 44"/>
                <a:gd name="T8" fmla="*/ 40 w 45"/>
                <a:gd name="T9" fmla="*/ 9 h 44"/>
                <a:gd name="T10" fmla="*/ 45 w 45"/>
                <a:gd name="T11" fmla="*/ 4 h 44"/>
                <a:gd name="T12" fmla="*/ 40 w 45"/>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45" h="44">
                  <a:moveTo>
                    <a:pt x="40" y="0"/>
                  </a:moveTo>
                  <a:cubicBezTo>
                    <a:pt x="18" y="0"/>
                    <a:pt x="0" y="18"/>
                    <a:pt x="0" y="40"/>
                  </a:cubicBezTo>
                  <a:cubicBezTo>
                    <a:pt x="0" y="42"/>
                    <a:pt x="2" y="44"/>
                    <a:pt x="5" y="44"/>
                  </a:cubicBezTo>
                  <a:cubicBezTo>
                    <a:pt x="8" y="44"/>
                    <a:pt x="10" y="42"/>
                    <a:pt x="10" y="40"/>
                  </a:cubicBezTo>
                  <a:cubicBezTo>
                    <a:pt x="10" y="23"/>
                    <a:pt x="23" y="9"/>
                    <a:pt x="40" y="9"/>
                  </a:cubicBezTo>
                  <a:cubicBezTo>
                    <a:pt x="43" y="9"/>
                    <a:pt x="45" y="7"/>
                    <a:pt x="45" y="4"/>
                  </a:cubicBezTo>
                  <a:cubicBezTo>
                    <a:pt x="45" y="2"/>
                    <a:pt x="43" y="0"/>
                    <a:pt x="40"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56710" tIns="28355" rIns="56710" bIns="28355" numCol="1" anchor="t" anchorCtr="0" compatLnSpc="1">
              <a:prstTxWarp prst="textNoShape">
                <a:avLst/>
              </a:prstTxWarp>
            </a:bodyPr>
            <a:lstStyle/>
            <a:p>
              <a:pPr marL="0" marR="0" lvl="0" indent="0" algn="l" defTabSz="514350" rtl="0" eaLnBrk="1" fontAlgn="auto" latinLnBrk="0" hangingPunct="1">
                <a:lnSpc>
                  <a:spcPct val="100000"/>
                </a:lnSpc>
                <a:spcBef>
                  <a:spcPts val="0"/>
                </a:spcBef>
                <a:spcAft>
                  <a:spcPts val="0"/>
                </a:spcAft>
                <a:buClrTx/>
                <a:buSzTx/>
                <a:buFontTx/>
                <a:buNone/>
                <a:tabLst/>
                <a:defRPr/>
              </a:pPr>
              <a:endParaRPr kumimoji="0" lang="en-GB" sz="1241" b="0" i="0" u="none" strike="noStrike" kern="1200" cap="none" spc="0" normalizeH="0" baseline="0" noProof="0">
                <a:ln>
                  <a:noFill/>
                </a:ln>
                <a:solidFill>
                  <a:prstClr val="black"/>
                </a:solidFill>
                <a:effectLst/>
                <a:uLnTx/>
                <a:uFillTx/>
                <a:latin typeface="Arial Narrow" panose="020B0606020202030204" pitchFamily="34" charset="0"/>
                <a:ea typeface="+mn-ea"/>
                <a:cs typeface="+mn-cs"/>
              </a:endParaRPr>
            </a:p>
          </p:txBody>
        </p:sp>
        <p:sp>
          <p:nvSpPr>
            <p:cNvPr id="50" name="Freeform 27">
              <a:extLst>
                <a:ext uri="{FF2B5EF4-FFF2-40B4-BE49-F238E27FC236}">
                  <a16:creationId xmlns:a16="http://schemas.microsoft.com/office/drawing/2014/main" id="{5F938DB2-555F-44A5-8B19-94DD7D51AA48}"/>
                </a:ext>
              </a:extLst>
            </p:cNvPr>
            <p:cNvSpPr>
              <a:spLocks/>
            </p:cNvSpPr>
            <p:nvPr/>
          </p:nvSpPr>
          <p:spPr bwMode="auto">
            <a:xfrm>
              <a:off x="1357785" y="4967329"/>
              <a:ext cx="127771" cy="126021"/>
            </a:xfrm>
            <a:custGeom>
              <a:avLst/>
              <a:gdLst>
                <a:gd name="T0" fmla="*/ 40 w 44"/>
                <a:gd name="T1" fmla="*/ 0 h 44"/>
                <a:gd name="T2" fmla="*/ 0 w 44"/>
                <a:gd name="T3" fmla="*/ 40 h 44"/>
                <a:gd name="T4" fmla="*/ 5 w 44"/>
                <a:gd name="T5" fmla="*/ 44 h 44"/>
                <a:gd name="T6" fmla="*/ 9 w 44"/>
                <a:gd name="T7" fmla="*/ 40 h 44"/>
                <a:gd name="T8" fmla="*/ 40 w 44"/>
                <a:gd name="T9" fmla="*/ 9 h 44"/>
                <a:gd name="T10" fmla="*/ 44 w 44"/>
                <a:gd name="T11" fmla="*/ 4 h 44"/>
                <a:gd name="T12" fmla="*/ 40 w 44"/>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44" h="44">
                  <a:moveTo>
                    <a:pt x="40" y="0"/>
                  </a:moveTo>
                  <a:cubicBezTo>
                    <a:pt x="18" y="0"/>
                    <a:pt x="0" y="18"/>
                    <a:pt x="0" y="40"/>
                  </a:cubicBezTo>
                  <a:cubicBezTo>
                    <a:pt x="0" y="42"/>
                    <a:pt x="2" y="44"/>
                    <a:pt x="5" y="44"/>
                  </a:cubicBezTo>
                  <a:cubicBezTo>
                    <a:pt x="7" y="44"/>
                    <a:pt x="9" y="42"/>
                    <a:pt x="9" y="40"/>
                  </a:cubicBezTo>
                  <a:cubicBezTo>
                    <a:pt x="9" y="23"/>
                    <a:pt x="23" y="9"/>
                    <a:pt x="40" y="9"/>
                  </a:cubicBezTo>
                  <a:cubicBezTo>
                    <a:pt x="42" y="9"/>
                    <a:pt x="44" y="7"/>
                    <a:pt x="44" y="4"/>
                  </a:cubicBezTo>
                  <a:cubicBezTo>
                    <a:pt x="44" y="2"/>
                    <a:pt x="42" y="0"/>
                    <a:pt x="40"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56710" tIns="28355" rIns="56710" bIns="28355" numCol="1" anchor="t" anchorCtr="0" compatLnSpc="1">
              <a:prstTxWarp prst="textNoShape">
                <a:avLst/>
              </a:prstTxWarp>
            </a:bodyPr>
            <a:lstStyle/>
            <a:p>
              <a:pPr marL="0" marR="0" lvl="0" indent="0" algn="l" defTabSz="514350" rtl="0" eaLnBrk="1" fontAlgn="auto" latinLnBrk="0" hangingPunct="1">
                <a:lnSpc>
                  <a:spcPct val="100000"/>
                </a:lnSpc>
                <a:spcBef>
                  <a:spcPts val="0"/>
                </a:spcBef>
                <a:spcAft>
                  <a:spcPts val="0"/>
                </a:spcAft>
                <a:buClrTx/>
                <a:buSzTx/>
                <a:buFontTx/>
                <a:buNone/>
                <a:tabLst/>
                <a:defRPr/>
              </a:pPr>
              <a:endParaRPr kumimoji="0" lang="en-GB" sz="1241" b="0" i="0" u="none" strike="noStrike" kern="1200" cap="none" spc="0" normalizeH="0" baseline="0" noProof="0">
                <a:ln>
                  <a:noFill/>
                </a:ln>
                <a:solidFill>
                  <a:prstClr val="black"/>
                </a:solidFill>
                <a:effectLst/>
                <a:uLnTx/>
                <a:uFillTx/>
                <a:latin typeface="Arial Narrow" panose="020B0606020202030204" pitchFamily="34" charset="0"/>
                <a:ea typeface="+mn-ea"/>
                <a:cs typeface="+mn-cs"/>
              </a:endParaRPr>
            </a:p>
          </p:txBody>
        </p:sp>
        <p:sp>
          <p:nvSpPr>
            <p:cNvPr id="52" name="Freeform 28">
              <a:extLst>
                <a:ext uri="{FF2B5EF4-FFF2-40B4-BE49-F238E27FC236}">
                  <a16:creationId xmlns:a16="http://schemas.microsoft.com/office/drawing/2014/main" id="{05C6F5E6-9ADC-4EEF-8894-E2044E07A719}"/>
                </a:ext>
              </a:extLst>
            </p:cNvPr>
            <p:cNvSpPr>
              <a:spLocks/>
            </p:cNvSpPr>
            <p:nvPr/>
          </p:nvSpPr>
          <p:spPr bwMode="auto">
            <a:xfrm>
              <a:off x="934214" y="4678532"/>
              <a:ext cx="600350" cy="222288"/>
            </a:xfrm>
            <a:custGeom>
              <a:avLst/>
              <a:gdLst>
                <a:gd name="T0" fmla="*/ 81 w 208"/>
                <a:gd name="T1" fmla="*/ 77 h 77"/>
                <a:gd name="T2" fmla="*/ 128 w 208"/>
                <a:gd name="T3" fmla="*/ 77 h 77"/>
                <a:gd name="T4" fmla="*/ 184 w 208"/>
                <a:gd name="T5" fmla="*/ 52 h 77"/>
                <a:gd name="T6" fmla="*/ 208 w 208"/>
                <a:gd name="T7" fmla="*/ 56 h 77"/>
                <a:gd name="T8" fmla="*/ 181 w 208"/>
                <a:gd name="T9" fmla="*/ 18 h 77"/>
                <a:gd name="T10" fmla="*/ 177 w 208"/>
                <a:gd name="T11" fmla="*/ 11 h 77"/>
                <a:gd name="T12" fmla="*/ 177 w 208"/>
                <a:gd name="T13" fmla="*/ 11 h 77"/>
                <a:gd name="T14" fmla="*/ 177 w 208"/>
                <a:gd name="T15" fmla="*/ 11 h 77"/>
                <a:gd name="T16" fmla="*/ 152 w 208"/>
                <a:gd name="T17" fmla="*/ 0 h 77"/>
                <a:gd name="T18" fmla="*/ 127 w 208"/>
                <a:gd name="T19" fmla="*/ 11 h 77"/>
                <a:gd name="T20" fmla="*/ 82 w 208"/>
                <a:gd name="T21" fmla="*/ 11 h 77"/>
                <a:gd name="T22" fmla="*/ 57 w 208"/>
                <a:gd name="T23" fmla="*/ 0 h 77"/>
                <a:gd name="T24" fmla="*/ 32 w 208"/>
                <a:gd name="T25" fmla="*/ 11 h 77"/>
                <a:gd name="T26" fmla="*/ 32 w 208"/>
                <a:gd name="T27" fmla="*/ 11 h 77"/>
                <a:gd name="T28" fmla="*/ 0 w 208"/>
                <a:gd name="T29" fmla="*/ 56 h 77"/>
                <a:gd name="T30" fmla="*/ 25 w 208"/>
                <a:gd name="T31" fmla="*/ 52 h 77"/>
                <a:gd name="T32" fmla="*/ 81 w 208"/>
                <a:gd name="T33"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08" h="77">
                  <a:moveTo>
                    <a:pt x="81" y="77"/>
                  </a:moveTo>
                  <a:cubicBezTo>
                    <a:pt x="128" y="77"/>
                    <a:pt x="128" y="77"/>
                    <a:pt x="128" y="77"/>
                  </a:cubicBezTo>
                  <a:cubicBezTo>
                    <a:pt x="139" y="62"/>
                    <a:pt x="161" y="52"/>
                    <a:pt x="184" y="52"/>
                  </a:cubicBezTo>
                  <a:cubicBezTo>
                    <a:pt x="193" y="52"/>
                    <a:pt x="201" y="53"/>
                    <a:pt x="208" y="56"/>
                  </a:cubicBezTo>
                  <a:cubicBezTo>
                    <a:pt x="181" y="18"/>
                    <a:pt x="181" y="18"/>
                    <a:pt x="181" y="18"/>
                  </a:cubicBezTo>
                  <a:cubicBezTo>
                    <a:pt x="180" y="15"/>
                    <a:pt x="179" y="13"/>
                    <a:pt x="177" y="11"/>
                  </a:cubicBezTo>
                  <a:cubicBezTo>
                    <a:pt x="177" y="11"/>
                    <a:pt x="177" y="11"/>
                    <a:pt x="177" y="11"/>
                  </a:cubicBezTo>
                  <a:cubicBezTo>
                    <a:pt x="177" y="11"/>
                    <a:pt x="177" y="11"/>
                    <a:pt x="177" y="11"/>
                  </a:cubicBezTo>
                  <a:cubicBezTo>
                    <a:pt x="171" y="4"/>
                    <a:pt x="162" y="0"/>
                    <a:pt x="152" y="0"/>
                  </a:cubicBezTo>
                  <a:cubicBezTo>
                    <a:pt x="142" y="0"/>
                    <a:pt x="134" y="4"/>
                    <a:pt x="127" y="11"/>
                  </a:cubicBezTo>
                  <a:cubicBezTo>
                    <a:pt x="82" y="11"/>
                    <a:pt x="82" y="11"/>
                    <a:pt x="82" y="11"/>
                  </a:cubicBezTo>
                  <a:cubicBezTo>
                    <a:pt x="76" y="4"/>
                    <a:pt x="67" y="0"/>
                    <a:pt x="57" y="0"/>
                  </a:cubicBezTo>
                  <a:cubicBezTo>
                    <a:pt x="47" y="0"/>
                    <a:pt x="38" y="4"/>
                    <a:pt x="32" y="11"/>
                  </a:cubicBezTo>
                  <a:cubicBezTo>
                    <a:pt x="32" y="11"/>
                    <a:pt x="32" y="11"/>
                    <a:pt x="32" y="11"/>
                  </a:cubicBezTo>
                  <a:cubicBezTo>
                    <a:pt x="0" y="56"/>
                    <a:pt x="0" y="56"/>
                    <a:pt x="0" y="56"/>
                  </a:cubicBezTo>
                  <a:cubicBezTo>
                    <a:pt x="8" y="53"/>
                    <a:pt x="16" y="52"/>
                    <a:pt x="25" y="52"/>
                  </a:cubicBezTo>
                  <a:cubicBezTo>
                    <a:pt x="48" y="52"/>
                    <a:pt x="70" y="62"/>
                    <a:pt x="81" y="7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56710" tIns="28355" rIns="56710" bIns="28355" numCol="1" anchor="t" anchorCtr="0" compatLnSpc="1">
              <a:prstTxWarp prst="textNoShape">
                <a:avLst/>
              </a:prstTxWarp>
            </a:bodyPr>
            <a:lstStyle/>
            <a:p>
              <a:pPr marL="0" marR="0" lvl="0" indent="0" algn="l" defTabSz="514350" rtl="0" eaLnBrk="1" fontAlgn="auto" latinLnBrk="0" hangingPunct="1">
                <a:lnSpc>
                  <a:spcPct val="100000"/>
                </a:lnSpc>
                <a:spcBef>
                  <a:spcPts val="0"/>
                </a:spcBef>
                <a:spcAft>
                  <a:spcPts val="0"/>
                </a:spcAft>
                <a:buClrTx/>
                <a:buSzTx/>
                <a:buFontTx/>
                <a:buNone/>
                <a:tabLst/>
                <a:defRPr/>
              </a:pPr>
              <a:endParaRPr kumimoji="0" lang="en-GB" sz="1241" b="0" i="0" u="none" strike="noStrike" kern="1200" cap="none" spc="0" normalizeH="0" baseline="0" noProof="0">
                <a:ln>
                  <a:noFill/>
                </a:ln>
                <a:solidFill>
                  <a:prstClr val="black"/>
                </a:solidFill>
                <a:effectLst/>
                <a:uLnTx/>
                <a:uFillTx/>
                <a:latin typeface="Arial Narrow" panose="020B0606020202030204" pitchFamily="34" charset="0"/>
                <a:ea typeface="+mn-ea"/>
                <a:cs typeface="+mn-cs"/>
              </a:endParaRPr>
            </a:p>
          </p:txBody>
        </p:sp>
        <p:sp>
          <p:nvSpPr>
            <p:cNvPr id="53" name="Freeform 29">
              <a:extLst>
                <a:ext uri="{FF2B5EF4-FFF2-40B4-BE49-F238E27FC236}">
                  <a16:creationId xmlns:a16="http://schemas.microsoft.com/office/drawing/2014/main" id="{741FBAEC-4A8D-4C9A-A6AD-7DDB45C4AF71}"/>
                </a:ext>
              </a:extLst>
            </p:cNvPr>
            <p:cNvSpPr>
              <a:spLocks noEditPoints="1"/>
            </p:cNvSpPr>
            <p:nvPr/>
          </p:nvSpPr>
          <p:spPr bwMode="auto">
            <a:xfrm>
              <a:off x="808193" y="4857061"/>
              <a:ext cx="855892" cy="414820"/>
            </a:xfrm>
            <a:custGeom>
              <a:avLst/>
              <a:gdLst>
                <a:gd name="T0" fmla="*/ 280 w 297"/>
                <a:gd name="T1" fmla="*/ 34 h 144"/>
                <a:gd name="T2" fmla="*/ 268 w 297"/>
                <a:gd name="T3" fmla="*/ 17 h 144"/>
                <a:gd name="T4" fmla="*/ 228 w 297"/>
                <a:gd name="T5" fmla="*/ 0 h 144"/>
                <a:gd name="T6" fmla="*/ 179 w 297"/>
                <a:gd name="T7" fmla="*/ 23 h 144"/>
                <a:gd name="T8" fmla="*/ 178 w 297"/>
                <a:gd name="T9" fmla="*/ 25 h 144"/>
                <a:gd name="T10" fmla="*/ 119 w 297"/>
                <a:gd name="T11" fmla="*/ 25 h 144"/>
                <a:gd name="T12" fmla="*/ 118 w 297"/>
                <a:gd name="T13" fmla="*/ 23 h 144"/>
                <a:gd name="T14" fmla="*/ 69 w 297"/>
                <a:gd name="T15" fmla="*/ 0 h 144"/>
                <a:gd name="T16" fmla="*/ 24 w 297"/>
                <a:gd name="T17" fmla="*/ 23 h 144"/>
                <a:gd name="T18" fmla="*/ 23 w 297"/>
                <a:gd name="T19" fmla="*/ 24 h 144"/>
                <a:gd name="T20" fmla="*/ 15 w 297"/>
                <a:gd name="T21" fmla="*/ 36 h 144"/>
                <a:gd name="T22" fmla="*/ 0 w 297"/>
                <a:gd name="T23" fmla="*/ 78 h 144"/>
                <a:gd name="T24" fmla="*/ 66 w 297"/>
                <a:gd name="T25" fmla="*/ 144 h 144"/>
                <a:gd name="T26" fmla="*/ 116 w 297"/>
                <a:gd name="T27" fmla="*/ 121 h 144"/>
                <a:gd name="T28" fmla="*/ 116 w 297"/>
                <a:gd name="T29" fmla="*/ 122 h 144"/>
                <a:gd name="T30" fmla="*/ 117 w 297"/>
                <a:gd name="T31" fmla="*/ 120 h 144"/>
                <a:gd name="T32" fmla="*/ 118 w 297"/>
                <a:gd name="T33" fmla="*/ 120 h 144"/>
                <a:gd name="T34" fmla="*/ 128 w 297"/>
                <a:gd name="T35" fmla="*/ 110 h 144"/>
                <a:gd name="T36" fmla="*/ 149 w 297"/>
                <a:gd name="T37" fmla="*/ 120 h 144"/>
                <a:gd name="T38" fmla="*/ 169 w 297"/>
                <a:gd name="T39" fmla="*/ 110 h 144"/>
                <a:gd name="T40" fmla="*/ 179 w 297"/>
                <a:gd name="T41" fmla="*/ 119 h 144"/>
                <a:gd name="T42" fmla="*/ 180 w 297"/>
                <a:gd name="T43" fmla="*/ 121 h 144"/>
                <a:gd name="T44" fmla="*/ 181 w 297"/>
                <a:gd name="T45" fmla="*/ 122 h 144"/>
                <a:gd name="T46" fmla="*/ 181 w 297"/>
                <a:gd name="T47" fmla="*/ 122 h 144"/>
                <a:gd name="T48" fmla="*/ 231 w 297"/>
                <a:gd name="T49" fmla="*/ 144 h 144"/>
                <a:gd name="T50" fmla="*/ 297 w 297"/>
                <a:gd name="T51" fmla="*/ 78 h 144"/>
                <a:gd name="T52" fmla="*/ 280 w 297"/>
                <a:gd name="T53" fmla="*/ 34 h 144"/>
                <a:gd name="T54" fmla="*/ 66 w 297"/>
                <a:gd name="T55" fmla="*/ 126 h 144"/>
                <a:gd name="T56" fmla="*/ 18 w 297"/>
                <a:gd name="T57" fmla="*/ 78 h 144"/>
                <a:gd name="T58" fmla="*/ 66 w 297"/>
                <a:gd name="T59" fmla="*/ 29 h 144"/>
                <a:gd name="T60" fmla="*/ 115 w 297"/>
                <a:gd name="T61" fmla="*/ 78 h 144"/>
                <a:gd name="T62" fmla="*/ 66 w 297"/>
                <a:gd name="T63" fmla="*/ 126 h 144"/>
                <a:gd name="T64" fmla="*/ 149 w 297"/>
                <a:gd name="T65" fmla="*/ 111 h 144"/>
                <a:gd name="T66" fmla="*/ 132 w 297"/>
                <a:gd name="T67" fmla="*/ 94 h 144"/>
                <a:gd name="T68" fmla="*/ 149 w 297"/>
                <a:gd name="T69" fmla="*/ 78 h 144"/>
                <a:gd name="T70" fmla="*/ 165 w 297"/>
                <a:gd name="T71" fmla="*/ 94 h 144"/>
                <a:gd name="T72" fmla="*/ 149 w 297"/>
                <a:gd name="T73" fmla="*/ 111 h 144"/>
                <a:gd name="T74" fmla="*/ 231 w 297"/>
                <a:gd name="T75" fmla="*/ 126 h 144"/>
                <a:gd name="T76" fmla="*/ 183 w 297"/>
                <a:gd name="T77" fmla="*/ 78 h 144"/>
                <a:gd name="T78" fmla="*/ 231 w 297"/>
                <a:gd name="T79" fmla="*/ 29 h 144"/>
                <a:gd name="T80" fmla="*/ 279 w 297"/>
                <a:gd name="T81" fmla="*/ 78 h 144"/>
                <a:gd name="T82" fmla="*/ 231 w 297"/>
                <a:gd name="T83" fmla="*/ 126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97" h="144">
                  <a:moveTo>
                    <a:pt x="280" y="34"/>
                  </a:moveTo>
                  <a:cubicBezTo>
                    <a:pt x="268" y="17"/>
                    <a:pt x="268" y="17"/>
                    <a:pt x="268" y="17"/>
                  </a:cubicBezTo>
                  <a:cubicBezTo>
                    <a:pt x="259" y="6"/>
                    <a:pt x="244" y="0"/>
                    <a:pt x="228" y="0"/>
                  </a:cubicBezTo>
                  <a:cubicBezTo>
                    <a:pt x="208" y="0"/>
                    <a:pt x="187" y="9"/>
                    <a:pt x="179" y="23"/>
                  </a:cubicBezTo>
                  <a:cubicBezTo>
                    <a:pt x="178" y="25"/>
                    <a:pt x="178" y="25"/>
                    <a:pt x="178" y="25"/>
                  </a:cubicBezTo>
                  <a:cubicBezTo>
                    <a:pt x="119" y="25"/>
                    <a:pt x="119" y="25"/>
                    <a:pt x="119" y="25"/>
                  </a:cubicBezTo>
                  <a:cubicBezTo>
                    <a:pt x="118" y="23"/>
                    <a:pt x="118" y="23"/>
                    <a:pt x="118" y="23"/>
                  </a:cubicBezTo>
                  <a:cubicBezTo>
                    <a:pt x="110" y="9"/>
                    <a:pt x="89" y="0"/>
                    <a:pt x="69" y="0"/>
                  </a:cubicBezTo>
                  <a:cubicBezTo>
                    <a:pt x="50" y="0"/>
                    <a:pt x="33" y="9"/>
                    <a:pt x="24" y="23"/>
                  </a:cubicBezTo>
                  <a:cubicBezTo>
                    <a:pt x="24" y="23"/>
                    <a:pt x="24" y="23"/>
                    <a:pt x="23" y="24"/>
                  </a:cubicBezTo>
                  <a:cubicBezTo>
                    <a:pt x="15" y="36"/>
                    <a:pt x="15" y="36"/>
                    <a:pt x="15" y="36"/>
                  </a:cubicBezTo>
                  <a:cubicBezTo>
                    <a:pt x="5" y="47"/>
                    <a:pt x="0" y="62"/>
                    <a:pt x="0" y="78"/>
                  </a:cubicBezTo>
                  <a:cubicBezTo>
                    <a:pt x="0" y="114"/>
                    <a:pt x="30" y="144"/>
                    <a:pt x="66" y="144"/>
                  </a:cubicBezTo>
                  <a:cubicBezTo>
                    <a:pt x="86" y="144"/>
                    <a:pt x="104" y="135"/>
                    <a:pt x="116" y="121"/>
                  </a:cubicBezTo>
                  <a:cubicBezTo>
                    <a:pt x="116" y="122"/>
                    <a:pt x="116" y="122"/>
                    <a:pt x="116" y="122"/>
                  </a:cubicBezTo>
                  <a:cubicBezTo>
                    <a:pt x="117" y="121"/>
                    <a:pt x="117" y="120"/>
                    <a:pt x="117" y="120"/>
                  </a:cubicBezTo>
                  <a:cubicBezTo>
                    <a:pt x="117" y="120"/>
                    <a:pt x="117" y="120"/>
                    <a:pt x="118" y="120"/>
                  </a:cubicBezTo>
                  <a:cubicBezTo>
                    <a:pt x="121" y="116"/>
                    <a:pt x="124" y="113"/>
                    <a:pt x="128" y="110"/>
                  </a:cubicBezTo>
                  <a:cubicBezTo>
                    <a:pt x="133" y="116"/>
                    <a:pt x="140" y="120"/>
                    <a:pt x="149" y="120"/>
                  </a:cubicBezTo>
                  <a:cubicBezTo>
                    <a:pt x="157" y="120"/>
                    <a:pt x="164" y="116"/>
                    <a:pt x="169" y="110"/>
                  </a:cubicBezTo>
                  <a:cubicBezTo>
                    <a:pt x="173" y="113"/>
                    <a:pt x="176" y="115"/>
                    <a:pt x="179" y="119"/>
                  </a:cubicBezTo>
                  <a:cubicBezTo>
                    <a:pt x="179" y="120"/>
                    <a:pt x="180" y="120"/>
                    <a:pt x="180" y="121"/>
                  </a:cubicBezTo>
                  <a:cubicBezTo>
                    <a:pt x="181" y="121"/>
                    <a:pt x="181" y="121"/>
                    <a:pt x="181" y="122"/>
                  </a:cubicBezTo>
                  <a:cubicBezTo>
                    <a:pt x="181" y="122"/>
                    <a:pt x="181" y="122"/>
                    <a:pt x="181" y="122"/>
                  </a:cubicBezTo>
                  <a:cubicBezTo>
                    <a:pt x="193" y="135"/>
                    <a:pt x="211" y="144"/>
                    <a:pt x="231" y="144"/>
                  </a:cubicBezTo>
                  <a:cubicBezTo>
                    <a:pt x="267" y="144"/>
                    <a:pt x="297" y="114"/>
                    <a:pt x="297" y="78"/>
                  </a:cubicBezTo>
                  <a:cubicBezTo>
                    <a:pt x="297" y="61"/>
                    <a:pt x="291" y="45"/>
                    <a:pt x="280" y="34"/>
                  </a:cubicBezTo>
                  <a:close/>
                  <a:moveTo>
                    <a:pt x="66" y="126"/>
                  </a:moveTo>
                  <a:cubicBezTo>
                    <a:pt x="40" y="126"/>
                    <a:pt x="18" y="104"/>
                    <a:pt x="18" y="78"/>
                  </a:cubicBezTo>
                  <a:cubicBezTo>
                    <a:pt x="18" y="51"/>
                    <a:pt x="40" y="29"/>
                    <a:pt x="66" y="29"/>
                  </a:cubicBezTo>
                  <a:cubicBezTo>
                    <a:pt x="93" y="29"/>
                    <a:pt x="115" y="51"/>
                    <a:pt x="115" y="78"/>
                  </a:cubicBezTo>
                  <a:cubicBezTo>
                    <a:pt x="115" y="104"/>
                    <a:pt x="93" y="126"/>
                    <a:pt x="66" y="126"/>
                  </a:cubicBezTo>
                  <a:close/>
                  <a:moveTo>
                    <a:pt x="149" y="111"/>
                  </a:moveTo>
                  <a:cubicBezTo>
                    <a:pt x="139" y="111"/>
                    <a:pt x="132" y="104"/>
                    <a:pt x="132" y="94"/>
                  </a:cubicBezTo>
                  <a:cubicBezTo>
                    <a:pt x="132" y="85"/>
                    <a:pt x="139" y="78"/>
                    <a:pt x="149" y="78"/>
                  </a:cubicBezTo>
                  <a:cubicBezTo>
                    <a:pt x="158" y="78"/>
                    <a:pt x="165" y="85"/>
                    <a:pt x="165" y="94"/>
                  </a:cubicBezTo>
                  <a:cubicBezTo>
                    <a:pt x="165" y="104"/>
                    <a:pt x="158" y="111"/>
                    <a:pt x="149" y="111"/>
                  </a:cubicBezTo>
                  <a:close/>
                  <a:moveTo>
                    <a:pt x="231" y="126"/>
                  </a:moveTo>
                  <a:cubicBezTo>
                    <a:pt x="204" y="126"/>
                    <a:pt x="183" y="104"/>
                    <a:pt x="183" y="78"/>
                  </a:cubicBezTo>
                  <a:cubicBezTo>
                    <a:pt x="183" y="51"/>
                    <a:pt x="204" y="29"/>
                    <a:pt x="231" y="29"/>
                  </a:cubicBezTo>
                  <a:cubicBezTo>
                    <a:pt x="257" y="29"/>
                    <a:pt x="279" y="51"/>
                    <a:pt x="279" y="78"/>
                  </a:cubicBezTo>
                  <a:cubicBezTo>
                    <a:pt x="279" y="104"/>
                    <a:pt x="257" y="126"/>
                    <a:pt x="231" y="12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56710" tIns="28355" rIns="56710" bIns="28355" numCol="1" anchor="t" anchorCtr="0" compatLnSpc="1">
              <a:prstTxWarp prst="textNoShape">
                <a:avLst/>
              </a:prstTxWarp>
            </a:bodyPr>
            <a:lstStyle/>
            <a:p>
              <a:pPr marL="0" marR="0" lvl="0" indent="0" algn="l" defTabSz="514350" rtl="0" eaLnBrk="1" fontAlgn="auto" latinLnBrk="0" hangingPunct="1">
                <a:lnSpc>
                  <a:spcPct val="100000"/>
                </a:lnSpc>
                <a:spcBef>
                  <a:spcPts val="0"/>
                </a:spcBef>
                <a:spcAft>
                  <a:spcPts val="0"/>
                </a:spcAft>
                <a:buClrTx/>
                <a:buSzTx/>
                <a:buFontTx/>
                <a:buNone/>
                <a:tabLst/>
                <a:defRPr/>
              </a:pPr>
              <a:endParaRPr kumimoji="0" lang="en-GB" sz="1241" b="0" i="0" u="none" strike="noStrike" kern="1200" cap="none" spc="0" normalizeH="0" baseline="0" noProof="0">
                <a:ln>
                  <a:noFill/>
                </a:ln>
                <a:solidFill>
                  <a:prstClr val="black"/>
                </a:solidFill>
                <a:effectLst/>
                <a:uLnTx/>
                <a:uFillTx/>
                <a:latin typeface="Arial Narrow" panose="020B0606020202030204" pitchFamily="34" charset="0"/>
                <a:ea typeface="+mn-ea"/>
                <a:cs typeface="+mn-cs"/>
              </a:endParaRPr>
            </a:p>
          </p:txBody>
        </p:sp>
      </p:grpSp>
      <p:sp>
        <p:nvSpPr>
          <p:cNvPr id="11" name="Slide Number Placeholder 10">
            <a:extLst>
              <a:ext uri="{FF2B5EF4-FFF2-40B4-BE49-F238E27FC236}">
                <a16:creationId xmlns:a16="http://schemas.microsoft.com/office/drawing/2014/main" id="{89871323-C3AB-4635-9EFA-694096B728E7}"/>
              </a:ext>
            </a:extLst>
          </p:cNvPr>
          <p:cNvSpPr>
            <a:spLocks noGrp="1"/>
          </p:cNvSpPr>
          <p:nvPr>
            <p:ph type="sldNum" sz="quarter" idx="35"/>
          </p:nvPr>
        </p:nvSpPr>
        <p:spPr/>
        <p:txBody>
          <a:bodyPr/>
          <a:lstStyle/>
          <a:p>
            <a:fld id="{9C18EA95-C3D3-214C-9452-EF8527DBCD86}" type="slidenum">
              <a:rPr lang="it-IT" smtClean="0"/>
              <a:pPr/>
              <a:t>2</a:t>
            </a:fld>
            <a:endParaRPr lang="it-IT"/>
          </a:p>
        </p:txBody>
      </p:sp>
    </p:spTree>
    <p:extLst>
      <p:ext uri="{BB962C8B-B14F-4D97-AF65-F5344CB8AC3E}">
        <p14:creationId xmlns:p14="http://schemas.microsoft.com/office/powerpoint/2010/main" val="1916825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Key concepts of </a:t>
            </a:r>
            <a:r>
              <a:rPr lang="en-GB">
                <a:latin typeface="Arial Narrow" panose="020B0606020202030204" pitchFamily="34" charset="0"/>
              </a:rPr>
              <a:t>IT </a:t>
            </a:r>
            <a:r>
              <a:rPr lang="en-US">
                <a:latin typeface="Arial Narrow" panose="020B0606020202030204" pitchFamily="34" charset="0"/>
              </a:rPr>
              <a:t>Service Management</a:t>
            </a:r>
            <a:r>
              <a:rPr lang="en-GB">
                <a:latin typeface="Arial Narrow" panose="020B0606020202030204" pitchFamily="34" charset="0"/>
              </a:rPr>
              <a:t> </a:t>
            </a:r>
            <a:r>
              <a:rPr lang="en-US">
                <a:latin typeface="Arial Narrow" panose="020B0606020202030204" pitchFamily="34" charset="0"/>
              </a:rPr>
              <a:t>| </a:t>
            </a:r>
            <a:r>
              <a:rPr lang="en-US">
                <a:solidFill>
                  <a:schemeClr val="accent3"/>
                </a:solidFill>
                <a:latin typeface="Arial Narrow" panose="020B0606020202030204" pitchFamily="34" charset="0"/>
              </a:rPr>
              <a:t>Traditional vs modern services </a:t>
            </a:r>
            <a:endParaRPr lang="en-GB">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p:txBody>
          <a:bodyPr/>
          <a:lstStyle/>
          <a:p>
            <a:r>
              <a:rPr lang="en-US">
                <a:latin typeface="Arial Narrow" panose="020B0606020202030204" pitchFamily="34" charset="0"/>
              </a:rPr>
              <a:t>The evolution of service methodologies led to a shift from the traditional linear approach to an inclusive and collaborative one to foster co-creation</a:t>
            </a:r>
            <a:endParaRPr lang="en-GB">
              <a:latin typeface="Arial Narrow" panose="020B0606020202030204" pitchFamily="34" charset="0"/>
            </a:endParaRPr>
          </a:p>
        </p:txBody>
      </p:sp>
      <p:cxnSp>
        <p:nvCxnSpPr>
          <p:cNvPr id="38" name="Straight Connector 12">
            <a:extLst>
              <a:ext uri="{FF2B5EF4-FFF2-40B4-BE49-F238E27FC236}">
                <a16:creationId xmlns:a16="http://schemas.microsoft.com/office/drawing/2014/main" id="{6C06A336-8FA6-4E2E-B308-1C20B2A6355E}"/>
              </a:ext>
            </a:extLst>
          </p:cNvPr>
          <p:cNvCxnSpPr>
            <a:cxnSpLocks/>
          </p:cNvCxnSpPr>
          <p:nvPr/>
        </p:nvCxnSpPr>
        <p:spPr>
          <a:xfrm>
            <a:off x="721743" y="1064296"/>
            <a:ext cx="3128514"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9" name="TextBox 11">
            <a:extLst>
              <a:ext uri="{FF2B5EF4-FFF2-40B4-BE49-F238E27FC236}">
                <a16:creationId xmlns:a16="http://schemas.microsoft.com/office/drawing/2014/main" id="{095B28CE-4BD6-4DFF-957B-78ECA729E0A9}"/>
              </a:ext>
            </a:extLst>
          </p:cNvPr>
          <p:cNvSpPr txBox="1"/>
          <p:nvPr/>
        </p:nvSpPr>
        <p:spPr>
          <a:xfrm>
            <a:off x="1388169" y="910408"/>
            <a:ext cx="1795663" cy="307777"/>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Traditional services</a:t>
            </a:r>
            <a:endParaRPr kumimoji="0" lang="en-GB" sz="14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cxnSp>
        <p:nvCxnSpPr>
          <p:cNvPr id="41" name="Straight Connector 12">
            <a:extLst>
              <a:ext uri="{FF2B5EF4-FFF2-40B4-BE49-F238E27FC236}">
                <a16:creationId xmlns:a16="http://schemas.microsoft.com/office/drawing/2014/main" id="{45661632-A20E-4081-B172-76E774591CAC}"/>
              </a:ext>
            </a:extLst>
          </p:cNvPr>
          <p:cNvCxnSpPr>
            <a:cxnSpLocks/>
          </p:cNvCxnSpPr>
          <p:nvPr/>
        </p:nvCxnSpPr>
        <p:spPr>
          <a:xfrm>
            <a:off x="5293743" y="1064296"/>
            <a:ext cx="3128514"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3" name="TextBox 11">
            <a:extLst>
              <a:ext uri="{FF2B5EF4-FFF2-40B4-BE49-F238E27FC236}">
                <a16:creationId xmlns:a16="http://schemas.microsoft.com/office/drawing/2014/main" id="{47CA9BBA-EFFE-4147-B315-4C30A7A2CC6E}"/>
              </a:ext>
            </a:extLst>
          </p:cNvPr>
          <p:cNvSpPr txBox="1"/>
          <p:nvPr/>
        </p:nvSpPr>
        <p:spPr>
          <a:xfrm>
            <a:off x="5960169" y="910408"/>
            <a:ext cx="1795663" cy="307777"/>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Modern services</a:t>
            </a:r>
            <a:endParaRPr kumimoji="0" lang="en-GB" sz="14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sp>
        <p:nvSpPr>
          <p:cNvPr id="45" name="Isosceles Triangle 4">
            <a:extLst>
              <a:ext uri="{FF2B5EF4-FFF2-40B4-BE49-F238E27FC236}">
                <a16:creationId xmlns:a16="http://schemas.microsoft.com/office/drawing/2014/main" id="{8C2A2F12-FBC4-4B5A-B38F-91765A1CDF84}"/>
              </a:ext>
            </a:extLst>
          </p:cNvPr>
          <p:cNvSpPr/>
          <p:nvPr/>
        </p:nvSpPr>
        <p:spPr>
          <a:xfrm rot="5400000">
            <a:off x="3838929" y="2002268"/>
            <a:ext cx="1466140" cy="221707"/>
          </a:xfrm>
          <a:prstGeom prst="triangle">
            <a:avLst/>
          </a:prstGeom>
          <a:solidFill>
            <a:schemeClr val="bg1">
              <a:lumMod val="85000"/>
            </a:schemeClr>
          </a:solidFill>
          <a:ln w="25400" cap="flat" cmpd="sng" algn="ctr">
            <a:noFill/>
            <a:prstDash val="solid"/>
          </a:ln>
          <a:effectLst/>
          <a:extLst>
            <a:ext uri="{91240B29-F687-4F45-9708-019B960494DF}">
              <a14:hiddenLine xmlns:a14="http://schemas.microsoft.com/office/drawing/2010/main" w="25400" cap="flat" cmpd="sng" algn="ctr">
                <a:solidFill>
                  <a:prstClr val="black"/>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49" name="Rectangle 30">
            <a:extLst>
              <a:ext uri="{FF2B5EF4-FFF2-40B4-BE49-F238E27FC236}">
                <a16:creationId xmlns:a16="http://schemas.microsoft.com/office/drawing/2014/main" id="{839AC2F6-3974-4D3F-9676-B9BC83D17CE7}"/>
              </a:ext>
            </a:extLst>
          </p:cNvPr>
          <p:cNvSpPr/>
          <p:nvPr/>
        </p:nvSpPr>
        <p:spPr>
          <a:xfrm>
            <a:off x="721800" y="1301126"/>
            <a:ext cx="3128400" cy="1623990"/>
          </a:xfrm>
          <a:prstGeom prst="rect">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pic>
        <p:nvPicPr>
          <p:cNvPr id="52" name="Elemento grafico 51" descr="Impiegato con riempimento a tinta unita">
            <a:extLst>
              <a:ext uri="{FF2B5EF4-FFF2-40B4-BE49-F238E27FC236}">
                <a16:creationId xmlns:a16="http://schemas.microsoft.com/office/drawing/2014/main" id="{C2AB5AC8-02F5-4EAB-8B22-A1D1050770F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33832" y="1663121"/>
            <a:ext cx="900000" cy="900000"/>
          </a:xfrm>
          <a:prstGeom prst="rect">
            <a:avLst/>
          </a:prstGeom>
        </p:spPr>
      </p:pic>
      <p:pic>
        <p:nvPicPr>
          <p:cNvPr id="53" name="Elemento grafico 52" descr="Impiegata con riempimento a tinta unita">
            <a:extLst>
              <a:ext uri="{FF2B5EF4-FFF2-40B4-BE49-F238E27FC236}">
                <a16:creationId xmlns:a16="http://schemas.microsoft.com/office/drawing/2014/main" id="{60596F1A-B357-4294-99CE-4B9F7D8A20A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38169" y="1663121"/>
            <a:ext cx="900000" cy="900000"/>
          </a:xfrm>
          <a:prstGeom prst="rect">
            <a:avLst/>
          </a:prstGeom>
        </p:spPr>
      </p:pic>
      <p:sp>
        <p:nvSpPr>
          <p:cNvPr id="54" name="Arrow: Right 121">
            <a:extLst>
              <a:ext uri="{FF2B5EF4-FFF2-40B4-BE49-F238E27FC236}">
                <a16:creationId xmlns:a16="http://schemas.microsoft.com/office/drawing/2014/main" id="{597C9CE0-387E-45FF-84FB-C5BE3E6A9A3B}"/>
              </a:ext>
            </a:extLst>
          </p:cNvPr>
          <p:cNvSpPr/>
          <p:nvPr/>
        </p:nvSpPr>
        <p:spPr>
          <a:xfrm>
            <a:off x="1803180" y="1967705"/>
            <a:ext cx="965642" cy="290832"/>
          </a:xfrm>
          <a:prstGeom prst="rightArrow">
            <a:avLst>
              <a:gd name="adj1" fmla="val 68778"/>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55" name="TextBox 32">
            <a:extLst>
              <a:ext uri="{FF2B5EF4-FFF2-40B4-BE49-F238E27FC236}">
                <a16:creationId xmlns:a16="http://schemas.microsoft.com/office/drawing/2014/main" id="{07E993B1-F40F-499C-A360-C9F63A390EF8}"/>
              </a:ext>
            </a:extLst>
          </p:cNvPr>
          <p:cNvSpPr txBox="1"/>
          <p:nvPr/>
        </p:nvSpPr>
        <p:spPr>
          <a:xfrm>
            <a:off x="915017" y="2497158"/>
            <a:ext cx="919265" cy="276999"/>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800"/>
              </a:spcAft>
              <a:buClr>
                <a:srgbClr val="DA291C"/>
              </a:buClr>
              <a:buSzTx/>
              <a:buFontTx/>
              <a:buNone/>
              <a:tabLst/>
              <a:defRPr/>
            </a:pPr>
            <a:r>
              <a:rPr kumimoji="0" lang="en-GB" sz="12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Providers</a:t>
            </a:r>
          </a:p>
        </p:txBody>
      </p:sp>
      <p:sp>
        <p:nvSpPr>
          <p:cNvPr id="56" name="TextBox 32">
            <a:extLst>
              <a:ext uri="{FF2B5EF4-FFF2-40B4-BE49-F238E27FC236}">
                <a16:creationId xmlns:a16="http://schemas.microsoft.com/office/drawing/2014/main" id="{5C8947C7-C258-425E-9645-54751940BC47}"/>
              </a:ext>
            </a:extLst>
          </p:cNvPr>
          <p:cNvSpPr txBox="1"/>
          <p:nvPr/>
        </p:nvSpPr>
        <p:spPr>
          <a:xfrm>
            <a:off x="2724200" y="2497158"/>
            <a:ext cx="919265" cy="276999"/>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800"/>
              </a:spcAft>
              <a:buClr>
                <a:srgbClr val="DA291C"/>
              </a:buClr>
              <a:buSzTx/>
              <a:buFontTx/>
              <a:buNone/>
              <a:tabLst/>
              <a:defRPr/>
            </a:pPr>
            <a:r>
              <a:rPr kumimoji="0" lang="en-GB" sz="12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Customers</a:t>
            </a:r>
          </a:p>
        </p:txBody>
      </p:sp>
      <p:sp>
        <p:nvSpPr>
          <p:cNvPr id="58" name="Rectangle 30">
            <a:extLst>
              <a:ext uri="{FF2B5EF4-FFF2-40B4-BE49-F238E27FC236}">
                <a16:creationId xmlns:a16="http://schemas.microsoft.com/office/drawing/2014/main" id="{3E94E5FF-2421-4806-8B63-F756A238AF98}"/>
              </a:ext>
            </a:extLst>
          </p:cNvPr>
          <p:cNvSpPr/>
          <p:nvPr/>
        </p:nvSpPr>
        <p:spPr>
          <a:xfrm>
            <a:off x="5293800" y="1301126"/>
            <a:ext cx="3128400" cy="1623990"/>
          </a:xfrm>
          <a:prstGeom prst="rect">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pic>
        <p:nvPicPr>
          <p:cNvPr id="59" name="Elemento grafico 58" descr="Impiegato con riempimento a tinta unita">
            <a:extLst>
              <a:ext uri="{FF2B5EF4-FFF2-40B4-BE49-F238E27FC236}">
                <a16:creationId xmlns:a16="http://schemas.microsoft.com/office/drawing/2014/main" id="{2EB8E25F-04FA-4B2B-8F9C-A0F68E91208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05832" y="1663121"/>
            <a:ext cx="900000" cy="900000"/>
          </a:xfrm>
          <a:prstGeom prst="rect">
            <a:avLst/>
          </a:prstGeom>
        </p:spPr>
      </p:pic>
      <p:pic>
        <p:nvPicPr>
          <p:cNvPr id="60" name="Elemento grafico 59" descr="Impiegata con riempimento a tinta unita">
            <a:extLst>
              <a:ext uri="{FF2B5EF4-FFF2-40B4-BE49-F238E27FC236}">
                <a16:creationId xmlns:a16="http://schemas.microsoft.com/office/drawing/2014/main" id="{E075AD95-92FB-44EB-84E4-725B9F90376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10169" y="1663121"/>
            <a:ext cx="900000" cy="900000"/>
          </a:xfrm>
          <a:prstGeom prst="rect">
            <a:avLst/>
          </a:prstGeom>
        </p:spPr>
      </p:pic>
      <p:sp>
        <p:nvSpPr>
          <p:cNvPr id="61" name="TextBox 32">
            <a:extLst>
              <a:ext uri="{FF2B5EF4-FFF2-40B4-BE49-F238E27FC236}">
                <a16:creationId xmlns:a16="http://schemas.microsoft.com/office/drawing/2014/main" id="{F08AE4C5-63EE-4B00-BE11-1A4A47F98555}"/>
              </a:ext>
            </a:extLst>
          </p:cNvPr>
          <p:cNvSpPr txBox="1"/>
          <p:nvPr/>
        </p:nvSpPr>
        <p:spPr>
          <a:xfrm>
            <a:off x="5487017" y="2497158"/>
            <a:ext cx="919265" cy="276999"/>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800"/>
              </a:spcAft>
              <a:buClr>
                <a:srgbClr val="DA291C"/>
              </a:buClr>
              <a:buSzTx/>
              <a:buFontTx/>
              <a:buNone/>
              <a:tabLst/>
              <a:defRPr/>
            </a:pPr>
            <a:r>
              <a:rPr kumimoji="0" lang="en-GB" sz="12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Providers</a:t>
            </a:r>
          </a:p>
        </p:txBody>
      </p:sp>
      <p:sp>
        <p:nvSpPr>
          <p:cNvPr id="62" name="TextBox 32">
            <a:extLst>
              <a:ext uri="{FF2B5EF4-FFF2-40B4-BE49-F238E27FC236}">
                <a16:creationId xmlns:a16="http://schemas.microsoft.com/office/drawing/2014/main" id="{A612162F-A02A-440B-97D0-4813B4CBAB10}"/>
              </a:ext>
            </a:extLst>
          </p:cNvPr>
          <p:cNvSpPr txBox="1"/>
          <p:nvPr/>
        </p:nvSpPr>
        <p:spPr>
          <a:xfrm>
            <a:off x="7296200" y="2497158"/>
            <a:ext cx="919265" cy="276999"/>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800"/>
              </a:spcAft>
              <a:buClr>
                <a:srgbClr val="DA291C"/>
              </a:buClr>
              <a:buSzTx/>
              <a:buFontTx/>
              <a:buNone/>
              <a:tabLst/>
              <a:defRPr/>
            </a:pPr>
            <a:r>
              <a:rPr kumimoji="0" lang="en-GB" sz="12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Customers</a:t>
            </a:r>
          </a:p>
        </p:txBody>
      </p:sp>
      <p:grpSp>
        <p:nvGrpSpPr>
          <p:cNvPr id="63" name="Gruppo 62">
            <a:extLst>
              <a:ext uri="{FF2B5EF4-FFF2-40B4-BE49-F238E27FC236}">
                <a16:creationId xmlns:a16="http://schemas.microsoft.com/office/drawing/2014/main" id="{8BBE03C9-D662-4E13-8076-C1A3277D93F1}"/>
              </a:ext>
            </a:extLst>
          </p:cNvPr>
          <p:cNvGrpSpPr/>
          <p:nvPr/>
        </p:nvGrpSpPr>
        <p:grpSpPr>
          <a:xfrm>
            <a:off x="6495250" y="1898353"/>
            <a:ext cx="725501" cy="429537"/>
            <a:chOff x="6495307" y="2315521"/>
            <a:chExt cx="725501" cy="429537"/>
          </a:xfrm>
        </p:grpSpPr>
        <p:sp>
          <p:nvSpPr>
            <p:cNvPr id="64" name="Arrow: Right 121">
              <a:extLst>
                <a:ext uri="{FF2B5EF4-FFF2-40B4-BE49-F238E27FC236}">
                  <a16:creationId xmlns:a16="http://schemas.microsoft.com/office/drawing/2014/main" id="{B4AD0D7E-D1DE-44AB-BE65-52722B1EC357}"/>
                </a:ext>
              </a:extLst>
            </p:cNvPr>
            <p:cNvSpPr/>
            <p:nvPr/>
          </p:nvSpPr>
          <p:spPr>
            <a:xfrm>
              <a:off x="6495307" y="2546416"/>
              <a:ext cx="725501" cy="198642"/>
            </a:xfrm>
            <a:prstGeom prst="rightArrow">
              <a:avLst>
                <a:gd name="adj1" fmla="val 68778"/>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65" name="Arrow: Right 121">
              <a:extLst>
                <a:ext uri="{FF2B5EF4-FFF2-40B4-BE49-F238E27FC236}">
                  <a16:creationId xmlns:a16="http://schemas.microsoft.com/office/drawing/2014/main" id="{174E5236-EFD1-4762-81B3-6B3A8970C570}"/>
                </a:ext>
              </a:extLst>
            </p:cNvPr>
            <p:cNvSpPr/>
            <p:nvPr/>
          </p:nvSpPr>
          <p:spPr>
            <a:xfrm rot="10800000">
              <a:off x="6495307" y="2315521"/>
              <a:ext cx="725501" cy="198642"/>
            </a:xfrm>
            <a:prstGeom prst="rightArrow">
              <a:avLst>
                <a:gd name="adj1" fmla="val 68778"/>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grpSp>
      <p:sp>
        <p:nvSpPr>
          <p:cNvPr id="66" name="Rectangle 210">
            <a:extLst>
              <a:ext uri="{FF2B5EF4-FFF2-40B4-BE49-F238E27FC236}">
                <a16:creationId xmlns:a16="http://schemas.microsoft.com/office/drawing/2014/main" id="{912F33A2-E7B4-4CA4-96A2-9C7A6F7ACA73}"/>
              </a:ext>
            </a:extLst>
          </p:cNvPr>
          <p:cNvSpPr/>
          <p:nvPr/>
        </p:nvSpPr>
        <p:spPr>
          <a:xfrm>
            <a:off x="721800" y="2997012"/>
            <a:ext cx="3128400" cy="78399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Historically, the definition of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service</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used to start with: “a means of delivering value to customer..” </a:t>
            </a:r>
          </a:p>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This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implied</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one-directional</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and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distant relationship</a:t>
            </a:r>
          </a:p>
          <a:p>
            <a:pPr marL="285750" marR="0" lvl="0" indent="-285750" algn="l" defTabSz="914400" rtl="0" eaLnBrk="1" fontAlgn="auto" latinLnBrk="0" hangingPunct="1">
              <a:lnSpc>
                <a:spcPct val="120000"/>
              </a:lnSpc>
              <a:spcBef>
                <a:spcPts val="0"/>
              </a:spcBef>
              <a:spcAft>
                <a:spcPts val="600"/>
              </a:spcAft>
              <a:buClr>
                <a:srgbClr val="DA291C"/>
              </a:buClr>
              <a:buSzTx/>
              <a:buFont typeface="Arial" panose="020B0604020202020204" pitchFamily="34" charset="0"/>
              <a:buChar char="•"/>
              <a:tabLst/>
              <a:defRPr/>
            </a:pPr>
            <a:endPar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67" name="Rectangle 210">
            <a:extLst>
              <a:ext uri="{FF2B5EF4-FFF2-40B4-BE49-F238E27FC236}">
                <a16:creationId xmlns:a16="http://schemas.microsoft.com/office/drawing/2014/main" id="{BC190A2E-5BFE-481D-A8E3-4106313DF873}"/>
              </a:ext>
            </a:extLst>
          </p:cNvPr>
          <p:cNvSpPr/>
          <p:nvPr/>
        </p:nvSpPr>
        <p:spPr>
          <a:xfrm>
            <a:off x="5293800" y="2997012"/>
            <a:ext cx="3128400" cy="1822743"/>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dirty="0">
                <a:ln>
                  <a:noFill/>
                </a:ln>
                <a:solidFill>
                  <a:srgbClr val="0C2340"/>
                </a:solidFill>
                <a:effectLst/>
                <a:uLnTx/>
                <a:uFillTx/>
                <a:latin typeface="Arial Narrow" panose="020B0606020202030204" pitchFamily="34" charset="0"/>
                <a:ea typeface="+mn-ea"/>
                <a:cs typeface="+mn-cs"/>
              </a:rPr>
              <a:t>The definition of service now uses the phrase: “a service is a means of enabling value co-creation..”</a:t>
            </a:r>
          </a:p>
          <a:p>
            <a:pPr marL="0" marR="0" lvl="0" indent="0" algn="l" defTabSz="914400" rtl="0" eaLnBrk="1" fontAlgn="auto" latinLnBrk="0" hangingPunct="1">
              <a:lnSpc>
                <a:spcPct val="100000"/>
              </a:lnSpc>
              <a:spcBef>
                <a:spcPts val="0"/>
              </a:spcBef>
              <a:spcAft>
                <a:spcPts val="300"/>
              </a:spcAft>
              <a:buClr>
                <a:srgbClr val="DA291C"/>
              </a:buClr>
              <a:buSzTx/>
              <a:buFontTx/>
              <a:buNone/>
              <a:tabLst/>
              <a:defRPr/>
            </a:pPr>
            <a:r>
              <a:rPr kumimoji="0" lang="en-GB" sz="1100" b="0" i="0" u="none" strike="noStrike" kern="0" cap="none" spc="0" normalizeH="0" baseline="0" noProof="0" dirty="0">
                <a:ln>
                  <a:noFill/>
                </a:ln>
                <a:solidFill>
                  <a:srgbClr val="0C2340"/>
                </a:solidFill>
                <a:effectLst/>
                <a:uLnTx/>
                <a:uFillTx/>
                <a:latin typeface="Arial Narrow" panose="020B0606020202030204" pitchFamily="34" charset="0"/>
                <a:ea typeface="+mn-ea"/>
                <a:cs typeface="+mn-cs"/>
              </a:rPr>
              <a:t>Therefore, </a:t>
            </a:r>
            <a:r>
              <a:rPr kumimoji="0" lang="en-GB" sz="1100" b="1" i="0" u="none" strike="noStrike" kern="0" cap="none" spc="0" normalizeH="0" baseline="0" noProof="0" dirty="0">
                <a:ln>
                  <a:noFill/>
                </a:ln>
                <a:solidFill>
                  <a:srgbClr val="0C2340"/>
                </a:solidFill>
                <a:effectLst/>
                <a:uLnTx/>
                <a:uFillTx/>
                <a:latin typeface="Arial Narrow" panose="020B0606020202030204" pitchFamily="34" charset="0"/>
                <a:ea typeface="+mn-ea"/>
                <a:cs typeface="+mn-cs"/>
              </a:rPr>
              <a:t>providers</a:t>
            </a:r>
            <a:r>
              <a:rPr kumimoji="0" lang="en-GB" sz="1100" b="0" i="0" u="none" strike="noStrike" kern="0" cap="none" spc="0" normalizeH="0" baseline="0" noProof="0" dirty="0">
                <a:ln>
                  <a:noFill/>
                </a:ln>
                <a:solidFill>
                  <a:srgbClr val="0C2340"/>
                </a:solidFill>
                <a:effectLst/>
                <a:uLnTx/>
                <a:uFillTx/>
                <a:latin typeface="Arial Narrow" panose="020B0606020202030204" pitchFamily="34" charset="0"/>
                <a:ea typeface="+mn-ea"/>
                <a:cs typeface="+mn-cs"/>
              </a:rPr>
              <a:t> and </a:t>
            </a:r>
            <a:r>
              <a:rPr kumimoji="0" lang="en-GB" sz="1100" b="1" i="0" u="none" strike="noStrike" kern="0" cap="none" spc="0" normalizeH="0" baseline="0" noProof="0" dirty="0">
                <a:ln>
                  <a:noFill/>
                </a:ln>
                <a:solidFill>
                  <a:srgbClr val="0C2340"/>
                </a:solidFill>
                <a:effectLst/>
                <a:uLnTx/>
                <a:uFillTx/>
                <a:latin typeface="Arial Narrow" panose="020B0606020202030204" pitchFamily="34" charset="0"/>
                <a:ea typeface="+mn-ea"/>
                <a:cs typeface="+mn-cs"/>
              </a:rPr>
              <a:t>customers</a:t>
            </a:r>
            <a:r>
              <a:rPr kumimoji="0" lang="en-GB" sz="1100" b="0" i="0" u="none" strike="noStrike" kern="0" cap="none" spc="0" normalizeH="0" baseline="0" noProof="0" dirty="0">
                <a:ln>
                  <a:noFill/>
                </a:ln>
                <a:solidFill>
                  <a:srgbClr val="0C2340"/>
                </a:solidFill>
                <a:effectLst/>
                <a:uLnTx/>
                <a:uFillTx/>
                <a:latin typeface="Arial Narrow" panose="020B0606020202030204" pitchFamily="34" charset="0"/>
                <a:ea typeface="+mn-ea"/>
                <a:cs typeface="+mn-cs"/>
              </a:rPr>
              <a:t> </a:t>
            </a:r>
            <a:r>
              <a:rPr kumimoji="0" lang="en-GB" sz="1100" b="1" i="0" u="none" strike="noStrike" kern="0" cap="none" spc="0" normalizeH="0" baseline="0" noProof="0" dirty="0">
                <a:ln>
                  <a:noFill/>
                </a:ln>
                <a:solidFill>
                  <a:srgbClr val="0C2340"/>
                </a:solidFill>
                <a:effectLst/>
                <a:uLnTx/>
                <a:uFillTx/>
                <a:latin typeface="Arial Narrow" panose="020B0606020202030204" pitchFamily="34" charset="0"/>
                <a:ea typeface="+mn-ea"/>
                <a:cs typeface="+mn-cs"/>
              </a:rPr>
              <a:t>must work together </a:t>
            </a:r>
            <a:r>
              <a:rPr kumimoji="0" lang="en-GB" sz="1100" b="0" i="0" u="none" strike="noStrike" kern="0" cap="none" spc="0" normalizeH="0" baseline="0" noProof="0" dirty="0">
                <a:ln>
                  <a:noFill/>
                </a:ln>
                <a:solidFill>
                  <a:srgbClr val="0C2340"/>
                </a:solidFill>
                <a:effectLst/>
                <a:uLnTx/>
                <a:uFillTx/>
                <a:latin typeface="Arial Narrow" panose="020B0606020202030204" pitchFamily="34" charset="0"/>
                <a:ea typeface="+mn-ea"/>
                <a:cs typeface="+mn-cs"/>
              </a:rPr>
              <a:t>and share responsibility for outcomes</a:t>
            </a:r>
          </a:p>
          <a:p>
            <a:pPr marL="285750" marR="0" lvl="0" indent="-285750" algn="l" defTabSz="9144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GB" sz="1100" b="0" i="0" u="none" strike="noStrike" kern="0" cap="none" spc="0" normalizeH="0" baseline="0" noProof="0" dirty="0">
                <a:ln>
                  <a:noFill/>
                </a:ln>
                <a:solidFill>
                  <a:srgbClr val="0C2340"/>
                </a:solidFill>
                <a:effectLst/>
                <a:uLnTx/>
                <a:uFillTx/>
                <a:latin typeface="Arial Narrow" panose="020B0606020202030204" pitchFamily="34" charset="0"/>
                <a:ea typeface="+mn-ea"/>
                <a:cs typeface="+mn-cs"/>
              </a:rPr>
              <a:t>Organizations who deliver services are referred to as </a:t>
            </a:r>
            <a:r>
              <a:rPr kumimoji="0" lang="en-GB" sz="1100" b="1" i="0" u="none" strike="noStrike" kern="0" cap="none" spc="0" normalizeH="0" baseline="0" noProof="0" dirty="0">
                <a:ln>
                  <a:noFill/>
                </a:ln>
                <a:solidFill>
                  <a:srgbClr val="0C2340"/>
                </a:solidFill>
                <a:effectLst/>
                <a:uLnTx/>
                <a:uFillTx/>
                <a:latin typeface="Arial Narrow" panose="020B0606020202030204" pitchFamily="34" charset="0"/>
                <a:ea typeface="+mn-ea"/>
                <a:cs typeface="+mn-cs"/>
              </a:rPr>
              <a:t>service providers</a:t>
            </a:r>
          </a:p>
          <a:p>
            <a:pPr marL="285750" marR="0" lvl="0" indent="-285750" algn="l" defTabSz="9144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GB" sz="1100" b="0" i="0" u="none" strike="noStrike" kern="0" cap="none" spc="0" normalizeH="0" baseline="0" noProof="0" dirty="0">
                <a:ln>
                  <a:noFill/>
                </a:ln>
                <a:solidFill>
                  <a:srgbClr val="0C2340"/>
                </a:solidFill>
                <a:effectLst/>
                <a:uLnTx/>
                <a:uFillTx/>
                <a:latin typeface="Arial Narrow" panose="020B0606020202030204" pitchFamily="34" charset="0"/>
                <a:ea typeface="+mn-ea"/>
                <a:cs typeface="+mn-cs"/>
              </a:rPr>
              <a:t>Those to whom</a:t>
            </a:r>
            <a:r>
              <a:rPr kumimoji="0" lang="en-GB" sz="1100" b="1" i="0" u="none" strike="noStrike" kern="0" cap="none" spc="0" normalizeH="0" baseline="0" noProof="0" dirty="0">
                <a:ln>
                  <a:noFill/>
                </a:ln>
                <a:solidFill>
                  <a:srgbClr val="0C2340"/>
                </a:solidFill>
                <a:effectLst/>
                <a:uLnTx/>
                <a:uFillTx/>
                <a:latin typeface="Arial Narrow" panose="020B0606020202030204" pitchFamily="34" charset="0"/>
                <a:ea typeface="+mn-ea"/>
                <a:cs typeface="+mn-cs"/>
              </a:rPr>
              <a:t> </a:t>
            </a:r>
            <a:r>
              <a:rPr kumimoji="0" lang="en-GB" sz="1100" b="0" i="0" u="none" strike="noStrike" kern="0" cap="none" spc="0" normalizeH="0" baseline="0" noProof="0" dirty="0">
                <a:ln>
                  <a:noFill/>
                </a:ln>
                <a:solidFill>
                  <a:srgbClr val="0C2340"/>
                </a:solidFill>
                <a:effectLst/>
                <a:uLnTx/>
                <a:uFillTx/>
                <a:latin typeface="Arial Narrow" panose="020B0606020202030204" pitchFamily="34" charset="0"/>
                <a:ea typeface="+mn-ea"/>
                <a:cs typeface="+mn-cs"/>
              </a:rPr>
              <a:t>services are delivered </a:t>
            </a:r>
            <a:r>
              <a:rPr kumimoji="0" lang="en-GB" sz="1100" b="1" i="0" u="none" strike="noStrike" kern="0" cap="none" spc="0" normalizeH="0" baseline="0" noProof="0" dirty="0">
                <a:ln>
                  <a:noFill/>
                </a:ln>
                <a:solidFill>
                  <a:srgbClr val="0C2340"/>
                </a:solidFill>
                <a:effectLst/>
                <a:uLnTx/>
                <a:uFillTx/>
                <a:latin typeface="Arial Narrow" panose="020B0606020202030204" pitchFamily="34" charset="0"/>
                <a:ea typeface="+mn-ea"/>
                <a:cs typeface="+mn-cs"/>
              </a:rPr>
              <a:t>are referred to as service customers</a:t>
            </a:r>
          </a:p>
          <a:p>
            <a:pPr marL="285750" marR="0" lvl="0" indent="-285750" algn="l" defTabSz="914400" rtl="0" eaLnBrk="1" fontAlgn="auto" latinLnBrk="0" hangingPunct="1">
              <a:lnSpc>
                <a:spcPct val="120000"/>
              </a:lnSpc>
              <a:spcBef>
                <a:spcPts val="0"/>
              </a:spcBef>
              <a:spcAft>
                <a:spcPts val="600"/>
              </a:spcAft>
              <a:buClr>
                <a:srgbClr val="DA291C"/>
              </a:buClr>
              <a:buSzTx/>
              <a:buFont typeface="Arial" panose="020B0604020202020204" pitchFamily="34" charset="0"/>
              <a:buChar char="•"/>
              <a:tabLst/>
              <a:defRPr/>
            </a:pPr>
            <a:endParaRPr kumimoji="0" lang="en-GB" sz="1100" b="0" i="0" u="none" strike="noStrike" kern="0" cap="none" spc="0" normalizeH="0" baseline="0" noProof="0" dirty="0">
              <a:ln>
                <a:noFill/>
              </a:ln>
              <a:solidFill>
                <a:srgbClr val="0C2340"/>
              </a:solidFill>
              <a:effectLst/>
              <a:uLnTx/>
              <a:uFillTx/>
              <a:latin typeface="Arial Narrow" panose="020B0606020202030204" pitchFamily="34" charset="0"/>
              <a:ea typeface="+mn-ea"/>
              <a:cs typeface="+mn-cs"/>
            </a:endParaRPr>
          </a:p>
        </p:txBody>
      </p:sp>
      <p:sp>
        <p:nvSpPr>
          <p:cNvPr id="6" name="Slide Number Placeholder 5">
            <a:extLst>
              <a:ext uri="{FF2B5EF4-FFF2-40B4-BE49-F238E27FC236}">
                <a16:creationId xmlns:a16="http://schemas.microsoft.com/office/drawing/2014/main" id="{81ECFDC1-8314-4C58-B58E-1EBCF8E2FD48}"/>
              </a:ext>
            </a:extLst>
          </p:cNvPr>
          <p:cNvSpPr>
            <a:spLocks noGrp="1"/>
          </p:cNvSpPr>
          <p:nvPr>
            <p:ph type="sldNum" sz="quarter" idx="35"/>
          </p:nvPr>
        </p:nvSpPr>
        <p:spPr/>
        <p:txBody>
          <a:bodyPr/>
          <a:lstStyle/>
          <a:p>
            <a:fld id="{9C18EA95-C3D3-214C-9452-EF8527DBCD86}" type="slidenum">
              <a:rPr lang="it-IT" smtClean="0"/>
              <a:pPr/>
              <a:t>3</a:t>
            </a:fld>
            <a:endParaRPr lang="it-IT"/>
          </a:p>
        </p:txBody>
      </p:sp>
    </p:spTree>
    <p:extLst>
      <p:ext uri="{BB962C8B-B14F-4D97-AF65-F5344CB8AC3E}">
        <p14:creationId xmlns:p14="http://schemas.microsoft.com/office/powerpoint/2010/main" val="32628970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Key concepts of </a:t>
            </a:r>
            <a:r>
              <a:rPr lang="en-GB">
                <a:latin typeface="Arial Narrow" panose="020B0606020202030204" pitchFamily="34" charset="0"/>
              </a:rPr>
              <a:t>IT </a:t>
            </a:r>
            <a:r>
              <a:rPr lang="en-US">
                <a:latin typeface="Arial Narrow" panose="020B0606020202030204" pitchFamily="34" charset="0"/>
              </a:rPr>
              <a:t>Service Management | </a:t>
            </a:r>
            <a:r>
              <a:rPr lang="en-US">
                <a:solidFill>
                  <a:schemeClr val="accent3"/>
                </a:solidFill>
                <a:latin typeface="Arial Narrow" panose="020B0606020202030204" pitchFamily="34" charset="0"/>
              </a:rPr>
              <a:t>IT Service Management </a:t>
            </a:r>
            <a:endParaRPr lang="en-GB">
              <a:solidFill>
                <a:schemeClr val="accent3"/>
              </a:solidFill>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p:txBody>
          <a:bodyPr/>
          <a:lstStyle/>
          <a:p>
            <a:r>
              <a:rPr lang="en-GB">
                <a:latin typeface="Arial Narrow" panose="020B0606020202030204" pitchFamily="34" charset="0"/>
              </a:rPr>
              <a:t>IT Service Management involves the correct handling of quality IT services to meet customer requirements</a:t>
            </a:r>
          </a:p>
        </p:txBody>
      </p:sp>
      <p:grpSp>
        <p:nvGrpSpPr>
          <p:cNvPr id="8" name="Gruppo 7">
            <a:extLst>
              <a:ext uri="{FF2B5EF4-FFF2-40B4-BE49-F238E27FC236}">
                <a16:creationId xmlns:a16="http://schemas.microsoft.com/office/drawing/2014/main" id="{6DDF8F47-9B73-48F4-A35C-8F731C078741}"/>
              </a:ext>
            </a:extLst>
          </p:cNvPr>
          <p:cNvGrpSpPr/>
          <p:nvPr/>
        </p:nvGrpSpPr>
        <p:grpSpPr>
          <a:xfrm>
            <a:off x="445718" y="968977"/>
            <a:ext cx="8252565" cy="946657"/>
            <a:chOff x="51618" y="1049897"/>
            <a:chExt cx="8252565" cy="946657"/>
          </a:xfrm>
        </p:grpSpPr>
        <p:sp>
          <p:nvSpPr>
            <p:cNvPr id="18" name="Rounded Rectangle 38">
              <a:extLst>
                <a:ext uri="{FF2B5EF4-FFF2-40B4-BE49-F238E27FC236}">
                  <a16:creationId xmlns:a16="http://schemas.microsoft.com/office/drawing/2014/main" id="{3ACEBE95-A03F-4B9A-B6FA-5F3CDF3E32CF}"/>
                </a:ext>
              </a:extLst>
            </p:cNvPr>
            <p:cNvSpPr>
              <a:spLocks noChangeArrowheads="1"/>
            </p:cNvSpPr>
            <p:nvPr/>
          </p:nvSpPr>
          <p:spPr bwMode="auto">
            <a:xfrm>
              <a:off x="839817" y="1208249"/>
              <a:ext cx="7464366" cy="629953"/>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GB"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IT Service Management</a:t>
              </a: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 is a set of </a:t>
              </a:r>
              <a:r>
                <a:rPr kumimoji="0" lang="en-GB"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specialized</a:t>
              </a: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 organizational </a:t>
              </a:r>
              <a:r>
                <a:rPr kumimoji="0" lang="en-GB"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capabilities</a:t>
              </a: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 for enabling value for customers in the form of services. The final aim is to provide effective </a:t>
              </a:r>
              <a:r>
                <a:rPr kumimoji="0" lang="en-GB"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solutions</a:t>
              </a: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 for business problems</a:t>
              </a:r>
            </a:p>
          </p:txBody>
        </p:sp>
        <p:grpSp>
          <p:nvGrpSpPr>
            <p:cNvPr id="4" name="Gruppo 3">
              <a:extLst>
                <a:ext uri="{FF2B5EF4-FFF2-40B4-BE49-F238E27FC236}">
                  <a16:creationId xmlns:a16="http://schemas.microsoft.com/office/drawing/2014/main" id="{A035A068-256A-4ED4-9C45-3C4BF135E15B}"/>
                </a:ext>
              </a:extLst>
            </p:cNvPr>
            <p:cNvGrpSpPr/>
            <p:nvPr/>
          </p:nvGrpSpPr>
          <p:grpSpPr>
            <a:xfrm>
              <a:off x="51618" y="1049897"/>
              <a:ext cx="946657" cy="946657"/>
              <a:chOff x="248720" y="1049897"/>
              <a:chExt cx="946657" cy="946657"/>
            </a:xfrm>
          </p:grpSpPr>
          <p:grpSp>
            <p:nvGrpSpPr>
              <p:cNvPr id="16" name="Group 15">
                <a:extLst>
                  <a:ext uri="{FF2B5EF4-FFF2-40B4-BE49-F238E27FC236}">
                    <a16:creationId xmlns:a16="http://schemas.microsoft.com/office/drawing/2014/main" id="{B6D0CF77-6713-499B-AF47-748B5DDC6CCE}"/>
                  </a:ext>
                </a:extLst>
              </p:cNvPr>
              <p:cNvGrpSpPr/>
              <p:nvPr/>
            </p:nvGrpSpPr>
            <p:grpSpPr>
              <a:xfrm>
                <a:off x="248720" y="1049897"/>
                <a:ext cx="946657" cy="946657"/>
                <a:chOff x="10130023" y="2277920"/>
                <a:chExt cx="1188000" cy="1188000"/>
              </a:xfrm>
              <a:solidFill>
                <a:schemeClr val="accent2">
                  <a:lumMod val="20000"/>
                  <a:lumOff val="80000"/>
                </a:schemeClr>
              </a:solidFill>
            </p:grpSpPr>
            <p:pic>
              <p:nvPicPr>
                <p:cNvPr id="17" name="Picture 16">
                  <a:extLst>
                    <a:ext uri="{FF2B5EF4-FFF2-40B4-BE49-F238E27FC236}">
                      <a16:creationId xmlns:a16="http://schemas.microsoft.com/office/drawing/2014/main" id="{1FB15857-4DF3-45BC-B43D-2E904CEDF0A6}"/>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20" name="Oval 17">
                  <a:extLst>
                    <a:ext uri="{FF2B5EF4-FFF2-40B4-BE49-F238E27FC236}">
                      <a16:creationId xmlns:a16="http://schemas.microsoft.com/office/drawing/2014/main" id="{7CB1C7BF-9C88-4872-B067-B2CACB2E1DCC}"/>
                    </a:ext>
                  </a:extLst>
                </p:cNvPr>
                <p:cNvSpPr/>
                <p:nvPr/>
              </p:nvSpPr>
              <p:spPr>
                <a:xfrm rot="5400000">
                  <a:off x="10148023" y="2295920"/>
                  <a:ext cx="1152000" cy="115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21" name="Google Shape;21;p4">
                  <a:extLst>
                    <a:ext uri="{FF2B5EF4-FFF2-40B4-BE49-F238E27FC236}">
                      <a16:creationId xmlns:a16="http://schemas.microsoft.com/office/drawing/2014/main" id="{A428095E-1F8E-4E01-9FA8-D45C83C8DBA7}"/>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25" name="Rectangle 210">
                <a:extLst>
                  <a:ext uri="{FF2B5EF4-FFF2-40B4-BE49-F238E27FC236}">
                    <a16:creationId xmlns:a16="http://schemas.microsoft.com/office/drawing/2014/main" id="{936E8F35-2561-46EB-B2E5-D8B4DE3E6D41}"/>
                  </a:ext>
                </a:extLst>
              </p:cNvPr>
              <p:cNvSpPr/>
              <p:nvPr/>
            </p:nvSpPr>
            <p:spPr>
              <a:xfrm>
                <a:off x="291143" y="1353948"/>
                <a:ext cx="861811"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600" b="1" i="0" u="none" strike="noStrike" kern="0" cap="none" spc="0" normalizeH="0" baseline="0" noProof="0">
                    <a:ln>
                      <a:noFill/>
                    </a:ln>
                    <a:solidFill>
                      <a:srgbClr val="DA291C"/>
                    </a:solidFill>
                    <a:effectLst/>
                    <a:uLnTx/>
                    <a:uFillTx/>
                    <a:latin typeface="Arial Narrow" panose="020B0606020202030204" pitchFamily="34" charset="0"/>
                    <a:ea typeface="+mn-ea"/>
                    <a:cs typeface="+mn-cs"/>
                  </a:rPr>
                  <a:t>!!!</a:t>
                </a:r>
                <a:endParaRPr kumimoji="0" lang="en-GB" sz="1600" b="0" i="0" u="none" strike="noStrike" kern="0" cap="none" spc="0" normalizeH="0" baseline="0" noProof="0">
                  <a:ln>
                    <a:noFill/>
                  </a:ln>
                  <a:solidFill>
                    <a:srgbClr val="DA291C"/>
                  </a:solidFill>
                  <a:effectLst/>
                  <a:uLnTx/>
                  <a:uFillTx/>
                  <a:latin typeface="Arial Narrow" panose="020B0606020202030204" pitchFamily="34" charset="0"/>
                  <a:ea typeface="+mn-ea"/>
                  <a:cs typeface="+mn-cs"/>
                </a:endParaRPr>
              </a:p>
            </p:txBody>
          </p:sp>
        </p:grpSp>
      </p:grpSp>
      <p:sp>
        <p:nvSpPr>
          <p:cNvPr id="42" name="Isosceles Triangle 4">
            <a:extLst>
              <a:ext uri="{FF2B5EF4-FFF2-40B4-BE49-F238E27FC236}">
                <a16:creationId xmlns:a16="http://schemas.microsoft.com/office/drawing/2014/main" id="{3CD9C420-B39E-4069-AB9C-C2F2217B193C}"/>
              </a:ext>
            </a:extLst>
          </p:cNvPr>
          <p:cNvSpPr/>
          <p:nvPr/>
        </p:nvSpPr>
        <p:spPr>
          <a:xfrm rot="10800000">
            <a:off x="3838930" y="2006845"/>
            <a:ext cx="1466140" cy="221707"/>
          </a:xfrm>
          <a:prstGeom prst="triangle">
            <a:avLst/>
          </a:prstGeom>
          <a:solidFill>
            <a:schemeClr val="bg1">
              <a:lumMod val="85000"/>
            </a:schemeClr>
          </a:solidFill>
          <a:ln w="25400" cap="flat" cmpd="sng" algn="ctr">
            <a:noFill/>
            <a:prstDash val="solid"/>
          </a:ln>
          <a:effectLst/>
          <a:extLst>
            <a:ext uri="{91240B29-F687-4F45-9708-019B960494DF}">
              <a14:hiddenLine xmlns:a14="http://schemas.microsoft.com/office/drawing/2010/main" w="25400" cap="flat" cmpd="sng" algn="ctr">
                <a:solidFill>
                  <a:prstClr val="black"/>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43" name="Isosceles Triangle 4">
            <a:extLst>
              <a:ext uri="{FF2B5EF4-FFF2-40B4-BE49-F238E27FC236}">
                <a16:creationId xmlns:a16="http://schemas.microsoft.com/office/drawing/2014/main" id="{9CE1AAB1-8A76-409E-B72B-38CFA3892953}"/>
              </a:ext>
            </a:extLst>
          </p:cNvPr>
          <p:cNvSpPr/>
          <p:nvPr/>
        </p:nvSpPr>
        <p:spPr>
          <a:xfrm rot="10800000">
            <a:off x="1357040" y="2006845"/>
            <a:ext cx="1466140" cy="221707"/>
          </a:xfrm>
          <a:prstGeom prst="triangle">
            <a:avLst/>
          </a:prstGeom>
          <a:solidFill>
            <a:schemeClr val="bg1">
              <a:lumMod val="85000"/>
            </a:schemeClr>
          </a:solidFill>
          <a:ln w="25400" cap="flat" cmpd="sng" algn="ctr">
            <a:noFill/>
            <a:prstDash val="solid"/>
          </a:ln>
          <a:effectLst/>
          <a:extLst>
            <a:ext uri="{91240B29-F687-4F45-9708-019B960494DF}">
              <a14:hiddenLine xmlns:a14="http://schemas.microsoft.com/office/drawing/2010/main" w="25400" cap="flat" cmpd="sng" algn="ctr">
                <a:solidFill>
                  <a:prstClr val="black"/>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44" name="Isosceles Triangle 4">
            <a:extLst>
              <a:ext uri="{FF2B5EF4-FFF2-40B4-BE49-F238E27FC236}">
                <a16:creationId xmlns:a16="http://schemas.microsoft.com/office/drawing/2014/main" id="{4C8AD800-04F0-43BB-A690-D3F9D06F44CF}"/>
              </a:ext>
            </a:extLst>
          </p:cNvPr>
          <p:cNvSpPr/>
          <p:nvPr/>
        </p:nvSpPr>
        <p:spPr>
          <a:xfrm rot="10800000">
            <a:off x="6320820" y="2006845"/>
            <a:ext cx="1466140" cy="221707"/>
          </a:xfrm>
          <a:prstGeom prst="triangle">
            <a:avLst/>
          </a:prstGeom>
          <a:solidFill>
            <a:schemeClr val="bg1">
              <a:lumMod val="85000"/>
            </a:schemeClr>
          </a:solidFill>
          <a:ln w="25400" cap="flat" cmpd="sng" algn="ctr">
            <a:noFill/>
            <a:prstDash val="solid"/>
          </a:ln>
          <a:effectLst/>
          <a:extLst>
            <a:ext uri="{91240B29-F687-4F45-9708-019B960494DF}">
              <a14:hiddenLine xmlns:a14="http://schemas.microsoft.com/office/drawing/2010/main" w="25400" cap="flat" cmpd="sng" algn="ctr">
                <a:solidFill>
                  <a:prstClr val="black"/>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grpSp>
        <p:nvGrpSpPr>
          <p:cNvPr id="49" name="Gruppo 48">
            <a:extLst>
              <a:ext uri="{FF2B5EF4-FFF2-40B4-BE49-F238E27FC236}">
                <a16:creationId xmlns:a16="http://schemas.microsoft.com/office/drawing/2014/main" id="{6984227C-8B7E-4AAF-9CB9-8D455851A01C}"/>
              </a:ext>
            </a:extLst>
          </p:cNvPr>
          <p:cNvGrpSpPr/>
          <p:nvPr/>
        </p:nvGrpSpPr>
        <p:grpSpPr>
          <a:xfrm>
            <a:off x="1820109" y="2478116"/>
            <a:ext cx="540000" cy="540000"/>
            <a:chOff x="3826933" y="2486988"/>
            <a:chExt cx="540000" cy="540000"/>
          </a:xfrm>
        </p:grpSpPr>
        <p:sp>
          <p:nvSpPr>
            <p:cNvPr id="51" name="Oval 37">
              <a:extLst>
                <a:ext uri="{FF2B5EF4-FFF2-40B4-BE49-F238E27FC236}">
                  <a16:creationId xmlns:a16="http://schemas.microsoft.com/office/drawing/2014/main" id="{03E7F479-0821-4F6C-8FCF-A55DCD7CD035}"/>
                </a:ext>
              </a:extLst>
            </p:cNvPr>
            <p:cNvSpPr/>
            <p:nvPr/>
          </p:nvSpPr>
          <p:spPr>
            <a:xfrm>
              <a:off x="3826933" y="2486988"/>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52" name="Graphic 85" descr="Lightbulb and gear">
              <a:extLst>
                <a:ext uri="{FF2B5EF4-FFF2-40B4-BE49-F238E27FC236}">
                  <a16:creationId xmlns:a16="http://schemas.microsoft.com/office/drawing/2014/main" id="{70E8EC88-07D2-421A-BB6F-708EB1C4D93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894433" y="2554489"/>
              <a:ext cx="405000" cy="404999"/>
            </a:xfrm>
            <a:prstGeom prst="rect">
              <a:avLst/>
            </a:prstGeom>
          </p:spPr>
        </p:pic>
      </p:grpSp>
      <p:sp>
        <p:nvSpPr>
          <p:cNvPr id="50" name="Rectangle 210">
            <a:extLst>
              <a:ext uri="{FF2B5EF4-FFF2-40B4-BE49-F238E27FC236}">
                <a16:creationId xmlns:a16="http://schemas.microsoft.com/office/drawing/2014/main" id="{D8EC29B2-3475-456C-BBF4-CE06B428FD40}"/>
              </a:ext>
            </a:extLst>
          </p:cNvPr>
          <p:cNvSpPr/>
          <p:nvPr/>
        </p:nvSpPr>
        <p:spPr>
          <a:xfrm>
            <a:off x="1038152" y="3106913"/>
            <a:ext cx="2103914" cy="1061829"/>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300"/>
              </a:spcAft>
              <a:buClr>
                <a:srgbClr val="DA291C"/>
              </a:buClr>
              <a:buSzTx/>
              <a:buFontTx/>
              <a:buNone/>
              <a:tabLst/>
              <a:defRPr/>
            </a:pPr>
            <a:r>
              <a:rPr kumimoji="0" lang="en-GB" sz="1400" b="1" i="0" u="none" strike="noStrike" kern="0" cap="none" spc="0" normalizeH="0" baseline="0" noProof="0">
                <a:ln>
                  <a:noFill/>
                </a:ln>
                <a:solidFill>
                  <a:srgbClr val="DA291C"/>
                </a:solidFill>
                <a:effectLst/>
                <a:uLnTx/>
                <a:uFillTx/>
                <a:latin typeface="Arial Narrow" panose="020B0606020202030204" pitchFamily="34" charset="0"/>
                <a:ea typeface="+mn-ea"/>
                <a:cs typeface="+mn-cs"/>
              </a:rPr>
              <a:t>Capabilities</a:t>
            </a:r>
            <a:endParaRPr kumimoji="0" lang="en-GB" sz="1400" b="0" i="0" u="none" strike="noStrike" kern="0" cap="none" spc="0" normalizeH="0" baseline="0" noProof="0">
              <a:ln>
                <a:noFill/>
              </a:ln>
              <a:solidFill>
                <a:srgbClr val="DA291C"/>
              </a:solidFill>
              <a:effectLst/>
              <a:uLnTx/>
              <a:uFillTx/>
              <a:latin typeface="Arial Narrow" panose="020B060602020203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It is a wide concept that describes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people skills and experiences</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in management, organization, process, knowledge and management</a:t>
            </a:r>
            <a:endPar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grpSp>
        <p:nvGrpSpPr>
          <p:cNvPr id="55" name="Gruppo 54">
            <a:extLst>
              <a:ext uri="{FF2B5EF4-FFF2-40B4-BE49-F238E27FC236}">
                <a16:creationId xmlns:a16="http://schemas.microsoft.com/office/drawing/2014/main" id="{306D805C-24EB-4923-8F67-969FCA1FAECE}"/>
              </a:ext>
            </a:extLst>
          </p:cNvPr>
          <p:cNvGrpSpPr/>
          <p:nvPr/>
        </p:nvGrpSpPr>
        <p:grpSpPr>
          <a:xfrm>
            <a:off x="4302000" y="2478116"/>
            <a:ext cx="540000" cy="540000"/>
            <a:chOff x="4777068" y="2486988"/>
            <a:chExt cx="540000" cy="540000"/>
          </a:xfrm>
        </p:grpSpPr>
        <p:sp>
          <p:nvSpPr>
            <p:cNvPr id="57" name="Oval 37">
              <a:extLst>
                <a:ext uri="{FF2B5EF4-FFF2-40B4-BE49-F238E27FC236}">
                  <a16:creationId xmlns:a16="http://schemas.microsoft.com/office/drawing/2014/main" id="{89126AC9-AF7F-421A-A0A0-D86352B9C6EE}"/>
                </a:ext>
              </a:extLst>
            </p:cNvPr>
            <p:cNvSpPr/>
            <p:nvPr/>
          </p:nvSpPr>
          <p:spPr>
            <a:xfrm>
              <a:off x="4777068" y="2486988"/>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58" name="Elemento grafico 57" descr="Tiro a segno con riempimento a tinta unita">
              <a:extLst>
                <a:ext uri="{FF2B5EF4-FFF2-40B4-BE49-F238E27FC236}">
                  <a16:creationId xmlns:a16="http://schemas.microsoft.com/office/drawing/2014/main" id="{96B9A047-6587-4D6C-AB8E-9C298A23708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43668" y="2553588"/>
              <a:ext cx="406800" cy="406800"/>
            </a:xfrm>
            <a:prstGeom prst="rect">
              <a:avLst/>
            </a:prstGeom>
          </p:spPr>
        </p:pic>
      </p:grpSp>
      <p:sp>
        <p:nvSpPr>
          <p:cNvPr id="56" name="Rectangle 210">
            <a:extLst>
              <a:ext uri="{FF2B5EF4-FFF2-40B4-BE49-F238E27FC236}">
                <a16:creationId xmlns:a16="http://schemas.microsoft.com/office/drawing/2014/main" id="{B28F4593-770D-4DE8-A1B6-409802546FF2}"/>
              </a:ext>
            </a:extLst>
          </p:cNvPr>
          <p:cNvSpPr/>
          <p:nvPr/>
        </p:nvSpPr>
        <p:spPr>
          <a:xfrm>
            <a:off x="3520043" y="3106913"/>
            <a:ext cx="2103914" cy="85408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300"/>
              </a:spcAft>
              <a:buClr>
                <a:srgbClr val="DA291C"/>
              </a:buClr>
              <a:buSzTx/>
              <a:buFontTx/>
              <a:buNone/>
              <a:tabLst/>
              <a:defRPr/>
            </a:pPr>
            <a:r>
              <a:rPr kumimoji="0" lang="en-GB" sz="1400" b="1" i="0" u="none" strike="noStrike" kern="0" cap="none" spc="0" normalizeH="0" baseline="0" noProof="0">
                <a:ln>
                  <a:noFill/>
                </a:ln>
                <a:solidFill>
                  <a:srgbClr val="DA291C"/>
                </a:solidFill>
                <a:effectLst/>
                <a:uLnTx/>
                <a:uFillTx/>
                <a:latin typeface="Arial Narrow" panose="020B0606020202030204" pitchFamily="34" charset="0"/>
                <a:ea typeface="+mn-ea"/>
                <a:cs typeface="+mn-cs"/>
              </a:rPr>
              <a:t>Specialized</a:t>
            </a:r>
            <a:endParaRPr kumimoji="0" lang="en-GB" sz="1400" b="0" i="0" u="none" strike="noStrike" kern="0" cap="none" spc="0" normalizeH="0" baseline="0" noProof="0">
              <a:ln>
                <a:noFill/>
              </a:ln>
              <a:solidFill>
                <a:srgbClr val="DA291C"/>
              </a:solidFill>
              <a:effectLst/>
              <a:uLnTx/>
              <a:uFillTx/>
              <a:latin typeface="Arial Narrow" panose="020B060602020203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Each part of an organization should always have its own specialism</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 “jack-of-all-trades” is a master of none</a:t>
            </a:r>
            <a:endPar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grpSp>
        <p:nvGrpSpPr>
          <p:cNvPr id="60" name="Group 27">
            <a:extLst>
              <a:ext uri="{FF2B5EF4-FFF2-40B4-BE49-F238E27FC236}">
                <a16:creationId xmlns:a16="http://schemas.microsoft.com/office/drawing/2014/main" id="{994010E4-93B4-4A00-A73C-FF44C34B4C1F}"/>
              </a:ext>
            </a:extLst>
          </p:cNvPr>
          <p:cNvGrpSpPr/>
          <p:nvPr/>
        </p:nvGrpSpPr>
        <p:grpSpPr>
          <a:xfrm>
            <a:off x="6783890" y="2478116"/>
            <a:ext cx="540000" cy="540000"/>
            <a:chOff x="3826933" y="3451032"/>
            <a:chExt cx="540000" cy="540000"/>
          </a:xfrm>
        </p:grpSpPr>
        <p:sp>
          <p:nvSpPr>
            <p:cNvPr id="62" name="Oval 37">
              <a:extLst>
                <a:ext uri="{FF2B5EF4-FFF2-40B4-BE49-F238E27FC236}">
                  <a16:creationId xmlns:a16="http://schemas.microsoft.com/office/drawing/2014/main" id="{50FF3D7D-074B-46D9-9B1A-32984CBE72F0}"/>
                </a:ext>
              </a:extLst>
            </p:cNvPr>
            <p:cNvSpPr/>
            <p:nvPr/>
          </p:nvSpPr>
          <p:spPr>
            <a:xfrm>
              <a:off x="3826933" y="3451032"/>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63" name="Graphic 31" descr="Connections with solid fill">
              <a:extLst>
                <a:ext uri="{FF2B5EF4-FFF2-40B4-BE49-F238E27FC236}">
                  <a16:creationId xmlns:a16="http://schemas.microsoft.com/office/drawing/2014/main" id="{6B89A307-22A3-4D18-A88C-2371C684749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893533" y="3517632"/>
              <a:ext cx="406800" cy="406800"/>
            </a:xfrm>
            <a:prstGeom prst="rect">
              <a:avLst/>
            </a:prstGeom>
          </p:spPr>
        </p:pic>
      </p:grpSp>
      <p:sp>
        <p:nvSpPr>
          <p:cNvPr id="61" name="Rectangle 210">
            <a:extLst>
              <a:ext uri="{FF2B5EF4-FFF2-40B4-BE49-F238E27FC236}">
                <a16:creationId xmlns:a16="http://schemas.microsoft.com/office/drawing/2014/main" id="{C02AA8BC-84DE-40C4-84D4-D86CEC6869C7}"/>
              </a:ext>
            </a:extLst>
          </p:cNvPr>
          <p:cNvSpPr/>
          <p:nvPr/>
        </p:nvSpPr>
        <p:spPr>
          <a:xfrm>
            <a:off x="6001933" y="3106913"/>
            <a:ext cx="2103914" cy="85408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300"/>
              </a:spcAft>
              <a:buClr>
                <a:srgbClr val="DA291C"/>
              </a:buClr>
              <a:buSzTx/>
              <a:buFontTx/>
              <a:buNone/>
              <a:tabLst/>
              <a:defRPr/>
            </a:pPr>
            <a:r>
              <a:rPr kumimoji="0" lang="en-GB" sz="1400" b="1" i="0" u="none" strike="noStrike" kern="0" cap="none" spc="0" normalizeH="0" baseline="0" noProof="0">
                <a:ln>
                  <a:noFill/>
                </a:ln>
                <a:solidFill>
                  <a:srgbClr val="DA291C"/>
                </a:solidFill>
                <a:effectLst/>
                <a:uLnTx/>
                <a:uFillTx/>
                <a:latin typeface="Arial Narrow" panose="020B0606020202030204" pitchFamily="34" charset="0"/>
                <a:ea typeface="+mn-ea"/>
                <a:cs typeface="+mn-cs"/>
              </a:rPr>
              <a:t>Solutions</a:t>
            </a:r>
            <a:endParaRPr kumimoji="0" lang="en-GB" sz="1400" b="0" i="0" u="none" strike="noStrike" kern="0" cap="none" spc="0" normalizeH="0" baseline="0" noProof="0">
              <a:ln>
                <a:noFill/>
              </a:ln>
              <a:solidFill>
                <a:srgbClr val="DA291C"/>
              </a:solidFill>
              <a:effectLst/>
              <a:uLnTx/>
              <a:uFillTx/>
              <a:latin typeface="Arial Narrow" panose="020B060602020203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IT services need to be developed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to support businesses in strategies and operations</a:t>
            </a:r>
            <a:endPar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7" name="Slide Number Placeholder 6">
            <a:extLst>
              <a:ext uri="{FF2B5EF4-FFF2-40B4-BE49-F238E27FC236}">
                <a16:creationId xmlns:a16="http://schemas.microsoft.com/office/drawing/2014/main" id="{FDB8F90C-E4F1-49A4-898B-6F5E15B7AFF9}"/>
              </a:ext>
            </a:extLst>
          </p:cNvPr>
          <p:cNvSpPr>
            <a:spLocks noGrp="1"/>
          </p:cNvSpPr>
          <p:nvPr>
            <p:ph type="sldNum" sz="quarter" idx="35"/>
          </p:nvPr>
        </p:nvSpPr>
        <p:spPr/>
        <p:txBody>
          <a:bodyPr/>
          <a:lstStyle/>
          <a:p>
            <a:fld id="{9C18EA95-C3D3-214C-9452-EF8527DBCD86}" type="slidenum">
              <a:rPr lang="it-IT" smtClean="0"/>
              <a:pPr/>
              <a:t>4</a:t>
            </a:fld>
            <a:endParaRPr lang="it-IT"/>
          </a:p>
        </p:txBody>
      </p:sp>
      <p:grpSp>
        <p:nvGrpSpPr>
          <p:cNvPr id="35" name="Group 49">
            <a:extLst>
              <a:ext uri="{FF2B5EF4-FFF2-40B4-BE49-F238E27FC236}">
                <a16:creationId xmlns:a16="http://schemas.microsoft.com/office/drawing/2014/main" id="{FCEBF9D6-FDFA-4597-A8BD-C28A599AEA32}"/>
              </a:ext>
            </a:extLst>
          </p:cNvPr>
          <p:cNvGrpSpPr/>
          <p:nvPr/>
        </p:nvGrpSpPr>
        <p:grpSpPr>
          <a:xfrm>
            <a:off x="6841340" y="4969080"/>
            <a:ext cx="108000" cy="108000"/>
            <a:chOff x="10130023" y="2277920"/>
            <a:chExt cx="1188000" cy="1188000"/>
          </a:xfrm>
          <a:solidFill>
            <a:schemeClr val="accent2">
              <a:lumMod val="20000"/>
              <a:lumOff val="80000"/>
            </a:schemeClr>
          </a:solidFill>
        </p:grpSpPr>
        <p:pic>
          <p:nvPicPr>
            <p:cNvPr id="39" name="Picture 51">
              <a:extLst>
                <a:ext uri="{FF2B5EF4-FFF2-40B4-BE49-F238E27FC236}">
                  <a16:creationId xmlns:a16="http://schemas.microsoft.com/office/drawing/2014/main" id="{76F0B7D3-FB99-4B74-8CA0-A7D13CA3C86C}"/>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40" name="Oval 17">
              <a:extLst>
                <a:ext uri="{FF2B5EF4-FFF2-40B4-BE49-F238E27FC236}">
                  <a16:creationId xmlns:a16="http://schemas.microsoft.com/office/drawing/2014/main" id="{CCE59E1A-D505-4D50-AFCF-9FE4914BA415}"/>
                </a:ext>
              </a:extLst>
            </p:cNvPr>
            <p:cNvSpPr/>
            <p:nvPr/>
          </p:nvSpPr>
          <p:spPr>
            <a:xfrm rot="5400000">
              <a:off x="10148023" y="2295920"/>
              <a:ext cx="1152000" cy="115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41" name="Google Shape;21;p4">
              <a:extLst>
                <a:ext uri="{FF2B5EF4-FFF2-40B4-BE49-F238E27FC236}">
                  <a16:creationId xmlns:a16="http://schemas.microsoft.com/office/drawing/2014/main" id="{639867B1-538D-4995-B2FA-3E1BF007DEE5}"/>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45" name="Rectangle 210">
            <a:extLst>
              <a:ext uri="{FF2B5EF4-FFF2-40B4-BE49-F238E27FC236}">
                <a16:creationId xmlns:a16="http://schemas.microsoft.com/office/drawing/2014/main" id="{201613BF-8159-4AB8-AAA4-30416989F69C}"/>
              </a:ext>
            </a:extLst>
          </p:cNvPr>
          <p:cNvSpPr/>
          <p:nvPr/>
        </p:nvSpPr>
        <p:spPr>
          <a:xfrm>
            <a:off x="6928298" y="4916723"/>
            <a:ext cx="2172905"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Subject to exam question</a:t>
            </a:r>
            <a:endPar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64" name="Rectangle 210">
            <a:extLst>
              <a:ext uri="{FF2B5EF4-FFF2-40B4-BE49-F238E27FC236}">
                <a16:creationId xmlns:a16="http://schemas.microsoft.com/office/drawing/2014/main" id="{8E2F4FD3-6DCD-4813-BAE9-816846CAFB50}"/>
              </a:ext>
            </a:extLst>
          </p:cNvPr>
          <p:cNvSpPr/>
          <p:nvPr/>
        </p:nvSpPr>
        <p:spPr>
          <a:xfrm>
            <a:off x="6403232" y="4912643"/>
            <a:ext cx="540000" cy="216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10816283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Key concepts of </a:t>
            </a:r>
            <a:r>
              <a:rPr lang="en-GB">
                <a:latin typeface="Arial Narrow" panose="020B0606020202030204" pitchFamily="34" charset="0"/>
              </a:rPr>
              <a:t>IT </a:t>
            </a:r>
            <a:r>
              <a:rPr lang="en-US">
                <a:latin typeface="Arial Narrow" panose="020B0606020202030204" pitchFamily="34" charset="0"/>
              </a:rPr>
              <a:t>Service Management | </a:t>
            </a:r>
            <a:r>
              <a:rPr lang="en-US">
                <a:solidFill>
                  <a:schemeClr val="accent3"/>
                </a:solidFill>
                <a:latin typeface="Arial Narrow" panose="020B0606020202030204" pitchFamily="34" charset="0"/>
              </a:rPr>
              <a:t>Service 1/2</a:t>
            </a:r>
            <a:r>
              <a:rPr lang="en-US">
                <a:latin typeface="Arial Narrow" panose="020B0606020202030204" pitchFamily="34" charset="0"/>
              </a:rPr>
              <a:t> </a:t>
            </a:r>
            <a:endParaRPr lang="en-GB">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p:txBody>
          <a:bodyPr/>
          <a:lstStyle/>
          <a:p>
            <a:r>
              <a:rPr lang="en-GB">
                <a:latin typeface="Arial Narrow" panose="020B0606020202030204" pitchFamily="34" charset="0"/>
              </a:rPr>
              <a:t>The service structure implies that customers look for the outcome of a deliverable instead of the details connected to the provided outputs</a:t>
            </a:r>
          </a:p>
        </p:txBody>
      </p:sp>
      <p:sp>
        <p:nvSpPr>
          <p:cNvPr id="38" name="Rounded Rectangle 38">
            <a:extLst>
              <a:ext uri="{FF2B5EF4-FFF2-40B4-BE49-F238E27FC236}">
                <a16:creationId xmlns:a16="http://schemas.microsoft.com/office/drawing/2014/main" id="{2AC9E625-96A9-4ABF-BA32-1E7234BA2C72}"/>
              </a:ext>
            </a:extLst>
          </p:cNvPr>
          <p:cNvSpPr>
            <a:spLocks noChangeArrowheads="1"/>
          </p:cNvSpPr>
          <p:nvPr/>
        </p:nvSpPr>
        <p:spPr bwMode="auto">
          <a:xfrm>
            <a:off x="1437864" y="3692804"/>
            <a:ext cx="3045566" cy="468000"/>
          </a:xfrm>
          <a:prstGeom prst="roundRect">
            <a:avLst>
              <a:gd name="adj" fmla="val 8452"/>
            </a:avLst>
          </a:prstGeom>
          <a:solidFill>
            <a:srgbClr val="FFFFFF"/>
          </a:solidFill>
          <a:ln w="12700" algn="ctr">
            <a:solidFill>
              <a:schemeClr val="accent1"/>
            </a:solidFill>
            <a:prstDash val="sysDot"/>
            <a:round/>
            <a:headEnd/>
            <a:tailEnd/>
          </a:ln>
        </p:spPr>
        <p:txBody>
          <a:bodyPr lIns="360000" tIns="0" rIns="36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GB"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Outcome</a:t>
            </a: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 is a result for a stakeholder enabled by one or more outputs </a:t>
            </a:r>
          </a:p>
        </p:txBody>
      </p:sp>
      <p:sp>
        <p:nvSpPr>
          <p:cNvPr id="46" name="Rounded Rectangle 38">
            <a:extLst>
              <a:ext uri="{FF2B5EF4-FFF2-40B4-BE49-F238E27FC236}">
                <a16:creationId xmlns:a16="http://schemas.microsoft.com/office/drawing/2014/main" id="{68DC401D-4BCB-4DBF-9037-2A1DC2DE520D}"/>
              </a:ext>
            </a:extLst>
          </p:cNvPr>
          <p:cNvSpPr>
            <a:spLocks noChangeArrowheads="1"/>
          </p:cNvSpPr>
          <p:nvPr/>
        </p:nvSpPr>
        <p:spPr bwMode="auto">
          <a:xfrm>
            <a:off x="4897344" y="3692804"/>
            <a:ext cx="3045566" cy="468000"/>
          </a:xfrm>
          <a:prstGeom prst="roundRect">
            <a:avLst>
              <a:gd name="adj" fmla="val 8452"/>
            </a:avLst>
          </a:prstGeom>
          <a:solidFill>
            <a:srgbClr val="FFFFFF"/>
          </a:solidFill>
          <a:ln w="12700" algn="ctr">
            <a:solidFill>
              <a:schemeClr val="accent1"/>
            </a:solidFill>
            <a:prstDash val="sysDot"/>
            <a:round/>
            <a:headEnd/>
            <a:tailEnd/>
          </a:ln>
        </p:spPr>
        <p:txBody>
          <a:bodyPr lIns="360000" tIns="0" rIns="36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GB"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Output</a:t>
            </a: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 is a tangible or intangible deliverable of an activity</a:t>
            </a:r>
          </a:p>
        </p:txBody>
      </p:sp>
      <p:sp>
        <p:nvSpPr>
          <p:cNvPr id="47" name="Oval 37">
            <a:extLst>
              <a:ext uri="{FF2B5EF4-FFF2-40B4-BE49-F238E27FC236}">
                <a16:creationId xmlns:a16="http://schemas.microsoft.com/office/drawing/2014/main" id="{821D86EF-0111-4AE7-8CE0-EE293E574DD1}"/>
              </a:ext>
            </a:extLst>
          </p:cNvPr>
          <p:cNvSpPr/>
          <p:nvPr/>
        </p:nvSpPr>
        <p:spPr>
          <a:xfrm>
            <a:off x="4660571" y="3656804"/>
            <a:ext cx="540000" cy="540000"/>
          </a:xfrm>
          <a:prstGeom prst="ellipse">
            <a:avLst/>
          </a:prstGeom>
          <a:solidFill>
            <a:schemeClr val="accent1"/>
          </a:solid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cxnSp>
        <p:nvCxnSpPr>
          <p:cNvPr id="55" name="Straight Connector 12">
            <a:extLst>
              <a:ext uri="{FF2B5EF4-FFF2-40B4-BE49-F238E27FC236}">
                <a16:creationId xmlns:a16="http://schemas.microsoft.com/office/drawing/2014/main" id="{93DDEDC0-BE9B-4544-B44C-71C79BD61512}"/>
              </a:ext>
            </a:extLst>
          </p:cNvPr>
          <p:cNvCxnSpPr>
            <a:cxnSpLocks/>
          </p:cNvCxnSpPr>
          <p:nvPr/>
        </p:nvCxnSpPr>
        <p:spPr>
          <a:xfrm>
            <a:off x="883564" y="3395385"/>
            <a:ext cx="737687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6" name="TextBox 11">
            <a:extLst>
              <a:ext uri="{FF2B5EF4-FFF2-40B4-BE49-F238E27FC236}">
                <a16:creationId xmlns:a16="http://schemas.microsoft.com/office/drawing/2014/main" id="{C0ED2B5A-BC1D-4EC1-A19B-9A6058466A9E}"/>
              </a:ext>
            </a:extLst>
          </p:cNvPr>
          <p:cNvSpPr txBox="1"/>
          <p:nvPr/>
        </p:nvSpPr>
        <p:spPr>
          <a:xfrm>
            <a:off x="3897446" y="3241497"/>
            <a:ext cx="1349108" cy="307777"/>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Definitions</a:t>
            </a:r>
            <a:endParaRPr kumimoji="0" lang="en-GB" sz="14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sp>
        <p:nvSpPr>
          <p:cNvPr id="68" name="Rectangle 210">
            <a:extLst>
              <a:ext uri="{FF2B5EF4-FFF2-40B4-BE49-F238E27FC236}">
                <a16:creationId xmlns:a16="http://schemas.microsoft.com/office/drawing/2014/main" id="{75859D08-E818-472E-9A8A-0773D43FDF2E}"/>
              </a:ext>
            </a:extLst>
          </p:cNvPr>
          <p:cNvSpPr/>
          <p:nvPr/>
        </p:nvSpPr>
        <p:spPr>
          <a:xfrm>
            <a:off x="291143" y="2243760"/>
            <a:ext cx="3442658" cy="600164"/>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
                <a:srgbClr val="DA291C"/>
              </a:buClr>
              <a:buSzTx/>
              <a:buFontTx/>
              <a:buNone/>
              <a:tabLst/>
              <a:defRPr/>
            </a:pP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Collaboration and Co-creation</a:t>
            </a:r>
            <a:endPar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a:p>
            <a:pPr marL="0" marR="0" lvl="0" indent="0" algn="r"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Providers should work with the consumers ensuring effective information sharing </a:t>
            </a:r>
            <a:endPar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69" name="Rectangle 210">
            <a:extLst>
              <a:ext uri="{FF2B5EF4-FFF2-40B4-BE49-F238E27FC236}">
                <a16:creationId xmlns:a16="http://schemas.microsoft.com/office/drawing/2014/main" id="{F23AB100-05BD-4E2E-98BB-4837220A7B43}"/>
              </a:ext>
            </a:extLst>
          </p:cNvPr>
          <p:cNvSpPr/>
          <p:nvPr/>
        </p:nvSpPr>
        <p:spPr>
          <a:xfrm>
            <a:off x="5410199" y="2243760"/>
            <a:ext cx="3258566" cy="60016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Specific</a:t>
            </a:r>
            <a:endPar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Each party should adopt a service mindset managing only their own risks</a:t>
            </a:r>
            <a:endPar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grpSp>
        <p:nvGrpSpPr>
          <p:cNvPr id="70" name="Gruppo 69">
            <a:extLst>
              <a:ext uri="{FF2B5EF4-FFF2-40B4-BE49-F238E27FC236}">
                <a16:creationId xmlns:a16="http://schemas.microsoft.com/office/drawing/2014/main" id="{F085FA97-8399-46F1-AAF3-DB8E954FA7EE}"/>
              </a:ext>
            </a:extLst>
          </p:cNvPr>
          <p:cNvGrpSpPr/>
          <p:nvPr/>
        </p:nvGrpSpPr>
        <p:grpSpPr>
          <a:xfrm>
            <a:off x="3826933" y="2273842"/>
            <a:ext cx="540000" cy="540000"/>
            <a:chOff x="3826933" y="2243148"/>
            <a:chExt cx="540000" cy="540000"/>
          </a:xfrm>
        </p:grpSpPr>
        <p:sp>
          <p:nvSpPr>
            <p:cNvPr id="74" name="Oval 37">
              <a:extLst>
                <a:ext uri="{FF2B5EF4-FFF2-40B4-BE49-F238E27FC236}">
                  <a16:creationId xmlns:a16="http://schemas.microsoft.com/office/drawing/2014/main" id="{BABD117F-27A7-4C4B-A34B-30195077DC36}"/>
                </a:ext>
              </a:extLst>
            </p:cNvPr>
            <p:cNvSpPr/>
            <p:nvPr/>
          </p:nvSpPr>
          <p:spPr>
            <a:xfrm>
              <a:off x="3826933" y="2243148"/>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75" name="Elemento grafico 74" descr="Cicli con persone con riempimento a tinta unita">
              <a:extLst>
                <a:ext uri="{FF2B5EF4-FFF2-40B4-BE49-F238E27FC236}">
                  <a16:creationId xmlns:a16="http://schemas.microsoft.com/office/drawing/2014/main" id="{F5F8E30C-B83A-4050-9F69-19F082EB280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93533" y="2309748"/>
              <a:ext cx="406800" cy="406800"/>
            </a:xfrm>
            <a:prstGeom prst="rect">
              <a:avLst/>
            </a:prstGeom>
          </p:spPr>
        </p:pic>
      </p:grpSp>
      <p:grpSp>
        <p:nvGrpSpPr>
          <p:cNvPr id="71" name="Gruppo 70">
            <a:extLst>
              <a:ext uri="{FF2B5EF4-FFF2-40B4-BE49-F238E27FC236}">
                <a16:creationId xmlns:a16="http://schemas.microsoft.com/office/drawing/2014/main" id="{30BD79FB-1C0F-439E-B60D-5C5A0F99C95E}"/>
              </a:ext>
            </a:extLst>
          </p:cNvPr>
          <p:cNvGrpSpPr/>
          <p:nvPr/>
        </p:nvGrpSpPr>
        <p:grpSpPr>
          <a:xfrm>
            <a:off x="4777068" y="2273842"/>
            <a:ext cx="540000" cy="540000"/>
            <a:chOff x="4777068" y="2243148"/>
            <a:chExt cx="540000" cy="540000"/>
          </a:xfrm>
        </p:grpSpPr>
        <p:sp>
          <p:nvSpPr>
            <p:cNvPr id="72" name="Oval 37">
              <a:extLst>
                <a:ext uri="{FF2B5EF4-FFF2-40B4-BE49-F238E27FC236}">
                  <a16:creationId xmlns:a16="http://schemas.microsoft.com/office/drawing/2014/main" id="{5F1AFB93-D7F3-4A23-A7AD-21E0ED37D0EC}"/>
                </a:ext>
              </a:extLst>
            </p:cNvPr>
            <p:cNvSpPr/>
            <p:nvPr/>
          </p:nvSpPr>
          <p:spPr>
            <a:xfrm>
              <a:off x="4777068" y="2243148"/>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73" name="Elemento grafico 72" descr="Filtro con riempimento a tinta unita">
              <a:extLst>
                <a:ext uri="{FF2B5EF4-FFF2-40B4-BE49-F238E27FC236}">
                  <a16:creationId xmlns:a16="http://schemas.microsoft.com/office/drawing/2014/main" id="{10179B55-D860-4306-B53D-07748350BB1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843668" y="2338323"/>
              <a:ext cx="406800" cy="406800"/>
            </a:xfrm>
            <a:prstGeom prst="rect">
              <a:avLst/>
            </a:prstGeom>
          </p:spPr>
        </p:pic>
      </p:grpSp>
      <p:sp>
        <p:nvSpPr>
          <p:cNvPr id="66" name="Rectangle 210">
            <a:extLst>
              <a:ext uri="{FF2B5EF4-FFF2-40B4-BE49-F238E27FC236}">
                <a16:creationId xmlns:a16="http://schemas.microsoft.com/office/drawing/2014/main" id="{9EDBA84D-8666-41C3-AB52-169313689F8E}"/>
              </a:ext>
            </a:extLst>
          </p:cNvPr>
          <p:cNvSpPr/>
          <p:nvPr/>
        </p:nvSpPr>
        <p:spPr>
          <a:xfrm>
            <a:off x="5368215" y="4916723"/>
            <a:ext cx="2172905"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Concept to be clearly understood</a:t>
            </a:r>
            <a:endPar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79" name="Rectangle 210">
            <a:extLst>
              <a:ext uri="{FF2B5EF4-FFF2-40B4-BE49-F238E27FC236}">
                <a16:creationId xmlns:a16="http://schemas.microsoft.com/office/drawing/2014/main" id="{7B2EA691-BFC4-49B1-8BAD-494009EB7190}"/>
              </a:ext>
            </a:extLst>
          </p:cNvPr>
          <p:cNvSpPr/>
          <p:nvPr/>
        </p:nvSpPr>
        <p:spPr>
          <a:xfrm>
            <a:off x="6928298" y="4916723"/>
            <a:ext cx="2172905"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Subject to exam question</a:t>
            </a:r>
            <a:endPar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grpSp>
        <p:nvGrpSpPr>
          <p:cNvPr id="10" name="Gruppo 9">
            <a:extLst>
              <a:ext uri="{FF2B5EF4-FFF2-40B4-BE49-F238E27FC236}">
                <a16:creationId xmlns:a16="http://schemas.microsoft.com/office/drawing/2014/main" id="{B809EF78-13FB-4090-9A59-73A82A14BC7B}"/>
              </a:ext>
            </a:extLst>
          </p:cNvPr>
          <p:cNvGrpSpPr/>
          <p:nvPr/>
        </p:nvGrpSpPr>
        <p:grpSpPr>
          <a:xfrm>
            <a:off x="1201091" y="3656804"/>
            <a:ext cx="540000" cy="540000"/>
            <a:chOff x="1201091" y="3681429"/>
            <a:chExt cx="540000" cy="540000"/>
          </a:xfrm>
        </p:grpSpPr>
        <p:sp>
          <p:nvSpPr>
            <p:cNvPr id="40" name="Oval 37">
              <a:extLst>
                <a:ext uri="{FF2B5EF4-FFF2-40B4-BE49-F238E27FC236}">
                  <a16:creationId xmlns:a16="http://schemas.microsoft.com/office/drawing/2014/main" id="{485DB11E-90A5-4F4B-A6B6-AD4FB9005E9F}"/>
                </a:ext>
              </a:extLst>
            </p:cNvPr>
            <p:cNvSpPr/>
            <p:nvPr/>
          </p:nvSpPr>
          <p:spPr>
            <a:xfrm>
              <a:off x="1201091" y="3681429"/>
              <a:ext cx="540000" cy="540000"/>
            </a:xfrm>
            <a:prstGeom prst="ellipse">
              <a:avLst/>
            </a:prstGeom>
            <a:solidFill>
              <a:schemeClr val="accent1"/>
            </a:solid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57" name="Elemento grafico 56" descr="Idea con riempimento a tinta unita">
              <a:extLst>
                <a:ext uri="{FF2B5EF4-FFF2-40B4-BE49-F238E27FC236}">
                  <a16:creationId xmlns:a16="http://schemas.microsoft.com/office/drawing/2014/main" id="{4662DE6A-393D-42FA-ABDC-116673D5C2E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71219" y="3730522"/>
              <a:ext cx="428400" cy="428400"/>
            </a:xfrm>
            <a:prstGeom prst="rect">
              <a:avLst/>
            </a:prstGeom>
          </p:spPr>
        </p:pic>
      </p:grpSp>
      <p:pic>
        <p:nvPicPr>
          <p:cNvPr id="59" name="Elemento grafico 58" descr="Idea con riempimento a tinta unita">
            <a:extLst>
              <a:ext uri="{FF2B5EF4-FFF2-40B4-BE49-F238E27FC236}">
                <a16:creationId xmlns:a16="http://schemas.microsoft.com/office/drawing/2014/main" id="{BF0B3CA7-E5FB-4D9A-80C7-9CAE298B7BA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30699" y="3705897"/>
            <a:ext cx="428400" cy="428400"/>
          </a:xfrm>
          <a:prstGeom prst="rect">
            <a:avLst/>
          </a:prstGeom>
        </p:spPr>
      </p:pic>
      <p:grpSp>
        <p:nvGrpSpPr>
          <p:cNvPr id="9" name="Gruppo 8">
            <a:extLst>
              <a:ext uri="{FF2B5EF4-FFF2-40B4-BE49-F238E27FC236}">
                <a16:creationId xmlns:a16="http://schemas.microsoft.com/office/drawing/2014/main" id="{CC6DC647-3498-4A14-BB36-DD62AAC4AEE1}"/>
              </a:ext>
            </a:extLst>
          </p:cNvPr>
          <p:cNvGrpSpPr/>
          <p:nvPr/>
        </p:nvGrpSpPr>
        <p:grpSpPr>
          <a:xfrm>
            <a:off x="5274329" y="4969080"/>
            <a:ext cx="108000" cy="108000"/>
            <a:chOff x="5184274" y="4913664"/>
            <a:chExt cx="180000" cy="180000"/>
          </a:xfrm>
        </p:grpSpPr>
        <p:sp>
          <p:nvSpPr>
            <p:cNvPr id="67" name="Oval 37">
              <a:extLst>
                <a:ext uri="{FF2B5EF4-FFF2-40B4-BE49-F238E27FC236}">
                  <a16:creationId xmlns:a16="http://schemas.microsoft.com/office/drawing/2014/main" id="{E37C8406-4BA6-42DD-BB5E-F175076CB1F9}"/>
                </a:ext>
              </a:extLst>
            </p:cNvPr>
            <p:cNvSpPr/>
            <p:nvPr/>
          </p:nvSpPr>
          <p:spPr>
            <a:xfrm>
              <a:off x="5184274" y="4913664"/>
              <a:ext cx="180000" cy="180000"/>
            </a:xfrm>
            <a:prstGeom prst="ellipse">
              <a:avLst/>
            </a:prstGeom>
            <a:solidFill>
              <a:schemeClr val="accent1"/>
            </a:solid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61" name="Elemento grafico 60" descr="Idea con riempimento a tinta unita">
              <a:extLst>
                <a:ext uri="{FF2B5EF4-FFF2-40B4-BE49-F238E27FC236}">
                  <a16:creationId xmlns:a16="http://schemas.microsoft.com/office/drawing/2014/main" id="{C493547D-50B0-40F8-BA22-8C8471088F8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208258" y="4928220"/>
              <a:ext cx="144000" cy="144000"/>
            </a:xfrm>
            <a:prstGeom prst="rect">
              <a:avLst/>
            </a:prstGeom>
          </p:spPr>
        </p:pic>
      </p:grpSp>
      <p:grpSp>
        <p:nvGrpSpPr>
          <p:cNvPr id="41" name="Group 49">
            <a:extLst>
              <a:ext uri="{FF2B5EF4-FFF2-40B4-BE49-F238E27FC236}">
                <a16:creationId xmlns:a16="http://schemas.microsoft.com/office/drawing/2014/main" id="{A8BF930F-4615-4C03-BBC5-A8B6D6B26D83}"/>
              </a:ext>
            </a:extLst>
          </p:cNvPr>
          <p:cNvGrpSpPr/>
          <p:nvPr/>
        </p:nvGrpSpPr>
        <p:grpSpPr>
          <a:xfrm>
            <a:off x="6841340" y="4969080"/>
            <a:ext cx="108000" cy="108000"/>
            <a:chOff x="10130023" y="2277920"/>
            <a:chExt cx="1188000" cy="1188000"/>
          </a:xfrm>
          <a:solidFill>
            <a:schemeClr val="accent2">
              <a:lumMod val="20000"/>
              <a:lumOff val="80000"/>
            </a:schemeClr>
          </a:solidFill>
        </p:grpSpPr>
        <p:pic>
          <p:nvPicPr>
            <p:cNvPr id="42" name="Picture 51">
              <a:extLst>
                <a:ext uri="{FF2B5EF4-FFF2-40B4-BE49-F238E27FC236}">
                  <a16:creationId xmlns:a16="http://schemas.microsoft.com/office/drawing/2014/main" id="{A292C40F-19CE-40E2-9FFF-AD826DF08900}"/>
                </a:ext>
              </a:extLst>
            </p:cNvPr>
            <p:cNvPicPr>
              <a:picLocks noChangeAspect="1"/>
            </p:cNvPicPr>
            <p:nvPr/>
          </p:nvPicPr>
          <p:blipFill>
            <a:blip r:embed="rId9" cstate="print">
              <a:duotone>
                <a:schemeClr val="accent5">
                  <a:shade val="45000"/>
                  <a:satMod val="135000"/>
                </a:schemeClr>
                <a:prstClr val="white"/>
              </a:duotone>
              <a:extLst>
                <a:ext uri="{BEBA8EAE-BF5A-486C-A8C5-ECC9F3942E4B}">
                  <a14:imgProps xmlns:a14="http://schemas.microsoft.com/office/drawing/2010/main">
                    <a14:imgLayer r:embed="rId10">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43" name="Oval 17">
              <a:extLst>
                <a:ext uri="{FF2B5EF4-FFF2-40B4-BE49-F238E27FC236}">
                  <a16:creationId xmlns:a16="http://schemas.microsoft.com/office/drawing/2014/main" id="{D0DA8158-900E-49F1-989F-536A4546EDF0}"/>
                </a:ext>
              </a:extLst>
            </p:cNvPr>
            <p:cNvSpPr/>
            <p:nvPr/>
          </p:nvSpPr>
          <p:spPr>
            <a:xfrm rot="5400000">
              <a:off x="10148023" y="2295920"/>
              <a:ext cx="1152000" cy="115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45" name="Google Shape;21;p4">
              <a:extLst>
                <a:ext uri="{FF2B5EF4-FFF2-40B4-BE49-F238E27FC236}">
                  <a16:creationId xmlns:a16="http://schemas.microsoft.com/office/drawing/2014/main" id="{5C98FB69-1663-40EC-8039-263ECC6A04EA}"/>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grpSp>
        <p:nvGrpSpPr>
          <p:cNvPr id="44" name="Gruppo 43">
            <a:extLst>
              <a:ext uri="{FF2B5EF4-FFF2-40B4-BE49-F238E27FC236}">
                <a16:creationId xmlns:a16="http://schemas.microsoft.com/office/drawing/2014/main" id="{0ED117A0-7FF4-4674-9E26-85350B9E0F37}"/>
              </a:ext>
            </a:extLst>
          </p:cNvPr>
          <p:cNvGrpSpPr/>
          <p:nvPr/>
        </p:nvGrpSpPr>
        <p:grpSpPr>
          <a:xfrm>
            <a:off x="445718" y="968977"/>
            <a:ext cx="8252565" cy="946657"/>
            <a:chOff x="51618" y="1049897"/>
            <a:chExt cx="8252565" cy="946657"/>
          </a:xfrm>
        </p:grpSpPr>
        <p:sp>
          <p:nvSpPr>
            <p:cNvPr id="49" name="Rounded Rectangle 38">
              <a:extLst>
                <a:ext uri="{FF2B5EF4-FFF2-40B4-BE49-F238E27FC236}">
                  <a16:creationId xmlns:a16="http://schemas.microsoft.com/office/drawing/2014/main" id="{6D2AA14C-E758-4C40-A2CB-4C0255B50AD1}"/>
                </a:ext>
              </a:extLst>
            </p:cNvPr>
            <p:cNvSpPr>
              <a:spLocks noChangeArrowheads="1"/>
            </p:cNvSpPr>
            <p:nvPr/>
          </p:nvSpPr>
          <p:spPr bwMode="auto">
            <a:xfrm>
              <a:off x="839817" y="1208249"/>
              <a:ext cx="7464366" cy="629953"/>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A </a:t>
              </a:r>
              <a:r>
                <a:rPr kumimoji="0" lang="en-GB"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service</a:t>
              </a: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 is a means of enabling value-creation by facilitating outcomes that customers want to achieve, without the customers having to manage specific costs and risks</a:t>
              </a:r>
              <a:r>
                <a:rPr kumimoji="0" lang="en-GB"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 </a:t>
              </a:r>
              <a:endPar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endParaRPr>
            </a:p>
          </p:txBody>
        </p:sp>
        <p:grpSp>
          <p:nvGrpSpPr>
            <p:cNvPr id="50" name="Gruppo 49">
              <a:extLst>
                <a:ext uri="{FF2B5EF4-FFF2-40B4-BE49-F238E27FC236}">
                  <a16:creationId xmlns:a16="http://schemas.microsoft.com/office/drawing/2014/main" id="{D88CD4C9-FFF9-4BA7-99AE-C3AA56BC5D5A}"/>
                </a:ext>
              </a:extLst>
            </p:cNvPr>
            <p:cNvGrpSpPr/>
            <p:nvPr/>
          </p:nvGrpSpPr>
          <p:grpSpPr>
            <a:xfrm>
              <a:off x="51618" y="1049897"/>
              <a:ext cx="946657" cy="946657"/>
              <a:chOff x="248720" y="1049897"/>
              <a:chExt cx="946657" cy="946657"/>
            </a:xfrm>
          </p:grpSpPr>
          <p:grpSp>
            <p:nvGrpSpPr>
              <p:cNvPr id="51" name="Group 15">
                <a:extLst>
                  <a:ext uri="{FF2B5EF4-FFF2-40B4-BE49-F238E27FC236}">
                    <a16:creationId xmlns:a16="http://schemas.microsoft.com/office/drawing/2014/main" id="{2C00BFE1-B29D-4948-B6A2-D6D1A755CA92}"/>
                  </a:ext>
                </a:extLst>
              </p:cNvPr>
              <p:cNvGrpSpPr/>
              <p:nvPr/>
            </p:nvGrpSpPr>
            <p:grpSpPr>
              <a:xfrm>
                <a:off x="248720" y="1049897"/>
                <a:ext cx="946657" cy="946657"/>
                <a:chOff x="10130023" y="2277920"/>
                <a:chExt cx="1188000" cy="1188000"/>
              </a:xfrm>
              <a:solidFill>
                <a:schemeClr val="accent2">
                  <a:lumMod val="20000"/>
                  <a:lumOff val="80000"/>
                </a:schemeClr>
              </a:solidFill>
            </p:grpSpPr>
            <p:pic>
              <p:nvPicPr>
                <p:cNvPr id="53" name="Picture 16">
                  <a:extLst>
                    <a:ext uri="{FF2B5EF4-FFF2-40B4-BE49-F238E27FC236}">
                      <a16:creationId xmlns:a16="http://schemas.microsoft.com/office/drawing/2014/main" id="{40086634-5A70-4DEF-BC66-C6ECB0AFE3E7}"/>
                    </a:ext>
                  </a:extLst>
                </p:cNvPr>
                <p:cNvPicPr>
                  <a:picLocks noChangeAspect="1"/>
                </p:cNvPicPr>
                <p:nvPr/>
              </p:nvPicPr>
              <p:blipFill>
                <a:blip r:embed="rId9" cstate="print">
                  <a:duotone>
                    <a:schemeClr val="accent5">
                      <a:shade val="45000"/>
                      <a:satMod val="135000"/>
                    </a:schemeClr>
                    <a:prstClr val="white"/>
                  </a:duotone>
                  <a:extLst>
                    <a:ext uri="{BEBA8EAE-BF5A-486C-A8C5-ECC9F3942E4B}">
                      <a14:imgProps xmlns:a14="http://schemas.microsoft.com/office/drawing/2010/main">
                        <a14:imgLayer r:embed="rId10">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64" name="Oval 17">
                  <a:extLst>
                    <a:ext uri="{FF2B5EF4-FFF2-40B4-BE49-F238E27FC236}">
                      <a16:creationId xmlns:a16="http://schemas.microsoft.com/office/drawing/2014/main" id="{F640142F-0222-4D0E-8327-4758283D075B}"/>
                    </a:ext>
                  </a:extLst>
                </p:cNvPr>
                <p:cNvSpPr/>
                <p:nvPr/>
              </p:nvSpPr>
              <p:spPr>
                <a:xfrm rot="5400000">
                  <a:off x="10148023" y="2295920"/>
                  <a:ext cx="1152000" cy="115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65" name="Google Shape;21;p4">
                  <a:extLst>
                    <a:ext uri="{FF2B5EF4-FFF2-40B4-BE49-F238E27FC236}">
                      <a16:creationId xmlns:a16="http://schemas.microsoft.com/office/drawing/2014/main" id="{B1A1F79B-3665-4BCD-96EF-E712C0315B95}"/>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52" name="Rectangle 210">
                <a:extLst>
                  <a:ext uri="{FF2B5EF4-FFF2-40B4-BE49-F238E27FC236}">
                    <a16:creationId xmlns:a16="http://schemas.microsoft.com/office/drawing/2014/main" id="{C535E00D-BD0C-489A-A922-D6D277F49786}"/>
                  </a:ext>
                </a:extLst>
              </p:cNvPr>
              <p:cNvSpPr/>
              <p:nvPr/>
            </p:nvSpPr>
            <p:spPr>
              <a:xfrm>
                <a:off x="291143" y="1353948"/>
                <a:ext cx="861811"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600" b="1" i="0" u="none" strike="noStrike" kern="0" cap="none" spc="0" normalizeH="0" baseline="0" noProof="0">
                    <a:ln>
                      <a:noFill/>
                    </a:ln>
                    <a:solidFill>
                      <a:srgbClr val="DA291C"/>
                    </a:solidFill>
                    <a:effectLst/>
                    <a:uLnTx/>
                    <a:uFillTx/>
                    <a:latin typeface="Arial Narrow" panose="020B0606020202030204" pitchFamily="34" charset="0"/>
                    <a:ea typeface="+mn-ea"/>
                    <a:cs typeface="+mn-cs"/>
                  </a:rPr>
                  <a:t>!!!</a:t>
                </a:r>
                <a:endParaRPr kumimoji="0" lang="en-GB" sz="1600" b="0" i="0" u="none" strike="noStrike" kern="0" cap="none" spc="0" normalizeH="0" baseline="0" noProof="0">
                  <a:ln>
                    <a:noFill/>
                  </a:ln>
                  <a:solidFill>
                    <a:srgbClr val="DA291C"/>
                  </a:solidFill>
                  <a:effectLst/>
                  <a:uLnTx/>
                  <a:uFillTx/>
                  <a:latin typeface="Arial Narrow" panose="020B0606020202030204" pitchFamily="34" charset="0"/>
                  <a:ea typeface="+mn-ea"/>
                  <a:cs typeface="+mn-cs"/>
                </a:endParaRPr>
              </a:p>
            </p:txBody>
          </p:sp>
        </p:grpSp>
      </p:grpSp>
      <p:sp>
        <p:nvSpPr>
          <p:cNvPr id="6" name="Slide Number Placeholder 5">
            <a:extLst>
              <a:ext uri="{FF2B5EF4-FFF2-40B4-BE49-F238E27FC236}">
                <a16:creationId xmlns:a16="http://schemas.microsoft.com/office/drawing/2014/main" id="{DE11833D-5722-4A35-8DE4-372A36B538D8}"/>
              </a:ext>
            </a:extLst>
          </p:cNvPr>
          <p:cNvSpPr>
            <a:spLocks noGrp="1"/>
          </p:cNvSpPr>
          <p:nvPr>
            <p:ph type="sldNum" sz="quarter" idx="35"/>
          </p:nvPr>
        </p:nvSpPr>
        <p:spPr/>
        <p:txBody>
          <a:bodyPr/>
          <a:lstStyle/>
          <a:p>
            <a:fld id="{9C18EA95-C3D3-214C-9452-EF8527DBCD86}" type="slidenum">
              <a:rPr lang="it-IT" smtClean="0"/>
              <a:pPr/>
              <a:t>5</a:t>
            </a:fld>
            <a:endParaRPr lang="it-IT"/>
          </a:p>
        </p:txBody>
      </p:sp>
      <p:sp>
        <p:nvSpPr>
          <p:cNvPr id="54" name="Rectangle 210">
            <a:extLst>
              <a:ext uri="{FF2B5EF4-FFF2-40B4-BE49-F238E27FC236}">
                <a16:creationId xmlns:a16="http://schemas.microsoft.com/office/drawing/2014/main" id="{6234FF9F-C117-48A6-876D-D32F6DE6DA42}"/>
              </a:ext>
            </a:extLst>
          </p:cNvPr>
          <p:cNvSpPr/>
          <p:nvPr/>
        </p:nvSpPr>
        <p:spPr>
          <a:xfrm>
            <a:off x="483859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2383481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Key concepts of </a:t>
            </a:r>
            <a:r>
              <a:rPr lang="en-GB">
                <a:latin typeface="Arial Narrow" panose="020B0606020202030204" pitchFamily="34" charset="0"/>
              </a:rPr>
              <a:t>IT </a:t>
            </a:r>
            <a:r>
              <a:rPr lang="en-US">
                <a:latin typeface="Arial Narrow" panose="020B0606020202030204" pitchFamily="34" charset="0"/>
              </a:rPr>
              <a:t>Service Management | </a:t>
            </a:r>
            <a:r>
              <a:rPr lang="en-US">
                <a:solidFill>
                  <a:schemeClr val="accent3"/>
                </a:solidFill>
                <a:latin typeface="Arial Narrow" panose="020B0606020202030204" pitchFamily="34" charset="0"/>
              </a:rPr>
              <a:t>Service 2/2</a:t>
            </a:r>
            <a:endParaRPr lang="en-GB">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p:txBody>
          <a:bodyPr/>
          <a:lstStyle/>
          <a:p>
            <a:r>
              <a:rPr lang="en-GB">
                <a:latin typeface="Arial Narrow" panose="020B0606020202030204" pitchFamily="34" charset="0"/>
              </a:rPr>
              <a:t>The outcomes supported and the costs and the risks removed should exceed the costs and risks introduced by a service. If this happens, then the service is valuable </a:t>
            </a:r>
          </a:p>
        </p:txBody>
      </p:sp>
      <p:sp>
        <p:nvSpPr>
          <p:cNvPr id="30" name="Isosceles Triangle 4">
            <a:extLst>
              <a:ext uri="{FF2B5EF4-FFF2-40B4-BE49-F238E27FC236}">
                <a16:creationId xmlns:a16="http://schemas.microsoft.com/office/drawing/2014/main" id="{410C74DD-00F3-41CF-9014-D407A4968FB4}"/>
              </a:ext>
            </a:extLst>
          </p:cNvPr>
          <p:cNvSpPr/>
          <p:nvPr/>
        </p:nvSpPr>
        <p:spPr>
          <a:xfrm rot="5400000">
            <a:off x="3824506" y="2627466"/>
            <a:ext cx="1466140" cy="221707"/>
          </a:xfrm>
          <a:prstGeom prst="triangle">
            <a:avLst/>
          </a:prstGeom>
          <a:solidFill>
            <a:schemeClr val="bg1">
              <a:lumMod val="85000"/>
            </a:schemeClr>
          </a:solidFill>
          <a:ln w="25400" cap="flat" cmpd="sng" algn="ctr">
            <a:noFill/>
            <a:prstDash val="solid"/>
          </a:ln>
          <a:effectLst/>
          <a:extLst>
            <a:ext uri="{91240B29-F687-4F45-9708-019B960494DF}">
              <a14:hiddenLine xmlns:a14="http://schemas.microsoft.com/office/drawing/2010/main" w="25400" cap="flat" cmpd="sng" algn="ctr">
                <a:solidFill>
                  <a:prstClr val="black"/>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26" name="Rectangle 210">
            <a:extLst>
              <a:ext uri="{FF2B5EF4-FFF2-40B4-BE49-F238E27FC236}">
                <a16:creationId xmlns:a16="http://schemas.microsoft.com/office/drawing/2014/main" id="{3B1CF7EC-990E-4C78-BF3C-6D49A6320E7E}"/>
              </a:ext>
            </a:extLst>
          </p:cNvPr>
          <p:cNvSpPr/>
          <p:nvPr/>
        </p:nvSpPr>
        <p:spPr>
          <a:xfrm>
            <a:off x="343925" y="3885801"/>
            <a:ext cx="4029645" cy="677108"/>
          </a:xfrm>
          <a:prstGeom prst="rect">
            <a:avLst/>
          </a:prstGeom>
        </p:spPr>
        <p:txBody>
          <a:bodyPr wrap="square">
            <a:spAutoFit/>
          </a:bodyPr>
          <a:lstStyle/>
          <a:p>
            <a:pPr marL="171450" marR="0" lvl="0" indent="-171450" algn="l" defTabSz="914400" rtl="0" eaLnBrk="1" fontAlgn="auto" latinLnBrk="0" hangingPunct="1">
              <a:lnSpc>
                <a:spcPct val="100000"/>
              </a:lnSpc>
              <a:spcBef>
                <a:spcPts val="300"/>
              </a:spcBef>
              <a:spcAft>
                <a:spcPts val="300"/>
              </a:spcAft>
              <a:buClr>
                <a:srgbClr val="DA291C"/>
              </a:buClr>
              <a:buSzTx/>
              <a:buFont typeface="Wingdings" panose="05000000000000000000" pitchFamily="2" charset="2"/>
              <a:buChar char="§"/>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 correct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evaluation of pros and cons, </a:t>
            </a:r>
            <a:r>
              <a:rPr kumimoji="0" lang="en-GB" sz="1100" i="0" u="none" strike="noStrike" kern="0" cap="none" spc="0" normalizeH="0" baseline="0" noProof="0">
                <a:ln>
                  <a:noFill/>
                </a:ln>
                <a:solidFill>
                  <a:srgbClr val="0C2340"/>
                </a:solidFill>
                <a:effectLst/>
                <a:uLnTx/>
                <a:uFillTx/>
                <a:latin typeface="Arial Narrow" panose="020B0606020202030204" pitchFamily="34" charset="0"/>
                <a:ea typeface="+mn-ea"/>
                <a:cs typeface="+mn-cs"/>
              </a:rPr>
              <a:t>in terms of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outcomes, risks and costs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must be always performed </a:t>
            </a:r>
            <a:endPar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a:p>
            <a:pPr marL="171450" marR="0" lvl="0" indent="-171450" algn="l" defTabSz="914400" rtl="0" eaLnBrk="1" fontAlgn="auto" latinLnBrk="0" hangingPunct="1">
              <a:lnSpc>
                <a:spcPct val="100000"/>
              </a:lnSpc>
              <a:spcBef>
                <a:spcPts val="300"/>
              </a:spcBef>
              <a:spcAft>
                <a:spcPts val="300"/>
              </a:spcAft>
              <a:buClr>
                <a:srgbClr val="DA291C"/>
              </a:buClr>
              <a:buSzTx/>
              <a:buFont typeface="Wingdings" panose="05000000000000000000" pitchFamily="2" charset="2"/>
              <a:buChar char="§"/>
              <a:tabLst/>
              <a:defRPr/>
            </a:pP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Cost driven approaches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may not capture the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real value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of the service </a:t>
            </a:r>
          </a:p>
        </p:txBody>
      </p:sp>
      <p:grpSp>
        <p:nvGrpSpPr>
          <p:cNvPr id="4" name="Group 3">
            <a:extLst>
              <a:ext uri="{FF2B5EF4-FFF2-40B4-BE49-F238E27FC236}">
                <a16:creationId xmlns:a16="http://schemas.microsoft.com/office/drawing/2014/main" id="{E4421819-4307-45D8-A2D2-BDC2FD8E51C7}"/>
              </a:ext>
            </a:extLst>
          </p:cNvPr>
          <p:cNvGrpSpPr/>
          <p:nvPr/>
        </p:nvGrpSpPr>
        <p:grpSpPr>
          <a:xfrm>
            <a:off x="940189" y="1100128"/>
            <a:ext cx="2837115" cy="2411981"/>
            <a:chOff x="1144921" y="1329818"/>
            <a:chExt cx="2837115" cy="2411981"/>
          </a:xfrm>
        </p:grpSpPr>
        <p:sp>
          <p:nvSpPr>
            <p:cNvPr id="18" name="Scale6" descr="{&quot;Key&quot;:&quot;POWER_USER_SHAPE_ICON&quot;,&quot;Value&quot;:&quot;POWER_USER_SHAPE_ICON_STYLE_1&quot;}">
              <a:extLst>
                <a:ext uri="{FF2B5EF4-FFF2-40B4-BE49-F238E27FC236}">
                  <a16:creationId xmlns:a16="http://schemas.microsoft.com/office/drawing/2014/main" id="{DBECEA4C-58B5-42DE-8E69-5E56D7A4F0EF}"/>
                </a:ext>
              </a:extLst>
            </p:cNvPr>
            <p:cNvSpPr>
              <a:spLocks noChangeAspect="1" noEditPoints="1"/>
            </p:cNvSpPr>
            <p:nvPr>
              <p:custDataLst>
                <p:tags r:id="rId1"/>
              </p:custDataLst>
            </p:nvPr>
          </p:nvSpPr>
          <p:spPr bwMode="auto">
            <a:xfrm>
              <a:off x="1144921" y="1329818"/>
              <a:ext cx="2813574" cy="2411981"/>
            </a:xfrm>
            <a:custGeom>
              <a:avLst/>
              <a:gdLst>
                <a:gd name="T0" fmla="*/ 715 w 3993"/>
                <a:gd name="T1" fmla="*/ 0 h 3507"/>
                <a:gd name="T2" fmla="*/ 1708 w 3993"/>
                <a:gd name="T3" fmla="*/ 240 h 3507"/>
                <a:gd name="T4" fmla="*/ 2022 w 3993"/>
                <a:gd name="T5" fmla="*/ 69 h 3507"/>
                <a:gd name="T6" fmla="*/ 2395 w 3993"/>
                <a:gd name="T7" fmla="*/ 405 h 3507"/>
                <a:gd name="T8" fmla="*/ 3388 w 3993"/>
                <a:gd name="T9" fmla="*/ 645 h 3507"/>
                <a:gd name="T10" fmla="*/ 3330 w 3993"/>
                <a:gd name="T11" fmla="*/ 888 h 3507"/>
                <a:gd name="T12" fmla="*/ 3210 w 3993"/>
                <a:gd name="T13" fmla="*/ 859 h 3507"/>
                <a:gd name="T14" fmla="*/ 3786 w 3993"/>
                <a:gd name="T15" fmla="*/ 2147 h 3507"/>
                <a:gd name="T16" fmla="*/ 3993 w 3993"/>
                <a:gd name="T17" fmla="*/ 2147 h 3507"/>
                <a:gd name="T18" fmla="*/ 3556 w 3993"/>
                <a:gd name="T19" fmla="*/ 2562 h 3507"/>
                <a:gd name="T20" fmla="*/ 2681 w 3993"/>
                <a:gd name="T21" fmla="*/ 2562 h 3507"/>
                <a:gd name="T22" fmla="*/ 2243 w 3993"/>
                <a:gd name="T23" fmla="*/ 2147 h 3507"/>
                <a:gd name="T24" fmla="*/ 2451 w 3993"/>
                <a:gd name="T25" fmla="*/ 2147 h 3507"/>
                <a:gd name="T26" fmla="*/ 3045 w 3993"/>
                <a:gd name="T27" fmla="*/ 819 h 3507"/>
                <a:gd name="T28" fmla="*/ 2337 w 3993"/>
                <a:gd name="T29" fmla="*/ 648 h 3507"/>
                <a:gd name="T30" fmla="*/ 2147 w 3993"/>
                <a:gd name="T31" fmla="*/ 797 h 3507"/>
                <a:gd name="T32" fmla="*/ 2147 w 3993"/>
                <a:gd name="T33" fmla="*/ 3007 h 3507"/>
                <a:gd name="T34" fmla="*/ 3772 w 3993"/>
                <a:gd name="T35" fmla="*/ 3007 h 3507"/>
                <a:gd name="T36" fmla="*/ 3772 w 3993"/>
                <a:gd name="T37" fmla="*/ 3507 h 3507"/>
                <a:gd name="T38" fmla="*/ 272 w 3993"/>
                <a:gd name="T39" fmla="*/ 3507 h 3507"/>
                <a:gd name="T40" fmla="*/ 272 w 3993"/>
                <a:gd name="T41" fmla="*/ 3007 h 3507"/>
                <a:gd name="T42" fmla="*/ 1897 w 3993"/>
                <a:gd name="T43" fmla="*/ 3007 h 3507"/>
                <a:gd name="T44" fmla="*/ 1897 w 3993"/>
                <a:gd name="T45" fmla="*/ 797 h 3507"/>
                <a:gd name="T46" fmla="*/ 1649 w 3993"/>
                <a:gd name="T47" fmla="*/ 483 h 3507"/>
                <a:gd name="T48" fmla="*/ 958 w 3993"/>
                <a:gd name="T49" fmla="*/ 316 h 3507"/>
                <a:gd name="T50" fmla="*/ 1538 w 3993"/>
                <a:gd name="T51" fmla="*/ 1611 h 3507"/>
                <a:gd name="T52" fmla="*/ 1750 w 3993"/>
                <a:gd name="T53" fmla="*/ 1611 h 3507"/>
                <a:gd name="T54" fmla="*/ 1312 w 3993"/>
                <a:gd name="T55" fmla="*/ 2025 h 3507"/>
                <a:gd name="T56" fmla="*/ 437 w 3993"/>
                <a:gd name="T57" fmla="*/ 2025 h 3507"/>
                <a:gd name="T58" fmla="*/ 0 w 3993"/>
                <a:gd name="T59" fmla="*/ 1611 h 3507"/>
                <a:gd name="T60" fmla="*/ 229 w 3993"/>
                <a:gd name="T61" fmla="*/ 1611 h 3507"/>
                <a:gd name="T62" fmla="*/ 823 w 3993"/>
                <a:gd name="T63" fmla="*/ 284 h 3507"/>
                <a:gd name="T64" fmla="*/ 656 w 3993"/>
                <a:gd name="T65" fmla="*/ 243 h 3507"/>
                <a:gd name="T66" fmla="*/ 715 w 3993"/>
                <a:gd name="T67" fmla="*/ 0 h 3507"/>
                <a:gd name="T68" fmla="*/ 883 w 3993"/>
                <a:gd name="T69" fmla="*/ 455 h 3507"/>
                <a:gd name="T70" fmla="*/ 366 w 3993"/>
                <a:gd name="T71" fmla="*/ 1611 h 3507"/>
                <a:gd name="T72" fmla="*/ 875 w 3993"/>
                <a:gd name="T73" fmla="*/ 1611 h 3507"/>
                <a:gd name="T74" fmla="*/ 1401 w 3993"/>
                <a:gd name="T75" fmla="*/ 1611 h 3507"/>
                <a:gd name="T76" fmla="*/ 883 w 3993"/>
                <a:gd name="T77" fmla="*/ 455 h 3507"/>
                <a:gd name="T78" fmla="*/ 3119 w 3993"/>
                <a:gd name="T79" fmla="*/ 961 h 3507"/>
                <a:gd name="T80" fmla="*/ 2588 w 3993"/>
                <a:gd name="T81" fmla="*/ 2147 h 3507"/>
                <a:gd name="T82" fmla="*/ 3118 w 3993"/>
                <a:gd name="T83" fmla="*/ 2147 h 3507"/>
                <a:gd name="T84" fmla="*/ 3649 w 3993"/>
                <a:gd name="T85" fmla="*/ 2147 h 3507"/>
                <a:gd name="T86" fmla="*/ 3119 w 3993"/>
                <a:gd name="T87" fmla="*/ 961 h 3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993" h="3507">
                  <a:moveTo>
                    <a:pt x="715" y="0"/>
                  </a:moveTo>
                  <a:lnTo>
                    <a:pt x="1708" y="240"/>
                  </a:lnTo>
                  <a:cubicBezTo>
                    <a:pt x="1777" y="133"/>
                    <a:pt x="1895" y="69"/>
                    <a:pt x="2022" y="69"/>
                  </a:cubicBezTo>
                  <a:cubicBezTo>
                    <a:pt x="2214" y="69"/>
                    <a:pt x="2375" y="214"/>
                    <a:pt x="2395" y="405"/>
                  </a:cubicBezTo>
                  <a:lnTo>
                    <a:pt x="3388" y="645"/>
                  </a:lnTo>
                  <a:lnTo>
                    <a:pt x="3330" y="888"/>
                  </a:lnTo>
                  <a:lnTo>
                    <a:pt x="3210" y="859"/>
                  </a:lnTo>
                  <a:lnTo>
                    <a:pt x="3786" y="2147"/>
                  </a:lnTo>
                  <a:lnTo>
                    <a:pt x="3993" y="2147"/>
                  </a:lnTo>
                  <a:cubicBezTo>
                    <a:pt x="3993" y="2318"/>
                    <a:pt x="3827" y="2476"/>
                    <a:pt x="3556" y="2562"/>
                  </a:cubicBezTo>
                  <a:cubicBezTo>
                    <a:pt x="3285" y="2647"/>
                    <a:pt x="2952" y="2647"/>
                    <a:pt x="2681" y="2562"/>
                  </a:cubicBezTo>
                  <a:cubicBezTo>
                    <a:pt x="2410" y="2476"/>
                    <a:pt x="2243" y="2318"/>
                    <a:pt x="2243" y="2147"/>
                  </a:cubicBezTo>
                  <a:lnTo>
                    <a:pt x="2451" y="2147"/>
                  </a:lnTo>
                  <a:lnTo>
                    <a:pt x="3045" y="819"/>
                  </a:lnTo>
                  <a:lnTo>
                    <a:pt x="2337" y="648"/>
                  </a:lnTo>
                  <a:cubicBezTo>
                    <a:pt x="2292" y="718"/>
                    <a:pt x="2225" y="770"/>
                    <a:pt x="2147" y="797"/>
                  </a:cubicBezTo>
                  <a:lnTo>
                    <a:pt x="2147" y="3007"/>
                  </a:lnTo>
                  <a:lnTo>
                    <a:pt x="3772" y="3007"/>
                  </a:lnTo>
                  <a:lnTo>
                    <a:pt x="3772" y="3507"/>
                  </a:lnTo>
                  <a:lnTo>
                    <a:pt x="272" y="3507"/>
                  </a:lnTo>
                  <a:lnTo>
                    <a:pt x="272" y="3007"/>
                  </a:lnTo>
                  <a:lnTo>
                    <a:pt x="1897" y="3007"/>
                  </a:lnTo>
                  <a:lnTo>
                    <a:pt x="1897" y="797"/>
                  </a:lnTo>
                  <a:cubicBezTo>
                    <a:pt x="1761" y="749"/>
                    <a:pt x="1664" y="627"/>
                    <a:pt x="1649" y="483"/>
                  </a:cubicBezTo>
                  <a:lnTo>
                    <a:pt x="958" y="316"/>
                  </a:lnTo>
                  <a:lnTo>
                    <a:pt x="1538" y="1611"/>
                  </a:lnTo>
                  <a:lnTo>
                    <a:pt x="1750" y="1611"/>
                  </a:lnTo>
                  <a:cubicBezTo>
                    <a:pt x="1750" y="1782"/>
                    <a:pt x="1583" y="1940"/>
                    <a:pt x="1312" y="2025"/>
                  </a:cubicBezTo>
                  <a:cubicBezTo>
                    <a:pt x="1042" y="2111"/>
                    <a:pt x="708" y="2111"/>
                    <a:pt x="437" y="2025"/>
                  </a:cubicBezTo>
                  <a:cubicBezTo>
                    <a:pt x="167" y="1940"/>
                    <a:pt x="0" y="1782"/>
                    <a:pt x="0" y="1611"/>
                  </a:cubicBezTo>
                  <a:lnTo>
                    <a:pt x="229" y="1611"/>
                  </a:lnTo>
                  <a:lnTo>
                    <a:pt x="823" y="284"/>
                  </a:lnTo>
                  <a:lnTo>
                    <a:pt x="656" y="243"/>
                  </a:lnTo>
                  <a:lnTo>
                    <a:pt x="715" y="0"/>
                  </a:lnTo>
                  <a:close/>
                  <a:moveTo>
                    <a:pt x="883" y="455"/>
                  </a:moveTo>
                  <a:lnTo>
                    <a:pt x="366" y="1611"/>
                  </a:lnTo>
                  <a:lnTo>
                    <a:pt x="875" y="1611"/>
                  </a:lnTo>
                  <a:lnTo>
                    <a:pt x="1401" y="1611"/>
                  </a:lnTo>
                  <a:lnTo>
                    <a:pt x="883" y="455"/>
                  </a:lnTo>
                  <a:close/>
                  <a:moveTo>
                    <a:pt x="3119" y="961"/>
                  </a:moveTo>
                  <a:lnTo>
                    <a:pt x="2588" y="2147"/>
                  </a:lnTo>
                  <a:lnTo>
                    <a:pt x="3118" y="2147"/>
                  </a:lnTo>
                  <a:lnTo>
                    <a:pt x="3649" y="2147"/>
                  </a:lnTo>
                  <a:lnTo>
                    <a:pt x="3119" y="961"/>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Narrow" panose="020B0606020202030204" pitchFamily="34" charset="0"/>
                <a:ea typeface="+mn-ea"/>
                <a:cs typeface="+mn-cs"/>
              </a:endParaRPr>
            </a:p>
          </p:txBody>
        </p:sp>
        <p:sp>
          <p:nvSpPr>
            <p:cNvPr id="19" name="Rectangle 50">
              <a:extLst>
                <a:ext uri="{FF2B5EF4-FFF2-40B4-BE49-F238E27FC236}">
                  <a16:creationId xmlns:a16="http://schemas.microsoft.com/office/drawing/2014/main" id="{891D5077-342D-413E-AAA0-50BABAEFF4BC}"/>
                </a:ext>
              </a:extLst>
            </p:cNvPr>
            <p:cNvSpPr/>
            <p:nvPr/>
          </p:nvSpPr>
          <p:spPr>
            <a:xfrm>
              <a:off x="1152604" y="2218233"/>
              <a:ext cx="1224000" cy="201687"/>
            </a:xfrm>
            <a:prstGeom prst="rect">
              <a:avLst/>
            </a:prstGeom>
            <a:solidFill>
              <a:schemeClr val="accent2"/>
            </a:solidFill>
            <a:ln w="19050">
              <a:noFill/>
            </a:ln>
            <a:effectLst>
              <a:outerShdw blurRad="317500" sx="1000" sy="1000"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Risks introduced</a:t>
              </a:r>
            </a:p>
          </p:txBody>
        </p:sp>
        <p:sp>
          <p:nvSpPr>
            <p:cNvPr id="21" name="Rectangle 50">
              <a:extLst>
                <a:ext uri="{FF2B5EF4-FFF2-40B4-BE49-F238E27FC236}">
                  <a16:creationId xmlns:a16="http://schemas.microsoft.com/office/drawing/2014/main" id="{1F636776-8B42-408A-BD13-66F7F67D07DC}"/>
                </a:ext>
              </a:extLst>
            </p:cNvPr>
            <p:cNvSpPr/>
            <p:nvPr/>
          </p:nvSpPr>
          <p:spPr>
            <a:xfrm>
              <a:off x="1152604" y="1992579"/>
              <a:ext cx="1224000" cy="201687"/>
            </a:xfrm>
            <a:prstGeom prst="rect">
              <a:avLst/>
            </a:prstGeom>
            <a:solidFill>
              <a:schemeClr val="accent2"/>
            </a:solidFill>
            <a:ln w="19050">
              <a:noFill/>
            </a:ln>
            <a:effectLst>
              <a:outerShdw blurRad="317500" sx="1000" sy="1000"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Costs introduced</a:t>
              </a:r>
            </a:p>
          </p:txBody>
        </p:sp>
        <p:sp>
          <p:nvSpPr>
            <p:cNvPr id="22" name="Rectangle 50">
              <a:extLst>
                <a:ext uri="{FF2B5EF4-FFF2-40B4-BE49-F238E27FC236}">
                  <a16:creationId xmlns:a16="http://schemas.microsoft.com/office/drawing/2014/main" id="{A9B55A6B-113B-400D-A2D5-2B1386696B88}"/>
                </a:ext>
              </a:extLst>
            </p:cNvPr>
            <p:cNvSpPr/>
            <p:nvPr/>
          </p:nvSpPr>
          <p:spPr>
            <a:xfrm>
              <a:off x="1152604" y="1766924"/>
              <a:ext cx="1224000" cy="201687"/>
            </a:xfrm>
            <a:prstGeom prst="rect">
              <a:avLst/>
            </a:prstGeom>
            <a:solidFill>
              <a:schemeClr val="accent2"/>
            </a:solidFill>
            <a:ln w="19050">
              <a:noFill/>
            </a:ln>
            <a:effectLst>
              <a:outerShdw blurRad="317500" sx="1000" sy="1000"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Affected outcomes</a:t>
              </a:r>
            </a:p>
          </p:txBody>
        </p:sp>
        <p:sp>
          <p:nvSpPr>
            <p:cNvPr id="23" name="Rectangle 50">
              <a:extLst>
                <a:ext uri="{FF2B5EF4-FFF2-40B4-BE49-F238E27FC236}">
                  <a16:creationId xmlns:a16="http://schemas.microsoft.com/office/drawing/2014/main" id="{666A4140-0EDD-4F8E-A308-03BF670250D8}"/>
                </a:ext>
              </a:extLst>
            </p:cNvPr>
            <p:cNvSpPr/>
            <p:nvPr/>
          </p:nvSpPr>
          <p:spPr>
            <a:xfrm>
              <a:off x="2758036" y="2579040"/>
              <a:ext cx="1224000" cy="201687"/>
            </a:xfrm>
            <a:prstGeom prst="rect">
              <a:avLst/>
            </a:prstGeom>
            <a:solidFill>
              <a:schemeClr val="accent3"/>
            </a:solidFill>
            <a:ln w="19050">
              <a:noFill/>
            </a:ln>
            <a:effectLst>
              <a:outerShdw blurRad="317500" sx="1000" sy="1000"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GB" sz="1000" b="1">
                  <a:solidFill>
                    <a:srgbClr val="FFFFFF"/>
                  </a:solidFill>
                  <a:latin typeface="Arial Narrow" panose="020B0606020202030204" pitchFamily="34" charset="0"/>
                </a:rPr>
                <a:t>Risks removed</a:t>
              </a:r>
            </a:p>
          </p:txBody>
        </p:sp>
        <p:sp>
          <p:nvSpPr>
            <p:cNvPr id="24" name="Rectangle 50">
              <a:extLst>
                <a:ext uri="{FF2B5EF4-FFF2-40B4-BE49-F238E27FC236}">
                  <a16:creationId xmlns:a16="http://schemas.microsoft.com/office/drawing/2014/main" id="{8A8556BA-3EEC-4BC1-96FA-0BABC4A3C160}"/>
                </a:ext>
              </a:extLst>
            </p:cNvPr>
            <p:cNvSpPr/>
            <p:nvPr/>
          </p:nvSpPr>
          <p:spPr>
            <a:xfrm>
              <a:off x="2758036" y="2353387"/>
              <a:ext cx="1224000" cy="201687"/>
            </a:xfrm>
            <a:prstGeom prst="rect">
              <a:avLst/>
            </a:prstGeom>
            <a:solidFill>
              <a:schemeClr val="accent3"/>
            </a:solidFill>
            <a:ln w="19050">
              <a:noFill/>
            </a:ln>
            <a:effectLst>
              <a:outerShdw blurRad="317500" sx="1000" sy="1000"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GB" sz="1000" b="1">
                  <a:solidFill>
                    <a:srgbClr val="FFFFFF"/>
                  </a:solidFill>
                  <a:latin typeface="Arial Narrow" panose="020B0606020202030204" pitchFamily="34" charset="0"/>
                </a:rPr>
                <a:t>Costs removed</a:t>
              </a:r>
            </a:p>
          </p:txBody>
        </p:sp>
        <p:sp>
          <p:nvSpPr>
            <p:cNvPr id="25" name="Rectangle 50">
              <a:extLst>
                <a:ext uri="{FF2B5EF4-FFF2-40B4-BE49-F238E27FC236}">
                  <a16:creationId xmlns:a16="http://schemas.microsoft.com/office/drawing/2014/main" id="{14C70C9C-B07C-42D3-97D9-101B1B8628AA}"/>
                </a:ext>
              </a:extLst>
            </p:cNvPr>
            <p:cNvSpPr/>
            <p:nvPr/>
          </p:nvSpPr>
          <p:spPr>
            <a:xfrm>
              <a:off x="2758036" y="2127732"/>
              <a:ext cx="1224000" cy="201687"/>
            </a:xfrm>
            <a:prstGeom prst="rect">
              <a:avLst/>
            </a:prstGeom>
            <a:solidFill>
              <a:schemeClr val="accent3"/>
            </a:solidFill>
            <a:ln w="19050">
              <a:noFill/>
            </a:ln>
            <a:effectLst>
              <a:outerShdw blurRad="317500" sx="1000" sy="1000"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GB" sz="1000" b="1">
                  <a:solidFill>
                    <a:srgbClr val="FFFFFF"/>
                  </a:solidFill>
                  <a:latin typeface="Arial Narrow" panose="020B0606020202030204" pitchFamily="34" charset="0"/>
                </a:rPr>
                <a:t>Supported outcomes</a:t>
              </a:r>
            </a:p>
          </p:txBody>
        </p:sp>
        <p:sp>
          <p:nvSpPr>
            <p:cNvPr id="34" name="Ovale 33">
              <a:extLst>
                <a:ext uri="{FF2B5EF4-FFF2-40B4-BE49-F238E27FC236}">
                  <a16:creationId xmlns:a16="http://schemas.microsoft.com/office/drawing/2014/main" id="{0934DB89-A9ED-4A9C-9260-4CAC88974EE7}"/>
                </a:ext>
              </a:extLst>
            </p:cNvPr>
            <p:cNvSpPr/>
            <p:nvPr/>
          </p:nvSpPr>
          <p:spPr>
            <a:xfrm>
              <a:off x="2245033" y="2974378"/>
              <a:ext cx="652279" cy="634424"/>
            </a:xfrm>
            <a:prstGeom prst="ellipse">
              <a:avLst/>
            </a:prstGeom>
            <a:solidFill>
              <a:schemeClr val="accent6">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it-IT"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Value</a:t>
              </a:r>
            </a:p>
          </p:txBody>
        </p:sp>
      </p:grpSp>
      <p:sp>
        <p:nvSpPr>
          <p:cNvPr id="7" name="Rounded Rectangle 38 - 1">
            <a:extLst>
              <a:ext uri="{FF2B5EF4-FFF2-40B4-BE49-F238E27FC236}">
                <a16:creationId xmlns:a16="http://schemas.microsoft.com/office/drawing/2014/main" id="{BF03E215-BE29-4C06-8525-D4A16EC755E6}"/>
              </a:ext>
            </a:extLst>
          </p:cNvPr>
          <p:cNvSpPr>
            <a:spLocks noChangeArrowheads="1"/>
          </p:cNvSpPr>
          <p:nvPr/>
        </p:nvSpPr>
        <p:spPr bwMode="auto">
          <a:xfrm>
            <a:off x="5214911" y="1062028"/>
            <a:ext cx="3357784" cy="432190"/>
          </a:xfrm>
          <a:prstGeom prst="roundRect">
            <a:avLst>
              <a:gd name="adj" fmla="val 8452"/>
            </a:avLst>
          </a:prstGeom>
          <a:solidFill>
            <a:srgbClr val="FFFFFF"/>
          </a:solidFill>
          <a:ln w="12700" algn="ctr">
            <a:solidFill>
              <a:schemeClr val="accent1"/>
            </a:solidFill>
            <a:prstDash val="sysDot"/>
            <a:round/>
            <a:headEnd/>
            <a:tailEnd/>
          </a:ln>
        </p:spPr>
        <p:txBody>
          <a:bodyPr lIns="216000" tIns="0" rIns="216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GB"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Cost</a:t>
            </a: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 is the amount of money spent on a specific activity or resource</a:t>
            </a:r>
          </a:p>
        </p:txBody>
      </p:sp>
      <p:sp>
        <p:nvSpPr>
          <p:cNvPr id="11" name="Rounded Rectangle 38">
            <a:extLst>
              <a:ext uri="{FF2B5EF4-FFF2-40B4-BE49-F238E27FC236}">
                <a16:creationId xmlns:a16="http://schemas.microsoft.com/office/drawing/2014/main" id="{3FF1E9BF-78A6-4D7C-9A0A-CEB070DD2C00}"/>
              </a:ext>
            </a:extLst>
          </p:cNvPr>
          <p:cNvSpPr>
            <a:spLocks noChangeArrowheads="1"/>
          </p:cNvSpPr>
          <p:nvPr/>
        </p:nvSpPr>
        <p:spPr bwMode="auto">
          <a:xfrm>
            <a:off x="5214911" y="1678867"/>
            <a:ext cx="3357784" cy="661120"/>
          </a:xfrm>
          <a:prstGeom prst="roundRect">
            <a:avLst>
              <a:gd name="adj" fmla="val 8452"/>
            </a:avLst>
          </a:prstGeom>
          <a:solidFill>
            <a:srgbClr val="FFFFFF"/>
          </a:solidFill>
          <a:ln w="12700" algn="ctr">
            <a:solidFill>
              <a:schemeClr val="accent1"/>
            </a:solidFill>
            <a:prstDash val="sysDot"/>
            <a:round/>
            <a:headEnd/>
            <a:tailEnd/>
          </a:ln>
        </p:spPr>
        <p:txBody>
          <a:bodyPr lIns="216000" tIns="0" rIns="216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GB"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Risk</a:t>
            </a: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 is the possible event that could cause harm or loss, or make it more difficult to achieve objectives. It can also be defined as uncertainty of outcome </a:t>
            </a:r>
          </a:p>
        </p:txBody>
      </p:sp>
      <p:grpSp>
        <p:nvGrpSpPr>
          <p:cNvPr id="46" name="Gruppo 45">
            <a:extLst>
              <a:ext uri="{FF2B5EF4-FFF2-40B4-BE49-F238E27FC236}">
                <a16:creationId xmlns:a16="http://schemas.microsoft.com/office/drawing/2014/main" id="{9FC38B5D-5D48-4124-9DBD-9EB5907931F9}"/>
              </a:ext>
            </a:extLst>
          </p:cNvPr>
          <p:cNvGrpSpPr/>
          <p:nvPr/>
        </p:nvGrpSpPr>
        <p:grpSpPr>
          <a:xfrm>
            <a:off x="4850379" y="1739427"/>
            <a:ext cx="540000" cy="540000"/>
            <a:chOff x="1201091" y="3681429"/>
            <a:chExt cx="540000" cy="540000"/>
          </a:xfrm>
        </p:grpSpPr>
        <p:sp>
          <p:nvSpPr>
            <p:cNvPr id="47" name="Oval 37">
              <a:extLst>
                <a:ext uri="{FF2B5EF4-FFF2-40B4-BE49-F238E27FC236}">
                  <a16:creationId xmlns:a16="http://schemas.microsoft.com/office/drawing/2014/main" id="{6D8FE2D1-4D55-4FC5-8381-03259B7BA01C}"/>
                </a:ext>
              </a:extLst>
            </p:cNvPr>
            <p:cNvSpPr/>
            <p:nvPr/>
          </p:nvSpPr>
          <p:spPr>
            <a:xfrm>
              <a:off x="1201091" y="3681429"/>
              <a:ext cx="540000" cy="540000"/>
            </a:xfrm>
            <a:prstGeom prst="ellipse">
              <a:avLst/>
            </a:prstGeom>
            <a:solidFill>
              <a:schemeClr val="accent1"/>
            </a:solid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48" name="Elemento grafico 47" descr="Idea con riempimento a tinta unita">
              <a:extLst>
                <a:ext uri="{FF2B5EF4-FFF2-40B4-BE49-F238E27FC236}">
                  <a16:creationId xmlns:a16="http://schemas.microsoft.com/office/drawing/2014/main" id="{16A6BE61-1F17-48FC-AC34-22738487CBC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71219" y="3730522"/>
              <a:ext cx="428400" cy="428400"/>
            </a:xfrm>
            <a:prstGeom prst="rect">
              <a:avLst/>
            </a:prstGeom>
          </p:spPr>
        </p:pic>
      </p:grpSp>
      <p:grpSp>
        <p:nvGrpSpPr>
          <p:cNvPr id="49" name="Gruppo 48">
            <a:extLst>
              <a:ext uri="{FF2B5EF4-FFF2-40B4-BE49-F238E27FC236}">
                <a16:creationId xmlns:a16="http://schemas.microsoft.com/office/drawing/2014/main" id="{7A68A5E4-30FC-4452-95BA-1A69A0E48D0C}"/>
              </a:ext>
            </a:extLst>
          </p:cNvPr>
          <p:cNvGrpSpPr/>
          <p:nvPr/>
        </p:nvGrpSpPr>
        <p:grpSpPr>
          <a:xfrm>
            <a:off x="4850379" y="1008123"/>
            <a:ext cx="540000" cy="540000"/>
            <a:chOff x="1201091" y="3681429"/>
            <a:chExt cx="540000" cy="540000"/>
          </a:xfrm>
        </p:grpSpPr>
        <p:sp>
          <p:nvSpPr>
            <p:cNvPr id="50" name="Oval 37">
              <a:extLst>
                <a:ext uri="{FF2B5EF4-FFF2-40B4-BE49-F238E27FC236}">
                  <a16:creationId xmlns:a16="http://schemas.microsoft.com/office/drawing/2014/main" id="{81EF8C03-3554-4877-B5E1-B0DDA7059804}"/>
                </a:ext>
              </a:extLst>
            </p:cNvPr>
            <p:cNvSpPr/>
            <p:nvPr/>
          </p:nvSpPr>
          <p:spPr>
            <a:xfrm>
              <a:off x="1201091" y="3681429"/>
              <a:ext cx="540000" cy="540000"/>
            </a:xfrm>
            <a:prstGeom prst="ellipse">
              <a:avLst/>
            </a:prstGeom>
            <a:solidFill>
              <a:schemeClr val="accent1"/>
            </a:solid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51" name="Elemento grafico 50" descr="Idea con riempimento a tinta unita">
              <a:extLst>
                <a:ext uri="{FF2B5EF4-FFF2-40B4-BE49-F238E27FC236}">
                  <a16:creationId xmlns:a16="http://schemas.microsoft.com/office/drawing/2014/main" id="{019BF96E-6E72-4680-904A-0E7EA4FE3B3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71219" y="3730522"/>
              <a:ext cx="428400" cy="428400"/>
            </a:xfrm>
            <a:prstGeom prst="rect">
              <a:avLst/>
            </a:prstGeom>
          </p:spPr>
        </p:pic>
      </p:grpSp>
      <p:sp>
        <p:nvSpPr>
          <p:cNvPr id="32" name="Rectangle 210">
            <a:extLst>
              <a:ext uri="{FF2B5EF4-FFF2-40B4-BE49-F238E27FC236}">
                <a16:creationId xmlns:a16="http://schemas.microsoft.com/office/drawing/2014/main" id="{101E6541-A3A7-4E73-9DC5-C070087AD431}"/>
              </a:ext>
            </a:extLst>
          </p:cNvPr>
          <p:cNvSpPr/>
          <p:nvPr/>
        </p:nvSpPr>
        <p:spPr>
          <a:xfrm>
            <a:off x="6928298" y="4916723"/>
            <a:ext cx="2172905"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Concept to be clearly understood</a:t>
            </a:r>
            <a:endPar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grpSp>
        <p:nvGrpSpPr>
          <p:cNvPr id="54" name="Gruppo 8">
            <a:extLst>
              <a:ext uri="{FF2B5EF4-FFF2-40B4-BE49-F238E27FC236}">
                <a16:creationId xmlns:a16="http://schemas.microsoft.com/office/drawing/2014/main" id="{1FABCA69-CC5D-4578-9458-E122B52ECB8D}"/>
              </a:ext>
            </a:extLst>
          </p:cNvPr>
          <p:cNvGrpSpPr/>
          <p:nvPr/>
        </p:nvGrpSpPr>
        <p:grpSpPr>
          <a:xfrm>
            <a:off x="6841340" y="4969080"/>
            <a:ext cx="108000" cy="108000"/>
            <a:chOff x="5184274" y="4913664"/>
            <a:chExt cx="180000" cy="180000"/>
          </a:xfrm>
        </p:grpSpPr>
        <p:sp>
          <p:nvSpPr>
            <p:cNvPr id="55" name="Oval 37">
              <a:extLst>
                <a:ext uri="{FF2B5EF4-FFF2-40B4-BE49-F238E27FC236}">
                  <a16:creationId xmlns:a16="http://schemas.microsoft.com/office/drawing/2014/main" id="{9A60E58A-0841-4D95-88B8-AF105DD05508}"/>
                </a:ext>
              </a:extLst>
            </p:cNvPr>
            <p:cNvSpPr/>
            <p:nvPr/>
          </p:nvSpPr>
          <p:spPr>
            <a:xfrm>
              <a:off x="5184274" y="4913664"/>
              <a:ext cx="180000" cy="180000"/>
            </a:xfrm>
            <a:prstGeom prst="ellipse">
              <a:avLst/>
            </a:prstGeom>
            <a:solidFill>
              <a:schemeClr val="accent1"/>
            </a:solid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56" name="Elemento grafico 60" descr="Idea con riempimento a tinta unita">
              <a:extLst>
                <a:ext uri="{FF2B5EF4-FFF2-40B4-BE49-F238E27FC236}">
                  <a16:creationId xmlns:a16="http://schemas.microsoft.com/office/drawing/2014/main" id="{27A641AD-5F52-4B98-B0F3-C88D8ACA58F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08258" y="4928220"/>
              <a:ext cx="144000" cy="144000"/>
            </a:xfrm>
            <a:prstGeom prst="rect">
              <a:avLst/>
            </a:prstGeom>
          </p:spPr>
        </p:pic>
      </p:grpSp>
      <p:sp>
        <p:nvSpPr>
          <p:cNvPr id="31" name="Rounded Rectangle 38 - 2">
            <a:extLst>
              <a:ext uri="{FF2B5EF4-FFF2-40B4-BE49-F238E27FC236}">
                <a16:creationId xmlns:a16="http://schemas.microsoft.com/office/drawing/2014/main" id="{BE882E33-F0E1-4D23-BEFC-6D43DFDD1D59}"/>
              </a:ext>
            </a:extLst>
          </p:cNvPr>
          <p:cNvSpPr>
            <a:spLocks noChangeArrowheads="1"/>
          </p:cNvSpPr>
          <p:nvPr/>
        </p:nvSpPr>
        <p:spPr bwMode="auto">
          <a:xfrm>
            <a:off x="5214911" y="2495608"/>
            <a:ext cx="3357784" cy="432190"/>
          </a:xfrm>
          <a:prstGeom prst="roundRect">
            <a:avLst>
              <a:gd name="adj" fmla="val 8452"/>
            </a:avLst>
          </a:prstGeom>
          <a:solidFill>
            <a:srgbClr val="FFFFFF"/>
          </a:solidFill>
          <a:ln w="12700" algn="ctr">
            <a:solidFill>
              <a:schemeClr val="accent1"/>
            </a:solidFill>
            <a:prstDash val="sysDot"/>
            <a:round/>
            <a:headEnd/>
            <a:tailEnd/>
          </a:ln>
        </p:spPr>
        <p:txBody>
          <a:bodyPr lIns="216000" tIns="0" rIns="216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GB"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Value</a:t>
            </a: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 is the perceived benefits, usefulness or importance of something</a:t>
            </a:r>
          </a:p>
        </p:txBody>
      </p:sp>
      <p:grpSp>
        <p:nvGrpSpPr>
          <p:cNvPr id="33" name="Gruppo 32">
            <a:extLst>
              <a:ext uri="{FF2B5EF4-FFF2-40B4-BE49-F238E27FC236}">
                <a16:creationId xmlns:a16="http://schemas.microsoft.com/office/drawing/2014/main" id="{107437EB-EEC3-4A1C-93A2-7C048CBBFBCD}"/>
              </a:ext>
            </a:extLst>
          </p:cNvPr>
          <p:cNvGrpSpPr/>
          <p:nvPr/>
        </p:nvGrpSpPr>
        <p:grpSpPr>
          <a:xfrm>
            <a:off x="4850379" y="2441703"/>
            <a:ext cx="540000" cy="540000"/>
            <a:chOff x="1201091" y="3681429"/>
            <a:chExt cx="540000" cy="540000"/>
          </a:xfrm>
        </p:grpSpPr>
        <p:sp>
          <p:nvSpPr>
            <p:cNvPr id="35" name="Oval 37">
              <a:extLst>
                <a:ext uri="{FF2B5EF4-FFF2-40B4-BE49-F238E27FC236}">
                  <a16:creationId xmlns:a16="http://schemas.microsoft.com/office/drawing/2014/main" id="{297A15E4-3CF5-438D-B614-D1A078B31BCE}"/>
                </a:ext>
              </a:extLst>
            </p:cNvPr>
            <p:cNvSpPr/>
            <p:nvPr/>
          </p:nvSpPr>
          <p:spPr>
            <a:xfrm>
              <a:off x="1201091" y="3681429"/>
              <a:ext cx="540000" cy="540000"/>
            </a:xfrm>
            <a:prstGeom prst="ellipse">
              <a:avLst/>
            </a:prstGeom>
            <a:solidFill>
              <a:schemeClr val="accent1"/>
            </a:solid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36" name="Elemento grafico 35" descr="Idea con riempimento a tinta unita">
              <a:extLst>
                <a:ext uri="{FF2B5EF4-FFF2-40B4-BE49-F238E27FC236}">
                  <a16:creationId xmlns:a16="http://schemas.microsoft.com/office/drawing/2014/main" id="{E04D1A40-340F-4ACF-A8A7-E9991905870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71219" y="3730522"/>
              <a:ext cx="428400" cy="428400"/>
            </a:xfrm>
            <a:prstGeom prst="rect">
              <a:avLst/>
            </a:prstGeom>
          </p:spPr>
        </p:pic>
      </p:grpSp>
      <p:sp>
        <p:nvSpPr>
          <p:cNvPr id="38" name="Rectangle 210">
            <a:extLst>
              <a:ext uri="{FF2B5EF4-FFF2-40B4-BE49-F238E27FC236}">
                <a16:creationId xmlns:a16="http://schemas.microsoft.com/office/drawing/2014/main" id="{9A130EB2-5E18-45BA-B276-E63A2EC29D4C}"/>
              </a:ext>
            </a:extLst>
          </p:cNvPr>
          <p:cNvSpPr/>
          <p:nvPr/>
        </p:nvSpPr>
        <p:spPr>
          <a:xfrm>
            <a:off x="5045181" y="3044846"/>
            <a:ext cx="3667840" cy="60016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The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value</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is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always provided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by the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outcomes for the supported business</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and not </a:t>
            </a:r>
            <a:r>
              <a:rPr lang="en-GB" sz="1100" kern="0">
                <a:solidFill>
                  <a:srgbClr val="0C2340"/>
                </a:solidFill>
                <a:latin typeface="Arial Narrow" panose="020B0606020202030204" pitchFamily="34" charset="0"/>
              </a:rPr>
              <a:t>only</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by the output from the tools and technology. It is crucial the understanding of:</a:t>
            </a:r>
            <a:endPar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grpSp>
        <p:nvGrpSpPr>
          <p:cNvPr id="53" name="Gruppo 52">
            <a:extLst>
              <a:ext uri="{FF2B5EF4-FFF2-40B4-BE49-F238E27FC236}">
                <a16:creationId xmlns:a16="http://schemas.microsoft.com/office/drawing/2014/main" id="{D23C90E1-A695-4C4D-89E8-B17AF52C3AFF}"/>
              </a:ext>
            </a:extLst>
          </p:cNvPr>
          <p:cNvGrpSpPr/>
          <p:nvPr/>
        </p:nvGrpSpPr>
        <p:grpSpPr>
          <a:xfrm>
            <a:off x="6415034" y="4254026"/>
            <a:ext cx="360000" cy="360000"/>
            <a:chOff x="5073749" y="3138923"/>
            <a:chExt cx="540000" cy="540000"/>
          </a:xfrm>
        </p:grpSpPr>
        <p:sp>
          <p:nvSpPr>
            <p:cNvPr id="57" name="Oval 37">
              <a:extLst>
                <a:ext uri="{FF2B5EF4-FFF2-40B4-BE49-F238E27FC236}">
                  <a16:creationId xmlns:a16="http://schemas.microsoft.com/office/drawing/2014/main" id="{7C65969C-6461-439B-9BC0-E8F7C26BFB0A}"/>
                </a:ext>
              </a:extLst>
            </p:cNvPr>
            <p:cNvSpPr/>
            <p:nvPr/>
          </p:nvSpPr>
          <p:spPr>
            <a:xfrm>
              <a:off x="5073749" y="3138923"/>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58" name="Elemento grafico 57" descr="Filtro con riempimento a tinta unita">
              <a:extLst>
                <a:ext uri="{FF2B5EF4-FFF2-40B4-BE49-F238E27FC236}">
                  <a16:creationId xmlns:a16="http://schemas.microsoft.com/office/drawing/2014/main" id="{AE9C99B0-10C9-481C-97DC-ABDC571D70D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147969" y="3220763"/>
              <a:ext cx="406800" cy="406800"/>
            </a:xfrm>
            <a:prstGeom prst="rect">
              <a:avLst/>
            </a:prstGeom>
          </p:spPr>
        </p:pic>
      </p:grpSp>
      <p:grpSp>
        <p:nvGrpSpPr>
          <p:cNvPr id="41" name="Gruppo 40">
            <a:extLst>
              <a:ext uri="{FF2B5EF4-FFF2-40B4-BE49-F238E27FC236}">
                <a16:creationId xmlns:a16="http://schemas.microsoft.com/office/drawing/2014/main" id="{AD19C8AC-E29B-4F4D-ACFD-F0C466C18AB3}"/>
              </a:ext>
            </a:extLst>
          </p:cNvPr>
          <p:cNvGrpSpPr/>
          <p:nvPr/>
        </p:nvGrpSpPr>
        <p:grpSpPr>
          <a:xfrm>
            <a:off x="6415034" y="3735249"/>
            <a:ext cx="360000" cy="360000"/>
            <a:chOff x="5073749" y="1764895"/>
            <a:chExt cx="540000" cy="540000"/>
          </a:xfrm>
        </p:grpSpPr>
        <p:sp>
          <p:nvSpPr>
            <p:cNvPr id="42" name="Oval 37">
              <a:extLst>
                <a:ext uri="{FF2B5EF4-FFF2-40B4-BE49-F238E27FC236}">
                  <a16:creationId xmlns:a16="http://schemas.microsoft.com/office/drawing/2014/main" id="{95E4AF64-2EE4-4686-A9BE-97C88BE95DCD}"/>
                </a:ext>
              </a:extLst>
            </p:cNvPr>
            <p:cNvSpPr/>
            <p:nvPr/>
          </p:nvSpPr>
          <p:spPr>
            <a:xfrm>
              <a:off x="5073749" y="1764895"/>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43" name="Elemento grafico 42" descr="Appunti con riempimento a tinta unita">
              <a:extLst>
                <a:ext uri="{FF2B5EF4-FFF2-40B4-BE49-F238E27FC236}">
                  <a16:creationId xmlns:a16="http://schemas.microsoft.com/office/drawing/2014/main" id="{69DDEF1E-A103-46B3-830F-79F02E627C1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147969" y="1839115"/>
              <a:ext cx="406800" cy="406800"/>
            </a:xfrm>
            <a:prstGeom prst="rect">
              <a:avLst/>
            </a:prstGeom>
          </p:spPr>
        </p:pic>
      </p:grpSp>
      <p:grpSp>
        <p:nvGrpSpPr>
          <p:cNvPr id="44" name="Gruppo 43">
            <a:extLst>
              <a:ext uri="{FF2B5EF4-FFF2-40B4-BE49-F238E27FC236}">
                <a16:creationId xmlns:a16="http://schemas.microsoft.com/office/drawing/2014/main" id="{CC92B355-4547-475D-82EF-B478628954AE}"/>
              </a:ext>
            </a:extLst>
          </p:cNvPr>
          <p:cNvGrpSpPr/>
          <p:nvPr/>
        </p:nvGrpSpPr>
        <p:grpSpPr>
          <a:xfrm>
            <a:off x="6973382" y="3735249"/>
            <a:ext cx="360000" cy="360000"/>
            <a:chOff x="5073749" y="2451909"/>
            <a:chExt cx="540000" cy="540000"/>
          </a:xfrm>
        </p:grpSpPr>
        <p:sp>
          <p:nvSpPr>
            <p:cNvPr id="45" name="Oval 37">
              <a:extLst>
                <a:ext uri="{FF2B5EF4-FFF2-40B4-BE49-F238E27FC236}">
                  <a16:creationId xmlns:a16="http://schemas.microsoft.com/office/drawing/2014/main" id="{9915D976-6A66-4868-ADE2-2C1E808C92D7}"/>
                </a:ext>
              </a:extLst>
            </p:cNvPr>
            <p:cNvSpPr/>
            <p:nvPr/>
          </p:nvSpPr>
          <p:spPr>
            <a:xfrm>
              <a:off x="5073749" y="2451909"/>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52" name="Elemento grafico 51" descr="Gruppo con riempimento a tinta unita">
              <a:extLst>
                <a:ext uri="{FF2B5EF4-FFF2-40B4-BE49-F238E27FC236}">
                  <a16:creationId xmlns:a16="http://schemas.microsoft.com/office/drawing/2014/main" id="{B7DC998C-7DC4-4758-B22F-4F6F350C88D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147969" y="2526129"/>
              <a:ext cx="406800" cy="406800"/>
            </a:xfrm>
            <a:prstGeom prst="rect">
              <a:avLst/>
            </a:prstGeom>
          </p:spPr>
        </p:pic>
      </p:grpSp>
      <p:sp>
        <p:nvSpPr>
          <p:cNvPr id="59" name="Rounded Rectangle 38">
            <a:extLst>
              <a:ext uri="{FF2B5EF4-FFF2-40B4-BE49-F238E27FC236}">
                <a16:creationId xmlns:a16="http://schemas.microsoft.com/office/drawing/2014/main" id="{E029E64E-8414-41C7-8EE7-C7E3DD44B17A}"/>
              </a:ext>
            </a:extLst>
          </p:cNvPr>
          <p:cNvSpPr>
            <a:spLocks noChangeArrowheads="1"/>
          </p:cNvSpPr>
          <p:nvPr/>
        </p:nvSpPr>
        <p:spPr bwMode="auto">
          <a:xfrm>
            <a:off x="4952654" y="3783162"/>
            <a:ext cx="1422000" cy="262800"/>
          </a:xfrm>
          <a:prstGeom prst="roundRect">
            <a:avLst>
              <a:gd name="adj" fmla="val 8452"/>
            </a:avLst>
          </a:prstGeom>
          <a:solidFill>
            <a:srgbClr val="FFFFFF"/>
          </a:solidFill>
          <a:ln w="12700" algn="ctr">
            <a:noFill/>
            <a:prstDash val="sysDot"/>
            <a:round/>
            <a:headEnd/>
            <a:tailEnd/>
          </a:ln>
        </p:spPr>
        <p:txBody>
          <a:bodyPr lIns="0" tIns="0" rIns="0" bIns="0" anchor="ctr"/>
          <a:lstStyle/>
          <a:p>
            <a:pPr marL="0" marR="0" lvl="0" indent="0" algn="r" defTabSz="457200" rtl="0" eaLnBrk="1" fontAlgn="base" latinLnBrk="0" hangingPunct="1">
              <a:lnSpc>
                <a:spcPct val="100000"/>
              </a:lnSpc>
              <a:spcBef>
                <a:spcPct val="0"/>
              </a:spcBef>
              <a:spcAft>
                <a:spcPct val="0"/>
              </a:spcAft>
              <a:buClrTx/>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The nature of the value</a:t>
            </a:r>
          </a:p>
        </p:txBody>
      </p:sp>
      <p:sp>
        <p:nvSpPr>
          <p:cNvPr id="60" name="Rounded Rectangle 38">
            <a:extLst>
              <a:ext uri="{FF2B5EF4-FFF2-40B4-BE49-F238E27FC236}">
                <a16:creationId xmlns:a16="http://schemas.microsoft.com/office/drawing/2014/main" id="{E3F443AD-D13B-4B88-9F83-13B479AD1A0D}"/>
              </a:ext>
            </a:extLst>
          </p:cNvPr>
          <p:cNvSpPr>
            <a:spLocks noChangeArrowheads="1"/>
          </p:cNvSpPr>
          <p:nvPr/>
        </p:nvSpPr>
        <p:spPr bwMode="auto">
          <a:xfrm>
            <a:off x="7383547" y="3783160"/>
            <a:ext cx="1422000" cy="262800"/>
          </a:xfrm>
          <a:prstGeom prst="roundRect">
            <a:avLst>
              <a:gd name="adj" fmla="val 8452"/>
            </a:avLst>
          </a:prstGeom>
          <a:solidFill>
            <a:srgbClr val="FFFFFF"/>
          </a:solidFill>
          <a:ln w="12700" algn="ctr">
            <a:noFill/>
            <a:prstDash val="sysDot"/>
            <a:round/>
            <a:headEnd/>
            <a:tailEnd/>
          </a:ln>
        </p:spPr>
        <p:txBody>
          <a:bodyPr lIns="0" tIns="0" rIns="0" bIns="0" anchor="ctr"/>
          <a:lstStyle/>
          <a:p>
            <a:pPr marL="0" marR="0" lvl="0" indent="0" defTabSz="45720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Stakeholders’ nature and scope</a:t>
            </a:r>
          </a:p>
        </p:txBody>
      </p:sp>
      <p:sp>
        <p:nvSpPr>
          <p:cNvPr id="61" name="Rounded Rectangle 38">
            <a:extLst>
              <a:ext uri="{FF2B5EF4-FFF2-40B4-BE49-F238E27FC236}">
                <a16:creationId xmlns:a16="http://schemas.microsoft.com/office/drawing/2014/main" id="{F564B4EC-8632-4141-843B-8D5C0AB92D7A}"/>
              </a:ext>
            </a:extLst>
          </p:cNvPr>
          <p:cNvSpPr>
            <a:spLocks noChangeArrowheads="1"/>
          </p:cNvSpPr>
          <p:nvPr/>
        </p:nvSpPr>
        <p:spPr bwMode="auto">
          <a:xfrm>
            <a:off x="4952654" y="4302626"/>
            <a:ext cx="1422000" cy="262800"/>
          </a:xfrm>
          <a:prstGeom prst="roundRect">
            <a:avLst>
              <a:gd name="adj" fmla="val 8452"/>
            </a:avLst>
          </a:prstGeom>
          <a:solidFill>
            <a:srgbClr val="FFFFFF"/>
          </a:solidFill>
          <a:ln w="12700" algn="ctr">
            <a:noFill/>
            <a:prstDash val="sysDot"/>
            <a:round/>
            <a:headEnd/>
            <a:tailEnd/>
          </a:ln>
        </p:spPr>
        <p:txBody>
          <a:bodyPr lIns="0" tIns="0" rIns="0" bIns="0" anchor="ctr"/>
          <a:lstStyle/>
          <a:p>
            <a:pPr marL="0" marR="0" lvl="0" indent="0" algn="r" defTabSz="45720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How service enables value creation</a:t>
            </a:r>
          </a:p>
        </p:txBody>
      </p:sp>
      <p:sp>
        <p:nvSpPr>
          <p:cNvPr id="64" name="Rectangle 210">
            <a:extLst>
              <a:ext uri="{FF2B5EF4-FFF2-40B4-BE49-F238E27FC236}">
                <a16:creationId xmlns:a16="http://schemas.microsoft.com/office/drawing/2014/main" id="{B84A5234-519A-4B4D-B36B-DE9786D73E3E}"/>
              </a:ext>
            </a:extLst>
          </p:cNvPr>
          <p:cNvSpPr/>
          <p:nvPr/>
        </p:nvSpPr>
        <p:spPr>
          <a:xfrm>
            <a:off x="5152147" y="4916723"/>
            <a:ext cx="1697379"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Link back to multiple-choice question</a:t>
            </a:r>
          </a:p>
        </p:txBody>
      </p:sp>
      <p:pic>
        <p:nvPicPr>
          <p:cNvPr id="66" name="Picture 65" descr="Icon&#10;&#10;Description automatically generated">
            <a:hlinkClick r:id="rId12" action="ppaction://hlinksldjump"/>
            <a:extLst>
              <a:ext uri="{FF2B5EF4-FFF2-40B4-BE49-F238E27FC236}">
                <a16:creationId xmlns:a16="http://schemas.microsoft.com/office/drawing/2014/main" id="{20514A1C-CAF0-460F-B8D4-261E0C80F2D5}"/>
              </a:ext>
            </a:extLst>
          </p:cNvPr>
          <p:cNvPicPr>
            <a:picLocks noChangeAspect="1"/>
          </p:cNvPicPr>
          <p:nvPr/>
        </p:nvPicPr>
        <p:blipFill>
          <a:blip r:embed="rId13"/>
          <a:stretch>
            <a:fillRect/>
          </a:stretch>
        </p:blipFill>
        <p:spPr>
          <a:xfrm>
            <a:off x="5057807" y="4952445"/>
            <a:ext cx="144000" cy="144000"/>
          </a:xfrm>
          <a:prstGeom prst="rect">
            <a:avLst/>
          </a:prstGeom>
        </p:spPr>
      </p:pic>
      <p:sp>
        <p:nvSpPr>
          <p:cNvPr id="2" name="Slide Number Placeholder 1">
            <a:extLst>
              <a:ext uri="{FF2B5EF4-FFF2-40B4-BE49-F238E27FC236}">
                <a16:creationId xmlns:a16="http://schemas.microsoft.com/office/drawing/2014/main" id="{52E5CCB5-4904-44CC-95E4-ED6917B2F630}"/>
              </a:ext>
            </a:extLst>
          </p:cNvPr>
          <p:cNvSpPr>
            <a:spLocks noGrp="1"/>
          </p:cNvSpPr>
          <p:nvPr>
            <p:ph type="sldNum" sz="quarter" idx="35"/>
          </p:nvPr>
        </p:nvSpPr>
        <p:spPr/>
        <p:txBody>
          <a:bodyPr/>
          <a:lstStyle/>
          <a:p>
            <a:fld id="{9C18EA95-C3D3-214C-9452-EF8527DBCD86}" type="slidenum">
              <a:rPr lang="it-IT" smtClean="0"/>
              <a:pPr/>
              <a:t>6</a:t>
            </a:fld>
            <a:endParaRPr lang="it-IT"/>
          </a:p>
        </p:txBody>
      </p:sp>
      <p:sp>
        <p:nvSpPr>
          <p:cNvPr id="69" name="Rectangle 210">
            <a:extLst>
              <a:ext uri="{FF2B5EF4-FFF2-40B4-BE49-F238E27FC236}">
                <a16:creationId xmlns:a16="http://schemas.microsoft.com/office/drawing/2014/main" id="{6E038EAE-721E-4140-AB30-ABE44E266659}"/>
              </a:ext>
            </a:extLst>
          </p:cNvPr>
          <p:cNvSpPr/>
          <p:nvPr/>
        </p:nvSpPr>
        <p:spPr>
          <a:xfrm>
            <a:off x="463285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39788191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Key concepts of </a:t>
            </a:r>
            <a:r>
              <a:rPr lang="en-GB">
                <a:latin typeface="Arial Narrow" panose="020B0606020202030204" pitchFamily="34" charset="0"/>
              </a:rPr>
              <a:t>IT </a:t>
            </a:r>
            <a:r>
              <a:rPr lang="en-US">
                <a:latin typeface="Arial Narrow" panose="020B0606020202030204" pitchFamily="34" charset="0"/>
              </a:rPr>
              <a:t>Service Management | </a:t>
            </a:r>
            <a:r>
              <a:rPr lang="en-US">
                <a:solidFill>
                  <a:schemeClr val="accent3"/>
                </a:solidFill>
                <a:latin typeface="Arial Narrow" panose="020B0606020202030204" pitchFamily="34" charset="0"/>
              </a:rPr>
              <a:t>Value as utility and warranty</a:t>
            </a:r>
            <a:endParaRPr lang="en-GB">
              <a:solidFill>
                <a:schemeClr val="accent3"/>
              </a:solidFill>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p:txBody>
          <a:bodyPr/>
          <a:lstStyle/>
          <a:p>
            <a:r>
              <a:rPr lang="en-GB">
                <a:latin typeface="Arial Narrow" panose="020B0606020202030204" pitchFamily="34" charset="0"/>
              </a:rPr>
              <a:t>It is crucial to understand how the service concept applies to different situation </a:t>
            </a:r>
          </a:p>
        </p:txBody>
      </p:sp>
      <p:grpSp>
        <p:nvGrpSpPr>
          <p:cNvPr id="12" name="Gruppo 11">
            <a:extLst>
              <a:ext uri="{FF2B5EF4-FFF2-40B4-BE49-F238E27FC236}">
                <a16:creationId xmlns:a16="http://schemas.microsoft.com/office/drawing/2014/main" id="{0DDE03BD-CC51-4779-B4EE-5C94A0E022CE}"/>
              </a:ext>
            </a:extLst>
          </p:cNvPr>
          <p:cNvGrpSpPr/>
          <p:nvPr/>
        </p:nvGrpSpPr>
        <p:grpSpPr>
          <a:xfrm>
            <a:off x="596435" y="2048353"/>
            <a:ext cx="7951131" cy="2604846"/>
            <a:chOff x="713454" y="2048353"/>
            <a:chExt cx="7951131" cy="2604846"/>
          </a:xfrm>
        </p:grpSpPr>
        <p:grpSp>
          <p:nvGrpSpPr>
            <p:cNvPr id="9" name="Gruppo 8">
              <a:extLst>
                <a:ext uri="{FF2B5EF4-FFF2-40B4-BE49-F238E27FC236}">
                  <a16:creationId xmlns:a16="http://schemas.microsoft.com/office/drawing/2014/main" id="{13D73660-D90E-4C44-AE92-E172DFB152EF}"/>
                </a:ext>
              </a:extLst>
            </p:cNvPr>
            <p:cNvGrpSpPr/>
            <p:nvPr/>
          </p:nvGrpSpPr>
          <p:grpSpPr>
            <a:xfrm>
              <a:off x="713454" y="2048353"/>
              <a:ext cx="3801132" cy="540000"/>
              <a:chOff x="713454" y="2152792"/>
              <a:chExt cx="3801132" cy="540000"/>
            </a:xfrm>
          </p:grpSpPr>
          <p:sp>
            <p:nvSpPr>
              <p:cNvPr id="78" name="Rectangle 210">
                <a:extLst>
                  <a:ext uri="{FF2B5EF4-FFF2-40B4-BE49-F238E27FC236}">
                    <a16:creationId xmlns:a16="http://schemas.microsoft.com/office/drawing/2014/main" id="{E9FE53E6-59CF-448D-B784-732C8E406650}"/>
                  </a:ext>
                </a:extLst>
              </p:cNvPr>
              <p:cNvSpPr/>
              <p:nvPr/>
            </p:nvSpPr>
            <p:spPr>
              <a:xfrm>
                <a:off x="713454" y="2291987"/>
                <a:ext cx="3168000" cy="261610"/>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
                    <a:srgbClr val="DA291C"/>
                  </a:buClr>
                  <a:buSzTx/>
                  <a:buFontTx/>
                  <a:buNone/>
                  <a:tabLst/>
                  <a:defRPr/>
                </a:pP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What the service does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“fit for purpose”</a:t>
                </a:r>
              </a:p>
            </p:txBody>
          </p:sp>
          <p:sp>
            <p:nvSpPr>
              <p:cNvPr id="81" name="Oval 37">
                <a:extLst>
                  <a:ext uri="{FF2B5EF4-FFF2-40B4-BE49-F238E27FC236}">
                    <a16:creationId xmlns:a16="http://schemas.microsoft.com/office/drawing/2014/main" id="{DD21EE4C-88A5-4B18-ABD9-D1AE9B65AF9C}"/>
                  </a:ext>
                </a:extLst>
              </p:cNvPr>
              <p:cNvSpPr/>
              <p:nvPr/>
            </p:nvSpPr>
            <p:spPr>
              <a:xfrm>
                <a:off x="3974586" y="2152792"/>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102" name="Elemento grafico 101" descr="Retour con riempimento a tinta unita">
                <a:extLst>
                  <a:ext uri="{FF2B5EF4-FFF2-40B4-BE49-F238E27FC236}">
                    <a16:creationId xmlns:a16="http://schemas.microsoft.com/office/drawing/2014/main" id="{C487E885-7744-499B-B25E-86E3AAFA97F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41186" y="2219392"/>
                <a:ext cx="406800" cy="406800"/>
              </a:xfrm>
              <a:prstGeom prst="rect">
                <a:avLst/>
              </a:prstGeom>
            </p:spPr>
          </p:pic>
        </p:grpSp>
        <p:grpSp>
          <p:nvGrpSpPr>
            <p:cNvPr id="10" name="Gruppo 9">
              <a:extLst>
                <a:ext uri="{FF2B5EF4-FFF2-40B4-BE49-F238E27FC236}">
                  <a16:creationId xmlns:a16="http://schemas.microsoft.com/office/drawing/2014/main" id="{BDD8C8F1-7C97-47FA-9801-C29FAA96694F}"/>
                </a:ext>
              </a:extLst>
            </p:cNvPr>
            <p:cNvGrpSpPr/>
            <p:nvPr/>
          </p:nvGrpSpPr>
          <p:grpSpPr>
            <a:xfrm>
              <a:off x="713454" y="2736635"/>
              <a:ext cx="3801132" cy="540000"/>
              <a:chOff x="713454" y="2755439"/>
              <a:chExt cx="3801132" cy="540000"/>
            </a:xfrm>
          </p:grpSpPr>
          <p:sp>
            <p:nvSpPr>
              <p:cNvPr id="87" name="Rectangle 210">
                <a:extLst>
                  <a:ext uri="{FF2B5EF4-FFF2-40B4-BE49-F238E27FC236}">
                    <a16:creationId xmlns:a16="http://schemas.microsoft.com/office/drawing/2014/main" id="{9A63B2A2-B0DB-40AD-8FE2-BC2F111A6C28}"/>
                  </a:ext>
                </a:extLst>
              </p:cNvPr>
              <p:cNvSpPr/>
              <p:nvPr/>
            </p:nvSpPr>
            <p:spPr>
              <a:xfrm>
                <a:off x="713454" y="2809996"/>
                <a:ext cx="3168000" cy="430887"/>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
                    <a:srgbClr val="DA291C"/>
                  </a:buClr>
                  <a:buSzTx/>
                  <a:buFontTx/>
                  <a:buNone/>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Services must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support the performance of the consumer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and/or remove constraints from the customer</a:t>
                </a:r>
                <a:endPar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89" name="Oval 37">
                <a:extLst>
                  <a:ext uri="{FF2B5EF4-FFF2-40B4-BE49-F238E27FC236}">
                    <a16:creationId xmlns:a16="http://schemas.microsoft.com/office/drawing/2014/main" id="{829F096A-5D6C-44D3-B3DC-9A1534481AEE}"/>
                  </a:ext>
                </a:extLst>
              </p:cNvPr>
              <p:cNvSpPr/>
              <p:nvPr/>
            </p:nvSpPr>
            <p:spPr>
              <a:xfrm>
                <a:off x="3974586" y="2755439"/>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103" name="Elemento grafico 102" descr="Impiegato con riempimento a tinta unita">
                <a:extLst>
                  <a:ext uri="{FF2B5EF4-FFF2-40B4-BE49-F238E27FC236}">
                    <a16:creationId xmlns:a16="http://schemas.microsoft.com/office/drawing/2014/main" id="{D2B2BB1C-0EAD-455D-98BF-0C40B687CAF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041186" y="2822039"/>
                <a:ext cx="406800" cy="406800"/>
              </a:xfrm>
              <a:prstGeom prst="rect">
                <a:avLst/>
              </a:prstGeom>
            </p:spPr>
          </p:pic>
        </p:grpSp>
        <p:grpSp>
          <p:nvGrpSpPr>
            <p:cNvPr id="4" name="Gruppo 3">
              <a:extLst>
                <a:ext uri="{FF2B5EF4-FFF2-40B4-BE49-F238E27FC236}">
                  <a16:creationId xmlns:a16="http://schemas.microsoft.com/office/drawing/2014/main" id="{6AC6EBCB-75FB-4797-BA82-9420A1C171F3}"/>
                </a:ext>
              </a:extLst>
            </p:cNvPr>
            <p:cNvGrpSpPr/>
            <p:nvPr/>
          </p:nvGrpSpPr>
          <p:grpSpPr>
            <a:xfrm>
              <a:off x="4863454" y="2048353"/>
              <a:ext cx="3801131" cy="540000"/>
              <a:chOff x="5121946" y="2152792"/>
              <a:chExt cx="3801131" cy="540000"/>
            </a:xfrm>
          </p:grpSpPr>
          <p:sp>
            <p:nvSpPr>
              <p:cNvPr id="79" name="Rectangle 210">
                <a:extLst>
                  <a:ext uri="{FF2B5EF4-FFF2-40B4-BE49-F238E27FC236}">
                    <a16:creationId xmlns:a16="http://schemas.microsoft.com/office/drawing/2014/main" id="{33C19E61-3B29-4FE3-B940-939C3AB75E15}"/>
                  </a:ext>
                </a:extLst>
              </p:cNvPr>
              <p:cNvSpPr/>
              <p:nvPr/>
            </p:nvSpPr>
            <p:spPr>
              <a:xfrm>
                <a:off x="5755077" y="2291987"/>
                <a:ext cx="3168000" cy="2616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How the service performs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“fit for use”</a:t>
                </a:r>
              </a:p>
            </p:txBody>
          </p:sp>
          <p:sp>
            <p:nvSpPr>
              <p:cNvPr id="84" name="Oval 37">
                <a:extLst>
                  <a:ext uri="{FF2B5EF4-FFF2-40B4-BE49-F238E27FC236}">
                    <a16:creationId xmlns:a16="http://schemas.microsoft.com/office/drawing/2014/main" id="{31EB469C-75CA-4365-917A-C58B4A2909FC}"/>
                  </a:ext>
                </a:extLst>
              </p:cNvPr>
              <p:cNvSpPr/>
              <p:nvPr/>
            </p:nvSpPr>
            <p:spPr>
              <a:xfrm>
                <a:off x="5121946" y="2152792"/>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104" name="Elemento grafico 103" descr="Martello con riempimento a tinta unita">
                <a:extLst>
                  <a:ext uri="{FF2B5EF4-FFF2-40B4-BE49-F238E27FC236}">
                    <a16:creationId xmlns:a16="http://schemas.microsoft.com/office/drawing/2014/main" id="{3FB11129-F671-415E-BE14-194E376FD60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203786" y="2211772"/>
                <a:ext cx="406800" cy="406800"/>
              </a:xfrm>
              <a:prstGeom prst="rect">
                <a:avLst/>
              </a:prstGeom>
            </p:spPr>
          </p:pic>
        </p:grpSp>
        <p:grpSp>
          <p:nvGrpSpPr>
            <p:cNvPr id="6" name="Gruppo 5">
              <a:extLst>
                <a:ext uri="{FF2B5EF4-FFF2-40B4-BE49-F238E27FC236}">
                  <a16:creationId xmlns:a16="http://schemas.microsoft.com/office/drawing/2014/main" id="{591D6E8B-317C-46FD-8E80-185D87D06E1E}"/>
                </a:ext>
              </a:extLst>
            </p:cNvPr>
            <p:cNvGrpSpPr/>
            <p:nvPr/>
          </p:nvGrpSpPr>
          <p:grpSpPr>
            <a:xfrm>
              <a:off x="4863454" y="2736635"/>
              <a:ext cx="3801131" cy="540000"/>
              <a:chOff x="5121946" y="2755439"/>
              <a:chExt cx="3801131" cy="540000"/>
            </a:xfrm>
          </p:grpSpPr>
          <p:sp>
            <p:nvSpPr>
              <p:cNvPr id="88" name="Rectangle 210">
                <a:extLst>
                  <a:ext uri="{FF2B5EF4-FFF2-40B4-BE49-F238E27FC236}">
                    <a16:creationId xmlns:a16="http://schemas.microsoft.com/office/drawing/2014/main" id="{C8CD98A4-AE9F-4685-B727-276CB8BB9B58}"/>
                  </a:ext>
                </a:extLst>
              </p:cNvPr>
              <p:cNvSpPr/>
              <p:nvPr/>
            </p:nvSpPr>
            <p:spPr>
              <a:xfrm>
                <a:off x="5755077" y="2809996"/>
                <a:ext cx="3168000" cy="43088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The service levels must be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aligned with the need of the customer</a:t>
                </a:r>
              </a:p>
            </p:txBody>
          </p:sp>
          <p:sp>
            <p:nvSpPr>
              <p:cNvPr id="90" name="Oval 37">
                <a:extLst>
                  <a:ext uri="{FF2B5EF4-FFF2-40B4-BE49-F238E27FC236}">
                    <a16:creationId xmlns:a16="http://schemas.microsoft.com/office/drawing/2014/main" id="{EC54C8CF-4C00-432F-B72C-73AE3F713310}"/>
                  </a:ext>
                </a:extLst>
              </p:cNvPr>
              <p:cNvSpPr/>
              <p:nvPr/>
            </p:nvSpPr>
            <p:spPr>
              <a:xfrm>
                <a:off x="5121946" y="2755439"/>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105" name="Elemento grafico 104" descr="Grafico a barre con andamento ascendente con riempimento a tinta unita">
                <a:extLst>
                  <a:ext uri="{FF2B5EF4-FFF2-40B4-BE49-F238E27FC236}">
                    <a16:creationId xmlns:a16="http://schemas.microsoft.com/office/drawing/2014/main" id="{8B286A04-1577-4471-BD8C-CDFE6A824D4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188546" y="2822039"/>
                <a:ext cx="406800" cy="406800"/>
              </a:xfrm>
              <a:prstGeom prst="rect">
                <a:avLst/>
              </a:prstGeom>
            </p:spPr>
          </p:pic>
        </p:grpSp>
        <p:grpSp>
          <p:nvGrpSpPr>
            <p:cNvPr id="7" name="Gruppo 6">
              <a:extLst>
                <a:ext uri="{FF2B5EF4-FFF2-40B4-BE49-F238E27FC236}">
                  <a16:creationId xmlns:a16="http://schemas.microsoft.com/office/drawing/2014/main" id="{D74E13F3-7B93-4067-89C5-C6C20FC34A5B}"/>
                </a:ext>
              </a:extLst>
            </p:cNvPr>
            <p:cNvGrpSpPr/>
            <p:nvPr/>
          </p:nvGrpSpPr>
          <p:grpSpPr>
            <a:xfrm>
              <a:off x="4863454" y="3424917"/>
              <a:ext cx="3801131" cy="540000"/>
              <a:chOff x="5121946" y="3358086"/>
              <a:chExt cx="3801131" cy="540000"/>
            </a:xfrm>
          </p:grpSpPr>
          <p:sp>
            <p:nvSpPr>
              <p:cNvPr id="93" name="Rectangle 210">
                <a:extLst>
                  <a:ext uri="{FF2B5EF4-FFF2-40B4-BE49-F238E27FC236}">
                    <a16:creationId xmlns:a16="http://schemas.microsoft.com/office/drawing/2014/main" id="{FEC133CD-F499-4F0F-85F5-58F1DFEE3B4F}"/>
                  </a:ext>
                </a:extLst>
              </p:cNvPr>
              <p:cNvSpPr/>
              <p:nvPr/>
            </p:nvSpPr>
            <p:spPr>
              <a:xfrm>
                <a:off x="5755077" y="3412643"/>
                <a:ext cx="3168000" cy="43088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Typically, it could be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related to availability</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capacity</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security</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and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continuity</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(resilience)</a:t>
                </a:r>
              </a:p>
            </p:txBody>
          </p:sp>
          <p:sp>
            <p:nvSpPr>
              <p:cNvPr id="95" name="Oval 37">
                <a:extLst>
                  <a:ext uri="{FF2B5EF4-FFF2-40B4-BE49-F238E27FC236}">
                    <a16:creationId xmlns:a16="http://schemas.microsoft.com/office/drawing/2014/main" id="{4FF83C9E-412B-4AFE-ADF6-8C77532F045D}"/>
                  </a:ext>
                </a:extLst>
              </p:cNvPr>
              <p:cNvSpPr/>
              <p:nvPr/>
            </p:nvSpPr>
            <p:spPr>
              <a:xfrm>
                <a:off x="5121946" y="3358086"/>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106" name="Elemento grafico 105" descr="Appunti con riempimento a tinta unita">
                <a:extLst>
                  <a:ext uri="{FF2B5EF4-FFF2-40B4-BE49-F238E27FC236}">
                    <a16:creationId xmlns:a16="http://schemas.microsoft.com/office/drawing/2014/main" id="{F9C05287-85F5-44C9-B26D-38138F37F3B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188546" y="3424686"/>
                <a:ext cx="406800" cy="406800"/>
              </a:xfrm>
              <a:prstGeom prst="rect">
                <a:avLst/>
              </a:prstGeom>
            </p:spPr>
          </p:pic>
        </p:grpSp>
        <p:grpSp>
          <p:nvGrpSpPr>
            <p:cNvPr id="8" name="Gruppo 7">
              <a:extLst>
                <a:ext uri="{FF2B5EF4-FFF2-40B4-BE49-F238E27FC236}">
                  <a16:creationId xmlns:a16="http://schemas.microsoft.com/office/drawing/2014/main" id="{D2C9B7C4-3C60-496E-A5AE-015AD77CAB9D}"/>
                </a:ext>
              </a:extLst>
            </p:cNvPr>
            <p:cNvGrpSpPr/>
            <p:nvPr/>
          </p:nvGrpSpPr>
          <p:grpSpPr>
            <a:xfrm>
              <a:off x="4863454" y="4113199"/>
              <a:ext cx="3801131" cy="540000"/>
              <a:chOff x="5121946" y="3960733"/>
              <a:chExt cx="3801131" cy="540000"/>
            </a:xfrm>
          </p:grpSpPr>
          <p:sp>
            <p:nvSpPr>
              <p:cNvPr id="98" name="Rectangle 210">
                <a:extLst>
                  <a:ext uri="{FF2B5EF4-FFF2-40B4-BE49-F238E27FC236}">
                    <a16:creationId xmlns:a16="http://schemas.microsoft.com/office/drawing/2014/main" id="{9469C532-BBD8-465E-873F-132BB9EF96F9}"/>
                  </a:ext>
                </a:extLst>
              </p:cNvPr>
              <p:cNvSpPr/>
              <p:nvPr/>
            </p:nvSpPr>
            <p:spPr>
              <a:xfrm>
                <a:off x="5755077" y="4015290"/>
                <a:ext cx="3168000" cy="43088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An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acceptable assurance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must be always defined and agreed, and conditions met</a:t>
                </a:r>
              </a:p>
            </p:txBody>
          </p:sp>
          <p:sp>
            <p:nvSpPr>
              <p:cNvPr id="100" name="Oval 37">
                <a:extLst>
                  <a:ext uri="{FF2B5EF4-FFF2-40B4-BE49-F238E27FC236}">
                    <a16:creationId xmlns:a16="http://schemas.microsoft.com/office/drawing/2014/main" id="{45534868-F916-4380-A0E1-081EE0E1297D}"/>
                  </a:ext>
                </a:extLst>
              </p:cNvPr>
              <p:cNvSpPr/>
              <p:nvPr/>
            </p:nvSpPr>
            <p:spPr>
              <a:xfrm>
                <a:off x="5121946" y="3960733"/>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107" name="Elemento grafico 106" descr="Blockchain con riempimento a tinta unita">
                <a:extLst>
                  <a:ext uri="{FF2B5EF4-FFF2-40B4-BE49-F238E27FC236}">
                    <a16:creationId xmlns:a16="http://schemas.microsoft.com/office/drawing/2014/main" id="{F2B1FACB-A8C0-496E-BF9C-4724B478B1D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196166" y="4019713"/>
                <a:ext cx="406800" cy="406800"/>
              </a:xfrm>
              <a:prstGeom prst="rect">
                <a:avLst/>
              </a:prstGeom>
            </p:spPr>
          </p:pic>
        </p:grpSp>
      </p:grpSp>
      <p:grpSp>
        <p:nvGrpSpPr>
          <p:cNvPr id="14" name="Gruppo 13">
            <a:extLst>
              <a:ext uri="{FF2B5EF4-FFF2-40B4-BE49-F238E27FC236}">
                <a16:creationId xmlns:a16="http://schemas.microsoft.com/office/drawing/2014/main" id="{690BF59C-2E3F-4AE0-B6D3-D972A3C39C46}"/>
              </a:ext>
            </a:extLst>
          </p:cNvPr>
          <p:cNvGrpSpPr/>
          <p:nvPr/>
        </p:nvGrpSpPr>
        <p:grpSpPr>
          <a:xfrm>
            <a:off x="191655" y="968977"/>
            <a:ext cx="8760691" cy="946657"/>
            <a:chOff x="191655" y="968977"/>
            <a:chExt cx="8760691" cy="946657"/>
          </a:xfrm>
        </p:grpSpPr>
        <p:sp>
          <p:nvSpPr>
            <p:cNvPr id="11" name="Rounded Rectangle 38">
              <a:extLst>
                <a:ext uri="{FF2B5EF4-FFF2-40B4-BE49-F238E27FC236}">
                  <a16:creationId xmlns:a16="http://schemas.microsoft.com/office/drawing/2014/main" id="{EC03ED6A-2A05-4896-B51E-144D690C5833}"/>
                </a:ext>
              </a:extLst>
            </p:cNvPr>
            <p:cNvSpPr>
              <a:spLocks noChangeArrowheads="1"/>
            </p:cNvSpPr>
            <p:nvPr/>
          </p:nvSpPr>
          <p:spPr bwMode="auto">
            <a:xfrm>
              <a:off x="5121946" y="1127585"/>
              <a:ext cx="3830400" cy="629953"/>
            </a:xfrm>
            <a:prstGeom prst="roundRect">
              <a:avLst>
                <a:gd name="adj" fmla="val 8452"/>
              </a:avLst>
            </a:prstGeom>
            <a:solidFill>
              <a:srgbClr val="FFFFFF"/>
            </a:solidFill>
            <a:ln w="12700" algn="ctr">
              <a:solidFill>
                <a:schemeClr val="accent1"/>
              </a:solidFill>
              <a:prstDash val="sysDot"/>
              <a:round/>
              <a:headEnd/>
              <a:tailEnd/>
            </a:ln>
          </p:spPr>
          <p:txBody>
            <a:bodyPr lIns="468000" tIns="0" rIns="36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GB"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Warranty</a:t>
              </a: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 is the assurance that a product or service will meet agreed requirements</a:t>
              </a:r>
            </a:p>
          </p:txBody>
        </p:sp>
        <p:sp>
          <p:nvSpPr>
            <p:cNvPr id="58" name="Rounded Rectangle 38">
              <a:extLst>
                <a:ext uri="{FF2B5EF4-FFF2-40B4-BE49-F238E27FC236}">
                  <a16:creationId xmlns:a16="http://schemas.microsoft.com/office/drawing/2014/main" id="{85B8B0BD-E4C4-4AD6-AC28-A67691D33341}"/>
                </a:ext>
              </a:extLst>
            </p:cNvPr>
            <p:cNvSpPr>
              <a:spLocks noChangeArrowheads="1"/>
            </p:cNvSpPr>
            <p:nvPr/>
          </p:nvSpPr>
          <p:spPr bwMode="auto">
            <a:xfrm>
              <a:off x="684186" y="1127329"/>
              <a:ext cx="3830400" cy="629953"/>
            </a:xfrm>
            <a:prstGeom prst="roundRect">
              <a:avLst>
                <a:gd name="adj" fmla="val 8452"/>
              </a:avLst>
            </a:prstGeom>
            <a:solidFill>
              <a:srgbClr val="FFFFFF"/>
            </a:solidFill>
            <a:ln w="12700" algn="ctr">
              <a:solidFill>
                <a:schemeClr val="accent1"/>
              </a:solidFill>
              <a:prstDash val="sysDot"/>
              <a:round/>
              <a:headEnd/>
              <a:tailEnd/>
            </a:ln>
          </p:spPr>
          <p:txBody>
            <a:bodyPr lIns="468000" tIns="0" rIns="36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GB"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Utility</a:t>
              </a: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 is the functionality offered by a product or service to meet a particular need</a:t>
              </a:r>
            </a:p>
          </p:txBody>
        </p:sp>
        <p:grpSp>
          <p:nvGrpSpPr>
            <p:cNvPr id="56" name="Gruppo 55">
              <a:extLst>
                <a:ext uri="{FF2B5EF4-FFF2-40B4-BE49-F238E27FC236}">
                  <a16:creationId xmlns:a16="http://schemas.microsoft.com/office/drawing/2014/main" id="{3C23CFAF-A857-4562-81E2-CC54D3C727C1}"/>
                </a:ext>
              </a:extLst>
            </p:cNvPr>
            <p:cNvGrpSpPr/>
            <p:nvPr/>
          </p:nvGrpSpPr>
          <p:grpSpPr>
            <a:xfrm>
              <a:off x="191655" y="968977"/>
              <a:ext cx="946657" cy="946657"/>
              <a:chOff x="248720" y="1049897"/>
              <a:chExt cx="946657" cy="946657"/>
            </a:xfrm>
          </p:grpSpPr>
          <p:grpSp>
            <p:nvGrpSpPr>
              <p:cNvPr id="59" name="Group 15">
                <a:extLst>
                  <a:ext uri="{FF2B5EF4-FFF2-40B4-BE49-F238E27FC236}">
                    <a16:creationId xmlns:a16="http://schemas.microsoft.com/office/drawing/2014/main" id="{2D0CB01D-267C-49CC-BC29-E4775EEC3296}"/>
                  </a:ext>
                </a:extLst>
              </p:cNvPr>
              <p:cNvGrpSpPr/>
              <p:nvPr/>
            </p:nvGrpSpPr>
            <p:grpSpPr>
              <a:xfrm>
                <a:off x="248720" y="1049897"/>
                <a:ext cx="946657" cy="946657"/>
                <a:chOff x="10130023" y="2277920"/>
                <a:chExt cx="1188000" cy="1188000"/>
              </a:xfrm>
              <a:solidFill>
                <a:schemeClr val="accent2">
                  <a:lumMod val="20000"/>
                  <a:lumOff val="80000"/>
                </a:schemeClr>
              </a:solidFill>
            </p:grpSpPr>
            <p:pic>
              <p:nvPicPr>
                <p:cNvPr id="61" name="Picture 16">
                  <a:extLst>
                    <a:ext uri="{FF2B5EF4-FFF2-40B4-BE49-F238E27FC236}">
                      <a16:creationId xmlns:a16="http://schemas.microsoft.com/office/drawing/2014/main" id="{AEDFC350-37D0-48B1-A0C4-24637755D25B}"/>
                    </a:ext>
                  </a:extLst>
                </p:cNvPr>
                <p:cNvPicPr>
                  <a:picLocks noChangeAspect="1"/>
                </p:cNvPicPr>
                <p:nvPr/>
              </p:nvPicPr>
              <p:blipFill>
                <a:blip r:embed="rId15" cstate="print">
                  <a:duotone>
                    <a:schemeClr val="accent5">
                      <a:shade val="45000"/>
                      <a:satMod val="135000"/>
                    </a:schemeClr>
                    <a:prstClr val="white"/>
                  </a:duotone>
                  <a:extLst>
                    <a:ext uri="{BEBA8EAE-BF5A-486C-A8C5-ECC9F3942E4B}">
                      <a14:imgProps xmlns:a14="http://schemas.microsoft.com/office/drawing/2010/main">
                        <a14:imgLayer r:embed="rId16">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62" name="Oval 17">
                  <a:extLst>
                    <a:ext uri="{FF2B5EF4-FFF2-40B4-BE49-F238E27FC236}">
                      <a16:creationId xmlns:a16="http://schemas.microsoft.com/office/drawing/2014/main" id="{B1AAB532-B6CA-4E8D-A0C2-7ED9AA64C74C}"/>
                    </a:ext>
                  </a:extLst>
                </p:cNvPr>
                <p:cNvSpPr/>
                <p:nvPr/>
              </p:nvSpPr>
              <p:spPr>
                <a:xfrm rot="5400000">
                  <a:off x="10148023" y="2295920"/>
                  <a:ext cx="1152000" cy="115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63" name="Google Shape;21;p4">
                  <a:extLst>
                    <a:ext uri="{FF2B5EF4-FFF2-40B4-BE49-F238E27FC236}">
                      <a16:creationId xmlns:a16="http://schemas.microsoft.com/office/drawing/2014/main" id="{56DF7A55-A247-4D11-AAA1-658F7CFB1F7C}"/>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60" name="Rectangle 210">
                <a:extLst>
                  <a:ext uri="{FF2B5EF4-FFF2-40B4-BE49-F238E27FC236}">
                    <a16:creationId xmlns:a16="http://schemas.microsoft.com/office/drawing/2014/main" id="{70370994-DE1E-436E-9F26-99815D4E610A}"/>
                  </a:ext>
                </a:extLst>
              </p:cNvPr>
              <p:cNvSpPr/>
              <p:nvPr/>
            </p:nvSpPr>
            <p:spPr>
              <a:xfrm>
                <a:off x="291143" y="1353948"/>
                <a:ext cx="861811"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600" b="1" i="0" u="none" strike="noStrike" kern="0" cap="none" spc="0" normalizeH="0" baseline="0" noProof="0">
                    <a:ln>
                      <a:noFill/>
                    </a:ln>
                    <a:solidFill>
                      <a:srgbClr val="DA291C"/>
                    </a:solidFill>
                    <a:effectLst/>
                    <a:uLnTx/>
                    <a:uFillTx/>
                    <a:latin typeface="Arial Narrow" panose="020B0606020202030204" pitchFamily="34" charset="0"/>
                    <a:ea typeface="+mn-ea"/>
                    <a:cs typeface="+mn-cs"/>
                  </a:rPr>
                  <a:t>!!!</a:t>
                </a:r>
                <a:endParaRPr kumimoji="0" lang="en-GB" sz="1600" b="0" i="0" u="none" strike="noStrike" kern="0" cap="none" spc="0" normalizeH="0" baseline="0" noProof="0">
                  <a:ln>
                    <a:noFill/>
                  </a:ln>
                  <a:solidFill>
                    <a:srgbClr val="DA291C"/>
                  </a:solidFill>
                  <a:effectLst/>
                  <a:uLnTx/>
                  <a:uFillTx/>
                  <a:latin typeface="Arial Narrow" panose="020B0606020202030204" pitchFamily="34" charset="0"/>
                  <a:ea typeface="+mn-ea"/>
                  <a:cs typeface="+mn-cs"/>
                </a:endParaRPr>
              </a:p>
            </p:txBody>
          </p:sp>
        </p:grpSp>
        <p:grpSp>
          <p:nvGrpSpPr>
            <p:cNvPr id="70" name="Gruppo 69">
              <a:extLst>
                <a:ext uri="{FF2B5EF4-FFF2-40B4-BE49-F238E27FC236}">
                  <a16:creationId xmlns:a16="http://schemas.microsoft.com/office/drawing/2014/main" id="{3B37D0F3-4E64-4310-9C8F-8887F5D8AD5D}"/>
                </a:ext>
              </a:extLst>
            </p:cNvPr>
            <p:cNvGrpSpPr/>
            <p:nvPr/>
          </p:nvGrpSpPr>
          <p:grpSpPr>
            <a:xfrm>
              <a:off x="4648617" y="968977"/>
              <a:ext cx="946657" cy="946657"/>
              <a:chOff x="248720" y="1049897"/>
              <a:chExt cx="946657" cy="946657"/>
            </a:xfrm>
          </p:grpSpPr>
          <p:grpSp>
            <p:nvGrpSpPr>
              <p:cNvPr id="71" name="Group 15">
                <a:extLst>
                  <a:ext uri="{FF2B5EF4-FFF2-40B4-BE49-F238E27FC236}">
                    <a16:creationId xmlns:a16="http://schemas.microsoft.com/office/drawing/2014/main" id="{435D7446-90B5-4AD0-B54E-59F550615842}"/>
                  </a:ext>
                </a:extLst>
              </p:cNvPr>
              <p:cNvGrpSpPr/>
              <p:nvPr/>
            </p:nvGrpSpPr>
            <p:grpSpPr>
              <a:xfrm>
                <a:off x="248720" y="1049897"/>
                <a:ext cx="946657" cy="946657"/>
                <a:chOff x="10130023" y="2277920"/>
                <a:chExt cx="1188000" cy="1188000"/>
              </a:xfrm>
              <a:solidFill>
                <a:schemeClr val="accent2">
                  <a:lumMod val="20000"/>
                  <a:lumOff val="80000"/>
                </a:schemeClr>
              </a:solidFill>
            </p:grpSpPr>
            <p:pic>
              <p:nvPicPr>
                <p:cNvPr id="73" name="Picture 16">
                  <a:extLst>
                    <a:ext uri="{FF2B5EF4-FFF2-40B4-BE49-F238E27FC236}">
                      <a16:creationId xmlns:a16="http://schemas.microsoft.com/office/drawing/2014/main" id="{FAE6A2D2-CC0E-4D1C-92AE-EC954B27F6A0}"/>
                    </a:ext>
                  </a:extLst>
                </p:cNvPr>
                <p:cNvPicPr>
                  <a:picLocks noChangeAspect="1"/>
                </p:cNvPicPr>
                <p:nvPr/>
              </p:nvPicPr>
              <p:blipFill>
                <a:blip r:embed="rId15" cstate="print">
                  <a:duotone>
                    <a:schemeClr val="accent5">
                      <a:shade val="45000"/>
                      <a:satMod val="135000"/>
                    </a:schemeClr>
                    <a:prstClr val="white"/>
                  </a:duotone>
                  <a:extLst>
                    <a:ext uri="{BEBA8EAE-BF5A-486C-A8C5-ECC9F3942E4B}">
                      <a14:imgProps xmlns:a14="http://schemas.microsoft.com/office/drawing/2010/main">
                        <a14:imgLayer r:embed="rId16">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74" name="Oval 17">
                  <a:extLst>
                    <a:ext uri="{FF2B5EF4-FFF2-40B4-BE49-F238E27FC236}">
                      <a16:creationId xmlns:a16="http://schemas.microsoft.com/office/drawing/2014/main" id="{18D11C90-03C9-4153-83FD-4F513C2F0A4D}"/>
                    </a:ext>
                  </a:extLst>
                </p:cNvPr>
                <p:cNvSpPr/>
                <p:nvPr/>
              </p:nvSpPr>
              <p:spPr>
                <a:xfrm rot="5400000">
                  <a:off x="10148023" y="2295920"/>
                  <a:ext cx="1152000" cy="115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75" name="Google Shape;21;p4">
                  <a:extLst>
                    <a:ext uri="{FF2B5EF4-FFF2-40B4-BE49-F238E27FC236}">
                      <a16:creationId xmlns:a16="http://schemas.microsoft.com/office/drawing/2014/main" id="{A598D5C3-6B65-445F-B6CE-2465F25AB4FC}"/>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72" name="Rectangle 210">
                <a:extLst>
                  <a:ext uri="{FF2B5EF4-FFF2-40B4-BE49-F238E27FC236}">
                    <a16:creationId xmlns:a16="http://schemas.microsoft.com/office/drawing/2014/main" id="{85C759DE-4D90-47A2-82B1-AFFED56506FA}"/>
                  </a:ext>
                </a:extLst>
              </p:cNvPr>
              <p:cNvSpPr/>
              <p:nvPr/>
            </p:nvSpPr>
            <p:spPr>
              <a:xfrm>
                <a:off x="291143" y="1353948"/>
                <a:ext cx="861811"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600" b="1" i="0" u="none" strike="noStrike" kern="0" cap="none" spc="0" normalizeH="0" baseline="0" noProof="0">
                    <a:ln>
                      <a:noFill/>
                    </a:ln>
                    <a:solidFill>
                      <a:srgbClr val="DA291C"/>
                    </a:solidFill>
                    <a:effectLst/>
                    <a:uLnTx/>
                    <a:uFillTx/>
                    <a:latin typeface="Arial Narrow" panose="020B0606020202030204" pitchFamily="34" charset="0"/>
                    <a:ea typeface="+mn-ea"/>
                    <a:cs typeface="+mn-cs"/>
                  </a:rPr>
                  <a:t>!!!</a:t>
                </a:r>
                <a:endParaRPr kumimoji="0" lang="en-GB" sz="1600" b="0" i="0" u="none" strike="noStrike" kern="0" cap="none" spc="0" normalizeH="0" baseline="0" noProof="0">
                  <a:ln>
                    <a:noFill/>
                  </a:ln>
                  <a:solidFill>
                    <a:srgbClr val="DA291C"/>
                  </a:solidFill>
                  <a:effectLst/>
                  <a:uLnTx/>
                  <a:uFillTx/>
                  <a:latin typeface="Arial Narrow" panose="020B0606020202030204" pitchFamily="34" charset="0"/>
                  <a:ea typeface="+mn-ea"/>
                  <a:cs typeface="+mn-cs"/>
                </a:endParaRPr>
              </a:p>
            </p:txBody>
          </p:sp>
        </p:grpSp>
      </p:grpSp>
      <p:sp>
        <p:nvSpPr>
          <p:cNvPr id="15" name="Slide Number Placeholder 14">
            <a:extLst>
              <a:ext uri="{FF2B5EF4-FFF2-40B4-BE49-F238E27FC236}">
                <a16:creationId xmlns:a16="http://schemas.microsoft.com/office/drawing/2014/main" id="{AD9C4100-72E9-4E81-A734-FBA8AADDAA77}"/>
              </a:ext>
            </a:extLst>
          </p:cNvPr>
          <p:cNvSpPr>
            <a:spLocks noGrp="1"/>
          </p:cNvSpPr>
          <p:nvPr>
            <p:ph type="sldNum" sz="quarter" idx="35"/>
          </p:nvPr>
        </p:nvSpPr>
        <p:spPr/>
        <p:txBody>
          <a:bodyPr/>
          <a:lstStyle/>
          <a:p>
            <a:fld id="{9C18EA95-C3D3-214C-9452-EF8527DBCD86}" type="slidenum">
              <a:rPr lang="it-IT" smtClean="0"/>
              <a:pPr/>
              <a:t>7</a:t>
            </a:fld>
            <a:endParaRPr lang="it-IT"/>
          </a:p>
        </p:txBody>
      </p:sp>
      <p:grpSp>
        <p:nvGrpSpPr>
          <p:cNvPr id="65" name="Group 49">
            <a:extLst>
              <a:ext uri="{FF2B5EF4-FFF2-40B4-BE49-F238E27FC236}">
                <a16:creationId xmlns:a16="http://schemas.microsoft.com/office/drawing/2014/main" id="{7744C41A-83E9-4C74-812B-D9C3267250AA}"/>
              </a:ext>
            </a:extLst>
          </p:cNvPr>
          <p:cNvGrpSpPr/>
          <p:nvPr/>
        </p:nvGrpSpPr>
        <p:grpSpPr>
          <a:xfrm>
            <a:off x="6841340" y="4969080"/>
            <a:ext cx="108000" cy="108000"/>
            <a:chOff x="10130023" y="2277920"/>
            <a:chExt cx="1188000" cy="1188000"/>
          </a:xfrm>
          <a:solidFill>
            <a:schemeClr val="accent2">
              <a:lumMod val="20000"/>
              <a:lumOff val="80000"/>
            </a:schemeClr>
          </a:solidFill>
        </p:grpSpPr>
        <p:pic>
          <p:nvPicPr>
            <p:cNvPr id="66" name="Picture 51">
              <a:extLst>
                <a:ext uri="{FF2B5EF4-FFF2-40B4-BE49-F238E27FC236}">
                  <a16:creationId xmlns:a16="http://schemas.microsoft.com/office/drawing/2014/main" id="{63E83F63-21E7-48AE-917C-28A5776806CB}"/>
                </a:ext>
              </a:extLst>
            </p:cNvPr>
            <p:cNvPicPr>
              <a:picLocks noChangeAspect="1"/>
            </p:cNvPicPr>
            <p:nvPr/>
          </p:nvPicPr>
          <p:blipFill>
            <a:blip r:embed="rId15" cstate="print">
              <a:duotone>
                <a:schemeClr val="accent5">
                  <a:shade val="45000"/>
                  <a:satMod val="135000"/>
                </a:schemeClr>
                <a:prstClr val="white"/>
              </a:duotone>
              <a:extLst>
                <a:ext uri="{BEBA8EAE-BF5A-486C-A8C5-ECC9F3942E4B}">
                  <a14:imgProps xmlns:a14="http://schemas.microsoft.com/office/drawing/2010/main">
                    <a14:imgLayer r:embed="rId16">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76" name="Oval 17">
              <a:extLst>
                <a:ext uri="{FF2B5EF4-FFF2-40B4-BE49-F238E27FC236}">
                  <a16:creationId xmlns:a16="http://schemas.microsoft.com/office/drawing/2014/main" id="{49C45E45-2E53-4845-A73D-9D317441CE22}"/>
                </a:ext>
              </a:extLst>
            </p:cNvPr>
            <p:cNvSpPr/>
            <p:nvPr/>
          </p:nvSpPr>
          <p:spPr>
            <a:xfrm rot="5400000">
              <a:off x="10148023" y="2295920"/>
              <a:ext cx="1152000" cy="115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85" name="Google Shape;21;p4">
              <a:extLst>
                <a:ext uri="{FF2B5EF4-FFF2-40B4-BE49-F238E27FC236}">
                  <a16:creationId xmlns:a16="http://schemas.microsoft.com/office/drawing/2014/main" id="{3EAF8560-2E64-40A3-BF2A-0E8E6913664A}"/>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86" name="Rectangle 210">
            <a:extLst>
              <a:ext uri="{FF2B5EF4-FFF2-40B4-BE49-F238E27FC236}">
                <a16:creationId xmlns:a16="http://schemas.microsoft.com/office/drawing/2014/main" id="{BA729342-BDA1-4232-834D-1EB1B8EFB4B5}"/>
              </a:ext>
            </a:extLst>
          </p:cNvPr>
          <p:cNvSpPr/>
          <p:nvPr/>
        </p:nvSpPr>
        <p:spPr>
          <a:xfrm>
            <a:off x="6928298" y="4916723"/>
            <a:ext cx="2172905"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Subject to exam question</a:t>
            </a:r>
            <a:endPar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94" name="Rectangle 210">
            <a:extLst>
              <a:ext uri="{FF2B5EF4-FFF2-40B4-BE49-F238E27FC236}">
                <a16:creationId xmlns:a16="http://schemas.microsoft.com/office/drawing/2014/main" id="{689CFEF0-DE38-4332-A876-527C5C78F6D4}"/>
              </a:ext>
            </a:extLst>
          </p:cNvPr>
          <p:cNvSpPr/>
          <p:nvPr/>
        </p:nvSpPr>
        <p:spPr>
          <a:xfrm>
            <a:off x="640323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15727639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Key concepts of </a:t>
            </a:r>
            <a:r>
              <a:rPr lang="en-GB">
                <a:latin typeface="Arial Narrow" panose="020B0606020202030204" pitchFamily="34" charset="0"/>
              </a:rPr>
              <a:t>IT </a:t>
            </a:r>
            <a:r>
              <a:rPr lang="en-US">
                <a:latin typeface="Arial Narrow" panose="020B0606020202030204" pitchFamily="34" charset="0"/>
              </a:rPr>
              <a:t>Service Management | </a:t>
            </a:r>
            <a:r>
              <a:rPr lang="en-US">
                <a:solidFill>
                  <a:schemeClr val="accent3"/>
                </a:solidFill>
                <a:latin typeface="Arial Narrow" panose="020B0606020202030204" pitchFamily="34" charset="0"/>
              </a:rPr>
              <a:t>Service organization</a:t>
            </a:r>
            <a:endParaRPr lang="en-GB">
              <a:solidFill>
                <a:schemeClr val="accent3"/>
              </a:solidFill>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a:xfrm>
            <a:off x="425944" y="510455"/>
            <a:ext cx="8359468" cy="182130"/>
          </a:xfrm>
        </p:spPr>
        <p:txBody>
          <a:bodyPr/>
          <a:lstStyle/>
          <a:p>
            <a:r>
              <a:rPr lang="en-GB">
                <a:latin typeface="Arial Narrow" panose="020B0606020202030204" pitchFamily="34" charset="0"/>
              </a:rPr>
              <a:t>Service organizations differ in their service proposal and they includes multiple key generic units</a:t>
            </a:r>
          </a:p>
        </p:txBody>
      </p:sp>
      <p:sp>
        <p:nvSpPr>
          <p:cNvPr id="123" name="Rectangle 210">
            <a:extLst>
              <a:ext uri="{FF2B5EF4-FFF2-40B4-BE49-F238E27FC236}">
                <a16:creationId xmlns:a16="http://schemas.microsoft.com/office/drawing/2014/main" id="{C9513F72-2DC1-4721-B402-4C6249EE5FC4}"/>
              </a:ext>
            </a:extLst>
          </p:cNvPr>
          <p:cNvSpPr/>
          <p:nvPr/>
        </p:nvSpPr>
        <p:spPr>
          <a:xfrm>
            <a:off x="907445" y="1894622"/>
            <a:ext cx="7416000" cy="2616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Very large in size, complexity and relationship to legal entities (e.g. </a:t>
            </a:r>
            <a:r>
              <a:rPr kumimoji="0" lang="en-GB" sz="1100" b="0" i="0" u="none" strike="noStrike" kern="0" cap="none" spc="0" normalizeH="0" baseline="0" noProof="0" err="1">
                <a:ln>
                  <a:noFill/>
                </a:ln>
                <a:solidFill>
                  <a:srgbClr val="0C2340"/>
                </a:solidFill>
                <a:effectLst/>
                <a:uLnTx/>
                <a:uFillTx/>
                <a:latin typeface="Arial Narrow" panose="020B0606020202030204" pitchFamily="34" charset="0"/>
                <a:ea typeface="+mn-ea"/>
                <a:cs typeface="+mn-cs"/>
              </a:rPr>
              <a:t>S.r.l</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./S.p.A.) but united by common objectives, relationships and authorities</a:t>
            </a:r>
          </a:p>
        </p:txBody>
      </p:sp>
      <p:sp>
        <p:nvSpPr>
          <p:cNvPr id="124" name="Isosceles Triangle 4">
            <a:extLst>
              <a:ext uri="{FF2B5EF4-FFF2-40B4-BE49-F238E27FC236}">
                <a16:creationId xmlns:a16="http://schemas.microsoft.com/office/drawing/2014/main" id="{DE46E2C7-2604-4D7E-9339-0F78B17C47BD}"/>
              </a:ext>
            </a:extLst>
          </p:cNvPr>
          <p:cNvSpPr/>
          <p:nvPr/>
        </p:nvSpPr>
        <p:spPr>
          <a:xfrm rot="10800000">
            <a:off x="2843460" y="2240852"/>
            <a:ext cx="3457081" cy="137663"/>
          </a:xfrm>
          <a:prstGeom prst="triangle">
            <a:avLst/>
          </a:prstGeom>
          <a:solidFill>
            <a:schemeClr val="bg1">
              <a:lumMod val="85000"/>
            </a:schemeClr>
          </a:solidFill>
          <a:ln w="25400" cap="flat" cmpd="sng" algn="ctr">
            <a:noFill/>
            <a:prstDash val="solid"/>
          </a:ln>
          <a:effectLst/>
          <a:extLst>
            <a:ext uri="{91240B29-F687-4F45-9708-019B960494DF}">
              <a14:hiddenLine xmlns:a14="http://schemas.microsoft.com/office/drawing/2010/main" w="25400" cap="flat" cmpd="sng" algn="ctr">
                <a:solidFill>
                  <a:prstClr val="black"/>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cxnSp>
        <p:nvCxnSpPr>
          <p:cNvPr id="126" name="Straight Connector 12">
            <a:extLst>
              <a:ext uri="{FF2B5EF4-FFF2-40B4-BE49-F238E27FC236}">
                <a16:creationId xmlns:a16="http://schemas.microsoft.com/office/drawing/2014/main" id="{5CBDCD06-E64A-4880-BB0A-808667CDEA41}"/>
              </a:ext>
            </a:extLst>
          </p:cNvPr>
          <p:cNvCxnSpPr>
            <a:cxnSpLocks/>
          </p:cNvCxnSpPr>
          <p:nvPr/>
        </p:nvCxnSpPr>
        <p:spPr>
          <a:xfrm>
            <a:off x="203974" y="2625719"/>
            <a:ext cx="416405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7" name="TextBox 11">
            <a:extLst>
              <a:ext uri="{FF2B5EF4-FFF2-40B4-BE49-F238E27FC236}">
                <a16:creationId xmlns:a16="http://schemas.microsoft.com/office/drawing/2014/main" id="{1E51DF0B-E90A-4866-915D-DCF0BD939FB0}"/>
              </a:ext>
            </a:extLst>
          </p:cNvPr>
          <p:cNvSpPr txBox="1"/>
          <p:nvPr/>
        </p:nvSpPr>
        <p:spPr>
          <a:xfrm>
            <a:off x="1388169" y="2471831"/>
            <a:ext cx="1795663" cy="307777"/>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Service Provider</a:t>
            </a:r>
            <a:endParaRPr kumimoji="0" lang="en-GB" sz="14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cxnSp>
        <p:nvCxnSpPr>
          <p:cNvPr id="128" name="Straight Connector 12">
            <a:extLst>
              <a:ext uri="{FF2B5EF4-FFF2-40B4-BE49-F238E27FC236}">
                <a16:creationId xmlns:a16="http://schemas.microsoft.com/office/drawing/2014/main" id="{2629C018-B14D-4C60-B2C1-DBBD0DADC7B3}"/>
              </a:ext>
            </a:extLst>
          </p:cNvPr>
          <p:cNvCxnSpPr>
            <a:cxnSpLocks/>
          </p:cNvCxnSpPr>
          <p:nvPr/>
        </p:nvCxnSpPr>
        <p:spPr>
          <a:xfrm>
            <a:off x="4775974" y="2625719"/>
            <a:ext cx="416405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9" name="TextBox 11">
            <a:extLst>
              <a:ext uri="{FF2B5EF4-FFF2-40B4-BE49-F238E27FC236}">
                <a16:creationId xmlns:a16="http://schemas.microsoft.com/office/drawing/2014/main" id="{A47B371F-C679-4E78-A234-E10EBFD236DF}"/>
              </a:ext>
            </a:extLst>
          </p:cNvPr>
          <p:cNvSpPr txBox="1"/>
          <p:nvPr/>
        </p:nvSpPr>
        <p:spPr>
          <a:xfrm>
            <a:off x="6300518" y="2471831"/>
            <a:ext cx="1114965" cy="307777"/>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Consumer</a:t>
            </a:r>
            <a:endParaRPr kumimoji="0" lang="en-GB" sz="14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sp>
        <p:nvSpPr>
          <p:cNvPr id="75" name="Rounded Rectangle 38">
            <a:extLst>
              <a:ext uri="{FF2B5EF4-FFF2-40B4-BE49-F238E27FC236}">
                <a16:creationId xmlns:a16="http://schemas.microsoft.com/office/drawing/2014/main" id="{DC26679F-1522-4C10-91C9-B0B98762067B}"/>
              </a:ext>
            </a:extLst>
          </p:cNvPr>
          <p:cNvSpPr>
            <a:spLocks noChangeArrowheads="1"/>
          </p:cNvSpPr>
          <p:nvPr/>
        </p:nvSpPr>
        <p:spPr bwMode="auto">
          <a:xfrm>
            <a:off x="4871662" y="4217440"/>
            <a:ext cx="4137348" cy="386315"/>
          </a:xfrm>
          <a:prstGeom prst="roundRect">
            <a:avLst>
              <a:gd name="adj" fmla="val 8452"/>
            </a:avLst>
          </a:prstGeom>
          <a:solidFill>
            <a:srgbClr val="FFFFFF"/>
          </a:solidFill>
          <a:ln w="12700" algn="ctr">
            <a:solidFill>
              <a:schemeClr val="accent1"/>
            </a:solidFill>
            <a:prstDash val="sysDot"/>
            <a:round/>
            <a:headEnd/>
            <a:tailEnd/>
          </a:ln>
        </p:spPr>
        <p:txBody>
          <a:bodyPr lIns="0" tIns="0" rIns="0" bIns="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Sponsor </a:t>
            </a:r>
            <a:r>
              <a:rPr kumimoji="0" lang="en-US" sz="12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is the role that authorizes budget for service consumption</a:t>
            </a:r>
          </a:p>
        </p:txBody>
      </p:sp>
      <p:sp>
        <p:nvSpPr>
          <p:cNvPr id="204" name="Rectangle 210">
            <a:extLst>
              <a:ext uri="{FF2B5EF4-FFF2-40B4-BE49-F238E27FC236}">
                <a16:creationId xmlns:a16="http://schemas.microsoft.com/office/drawing/2014/main" id="{814252EF-9343-4ACD-9333-617CC1A52A89}"/>
              </a:ext>
            </a:extLst>
          </p:cNvPr>
          <p:cNvSpPr/>
          <p:nvPr/>
        </p:nvSpPr>
        <p:spPr>
          <a:xfrm>
            <a:off x="570113" y="3310210"/>
            <a:ext cx="3667608" cy="126188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300"/>
              </a:spcAft>
              <a:buClr>
                <a:srgbClr val="DA291C"/>
              </a:buClr>
              <a:buSzTx/>
              <a:buFontTx/>
              <a:buNone/>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The service provider has always a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clear understanding of reference customers</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and key stakeholders and it could be:</a:t>
            </a:r>
          </a:p>
          <a:p>
            <a:pPr marL="285750" marR="0" lvl="0" indent="-285750" algn="l" defTabSz="914400" rtl="0" eaLnBrk="1" fontAlgn="auto" latinLnBrk="0" hangingPunct="1">
              <a:lnSpc>
                <a:spcPct val="100000"/>
              </a:lnSpc>
              <a:spcBef>
                <a:spcPts val="0"/>
              </a:spcBef>
              <a:spcAft>
                <a:spcPts val="300"/>
              </a:spcAft>
              <a:buClr>
                <a:srgbClr val="DA291C"/>
              </a:buClr>
              <a:buSzTx/>
              <a:buFont typeface="Wingdings" panose="05000000000000000000" pitchFamily="2" charset="2"/>
              <a:buChar char="§"/>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Internal or external</a:t>
            </a:r>
          </a:p>
          <a:p>
            <a:pPr marL="285750" marR="0" lvl="0" indent="-285750" algn="l" defTabSz="914400" rtl="0" eaLnBrk="1" fontAlgn="auto" latinLnBrk="0" hangingPunct="1">
              <a:lnSpc>
                <a:spcPct val="100000"/>
              </a:lnSpc>
              <a:spcBef>
                <a:spcPts val="0"/>
              </a:spcBef>
              <a:spcAft>
                <a:spcPts val="300"/>
              </a:spcAft>
              <a:buClr>
                <a:srgbClr val="DA291C"/>
              </a:buClr>
              <a:buSzTx/>
              <a:buFont typeface="Wingdings" panose="05000000000000000000" pitchFamily="2" charset="2"/>
              <a:buChar char="§"/>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The “IT department” providing services to other functions</a:t>
            </a:r>
          </a:p>
          <a:p>
            <a:pPr marL="285750" marR="0" lvl="0" indent="-285750" algn="l" defTabSz="914400" rtl="0" eaLnBrk="1" fontAlgn="auto" latinLnBrk="0" hangingPunct="1">
              <a:lnSpc>
                <a:spcPct val="100000"/>
              </a:lnSpc>
              <a:spcBef>
                <a:spcPts val="0"/>
              </a:spcBef>
              <a:spcAft>
                <a:spcPts val="300"/>
              </a:spcAft>
              <a:buClr>
                <a:srgbClr val="DA291C"/>
              </a:buClr>
              <a:buSzTx/>
              <a:buFont typeface="Wingdings" panose="05000000000000000000" pitchFamily="2" charset="2"/>
              <a:buChar char="§"/>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 commercial seller of services on the open market</a:t>
            </a:r>
          </a:p>
          <a:p>
            <a:pPr marL="285750" marR="0" lvl="0" indent="-285750" algn="l" defTabSz="914400" rtl="0" eaLnBrk="1" fontAlgn="auto" latinLnBrk="0" hangingPunct="1">
              <a:lnSpc>
                <a:spcPct val="100000"/>
              </a:lnSpc>
              <a:spcBef>
                <a:spcPts val="0"/>
              </a:spcBef>
              <a:spcAft>
                <a:spcPts val="300"/>
              </a:spcAft>
              <a:buClr>
                <a:srgbClr val="DA291C"/>
              </a:buClr>
              <a:buSzTx/>
              <a:buFont typeface="Wingdings" panose="05000000000000000000" pitchFamily="2" charset="2"/>
              <a:buChar char="§"/>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Part of a “service alliance” collaborating to provide services</a:t>
            </a:r>
          </a:p>
        </p:txBody>
      </p:sp>
      <p:sp>
        <p:nvSpPr>
          <p:cNvPr id="58" name="Rounded Rectangle 38">
            <a:extLst>
              <a:ext uri="{FF2B5EF4-FFF2-40B4-BE49-F238E27FC236}">
                <a16:creationId xmlns:a16="http://schemas.microsoft.com/office/drawing/2014/main" id="{92B2E385-3635-44E9-8ED2-69948454FA8C}"/>
              </a:ext>
            </a:extLst>
          </p:cNvPr>
          <p:cNvSpPr>
            <a:spLocks noChangeArrowheads="1"/>
          </p:cNvSpPr>
          <p:nvPr/>
        </p:nvSpPr>
        <p:spPr bwMode="auto">
          <a:xfrm>
            <a:off x="439810" y="2787867"/>
            <a:ext cx="3928215" cy="468000"/>
          </a:xfrm>
          <a:prstGeom prst="roundRect">
            <a:avLst>
              <a:gd name="adj" fmla="val 8452"/>
            </a:avLst>
          </a:prstGeom>
          <a:solidFill>
            <a:srgbClr val="FFFFFF"/>
          </a:solidFill>
          <a:ln w="12700" algn="ctr">
            <a:solidFill>
              <a:schemeClr val="accent1"/>
            </a:solidFill>
            <a:prstDash val="sysDot"/>
            <a:round/>
            <a:headEnd/>
            <a:tailEnd/>
          </a:ln>
        </p:spPr>
        <p:txBody>
          <a:bodyPr lIns="504000" tIns="0" rIns="216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US" sz="12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Service provider </a:t>
            </a:r>
            <a:r>
              <a:rPr kumimoji="0" lang="en-US" sz="12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is a role performed by an organization in a service relationship to provide services or consumers</a:t>
            </a:r>
          </a:p>
        </p:txBody>
      </p:sp>
      <p:sp>
        <p:nvSpPr>
          <p:cNvPr id="63" name="Oval 37">
            <a:extLst>
              <a:ext uri="{FF2B5EF4-FFF2-40B4-BE49-F238E27FC236}">
                <a16:creationId xmlns:a16="http://schemas.microsoft.com/office/drawing/2014/main" id="{1DD18BAA-165D-4812-BD94-8689E2EC3C58}"/>
              </a:ext>
            </a:extLst>
          </p:cNvPr>
          <p:cNvSpPr/>
          <p:nvPr/>
        </p:nvSpPr>
        <p:spPr>
          <a:xfrm>
            <a:off x="203038" y="2751867"/>
            <a:ext cx="540000" cy="540000"/>
          </a:xfrm>
          <a:prstGeom prst="ellipse">
            <a:avLst/>
          </a:prstGeom>
          <a:solidFill>
            <a:schemeClr val="accent1"/>
          </a:solid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sp>
        <p:nvSpPr>
          <p:cNvPr id="65" name="Rectangle 210">
            <a:extLst>
              <a:ext uri="{FF2B5EF4-FFF2-40B4-BE49-F238E27FC236}">
                <a16:creationId xmlns:a16="http://schemas.microsoft.com/office/drawing/2014/main" id="{7E76EA5B-C00F-4F9A-84B8-3A3CD6F71474}"/>
              </a:ext>
            </a:extLst>
          </p:cNvPr>
          <p:cNvSpPr/>
          <p:nvPr/>
        </p:nvSpPr>
        <p:spPr>
          <a:xfrm>
            <a:off x="4705092" y="2787867"/>
            <a:ext cx="4334397" cy="43088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300"/>
              </a:spcAft>
              <a:buClr>
                <a:srgbClr val="DA291C"/>
              </a:buClr>
              <a:buSzTx/>
              <a:buFontTx/>
              <a:buNone/>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When receiving a service,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an organization should be defined as service consumer</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naming generically referring to the following roles:</a:t>
            </a:r>
          </a:p>
        </p:txBody>
      </p:sp>
      <p:sp>
        <p:nvSpPr>
          <p:cNvPr id="74" name="Rounded Rectangle 38">
            <a:extLst>
              <a:ext uri="{FF2B5EF4-FFF2-40B4-BE49-F238E27FC236}">
                <a16:creationId xmlns:a16="http://schemas.microsoft.com/office/drawing/2014/main" id="{D1F698A9-A885-4F7D-9802-D3DAE73C1AA1}"/>
              </a:ext>
            </a:extLst>
          </p:cNvPr>
          <p:cNvSpPr>
            <a:spLocks noChangeArrowheads="1"/>
          </p:cNvSpPr>
          <p:nvPr/>
        </p:nvSpPr>
        <p:spPr bwMode="auto">
          <a:xfrm>
            <a:off x="4871662" y="3738187"/>
            <a:ext cx="4137347" cy="387100"/>
          </a:xfrm>
          <a:prstGeom prst="roundRect">
            <a:avLst>
              <a:gd name="adj" fmla="val 8452"/>
            </a:avLst>
          </a:prstGeom>
          <a:solidFill>
            <a:srgbClr val="FFFFFF"/>
          </a:solidFill>
          <a:ln w="12700" algn="ctr">
            <a:solidFill>
              <a:schemeClr val="accent1"/>
            </a:solidFill>
            <a:prstDash val="sysDot"/>
            <a:round/>
            <a:headEnd/>
            <a:tailEnd/>
          </a:ln>
        </p:spPr>
        <p:txBody>
          <a:bodyPr lIns="72000" tIns="0" rIns="0" bIns="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Customer </a:t>
            </a:r>
            <a:r>
              <a:rPr kumimoji="0" lang="en-US" sz="12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is the role that defines the requirements for a service and takes responsibility for the outcomes of service consumption</a:t>
            </a:r>
          </a:p>
        </p:txBody>
      </p:sp>
      <p:sp>
        <p:nvSpPr>
          <p:cNvPr id="77" name="Rounded Rectangle 38">
            <a:extLst>
              <a:ext uri="{FF2B5EF4-FFF2-40B4-BE49-F238E27FC236}">
                <a16:creationId xmlns:a16="http://schemas.microsoft.com/office/drawing/2014/main" id="{A93F91B1-085C-4CDB-BCD7-7CF00A821D4A}"/>
              </a:ext>
            </a:extLst>
          </p:cNvPr>
          <p:cNvSpPr>
            <a:spLocks noChangeArrowheads="1"/>
          </p:cNvSpPr>
          <p:nvPr/>
        </p:nvSpPr>
        <p:spPr bwMode="auto">
          <a:xfrm>
            <a:off x="4871662" y="3258935"/>
            <a:ext cx="4137347" cy="387100"/>
          </a:xfrm>
          <a:prstGeom prst="roundRect">
            <a:avLst>
              <a:gd name="adj" fmla="val 8452"/>
            </a:avLst>
          </a:prstGeom>
          <a:solidFill>
            <a:srgbClr val="FFFFFF"/>
          </a:solidFill>
          <a:ln w="12700" algn="ctr">
            <a:solidFill>
              <a:schemeClr val="accent1"/>
            </a:solidFill>
            <a:prstDash val="sysDot"/>
            <a:round/>
            <a:headEnd/>
            <a:tailEnd/>
          </a:ln>
        </p:spPr>
        <p:txBody>
          <a:bodyPr lIns="0" tIns="0" rIns="0" bIns="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User </a:t>
            </a:r>
            <a:r>
              <a:rPr kumimoji="0" lang="en-US" sz="12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is the role that uses services</a:t>
            </a:r>
          </a:p>
        </p:txBody>
      </p:sp>
      <p:grpSp>
        <p:nvGrpSpPr>
          <p:cNvPr id="8" name="Gruppo 7">
            <a:extLst>
              <a:ext uri="{FF2B5EF4-FFF2-40B4-BE49-F238E27FC236}">
                <a16:creationId xmlns:a16="http://schemas.microsoft.com/office/drawing/2014/main" id="{013BDF25-CFF2-447E-B129-C5BD190F83E8}"/>
              </a:ext>
            </a:extLst>
          </p:cNvPr>
          <p:cNvGrpSpPr/>
          <p:nvPr/>
        </p:nvGrpSpPr>
        <p:grpSpPr>
          <a:xfrm>
            <a:off x="4684534" y="3272485"/>
            <a:ext cx="360000" cy="360000"/>
            <a:chOff x="4684534" y="3353405"/>
            <a:chExt cx="360000" cy="360000"/>
          </a:xfrm>
        </p:grpSpPr>
        <p:grpSp>
          <p:nvGrpSpPr>
            <p:cNvPr id="141" name="Group 49">
              <a:extLst>
                <a:ext uri="{FF2B5EF4-FFF2-40B4-BE49-F238E27FC236}">
                  <a16:creationId xmlns:a16="http://schemas.microsoft.com/office/drawing/2014/main" id="{8C32B5F2-C1F4-4C0A-BD2B-C37B27CBB94E}"/>
                </a:ext>
              </a:extLst>
            </p:cNvPr>
            <p:cNvGrpSpPr/>
            <p:nvPr/>
          </p:nvGrpSpPr>
          <p:grpSpPr>
            <a:xfrm>
              <a:off x="4684534" y="3353405"/>
              <a:ext cx="360000" cy="360000"/>
              <a:chOff x="10130023" y="2277920"/>
              <a:chExt cx="1188000" cy="1188000"/>
            </a:xfrm>
            <a:solidFill>
              <a:schemeClr val="accent2">
                <a:lumMod val="20000"/>
                <a:lumOff val="80000"/>
              </a:schemeClr>
            </a:solidFill>
          </p:grpSpPr>
          <p:pic>
            <p:nvPicPr>
              <p:cNvPr id="143" name="Picture 51">
                <a:extLst>
                  <a:ext uri="{FF2B5EF4-FFF2-40B4-BE49-F238E27FC236}">
                    <a16:creationId xmlns:a16="http://schemas.microsoft.com/office/drawing/2014/main" id="{92F247B5-5DE5-4EC8-83E0-42226FE5EBBA}"/>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144" name="Oval 17">
                <a:extLst>
                  <a:ext uri="{FF2B5EF4-FFF2-40B4-BE49-F238E27FC236}">
                    <a16:creationId xmlns:a16="http://schemas.microsoft.com/office/drawing/2014/main" id="{07FC93CC-78F3-41DB-B0FA-BE466896472E}"/>
                  </a:ext>
                </a:extLst>
              </p:cNvPr>
              <p:cNvSpPr/>
              <p:nvPr/>
            </p:nvSpPr>
            <p:spPr>
              <a:xfrm rot="5400000">
                <a:off x="10148021" y="2295918"/>
                <a:ext cx="1152001" cy="115200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145" name="Google Shape;21;p4">
                <a:extLst>
                  <a:ext uri="{FF2B5EF4-FFF2-40B4-BE49-F238E27FC236}">
                    <a16:creationId xmlns:a16="http://schemas.microsoft.com/office/drawing/2014/main" id="{A3D14B48-14AA-4618-96AD-B2976431E324}"/>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142" name="Rectangle 210">
              <a:extLst>
                <a:ext uri="{FF2B5EF4-FFF2-40B4-BE49-F238E27FC236}">
                  <a16:creationId xmlns:a16="http://schemas.microsoft.com/office/drawing/2014/main" id="{59895933-9541-42B8-9588-C8BB3E5ABDD2}"/>
                </a:ext>
              </a:extLst>
            </p:cNvPr>
            <p:cNvSpPr/>
            <p:nvPr/>
          </p:nvSpPr>
          <p:spPr>
            <a:xfrm>
              <a:off x="4700667" y="3410295"/>
              <a:ext cx="327734" cy="24622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000" b="1" i="0" u="none" strike="noStrike" kern="0" cap="none" spc="0" normalizeH="0" baseline="0" noProof="0">
                  <a:ln>
                    <a:noFill/>
                  </a:ln>
                  <a:solidFill>
                    <a:srgbClr val="DA291C"/>
                  </a:solidFill>
                  <a:effectLst/>
                  <a:uLnTx/>
                  <a:uFillTx/>
                  <a:latin typeface="Arial Narrow" panose="020B0606020202030204" pitchFamily="34" charset="0"/>
                  <a:ea typeface="+mn-ea"/>
                  <a:cs typeface="+mn-cs"/>
                </a:rPr>
                <a:t>!!!</a:t>
              </a:r>
              <a:endParaRPr kumimoji="0" lang="en-GB" sz="1000" b="0" i="0" u="none" strike="noStrike" kern="0" cap="none" spc="0" normalizeH="0" baseline="0" noProof="0">
                <a:ln>
                  <a:noFill/>
                </a:ln>
                <a:solidFill>
                  <a:srgbClr val="DA291C"/>
                </a:solidFill>
                <a:effectLst/>
                <a:uLnTx/>
                <a:uFillTx/>
                <a:latin typeface="Arial Narrow" panose="020B0606020202030204" pitchFamily="34" charset="0"/>
                <a:ea typeface="+mn-ea"/>
                <a:cs typeface="+mn-cs"/>
              </a:endParaRPr>
            </a:p>
          </p:txBody>
        </p:sp>
      </p:grpSp>
      <p:grpSp>
        <p:nvGrpSpPr>
          <p:cNvPr id="72" name="Gruppo 71">
            <a:extLst>
              <a:ext uri="{FF2B5EF4-FFF2-40B4-BE49-F238E27FC236}">
                <a16:creationId xmlns:a16="http://schemas.microsoft.com/office/drawing/2014/main" id="{E31276AE-C47A-4927-93BD-1387E24ED16B}"/>
              </a:ext>
            </a:extLst>
          </p:cNvPr>
          <p:cNvGrpSpPr/>
          <p:nvPr/>
        </p:nvGrpSpPr>
        <p:grpSpPr>
          <a:xfrm>
            <a:off x="4684534" y="3751541"/>
            <a:ext cx="360000" cy="360000"/>
            <a:chOff x="4684534" y="3353405"/>
            <a:chExt cx="360000" cy="360000"/>
          </a:xfrm>
        </p:grpSpPr>
        <p:grpSp>
          <p:nvGrpSpPr>
            <p:cNvPr id="73" name="Group 49">
              <a:extLst>
                <a:ext uri="{FF2B5EF4-FFF2-40B4-BE49-F238E27FC236}">
                  <a16:creationId xmlns:a16="http://schemas.microsoft.com/office/drawing/2014/main" id="{D59B5179-C00F-4CC9-A6A5-8C851992DE42}"/>
                </a:ext>
              </a:extLst>
            </p:cNvPr>
            <p:cNvGrpSpPr/>
            <p:nvPr/>
          </p:nvGrpSpPr>
          <p:grpSpPr>
            <a:xfrm>
              <a:off x="4684534" y="3353405"/>
              <a:ext cx="360000" cy="360000"/>
              <a:chOff x="10130023" y="2277920"/>
              <a:chExt cx="1188000" cy="1188000"/>
            </a:xfrm>
            <a:solidFill>
              <a:schemeClr val="accent2">
                <a:lumMod val="20000"/>
                <a:lumOff val="80000"/>
              </a:schemeClr>
            </a:solidFill>
          </p:grpSpPr>
          <p:pic>
            <p:nvPicPr>
              <p:cNvPr id="78" name="Picture 51">
                <a:extLst>
                  <a:ext uri="{FF2B5EF4-FFF2-40B4-BE49-F238E27FC236}">
                    <a16:creationId xmlns:a16="http://schemas.microsoft.com/office/drawing/2014/main" id="{31794CBA-F95E-4534-A4A1-15801EB2DCB8}"/>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79" name="Oval 17">
                <a:extLst>
                  <a:ext uri="{FF2B5EF4-FFF2-40B4-BE49-F238E27FC236}">
                    <a16:creationId xmlns:a16="http://schemas.microsoft.com/office/drawing/2014/main" id="{ADF415FD-EF98-4499-83BA-1F85256721D2}"/>
                  </a:ext>
                </a:extLst>
              </p:cNvPr>
              <p:cNvSpPr/>
              <p:nvPr/>
            </p:nvSpPr>
            <p:spPr>
              <a:xfrm rot="5400000">
                <a:off x="10148021" y="2295918"/>
                <a:ext cx="1152001" cy="115200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80" name="Google Shape;21;p4">
                <a:extLst>
                  <a:ext uri="{FF2B5EF4-FFF2-40B4-BE49-F238E27FC236}">
                    <a16:creationId xmlns:a16="http://schemas.microsoft.com/office/drawing/2014/main" id="{E6F384C3-B660-4AE1-B48A-C48B4E261121}"/>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76" name="Rectangle 210">
              <a:extLst>
                <a:ext uri="{FF2B5EF4-FFF2-40B4-BE49-F238E27FC236}">
                  <a16:creationId xmlns:a16="http://schemas.microsoft.com/office/drawing/2014/main" id="{AFE52F6B-0145-4322-87BC-746A2DDA2116}"/>
                </a:ext>
              </a:extLst>
            </p:cNvPr>
            <p:cNvSpPr/>
            <p:nvPr/>
          </p:nvSpPr>
          <p:spPr>
            <a:xfrm>
              <a:off x="4700667" y="3410295"/>
              <a:ext cx="327734" cy="24622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000" b="1" i="0" u="none" strike="noStrike" kern="0" cap="none" spc="0" normalizeH="0" baseline="0" noProof="0">
                  <a:ln>
                    <a:noFill/>
                  </a:ln>
                  <a:solidFill>
                    <a:srgbClr val="DA291C"/>
                  </a:solidFill>
                  <a:effectLst/>
                  <a:uLnTx/>
                  <a:uFillTx/>
                  <a:latin typeface="Arial Narrow" panose="020B0606020202030204" pitchFamily="34" charset="0"/>
                  <a:ea typeface="+mn-ea"/>
                  <a:cs typeface="+mn-cs"/>
                </a:rPr>
                <a:t>!!!</a:t>
              </a:r>
              <a:endParaRPr kumimoji="0" lang="en-GB" sz="1000" b="0" i="0" u="none" strike="noStrike" kern="0" cap="none" spc="0" normalizeH="0" baseline="0" noProof="0">
                <a:ln>
                  <a:noFill/>
                </a:ln>
                <a:solidFill>
                  <a:srgbClr val="DA291C"/>
                </a:solidFill>
                <a:effectLst/>
                <a:uLnTx/>
                <a:uFillTx/>
                <a:latin typeface="Arial Narrow" panose="020B0606020202030204" pitchFamily="34" charset="0"/>
                <a:ea typeface="+mn-ea"/>
                <a:cs typeface="+mn-cs"/>
              </a:endParaRPr>
            </a:p>
          </p:txBody>
        </p:sp>
      </p:grpSp>
      <p:grpSp>
        <p:nvGrpSpPr>
          <p:cNvPr id="81" name="Gruppo 80">
            <a:extLst>
              <a:ext uri="{FF2B5EF4-FFF2-40B4-BE49-F238E27FC236}">
                <a16:creationId xmlns:a16="http://schemas.microsoft.com/office/drawing/2014/main" id="{1B5FC388-977A-4303-8ADC-655EC46317E8}"/>
              </a:ext>
            </a:extLst>
          </p:cNvPr>
          <p:cNvGrpSpPr/>
          <p:nvPr/>
        </p:nvGrpSpPr>
        <p:grpSpPr>
          <a:xfrm>
            <a:off x="4684534" y="4230597"/>
            <a:ext cx="360000" cy="360000"/>
            <a:chOff x="4684534" y="3353405"/>
            <a:chExt cx="360000" cy="360000"/>
          </a:xfrm>
        </p:grpSpPr>
        <p:grpSp>
          <p:nvGrpSpPr>
            <p:cNvPr id="82" name="Group 49">
              <a:extLst>
                <a:ext uri="{FF2B5EF4-FFF2-40B4-BE49-F238E27FC236}">
                  <a16:creationId xmlns:a16="http://schemas.microsoft.com/office/drawing/2014/main" id="{8F1EC0DF-3C8F-4D23-B414-559E8FD3429E}"/>
                </a:ext>
              </a:extLst>
            </p:cNvPr>
            <p:cNvGrpSpPr/>
            <p:nvPr/>
          </p:nvGrpSpPr>
          <p:grpSpPr>
            <a:xfrm>
              <a:off x="4684534" y="3353405"/>
              <a:ext cx="360000" cy="360000"/>
              <a:chOff x="10130023" y="2277920"/>
              <a:chExt cx="1188000" cy="1188000"/>
            </a:xfrm>
            <a:solidFill>
              <a:schemeClr val="accent2">
                <a:lumMod val="20000"/>
                <a:lumOff val="80000"/>
              </a:schemeClr>
            </a:solidFill>
          </p:grpSpPr>
          <p:pic>
            <p:nvPicPr>
              <p:cNvPr id="84" name="Picture 51">
                <a:extLst>
                  <a:ext uri="{FF2B5EF4-FFF2-40B4-BE49-F238E27FC236}">
                    <a16:creationId xmlns:a16="http://schemas.microsoft.com/office/drawing/2014/main" id="{42C6ECB0-870F-4D5B-BA5D-15E90DE1EA51}"/>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85" name="Oval 17">
                <a:extLst>
                  <a:ext uri="{FF2B5EF4-FFF2-40B4-BE49-F238E27FC236}">
                    <a16:creationId xmlns:a16="http://schemas.microsoft.com/office/drawing/2014/main" id="{C08831B3-4D48-441D-9616-2335152DCC22}"/>
                  </a:ext>
                </a:extLst>
              </p:cNvPr>
              <p:cNvSpPr/>
              <p:nvPr/>
            </p:nvSpPr>
            <p:spPr>
              <a:xfrm rot="5400000">
                <a:off x="10148021" y="2295918"/>
                <a:ext cx="1152001" cy="115200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86" name="Google Shape;21;p4">
                <a:extLst>
                  <a:ext uri="{FF2B5EF4-FFF2-40B4-BE49-F238E27FC236}">
                    <a16:creationId xmlns:a16="http://schemas.microsoft.com/office/drawing/2014/main" id="{9C750EFA-82A7-42CE-89EE-D7AA5C5BDDAF}"/>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83" name="Rectangle 210">
              <a:extLst>
                <a:ext uri="{FF2B5EF4-FFF2-40B4-BE49-F238E27FC236}">
                  <a16:creationId xmlns:a16="http://schemas.microsoft.com/office/drawing/2014/main" id="{C5C825B3-DD38-40EE-B7F8-5FF8F439325F}"/>
                </a:ext>
              </a:extLst>
            </p:cNvPr>
            <p:cNvSpPr/>
            <p:nvPr/>
          </p:nvSpPr>
          <p:spPr>
            <a:xfrm>
              <a:off x="4700667" y="3410295"/>
              <a:ext cx="327734" cy="24622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000" b="1" i="0" u="none" strike="noStrike" kern="0" cap="none" spc="0" normalizeH="0" baseline="0" noProof="0">
                  <a:ln>
                    <a:noFill/>
                  </a:ln>
                  <a:solidFill>
                    <a:srgbClr val="DA291C"/>
                  </a:solidFill>
                  <a:effectLst/>
                  <a:uLnTx/>
                  <a:uFillTx/>
                  <a:latin typeface="Arial Narrow" panose="020B0606020202030204" pitchFamily="34" charset="0"/>
                  <a:ea typeface="+mn-ea"/>
                  <a:cs typeface="+mn-cs"/>
                </a:rPr>
                <a:t>!!!</a:t>
              </a:r>
              <a:endParaRPr kumimoji="0" lang="en-GB" sz="1000" b="0" i="0" u="none" strike="noStrike" kern="0" cap="none" spc="0" normalizeH="0" baseline="0" noProof="0">
                <a:ln>
                  <a:noFill/>
                </a:ln>
                <a:solidFill>
                  <a:srgbClr val="DA291C"/>
                </a:solidFill>
                <a:effectLst/>
                <a:uLnTx/>
                <a:uFillTx/>
                <a:latin typeface="Arial Narrow" panose="020B0606020202030204" pitchFamily="34" charset="0"/>
                <a:ea typeface="+mn-ea"/>
                <a:cs typeface="+mn-cs"/>
              </a:endParaRPr>
            </a:p>
          </p:txBody>
        </p:sp>
      </p:grpSp>
      <p:pic>
        <p:nvPicPr>
          <p:cNvPr id="90" name="Elemento grafico 89" descr="Idea con riempimento a tinta unita">
            <a:extLst>
              <a:ext uri="{FF2B5EF4-FFF2-40B4-BE49-F238E27FC236}">
                <a16:creationId xmlns:a16="http://schemas.microsoft.com/office/drawing/2014/main" id="{22455CA0-A9A7-4F15-800C-DF124D0DDAC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73166" y="2799135"/>
            <a:ext cx="428400" cy="428400"/>
          </a:xfrm>
          <a:prstGeom prst="rect">
            <a:avLst/>
          </a:prstGeom>
        </p:spPr>
      </p:pic>
      <p:grpSp>
        <p:nvGrpSpPr>
          <p:cNvPr id="6" name="Gruppo 5">
            <a:extLst>
              <a:ext uri="{FF2B5EF4-FFF2-40B4-BE49-F238E27FC236}">
                <a16:creationId xmlns:a16="http://schemas.microsoft.com/office/drawing/2014/main" id="{6245469F-BF2A-42E2-83F8-FD7B3A76BDD0}"/>
              </a:ext>
            </a:extLst>
          </p:cNvPr>
          <p:cNvGrpSpPr/>
          <p:nvPr/>
        </p:nvGrpSpPr>
        <p:grpSpPr>
          <a:xfrm>
            <a:off x="532607" y="968977"/>
            <a:ext cx="8165676" cy="869675"/>
            <a:chOff x="532607" y="1049897"/>
            <a:chExt cx="8165676" cy="869675"/>
          </a:xfrm>
        </p:grpSpPr>
        <p:sp>
          <p:nvSpPr>
            <p:cNvPr id="64" name="Rounded Rectangle 38">
              <a:extLst>
                <a:ext uri="{FF2B5EF4-FFF2-40B4-BE49-F238E27FC236}">
                  <a16:creationId xmlns:a16="http://schemas.microsoft.com/office/drawing/2014/main" id="{4C14373C-9B60-4CB6-8804-6540CAB310E1}"/>
                </a:ext>
              </a:extLst>
            </p:cNvPr>
            <p:cNvSpPr>
              <a:spLocks noChangeArrowheads="1"/>
            </p:cNvSpPr>
            <p:nvPr/>
          </p:nvSpPr>
          <p:spPr bwMode="auto">
            <a:xfrm>
              <a:off x="1233917" y="1208249"/>
              <a:ext cx="7464366" cy="629953"/>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GB"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An organization </a:t>
              </a: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is a person or group of people that has its own functions with responsibilities, authorities and relationships to achieve its objectives</a:t>
              </a:r>
            </a:p>
          </p:txBody>
        </p:sp>
        <p:grpSp>
          <p:nvGrpSpPr>
            <p:cNvPr id="9" name="Gruppo 8">
              <a:extLst>
                <a:ext uri="{FF2B5EF4-FFF2-40B4-BE49-F238E27FC236}">
                  <a16:creationId xmlns:a16="http://schemas.microsoft.com/office/drawing/2014/main" id="{CAAFA4BC-16F0-49F7-8C0E-FC24274B0586}"/>
                </a:ext>
              </a:extLst>
            </p:cNvPr>
            <p:cNvGrpSpPr/>
            <p:nvPr/>
          </p:nvGrpSpPr>
          <p:grpSpPr>
            <a:xfrm>
              <a:off x="532607" y="1049897"/>
              <a:ext cx="869675" cy="869675"/>
              <a:chOff x="306412" y="1088010"/>
              <a:chExt cx="869675" cy="869675"/>
            </a:xfrm>
          </p:grpSpPr>
          <p:sp>
            <p:nvSpPr>
              <p:cNvPr id="121" name="Oval 37">
                <a:extLst>
                  <a:ext uri="{FF2B5EF4-FFF2-40B4-BE49-F238E27FC236}">
                    <a16:creationId xmlns:a16="http://schemas.microsoft.com/office/drawing/2014/main" id="{0E148B60-ED71-40C6-8B1E-64867B090D03}"/>
                  </a:ext>
                </a:extLst>
              </p:cNvPr>
              <p:cNvSpPr/>
              <p:nvPr/>
            </p:nvSpPr>
            <p:spPr>
              <a:xfrm>
                <a:off x="306412" y="1088010"/>
                <a:ext cx="869675" cy="869675"/>
              </a:xfrm>
              <a:prstGeom prst="ellipse">
                <a:avLst/>
              </a:prstGeom>
              <a:solidFill>
                <a:schemeClr val="accent1"/>
              </a:solid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88" name="Elemento grafico 87" descr="Idea con riempimento a tinta unita">
                <a:extLst>
                  <a:ext uri="{FF2B5EF4-FFF2-40B4-BE49-F238E27FC236}">
                    <a16:creationId xmlns:a16="http://schemas.microsoft.com/office/drawing/2014/main" id="{1614A67B-547D-4D84-ABB0-6B185F26942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22293" y="1166478"/>
                <a:ext cx="687600" cy="687600"/>
              </a:xfrm>
              <a:prstGeom prst="rect">
                <a:avLst/>
              </a:prstGeom>
            </p:spPr>
          </p:pic>
        </p:grpSp>
      </p:grpSp>
      <p:sp>
        <p:nvSpPr>
          <p:cNvPr id="10" name="Slide Number Placeholder 9">
            <a:extLst>
              <a:ext uri="{FF2B5EF4-FFF2-40B4-BE49-F238E27FC236}">
                <a16:creationId xmlns:a16="http://schemas.microsoft.com/office/drawing/2014/main" id="{E700E701-E724-4EC9-839C-2319ACA2119C}"/>
              </a:ext>
            </a:extLst>
          </p:cNvPr>
          <p:cNvSpPr>
            <a:spLocks noGrp="1"/>
          </p:cNvSpPr>
          <p:nvPr>
            <p:ph type="sldNum" sz="quarter" idx="35"/>
          </p:nvPr>
        </p:nvSpPr>
        <p:spPr/>
        <p:txBody>
          <a:bodyPr/>
          <a:lstStyle/>
          <a:p>
            <a:fld id="{9C18EA95-C3D3-214C-9452-EF8527DBCD86}" type="slidenum">
              <a:rPr lang="it-IT" smtClean="0"/>
              <a:pPr/>
              <a:t>8</a:t>
            </a:fld>
            <a:endParaRPr lang="it-IT"/>
          </a:p>
        </p:txBody>
      </p:sp>
      <p:sp>
        <p:nvSpPr>
          <p:cNvPr id="61" name="Rectangle 210">
            <a:extLst>
              <a:ext uri="{FF2B5EF4-FFF2-40B4-BE49-F238E27FC236}">
                <a16:creationId xmlns:a16="http://schemas.microsoft.com/office/drawing/2014/main" id="{AA820743-6AA9-4955-B574-A151A630A93C}"/>
              </a:ext>
            </a:extLst>
          </p:cNvPr>
          <p:cNvSpPr/>
          <p:nvPr/>
        </p:nvSpPr>
        <p:spPr>
          <a:xfrm>
            <a:off x="5368215" y="4916723"/>
            <a:ext cx="2172905"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Concept to be clearly understood</a:t>
            </a:r>
            <a:endPar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62" name="Rectangle 210">
            <a:extLst>
              <a:ext uri="{FF2B5EF4-FFF2-40B4-BE49-F238E27FC236}">
                <a16:creationId xmlns:a16="http://schemas.microsoft.com/office/drawing/2014/main" id="{39E93208-3272-4C4E-AA03-E4F2774A5F54}"/>
              </a:ext>
            </a:extLst>
          </p:cNvPr>
          <p:cNvSpPr/>
          <p:nvPr/>
        </p:nvSpPr>
        <p:spPr>
          <a:xfrm>
            <a:off x="6928298" y="4916723"/>
            <a:ext cx="2172905"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Subject to exam question</a:t>
            </a:r>
            <a:endPar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grpSp>
        <p:nvGrpSpPr>
          <p:cNvPr id="67" name="Gruppo 8">
            <a:extLst>
              <a:ext uri="{FF2B5EF4-FFF2-40B4-BE49-F238E27FC236}">
                <a16:creationId xmlns:a16="http://schemas.microsoft.com/office/drawing/2014/main" id="{B7F7BF06-5B6E-41A0-9ECC-EEA1FB1E58FB}"/>
              </a:ext>
            </a:extLst>
          </p:cNvPr>
          <p:cNvGrpSpPr/>
          <p:nvPr/>
        </p:nvGrpSpPr>
        <p:grpSpPr>
          <a:xfrm>
            <a:off x="5274329" y="4969080"/>
            <a:ext cx="108000" cy="108000"/>
            <a:chOff x="5184274" y="4913664"/>
            <a:chExt cx="180000" cy="180000"/>
          </a:xfrm>
        </p:grpSpPr>
        <p:sp>
          <p:nvSpPr>
            <p:cNvPr id="69" name="Oval 37">
              <a:extLst>
                <a:ext uri="{FF2B5EF4-FFF2-40B4-BE49-F238E27FC236}">
                  <a16:creationId xmlns:a16="http://schemas.microsoft.com/office/drawing/2014/main" id="{022C7BDB-5868-4BF1-9EBF-DCCF0FA962DD}"/>
                </a:ext>
              </a:extLst>
            </p:cNvPr>
            <p:cNvSpPr/>
            <p:nvPr/>
          </p:nvSpPr>
          <p:spPr>
            <a:xfrm>
              <a:off x="5184274" y="4913664"/>
              <a:ext cx="180000" cy="180000"/>
            </a:xfrm>
            <a:prstGeom prst="ellipse">
              <a:avLst/>
            </a:prstGeom>
            <a:solidFill>
              <a:schemeClr val="accent1"/>
            </a:solid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70" name="Elemento grafico 60" descr="Idea con riempimento a tinta unita">
              <a:extLst>
                <a:ext uri="{FF2B5EF4-FFF2-40B4-BE49-F238E27FC236}">
                  <a16:creationId xmlns:a16="http://schemas.microsoft.com/office/drawing/2014/main" id="{A3A50FA5-B50F-4948-BE99-6D7DA3B58E9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08258" y="4928220"/>
              <a:ext cx="144000" cy="144000"/>
            </a:xfrm>
            <a:prstGeom prst="rect">
              <a:avLst/>
            </a:prstGeom>
          </p:spPr>
        </p:pic>
      </p:grpSp>
      <p:grpSp>
        <p:nvGrpSpPr>
          <p:cNvPr id="71" name="Group 49">
            <a:extLst>
              <a:ext uri="{FF2B5EF4-FFF2-40B4-BE49-F238E27FC236}">
                <a16:creationId xmlns:a16="http://schemas.microsoft.com/office/drawing/2014/main" id="{650B5E17-07B0-4655-913B-705CE84E834E}"/>
              </a:ext>
            </a:extLst>
          </p:cNvPr>
          <p:cNvGrpSpPr/>
          <p:nvPr/>
        </p:nvGrpSpPr>
        <p:grpSpPr>
          <a:xfrm>
            <a:off x="6841340" y="4969080"/>
            <a:ext cx="108000" cy="108000"/>
            <a:chOff x="10130023" y="2277920"/>
            <a:chExt cx="1188000" cy="1188000"/>
          </a:xfrm>
          <a:solidFill>
            <a:schemeClr val="accent2">
              <a:lumMod val="20000"/>
              <a:lumOff val="80000"/>
            </a:schemeClr>
          </a:solidFill>
        </p:grpSpPr>
        <p:pic>
          <p:nvPicPr>
            <p:cNvPr id="87" name="Picture 51">
              <a:extLst>
                <a:ext uri="{FF2B5EF4-FFF2-40B4-BE49-F238E27FC236}">
                  <a16:creationId xmlns:a16="http://schemas.microsoft.com/office/drawing/2014/main" id="{F92C3AF5-0A8D-4809-9207-12A7F4902B7D}"/>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89" name="Oval 17">
              <a:extLst>
                <a:ext uri="{FF2B5EF4-FFF2-40B4-BE49-F238E27FC236}">
                  <a16:creationId xmlns:a16="http://schemas.microsoft.com/office/drawing/2014/main" id="{ADCA065E-6138-43EF-B7F4-1F884AEBE6D0}"/>
                </a:ext>
              </a:extLst>
            </p:cNvPr>
            <p:cNvSpPr/>
            <p:nvPr/>
          </p:nvSpPr>
          <p:spPr>
            <a:xfrm rot="5400000">
              <a:off x="10148023" y="2295920"/>
              <a:ext cx="1152000" cy="115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91" name="Google Shape;21;p4">
              <a:extLst>
                <a:ext uri="{FF2B5EF4-FFF2-40B4-BE49-F238E27FC236}">
                  <a16:creationId xmlns:a16="http://schemas.microsoft.com/office/drawing/2014/main" id="{D07C7F9A-F56C-43B3-9677-C91F3C8F6E4C}"/>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92" name="Rectangle 210">
            <a:extLst>
              <a:ext uri="{FF2B5EF4-FFF2-40B4-BE49-F238E27FC236}">
                <a16:creationId xmlns:a16="http://schemas.microsoft.com/office/drawing/2014/main" id="{000E9CDA-1415-4936-9451-87554B49A1F7}"/>
              </a:ext>
            </a:extLst>
          </p:cNvPr>
          <p:cNvSpPr/>
          <p:nvPr/>
        </p:nvSpPr>
        <p:spPr>
          <a:xfrm>
            <a:off x="483859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2730680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Key concepts of </a:t>
            </a:r>
            <a:r>
              <a:rPr lang="en-GB">
                <a:latin typeface="Arial Narrow" panose="020B0606020202030204" pitchFamily="34" charset="0"/>
              </a:rPr>
              <a:t>IT </a:t>
            </a:r>
            <a:r>
              <a:rPr lang="en-US">
                <a:latin typeface="Arial Narrow" panose="020B0606020202030204" pitchFamily="34" charset="0"/>
              </a:rPr>
              <a:t>Service Management | </a:t>
            </a:r>
            <a:r>
              <a:rPr lang="en-US">
                <a:solidFill>
                  <a:schemeClr val="accent3"/>
                </a:solidFill>
                <a:latin typeface="Arial Narrow" panose="020B0606020202030204" pitchFamily="34" charset="0"/>
              </a:rPr>
              <a:t>Service offering</a:t>
            </a:r>
            <a:br>
              <a:rPr lang="en-US">
                <a:solidFill>
                  <a:schemeClr val="accent3"/>
                </a:solidFill>
                <a:latin typeface="Arial Narrow" panose="020B0606020202030204" pitchFamily="34" charset="0"/>
              </a:rPr>
            </a:br>
            <a:endParaRPr lang="en-GB">
              <a:solidFill>
                <a:schemeClr val="accent3"/>
              </a:solidFill>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p:txBody>
          <a:bodyPr/>
          <a:lstStyle/>
          <a:p>
            <a:r>
              <a:rPr lang="en-GB">
                <a:latin typeface="Arial Narrow" panose="020B0606020202030204" pitchFamily="34" charset="0"/>
              </a:rPr>
              <a:t>Service offerings composition includes three main complementary pillars to </a:t>
            </a:r>
            <a:r>
              <a:rPr lang="en-US">
                <a:latin typeface="Arial Narrow" panose="020B0606020202030204" pitchFamily="34" charset="0"/>
              </a:rPr>
              <a:t>address customers’ needs</a:t>
            </a:r>
            <a:endParaRPr lang="en-GB">
              <a:latin typeface="Arial Narrow" panose="020B0606020202030204" pitchFamily="34" charset="0"/>
            </a:endParaRPr>
          </a:p>
        </p:txBody>
      </p:sp>
      <p:sp>
        <p:nvSpPr>
          <p:cNvPr id="25" name="Rectangle 210">
            <a:extLst>
              <a:ext uri="{FF2B5EF4-FFF2-40B4-BE49-F238E27FC236}">
                <a16:creationId xmlns:a16="http://schemas.microsoft.com/office/drawing/2014/main" id="{08963326-5CA1-4B93-AEBE-F8518A0A74D0}"/>
              </a:ext>
            </a:extLst>
          </p:cNvPr>
          <p:cNvSpPr/>
          <p:nvPr/>
        </p:nvSpPr>
        <p:spPr>
          <a:xfrm>
            <a:off x="1406023" y="3031309"/>
            <a:ext cx="6264000" cy="937885"/>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300"/>
              </a:spcAft>
              <a:buClr>
                <a:srgbClr val="6A97BE"/>
              </a:buClr>
              <a:buSzTx/>
              <a:buFont typeface="Wingdings" panose="05000000000000000000" pitchFamily="2" charset="2"/>
              <a:buChar char="§"/>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Ownership is not transferred to the customer</a:t>
            </a:r>
          </a:p>
          <a:p>
            <a:pPr marL="285750" marR="0" lvl="0" indent="-285750" algn="l" defTabSz="914400" rtl="0" eaLnBrk="1" fontAlgn="auto" latinLnBrk="0" hangingPunct="1">
              <a:lnSpc>
                <a:spcPct val="100000"/>
              </a:lnSpc>
              <a:spcBef>
                <a:spcPts val="0"/>
              </a:spcBef>
              <a:spcAft>
                <a:spcPts val="300"/>
              </a:spcAft>
              <a:buClr>
                <a:srgbClr val="6A97BE"/>
              </a:buClr>
              <a:buSzTx/>
              <a:buFont typeface="Wingdings" panose="05000000000000000000" pitchFamily="2" charset="2"/>
              <a:buChar char="§"/>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Access is granted or licensed to the customer under agreed terms and conditions</a:t>
            </a:r>
          </a:p>
          <a:p>
            <a:pPr marL="285750" marR="0" lvl="0" indent="-285750" algn="l" defTabSz="914400" rtl="0" eaLnBrk="1" fontAlgn="auto" latinLnBrk="0" hangingPunct="1">
              <a:lnSpc>
                <a:spcPct val="100000"/>
              </a:lnSpc>
              <a:spcBef>
                <a:spcPts val="0"/>
              </a:spcBef>
              <a:spcAft>
                <a:spcPts val="600"/>
              </a:spcAft>
              <a:buClr>
                <a:srgbClr val="6A97BE"/>
              </a:buClr>
              <a:buSzTx/>
              <a:buFont typeface="Wingdings" panose="05000000000000000000" pitchFamily="2" charset="2"/>
              <a:buChar char="§"/>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The customer can access resources during the consumption period according to the agreed service terms</a:t>
            </a:r>
          </a:p>
          <a:p>
            <a:pPr marL="285750" marR="0" lvl="0" indent="-285750" algn="l" defTabSz="914400" rtl="0" eaLnBrk="1" fontAlgn="auto" latinLnBrk="0" hangingPunct="1">
              <a:lnSpc>
                <a:spcPct val="120000"/>
              </a:lnSpc>
              <a:spcBef>
                <a:spcPts val="0"/>
              </a:spcBef>
              <a:spcAft>
                <a:spcPts val="600"/>
              </a:spcAft>
              <a:buClr>
                <a:srgbClr val="DA291C"/>
              </a:buClr>
              <a:buSzTx/>
              <a:buFont typeface="Arial" panose="020B0604020202020204" pitchFamily="34" charset="0"/>
              <a:buChar char="•"/>
              <a:tabLst/>
              <a:defRPr/>
            </a:pPr>
            <a:endPar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33" name="Isosceles Triangle 4">
            <a:extLst>
              <a:ext uri="{FF2B5EF4-FFF2-40B4-BE49-F238E27FC236}">
                <a16:creationId xmlns:a16="http://schemas.microsoft.com/office/drawing/2014/main" id="{70811B9F-58DC-4F53-A9C7-D2519C5A29AE}"/>
              </a:ext>
            </a:extLst>
          </p:cNvPr>
          <p:cNvSpPr/>
          <p:nvPr/>
        </p:nvSpPr>
        <p:spPr>
          <a:xfrm rot="5400000">
            <a:off x="7053051" y="3307290"/>
            <a:ext cx="621786" cy="137663"/>
          </a:xfrm>
          <a:prstGeom prst="triangle">
            <a:avLst/>
          </a:prstGeom>
          <a:solidFill>
            <a:schemeClr val="bg1">
              <a:lumMod val="85000"/>
            </a:schemeClr>
          </a:solidFill>
          <a:ln w="25400" cap="flat" cmpd="sng" algn="ctr">
            <a:noFill/>
            <a:prstDash val="solid"/>
          </a:ln>
          <a:effectLst/>
          <a:extLst>
            <a:ext uri="{91240B29-F687-4F45-9708-019B960494DF}">
              <a14:hiddenLine xmlns:a14="http://schemas.microsoft.com/office/drawing/2010/main" w="25400" cap="flat" cmpd="sng" algn="ctr">
                <a:solidFill>
                  <a:prstClr val="black"/>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36" name="Rectangle 210">
            <a:extLst>
              <a:ext uri="{FF2B5EF4-FFF2-40B4-BE49-F238E27FC236}">
                <a16:creationId xmlns:a16="http://schemas.microsoft.com/office/drawing/2014/main" id="{C53ED871-A4CE-4EBE-B49A-31A7DB13FD4D}"/>
              </a:ext>
            </a:extLst>
          </p:cNvPr>
          <p:cNvSpPr/>
          <p:nvPr/>
        </p:nvSpPr>
        <p:spPr>
          <a:xfrm>
            <a:off x="7490610" y="3031309"/>
            <a:ext cx="1440000" cy="82246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30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Access to the mobile network or to network storage</a:t>
            </a:r>
          </a:p>
          <a:p>
            <a:pPr marL="285750" marR="0" lvl="0" indent="-285750" algn="l" defTabSz="914400" rtl="0" eaLnBrk="1" fontAlgn="auto" latinLnBrk="0" hangingPunct="1">
              <a:lnSpc>
                <a:spcPct val="120000"/>
              </a:lnSpc>
              <a:spcBef>
                <a:spcPts val="0"/>
              </a:spcBef>
              <a:spcAft>
                <a:spcPts val="600"/>
              </a:spcAft>
              <a:buClr>
                <a:srgbClr val="DA291C"/>
              </a:buClr>
              <a:buSzTx/>
              <a:buFont typeface="Arial" panose="020B0604020202020204" pitchFamily="34" charset="0"/>
              <a:buChar char="•"/>
              <a:tabLst/>
              <a:defRPr/>
            </a:pPr>
            <a:endPar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14" name="Rectangle: Rounded Corners 172">
            <a:extLst>
              <a:ext uri="{FF2B5EF4-FFF2-40B4-BE49-F238E27FC236}">
                <a16:creationId xmlns:a16="http://schemas.microsoft.com/office/drawing/2014/main" id="{529CED0C-CECD-48AF-A197-6909BDB45366}"/>
              </a:ext>
            </a:extLst>
          </p:cNvPr>
          <p:cNvSpPr/>
          <p:nvPr/>
        </p:nvSpPr>
        <p:spPr>
          <a:xfrm>
            <a:off x="243958" y="3031309"/>
            <a:ext cx="1162066" cy="692085"/>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4000" rIns="0" bIns="108000" rtlCol="0" anchor="ctr"/>
          <a:lstStyle/>
          <a:p>
            <a:pPr marL="0" marR="0" lvl="0" indent="0" algn="ctr" defTabSz="914400" rtl="0" eaLnBrk="1" fontAlgn="auto" latinLnBrk="0" hangingPunct="1">
              <a:lnSpc>
                <a:spcPct val="100000"/>
              </a:lnSpc>
              <a:spcBef>
                <a:spcPts val="0"/>
              </a:spcBef>
              <a:spcAft>
                <a:spcPts val="300"/>
              </a:spcAft>
              <a:buClr>
                <a:srgbClr val="DA291C"/>
              </a:buClr>
              <a:buSzTx/>
              <a:buFontTx/>
              <a:buNone/>
              <a:tabLst/>
              <a:defRPr/>
            </a:pPr>
            <a:r>
              <a:rPr kumimoji="0" lang="en-GB" sz="1400" b="1" i="0" u="none" strike="noStrike" kern="0" cap="none" spc="0" normalizeH="0" baseline="0" noProof="0">
                <a:ln>
                  <a:noFill/>
                </a:ln>
                <a:solidFill>
                  <a:srgbClr val="FFFFFF"/>
                </a:solidFill>
                <a:effectLst/>
                <a:uLnTx/>
                <a:uFillTx/>
                <a:latin typeface="Arial Narrow" panose="020B0606020202030204" pitchFamily="34" charset="0"/>
                <a:ea typeface="+mn-ea"/>
                <a:cs typeface="+mn-cs"/>
              </a:rPr>
              <a:t>Access to resources</a:t>
            </a:r>
          </a:p>
        </p:txBody>
      </p:sp>
      <p:pic>
        <p:nvPicPr>
          <p:cNvPr id="18" name="Elemento grafico 17" descr="Freccia: curva in senso antiorario con riempimento a tinta unita">
            <a:extLst>
              <a:ext uri="{FF2B5EF4-FFF2-40B4-BE49-F238E27FC236}">
                <a16:creationId xmlns:a16="http://schemas.microsoft.com/office/drawing/2014/main" id="{8D242EF6-A788-4F8C-8FFA-EF3DA354C55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644991" y="3031309"/>
            <a:ext cx="360000" cy="360000"/>
          </a:xfrm>
          <a:prstGeom prst="rect">
            <a:avLst/>
          </a:prstGeom>
        </p:spPr>
      </p:pic>
      <p:sp>
        <p:nvSpPr>
          <p:cNvPr id="37" name="Rectangle 210">
            <a:extLst>
              <a:ext uri="{FF2B5EF4-FFF2-40B4-BE49-F238E27FC236}">
                <a16:creationId xmlns:a16="http://schemas.microsoft.com/office/drawing/2014/main" id="{09A129ED-E0E9-431F-ACAD-38B7DFDFCD24}"/>
              </a:ext>
            </a:extLst>
          </p:cNvPr>
          <p:cNvSpPr/>
          <p:nvPr/>
        </p:nvSpPr>
        <p:spPr>
          <a:xfrm>
            <a:off x="7490610" y="3764590"/>
            <a:ext cx="1440000" cy="82246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30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User support or equipment replacement</a:t>
            </a:r>
          </a:p>
          <a:p>
            <a:pPr marL="285750" marR="0" lvl="0" indent="-285750" algn="l" defTabSz="914400" rtl="0" eaLnBrk="1" fontAlgn="auto" latinLnBrk="0" hangingPunct="1">
              <a:lnSpc>
                <a:spcPct val="120000"/>
              </a:lnSpc>
              <a:spcBef>
                <a:spcPts val="0"/>
              </a:spcBef>
              <a:spcAft>
                <a:spcPts val="600"/>
              </a:spcAft>
              <a:buClr>
                <a:srgbClr val="DA291C"/>
              </a:buClr>
              <a:buSzTx/>
              <a:buFont typeface="Arial" panose="020B0604020202020204" pitchFamily="34" charset="0"/>
              <a:buChar char="•"/>
              <a:tabLst/>
              <a:defRPr/>
            </a:pPr>
            <a:endPar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26" name="Rectangle 210">
            <a:extLst>
              <a:ext uri="{FF2B5EF4-FFF2-40B4-BE49-F238E27FC236}">
                <a16:creationId xmlns:a16="http://schemas.microsoft.com/office/drawing/2014/main" id="{27D5DCC5-2781-415E-8DC6-1E147B9BF1B0}"/>
              </a:ext>
            </a:extLst>
          </p:cNvPr>
          <p:cNvSpPr/>
          <p:nvPr/>
        </p:nvSpPr>
        <p:spPr>
          <a:xfrm>
            <a:off x="1406023" y="3764590"/>
            <a:ext cx="6264000" cy="691664"/>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300"/>
              </a:spcAft>
              <a:buClr>
                <a:srgbClr val="A5D4C1">
                  <a:lumMod val="50000"/>
                </a:srgbClr>
              </a:buClr>
              <a:buSzTx/>
              <a:buFont typeface="Wingdings" panose="05000000000000000000" pitchFamily="2" charset="2"/>
              <a:buChar char="§"/>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Performed by the service provider to address a consumer needs</a:t>
            </a:r>
          </a:p>
          <a:p>
            <a:pPr marL="285750" marR="0" lvl="0" indent="-285750" algn="l" defTabSz="914400" rtl="0" eaLnBrk="1" fontAlgn="auto" latinLnBrk="0" hangingPunct="1">
              <a:lnSpc>
                <a:spcPct val="100000"/>
              </a:lnSpc>
              <a:spcBef>
                <a:spcPts val="0"/>
              </a:spcBef>
              <a:spcAft>
                <a:spcPts val="300"/>
              </a:spcAft>
              <a:buClr>
                <a:srgbClr val="A5D4C1">
                  <a:lumMod val="50000"/>
                </a:srgbClr>
              </a:buClr>
              <a:buSzTx/>
              <a:buFont typeface="Wingdings" panose="05000000000000000000" pitchFamily="2" charset="2"/>
              <a:buChar char="§"/>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Performed according to agreements with the customer</a:t>
            </a:r>
          </a:p>
          <a:p>
            <a:pPr marL="285750" marR="0" lvl="0" indent="-285750" algn="l" defTabSz="914400" rtl="0" eaLnBrk="1" fontAlgn="auto" latinLnBrk="0" hangingPunct="1">
              <a:lnSpc>
                <a:spcPct val="120000"/>
              </a:lnSpc>
              <a:spcBef>
                <a:spcPts val="0"/>
              </a:spcBef>
              <a:spcAft>
                <a:spcPts val="600"/>
              </a:spcAft>
              <a:buClr>
                <a:srgbClr val="DA291C"/>
              </a:buClr>
              <a:buSzTx/>
              <a:buFont typeface="Arial" panose="020B0604020202020204" pitchFamily="34" charset="0"/>
              <a:buChar char="•"/>
              <a:tabLst/>
              <a:defRPr/>
            </a:pPr>
            <a:endPar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34" name="Isosceles Triangle 4">
            <a:extLst>
              <a:ext uri="{FF2B5EF4-FFF2-40B4-BE49-F238E27FC236}">
                <a16:creationId xmlns:a16="http://schemas.microsoft.com/office/drawing/2014/main" id="{4DC1A632-6E27-4FB9-A735-6340B748B53F}"/>
              </a:ext>
            </a:extLst>
          </p:cNvPr>
          <p:cNvSpPr/>
          <p:nvPr/>
        </p:nvSpPr>
        <p:spPr>
          <a:xfrm rot="5400000">
            <a:off x="7053051" y="4041801"/>
            <a:ext cx="621786" cy="137663"/>
          </a:xfrm>
          <a:prstGeom prst="triangle">
            <a:avLst/>
          </a:prstGeom>
          <a:solidFill>
            <a:schemeClr val="bg1">
              <a:lumMod val="85000"/>
            </a:schemeClr>
          </a:solidFill>
          <a:ln w="25400" cap="flat" cmpd="sng" algn="ctr">
            <a:noFill/>
            <a:prstDash val="solid"/>
          </a:ln>
          <a:effectLst/>
          <a:extLst>
            <a:ext uri="{91240B29-F687-4F45-9708-019B960494DF}">
              <a14:hiddenLine xmlns:a14="http://schemas.microsoft.com/office/drawing/2010/main" w="25400" cap="flat" cmpd="sng" algn="ctr">
                <a:solidFill>
                  <a:prstClr val="black"/>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15" name="Rectangle: Rounded Corners 172">
            <a:extLst>
              <a:ext uri="{FF2B5EF4-FFF2-40B4-BE49-F238E27FC236}">
                <a16:creationId xmlns:a16="http://schemas.microsoft.com/office/drawing/2014/main" id="{3CED0204-4388-4305-8021-C97FEEC58E38}"/>
              </a:ext>
            </a:extLst>
          </p:cNvPr>
          <p:cNvSpPr/>
          <p:nvPr/>
        </p:nvSpPr>
        <p:spPr>
          <a:xfrm>
            <a:off x="243958" y="3764590"/>
            <a:ext cx="1162066" cy="692085"/>
          </a:xfrm>
          <a:prstGeom prst="roundRect">
            <a:avLst>
              <a:gd name="adj" fmla="val 0"/>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4000" rIns="0" bIns="36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white"/>
                </a:solidFill>
                <a:effectLst/>
                <a:uLnTx/>
                <a:uFillTx/>
                <a:latin typeface="Arial Narrow" panose="020B0606020202030204" pitchFamily="34" charset="0"/>
                <a:ea typeface="+mn-ea"/>
                <a:cs typeface="+mn-cs"/>
              </a:rPr>
              <a:t>Service actions</a:t>
            </a:r>
          </a:p>
        </p:txBody>
      </p:sp>
      <p:pic>
        <p:nvPicPr>
          <p:cNvPr id="20" name="Elemento grafico 19" descr="Lampadina e ingranaggio con riempimento a tinta unita">
            <a:extLst>
              <a:ext uri="{FF2B5EF4-FFF2-40B4-BE49-F238E27FC236}">
                <a16:creationId xmlns:a16="http://schemas.microsoft.com/office/drawing/2014/main" id="{66ACA76F-D861-4B0F-99BA-6A941A6281C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4991" y="3817930"/>
            <a:ext cx="360000" cy="360000"/>
          </a:xfrm>
          <a:prstGeom prst="rect">
            <a:avLst/>
          </a:prstGeom>
        </p:spPr>
      </p:pic>
      <p:cxnSp>
        <p:nvCxnSpPr>
          <p:cNvPr id="39" name="Straight Connector 12">
            <a:extLst>
              <a:ext uri="{FF2B5EF4-FFF2-40B4-BE49-F238E27FC236}">
                <a16:creationId xmlns:a16="http://schemas.microsoft.com/office/drawing/2014/main" id="{1EA4ED01-3E55-46F8-B814-606D2D7E5650}"/>
              </a:ext>
            </a:extLst>
          </p:cNvPr>
          <p:cNvCxnSpPr>
            <a:cxnSpLocks/>
          </p:cNvCxnSpPr>
          <p:nvPr/>
        </p:nvCxnSpPr>
        <p:spPr>
          <a:xfrm>
            <a:off x="243958" y="2049924"/>
            <a:ext cx="11628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0" name="TextBox 11">
            <a:extLst>
              <a:ext uri="{FF2B5EF4-FFF2-40B4-BE49-F238E27FC236}">
                <a16:creationId xmlns:a16="http://schemas.microsoft.com/office/drawing/2014/main" id="{A3FBFAE6-150C-44A9-B8BC-3AEFA6041D94}"/>
              </a:ext>
            </a:extLst>
          </p:cNvPr>
          <p:cNvSpPr txBox="1"/>
          <p:nvPr/>
        </p:nvSpPr>
        <p:spPr>
          <a:xfrm>
            <a:off x="318556" y="1895124"/>
            <a:ext cx="1013605" cy="309600"/>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Component</a:t>
            </a:r>
            <a:endParaRPr kumimoji="0" lang="en-GB" sz="14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cxnSp>
        <p:nvCxnSpPr>
          <p:cNvPr id="47" name="Straight Connector 12">
            <a:extLst>
              <a:ext uri="{FF2B5EF4-FFF2-40B4-BE49-F238E27FC236}">
                <a16:creationId xmlns:a16="http://schemas.microsoft.com/office/drawing/2014/main" id="{145525E2-6B9F-49B2-87C7-FBE8D72E0E61}"/>
              </a:ext>
            </a:extLst>
          </p:cNvPr>
          <p:cNvCxnSpPr>
            <a:cxnSpLocks/>
          </p:cNvCxnSpPr>
          <p:nvPr/>
        </p:nvCxnSpPr>
        <p:spPr>
          <a:xfrm>
            <a:off x="1474856" y="2049924"/>
            <a:ext cx="570277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8" name="TextBox 11">
            <a:extLst>
              <a:ext uri="{FF2B5EF4-FFF2-40B4-BE49-F238E27FC236}">
                <a16:creationId xmlns:a16="http://schemas.microsoft.com/office/drawing/2014/main" id="{2C1000FA-1CE4-4517-A6F2-92C093945FB7}"/>
              </a:ext>
            </a:extLst>
          </p:cNvPr>
          <p:cNvSpPr txBox="1"/>
          <p:nvPr/>
        </p:nvSpPr>
        <p:spPr>
          <a:xfrm>
            <a:off x="3651691" y="1896036"/>
            <a:ext cx="1349109" cy="307777"/>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Description</a:t>
            </a:r>
            <a:endParaRPr kumimoji="0" lang="en-GB" sz="14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cxnSp>
        <p:nvCxnSpPr>
          <p:cNvPr id="51" name="Straight Connector 12">
            <a:extLst>
              <a:ext uri="{FF2B5EF4-FFF2-40B4-BE49-F238E27FC236}">
                <a16:creationId xmlns:a16="http://schemas.microsoft.com/office/drawing/2014/main" id="{821FF76D-565A-4141-9D2E-901431FA99EC}"/>
              </a:ext>
            </a:extLst>
          </p:cNvPr>
          <p:cNvCxnSpPr>
            <a:cxnSpLocks/>
          </p:cNvCxnSpPr>
          <p:nvPr/>
        </p:nvCxnSpPr>
        <p:spPr>
          <a:xfrm>
            <a:off x="7460435" y="2049924"/>
            <a:ext cx="132497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2" name="TextBox 11">
            <a:extLst>
              <a:ext uri="{FF2B5EF4-FFF2-40B4-BE49-F238E27FC236}">
                <a16:creationId xmlns:a16="http://schemas.microsoft.com/office/drawing/2014/main" id="{D5E2071C-B089-44EF-A475-CBB55D0D440B}"/>
              </a:ext>
            </a:extLst>
          </p:cNvPr>
          <p:cNvSpPr txBox="1"/>
          <p:nvPr/>
        </p:nvSpPr>
        <p:spPr>
          <a:xfrm>
            <a:off x="7662194" y="1896036"/>
            <a:ext cx="921459" cy="307777"/>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Examples</a:t>
            </a:r>
            <a:endParaRPr kumimoji="0" lang="en-GB" sz="14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sp>
        <p:nvSpPr>
          <p:cNvPr id="21" name="Rectangle 210">
            <a:extLst>
              <a:ext uri="{FF2B5EF4-FFF2-40B4-BE49-F238E27FC236}">
                <a16:creationId xmlns:a16="http://schemas.microsoft.com/office/drawing/2014/main" id="{1CC0ABF5-98C6-405D-AEBB-58C570F339E7}"/>
              </a:ext>
            </a:extLst>
          </p:cNvPr>
          <p:cNvSpPr/>
          <p:nvPr/>
        </p:nvSpPr>
        <p:spPr>
          <a:xfrm>
            <a:off x="1406023" y="2298028"/>
            <a:ext cx="6264000" cy="937885"/>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300"/>
              </a:spcAft>
              <a:buClr>
                <a:srgbClr val="0C2340"/>
              </a:buClr>
              <a:buSzTx/>
              <a:buFont typeface="Wingdings" panose="05000000000000000000" pitchFamily="2" charset="2"/>
              <a:buChar char="§"/>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Supplied to the customer</a:t>
            </a:r>
          </a:p>
          <a:p>
            <a:pPr marL="285750" marR="0" lvl="0" indent="-285750" algn="l" defTabSz="914400" rtl="0" eaLnBrk="1" fontAlgn="auto" latinLnBrk="0" hangingPunct="1">
              <a:lnSpc>
                <a:spcPct val="100000"/>
              </a:lnSpc>
              <a:spcBef>
                <a:spcPts val="0"/>
              </a:spcBef>
              <a:spcAft>
                <a:spcPts val="300"/>
              </a:spcAft>
              <a:buClr>
                <a:srgbClr val="0C2340"/>
              </a:buClr>
              <a:buSzTx/>
              <a:buFont typeface="Wingdings" panose="05000000000000000000" pitchFamily="2" charset="2"/>
              <a:buChar char="§"/>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Ownership is transferred to the customer</a:t>
            </a:r>
          </a:p>
          <a:p>
            <a:pPr marL="285750" marR="0" lvl="0" indent="-285750" algn="l" defTabSz="914400" rtl="0" eaLnBrk="1" fontAlgn="auto" latinLnBrk="0" hangingPunct="1">
              <a:lnSpc>
                <a:spcPct val="100000"/>
              </a:lnSpc>
              <a:spcBef>
                <a:spcPts val="0"/>
              </a:spcBef>
              <a:spcAft>
                <a:spcPts val="600"/>
              </a:spcAft>
              <a:buClr>
                <a:srgbClr val="0C2340"/>
              </a:buClr>
              <a:buSzTx/>
              <a:buFont typeface="Wingdings" panose="05000000000000000000" pitchFamily="2" charset="2"/>
              <a:buChar char="§"/>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Customer takes responsibility for future use</a:t>
            </a:r>
          </a:p>
          <a:p>
            <a:pPr marL="285750" marR="0" lvl="0" indent="-285750" algn="l" defTabSz="914400" rtl="0" eaLnBrk="1" fontAlgn="auto" latinLnBrk="0" hangingPunct="1">
              <a:lnSpc>
                <a:spcPct val="120000"/>
              </a:lnSpc>
              <a:spcBef>
                <a:spcPts val="0"/>
              </a:spcBef>
              <a:spcAft>
                <a:spcPts val="600"/>
              </a:spcAft>
              <a:buClr>
                <a:srgbClr val="DA291C"/>
              </a:buClr>
              <a:buSzTx/>
              <a:buFont typeface="Arial" panose="020B0604020202020204" pitchFamily="34" charset="0"/>
              <a:buChar char="•"/>
              <a:tabLst/>
              <a:defRPr/>
            </a:pPr>
            <a:endPar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32" name="Isosceles Triangle 4">
            <a:extLst>
              <a:ext uri="{FF2B5EF4-FFF2-40B4-BE49-F238E27FC236}">
                <a16:creationId xmlns:a16="http://schemas.microsoft.com/office/drawing/2014/main" id="{786D4CD6-6A87-45E5-AB37-A96A92E5BBCD}"/>
              </a:ext>
            </a:extLst>
          </p:cNvPr>
          <p:cNvSpPr/>
          <p:nvPr/>
        </p:nvSpPr>
        <p:spPr>
          <a:xfrm rot="5400000">
            <a:off x="7053051" y="2575240"/>
            <a:ext cx="621786" cy="137663"/>
          </a:xfrm>
          <a:prstGeom prst="triangle">
            <a:avLst/>
          </a:prstGeom>
          <a:solidFill>
            <a:schemeClr val="bg1">
              <a:lumMod val="85000"/>
            </a:schemeClr>
          </a:solidFill>
          <a:ln w="25400" cap="flat" cmpd="sng" algn="ctr">
            <a:noFill/>
            <a:prstDash val="solid"/>
          </a:ln>
          <a:effectLst/>
          <a:extLst>
            <a:ext uri="{91240B29-F687-4F45-9708-019B960494DF}">
              <a14:hiddenLine xmlns:a14="http://schemas.microsoft.com/office/drawing/2010/main" w="25400" cap="flat" cmpd="sng" algn="ctr">
                <a:solidFill>
                  <a:prstClr val="black"/>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35" name="Rectangle 210">
            <a:extLst>
              <a:ext uri="{FF2B5EF4-FFF2-40B4-BE49-F238E27FC236}">
                <a16:creationId xmlns:a16="http://schemas.microsoft.com/office/drawing/2014/main" id="{62F298C0-8A25-41E3-B243-24E93DB505FF}"/>
              </a:ext>
            </a:extLst>
          </p:cNvPr>
          <p:cNvSpPr/>
          <p:nvPr/>
        </p:nvSpPr>
        <p:spPr>
          <a:xfrm>
            <a:off x="7490610" y="2298028"/>
            <a:ext cx="1440000" cy="65319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30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Mobile phone or physical server</a:t>
            </a:r>
          </a:p>
          <a:p>
            <a:pPr marL="285750" marR="0" lvl="0" indent="-285750" algn="l" defTabSz="914400" rtl="0" eaLnBrk="1" fontAlgn="auto" latinLnBrk="0" hangingPunct="1">
              <a:lnSpc>
                <a:spcPct val="120000"/>
              </a:lnSpc>
              <a:spcBef>
                <a:spcPts val="0"/>
              </a:spcBef>
              <a:spcAft>
                <a:spcPts val="600"/>
              </a:spcAft>
              <a:buClr>
                <a:srgbClr val="DA291C"/>
              </a:buClr>
              <a:buSzTx/>
              <a:buFont typeface="Arial" panose="020B0604020202020204" pitchFamily="34" charset="0"/>
              <a:buChar char="•"/>
              <a:tabLst/>
              <a:defRPr/>
            </a:pPr>
            <a:endPar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12" name="Rectangle: Rounded Corners 172">
            <a:extLst>
              <a:ext uri="{FF2B5EF4-FFF2-40B4-BE49-F238E27FC236}">
                <a16:creationId xmlns:a16="http://schemas.microsoft.com/office/drawing/2014/main" id="{A0201907-D00E-48AD-9930-16E3762A7357}"/>
              </a:ext>
            </a:extLst>
          </p:cNvPr>
          <p:cNvSpPr/>
          <p:nvPr/>
        </p:nvSpPr>
        <p:spPr>
          <a:xfrm>
            <a:off x="243958" y="2298028"/>
            <a:ext cx="1162066" cy="692085"/>
          </a:xfrm>
          <a:prstGeom prst="roundRect">
            <a:avLst>
              <a:gd name="adj" fmla="val 0"/>
            </a:avLst>
          </a:prstGeom>
          <a:solidFill>
            <a:srgbClr val="0C234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384000" rIns="0" bIns="36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white"/>
                </a:solidFill>
                <a:effectLst/>
                <a:uLnTx/>
                <a:uFillTx/>
                <a:latin typeface="Arial Narrow" panose="020B0606020202030204" pitchFamily="34" charset="0"/>
                <a:ea typeface="+mn-ea"/>
                <a:cs typeface="+mn-cs"/>
              </a:rPr>
              <a:t>Goods</a:t>
            </a:r>
          </a:p>
        </p:txBody>
      </p:sp>
      <p:pic>
        <p:nvPicPr>
          <p:cNvPr id="16" name="Elemento grafico 15" descr="Chiave inglese con riempimento a tinta unita">
            <a:extLst>
              <a:ext uri="{FF2B5EF4-FFF2-40B4-BE49-F238E27FC236}">
                <a16:creationId xmlns:a16="http://schemas.microsoft.com/office/drawing/2014/main" id="{FBA9B0B2-CCE5-4BA7-8C62-0B3D99F3E77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44991" y="2351368"/>
            <a:ext cx="360000" cy="360000"/>
          </a:xfrm>
          <a:prstGeom prst="rect">
            <a:avLst/>
          </a:prstGeom>
        </p:spPr>
      </p:pic>
      <p:sp>
        <p:nvSpPr>
          <p:cNvPr id="46" name="Rectangle 210">
            <a:extLst>
              <a:ext uri="{FF2B5EF4-FFF2-40B4-BE49-F238E27FC236}">
                <a16:creationId xmlns:a16="http://schemas.microsoft.com/office/drawing/2014/main" id="{7F6B9623-849B-4640-B9B1-0D0EB47D8825}"/>
              </a:ext>
            </a:extLst>
          </p:cNvPr>
          <p:cNvSpPr/>
          <p:nvPr/>
        </p:nvSpPr>
        <p:spPr>
          <a:xfrm>
            <a:off x="6928298" y="4916723"/>
            <a:ext cx="2172905"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Concept to be clearly understood</a:t>
            </a:r>
            <a:endPar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grpSp>
        <p:nvGrpSpPr>
          <p:cNvPr id="55" name="Gruppo 8">
            <a:extLst>
              <a:ext uri="{FF2B5EF4-FFF2-40B4-BE49-F238E27FC236}">
                <a16:creationId xmlns:a16="http://schemas.microsoft.com/office/drawing/2014/main" id="{B2D1C3DB-8090-4D98-90D5-AC7C36AE651C}"/>
              </a:ext>
            </a:extLst>
          </p:cNvPr>
          <p:cNvGrpSpPr/>
          <p:nvPr/>
        </p:nvGrpSpPr>
        <p:grpSpPr>
          <a:xfrm>
            <a:off x="6841340" y="4969080"/>
            <a:ext cx="108000" cy="108000"/>
            <a:chOff x="5184274" y="4913664"/>
            <a:chExt cx="180000" cy="180000"/>
          </a:xfrm>
        </p:grpSpPr>
        <p:sp>
          <p:nvSpPr>
            <p:cNvPr id="56" name="Oval 37">
              <a:extLst>
                <a:ext uri="{FF2B5EF4-FFF2-40B4-BE49-F238E27FC236}">
                  <a16:creationId xmlns:a16="http://schemas.microsoft.com/office/drawing/2014/main" id="{3E15D3E7-AC96-4D92-8B1E-58B91416F5D6}"/>
                </a:ext>
              </a:extLst>
            </p:cNvPr>
            <p:cNvSpPr/>
            <p:nvPr/>
          </p:nvSpPr>
          <p:spPr>
            <a:xfrm>
              <a:off x="5184274" y="4913664"/>
              <a:ext cx="180000" cy="180000"/>
            </a:xfrm>
            <a:prstGeom prst="ellipse">
              <a:avLst/>
            </a:prstGeom>
            <a:solidFill>
              <a:schemeClr val="accent1"/>
            </a:solid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57" name="Elemento grafico 60" descr="Idea con riempimento a tinta unita">
              <a:extLst>
                <a:ext uri="{FF2B5EF4-FFF2-40B4-BE49-F238E27FC236}">
                  <a16:creationId xmlns:a16="http://schemas.microsoft.com/office/drawing/2014/main" id="{D92714F5-79B6-45E1-956A-39D7705D89B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208258" y="4928220"/>
              <a:ext cx="144000" cy="144000"/>
            </a:xfrm>
            <a:prstGeom prst="rect">
              <a:avLst/>
            </a:prstGeom>
          </p:spPr>
        </p:pic>
      </p:grpSp>
      <p:grpSp>
        <p:nvGrpSpPr>
          <p:cNvPr id="43" name="Gruppo 42">
            <a:extLst>
              <a:ext uri="{FF2B5EF4-FFF2-40B4-BE49-F238E27FC236}">
                <a16:creationId xmlns:a16="http://schemas.microsoft.com/office/drawing/2014/main" id="{88374122-B042-4846-B33F-280E699BD416}"/>
              </a:ext>
            </a:extLst>
          </p:cNvPr>
          <p:cNvGrpSpPr/>
          <p:nvPr/>
        </p:nvGrpSpPr>
        <p:grpSpPr>
          <a:xfrm>
            <a:off x="532607" y="968977"/>
            <a:ext cx="8165676" cy="869675"/>
            <a:chOff x="532607" y="1049897"/>
            <a:chExt cx="8165676" cy="869675"/>
          </a:xfrm>
        </p:grpSpPr>
        <p:sp>
          <p:nvSpPr>
            <p:cNvPr id="45" name="Rounded Rectangle 38">
              <a:extLst>
                <a:ext uri="{FF2B5EF4-FFF2-40B4-BE49-F238E27FC236}">
                  <a16:creationId xmlns:a16="http://schemas.microsoft.com/office/drawing/2014/main" id="{9BB16940-0F7B-40B3-9401-1147BE0E1C77}"/>
                </a:ext>
              </a:extLst>
            </p:cNvPr>
            <p:cNvSpPr>
              <a:spLocks noChangeArrowheads="1"/>
            </p:cNvSpPr>
            <p:nvPr/>
          </p:nvSpPr>
          <p:spPr bwMode="auto">
            <a:xfrm>
              <a:off x="1233917" y="1208249"/>
              <a:ext cx="7464366" cy="629953"/>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GB"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A service offering</a:t>
              </a: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 is a description of one or more services, designed to address the needs of a target consumer group. A service offering may include goods, access to resources and service actions</a:t>
              </a:r>
            </a:p>
          </p:txBody>
        </p:sp>
        <p:grpSp>
          <p:nvGrpSpPr>
            <p:cNvPr id="49" name="Gruppo 48">
              <a:extLst>
                <a:ext uri="{FF2B5EF4-FFF2-40B4-BE49-F238E27FC236}">
                  <a16:creationId xmlns:a16="http://schemas.microsoft.com/office/drawing/2014/main" id="{CDE889D7-8E5A-43DF-81ED-4645AB3A1663}"/>
                </a:ext>
              </a:extLst>
            </p:cNvPr>
            <p:cNvGrpSpPr/>
            <p:nvPr/>
          </p:nvGrpSpPr>
          <p:grpSpPr>
            <a:xfrm>
              <a:off x="532607" y="1049897"/>
              <a:ext cx="869675" cy="869675"/>
              <a:chOff x="306412" y="1088010"/>
              <a:chExt cx="869675" cy="869675"/>
            </a:xfrm>
          </p:grpSpPr>
          <p:sp>
            <p:nvSpPr>
              <p:cNvPr id="50" name="Oval 37">
                <a:extLst>
                  <a:ext uri="{FF2B5EF4-FFF2-40B4-BE49-F238E27FC236}">
                    <a16:creationId xmlns:a16="http://schemas.microsoft.com/office/drawing/2014/main" id="{F1289E14-8550-488D-A542-44D4D8664988}"/>
                  </a:ext>
                </a:extLst>
              </p:cNvPr>
              <p:cNvSpPr/>
              <p:nvPr/>
            </p:nvSpPr>
            <p:spPr>
              <a:xfrm>
                <a:off x="306412" y="1088010"/>
                <a:ext cx="869675" cy="869675"/>
              </a:xfrm>
              <a:prstGeom prst="ellipse">
                <a:avLst/>
              </a:prstGeom>
              <a:solidFill>
                <a:schemeClr val="accent1"/>
              </a:solid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53" name="Elemento grafico 52" descr="Idea con riempimento a tinta unita">
                <a:extLst>
                  <a:ext uri="{FF2B5EF4-FFF2-40B4-BE49-F238E27FC236}">
                    <a16:creationId xmlns:a16="http://schemas.microsoft.com/office/drawing/2014/main" id="{DEA5A8A4-818D-4DC1-AFB4-79F9C009865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22293" y="1166478"/>
                <a:ext cx="687600" cy="687600"/>
              </a:xfrm>
              <a:prstGeom prst="rect">
                <a:avLst/>
              </a:prstGeom>
            </p:spPr>
          </p:pic>
        </p:grpSp>
      </p:grpSp>
      <p:sp>
        <p:nvSpPr>
          <p:cNvPr id="6" name="Slide Number Placeholder 5">
            <a:extLst>
              <a:ext uri="{FF2B5EF4-FFF2-40B4-BE49-F238E27FC236}">
                <a16:creationId xmlns:a16="http://schemas.microsoft.com/office/drawing/2014/main" id="{B7870F30-317F-414B-992F-8A96AC554CA0}"/>
              </a:ext>
            </a:extLst>
          </p:cNvPr>
          <p:cNvSpPr>
            <a:spLocks noGrp="1"/>
          </p:cNvSpPr>
          <p:nvPr>
            <p:ph type="sldNum" sz="quarter" idx="35"/>
          </p:nvPr>
        </p:nvSpPr>
        <p:spPr/>
        <p:txBody>
          <a:bodyPr/>
          <a:lstStyle/>
          <a:p>
            <a:fld id="{9C18EA95-C3D3-214C-9452-EF8527DBCD86}" type="slidenum">
              <a:rPr lang="it-IT" smtClean="0"/>
              <a:pPr/>
              <a:t>9</a:t>
            </a:fld>
            <a:endParaRPr lang="it-IT"/>
          </a:p>
        </p:txBody>
      </p:sp>
      <p:sp>
        <p:nvSpPr>
          <p:cNvPr id="42" name="Rectangle 210">
            <a:extLst>
              <a:ext uri="{FF2B5EF4-FFF2-40B4-BE49-F238E27FC236}">
                <a16:creationId xmlns:a16="http://schemas.microsoft.com/office/drawing/2014/main" id="{152DE76E-D125-42D9-B8C0-3362B9EF84C9}"/>
              </a:ext>
            </a:extLst>
          </p:cNvPr>
          <p:cNvSpPr/>
          <p:nvPr/>
        </p:nvSpPr>
        <p:spPr>
          <a:xfrm>
            <a:off x="640323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38784656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Key concepts of </a:t>
            </a:r>
            <a:r>
              <a:rPr lang="en-GB">
                <a:latin typeface="Arial Narrow" panose="020B0606020202030204" pitchFamily="34" charset="0"/>
              </a:rPr>
              <a:t>IT </a:t>
            </a:r>
            <a:r>
              <a:rPr lang="en-US">
                <a:latin typeface="Arial Narrow" panose="020B0606020202030204" pitchFamily="34" charset="0"/>
              </a:rPr>
              <a:t>Service Management | </a:t>
            </a:r>
            <a:r>
              <a:rPr lang="en-US">
                <a:solidFill>
                  <a:schemeClr val="accent3"/>
                </a:solidFill>
                <a:latin typeface="Arial Narrow" panose="020B0606020202030204" pitchFamily="34" charset="0"/>
              </a:rPr>
              <a:t>Service relationship concepts and management</a:t>
            </a:r>
            <a:endParaRPr lang="en-GB">
              <a:solidFill>
                <a:schemeClr val="accent3"/>
              </a:solidFill>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p:txBody>
          <a:bodyPr/>
          <a:lstStyle/>
          <a:p>
            <a:r>
              <a:rPr lang="en-GB">
                <a:latin typeface="Arial Narrow" panose="020B0606020202030204" pitchFamily="34" charset="0"/>
              </a:rPr>
              <a:t>The service relationship, composed by service provision and service consumption, and its management foster co-creation between provider and consumer</a:t>
            </a:r>
          </a:p>
        </p:txBody>
      </p:sp>
      <p:sp>
        <p:nvSpPr>
          <p:cNvPr id="11" name="Rounded Rectangle 38">
            <a:extLst>
              <a:ext uri="{FF2B5EF4-FFF2-40B4-BE49-F238E27FC236}">
                <a16:creationId xmlns:a16="http://schemas.microsoft.com/office/drawing/2014/main" id="{DB8432BB-E1C2-46AE-9F83-9D0D4B4A2119}"/>
              </a:ext>
            </a:extLst>
          </p:cNvPr>
          <p:cNvSpPr>
            <a:spLocks noChangeArrowheads="1"/>
          </p:cNvSpPr>
          <p:nvPr/>
        </p:nvSpPr>
        <p:spPr bwMode="auto">
          <a:xfrm>
            <a:off x="406229" y="1167329"/>
            <a:ext cx="3987820" cy="1437480"/>
          </a:xfrm>
          <a:prstGeom prst="roundRect">
            <a:avLst>
              <a:gd name="adj" fmla="val 8452"/>
            </a:avLst>
          </a:prstGeom>
          <a:solidFill>
            <a:srgbClr val="FFFFFF"/>
          </a:solidFill>
          <a:ln w="12700" algn="ctr">
            <a:solidFill>
              <a:schemeClr val="accent1"/>
            </a:solidFill>
            <a:prstDash val="sysDot"/>
            <a:round/>
            <a:headEnd/>
            <a:tailEnd/>
          </a:ln>
        </p:spPr>
        <p:txBody>
          <a:bodyPr lIns="180000" tIns="0" rIns="144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GB"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Service provision</a:t>
            </a: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 are the activities performed by an organization to provide services. It includes management of resources configured to deliver the service, access to those resources for users, fulfilment of agreed service actions, service performance management and continual improvement. It may also include the supply of goods </a:t>
            </a:r>
          </a:p>
        </p:txBody>
      </p:sp>
      <p:sp>
        <p:nvSpPr>
          <p:cNvPr id="28" name="Rounded Rectangle 38">
            <a:extLst>
              <a:ext uri="{FF2B5EF4-FFF2-40B4-BE49-F238E27FC236}">
                <a16:creationId xmlns:a16="http://schemas.microsoft.com/office/drawing/2014/main" id="{E77A73A6-A2F4-495B-8D93-86FDBE153E21}"/>
              </a:ext>
            </a:extLst>
          </p:cNvPr>
          <p:cNvSpPr>
            <a:spLocks noChangeArrowheads="1"/>
          </p:cNvSpPr>
          <p:nvPr/>
        </p:nvSpPr>
        <p:spPr bwMode="auto">
          <a:xfrm>
            <a:off x="406229" y="2921290"/>
            <a:ext cx="3987820" cy="1437480"/>
          </a:xfrm>
          <a:prstGeom prst="roundRect">
            <a:avLst>
              <a:gd name="adj" fmla="val 8452"/>
            </a:avLst>
          </a:prstGeom>
          <a:solidFill>
            <a:srgbClr val="FFFFFF"/>
          </a:solidFill>
          <a:ln w="12700" algn="ctr">
            <a:solidFill>
              <a:schemeClr val="accent1"/>
            </a:solidFill>
            <a:prstDash val="sysDot"/>
            <a:round/>
            <a:headEnd/>
            <a:tailEnd/>
          </a:ln>
        </p:spPr>
        <p:txBody>
          <a:bodyPr lIns="360000" tIns="0" rIns="36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GB"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Service consumption </a:t>
            </a: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are the activities performed by an organization to consume services. It includes management of the customer’s resources needed to use the service, service use actions performed by users, and may including receiving or acquiring goods</a:t>
            </a:r>
          </a:p>
        </p:txBody>
      </p:sp>
      <p:sp>
        <p:nvSpPr>
          <p:cNvPr id="41" name="Rounded Rectangle 38">
            <a:extLst>
              <a:ext uri="{FF2B5EF4-FFF2-40B4-BE49-F238E27FC236}">
                <a16:creationId xmlns:a16="http://schemas.microsoft.com/office/drawing/2014/main" id="{9931C3C9-8FB7-48AE-8D31-1896437FD1CF}"/>
              </a:ext>
            </a:extLst>
          </p:cNvPr>
          <p:cNvSpPr>
            <a:spLocks noChangeArrowheads="1"/>
          </p:cNvSpPr>
          <p:nvPr/>
        </p:nvSpPr>
        <p:spPr bwMode="auto">
          <a:xfrm>
            <a:off x="4970272" y="1167329"/>
            <a:ext cx="3996000" cy="1437480"/>
          </a:xfrm>
          <a:prstGeom prst="roundRect">
            <a:avLst>
              <a:gd name="adj" fmla="val 8452"/>
            </a:avLst>
          </a:prstGeom>
          <a:solidFill>
            <a:srgbClr val="FFFFFF"/>
          </a:solidFill>
          <a:ln w="12700" algn="ctr">
            <a:solidFill>
              <a:schemeClr val="accent1"/>
            </a:solidFill>
            <a:prstDash val="sysDot"/>
            <a:round/>
            <a:headEnd/>
            <a:tailEnd/>
          </a:ln>
        </p:spPr>
        <p:txBody>
          <a:bodyPr lIns="360000" tIns="0" rIns="36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GB"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Service relationship management </a:t>
            </a: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are the joint activities performed by a service provider and a service consumer to ensure continual value co-creation based on agreed and available service offerings</a:t>
            </a:r>
          </a:p>
          <a:p>
            <a:pPr marL="0" marR="0" lvl="0" indent="0" algn="ctr" defTabSz="457200" rtl="0" eaLnBrk="1" fontAlgn="base" latinLnBrk="0" hangingPunct="1">
              <a:lnSpc>
                <a:spcPct val="120000"/>
              </a:lnSpc>
              <a:spcBef>
                <a:spcPct val="0"/>
              </a:spcBef>
              <a:spcAft>
                <a:spcPct val="0"/>
              </a:spcAft>
              <a:buClrTx/>
              <a:buSzTx/>
              <a:buFontTx/>
              <a:buNone/>
              <a:tabLst/>
              <a:defRPr/>
            </a:pPr>
            <a:endPar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endParaRPr>
          </a:p>
        </p:txBody>
      </p:sp>
      <p:sp>
        <p:nvSpPr>
          <p:cNvPr id="46" name="Rectangle 30">
            <a:extLst>
              <a:ext uri="{FF2B5EF4-FFF2-40B4-BE49-F238E27FC236}">
                <a16:creationId xmlns:a16="http://schemas.microsoft.com/office/drawing/2014/main" id="{B16278D5-B6DF-4D86-8418-C17A198BE0A6}"/>
              </a:ext>
            </a:extLst>
          </p:cNvPr>
          <p:cNvSpPr/>
          <p:nvPr/>
        </p:nvSpPr>
        <p:spPr>
          <a:xfrm>
            <a:off x="63000" y="1054703"/>
            <a:ext cx="4450098" cy="3410618"/>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52" name="Rectangle 30">
            <a:extLst>
              <a:ext uri="{FF2B5EF4-FFF2-40B4-BE49-F238E27FC236}">
                <a16:creationId xmlns:a16="http://schemas.microsoft.com/office/drawing/2014/main" id="{7F89B16D-F62A-4C94-9A80-1C70ADAAF4FF}"/>
              </a:ext>
            </a:extLst>
          </p:cNvPr>
          <p:cNvSpPr/>
          <p:nvPr/>
        </p:nvSpPr>
        <p:spPr>
          <a:xfrm>
            <a:off x="4630903" y="1054703"/>
            <a:ext cx="4450098" cy="3410618"/>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grpSp>
        <p:nvGrpSpPr>
          <p:cNvPr id="2" name="Group 1">
            <a:extLst>
              <a:ext uri="{FF2B5EF4-FFF2-40B4-BE49-F238E27FC236}">
                <a16:creationId xmlns:a16="http://schemas.microsoft.com/office/drawing/2014/main" id="{95E06172-2725-4C34-BDC0-2D467BF744F0}"/>
              </a:ext>
            </a:extLst>
          </p:cNvPr>
          <p:cNvGrpSpPr/>
          <p:nvPr/>
        </p:nvGrpSpPr>
        <p:grpSpPr>
          <a:xfrm>
            <a:off x="5686946" y="3052705"/>
            <a:ext cx="2215069" cy="1012462"/>
            <a:chOff x="5686946" y="2824105"/>
            <a:chExt cx="2215069" cy="1012462"/>
          </a:xfrm>
        </p:grpSpPr>
        <p:pic>
          <p:nvPicPr>
            <p:cNvPr id="16" name="Picture 15" descr="A picture containing text, tableware, dishware&#10;&#10;Description automatically generated">
              <a:extLst>
                <a:ext uri="{FF2B5EF4-FFF2-40B4-BE49-F238E27FC236}">
                  <a16:creationId xmlns:a16="http://schemas.microsoft.com/office/drawing/2014/main" id="{8A5CC6A5-3E33-4919-988A-1627AC7CEA5F}"/>
                </a:ext>
              </a:extLst>
            </p:cNvPr>
            <p:cNvPicPr>
              <a:picLocks noChangeAspect="1"/>
            </p:cNvPicPr>
            <p:nvPr/>
          </p:nvPicPr>
          <p:blipFill>
            <a:blip r:embed="rId3"/>
            <a:stretch>
              <a:fillRect/>
            </a:stretch>
          </p:blipFill>
          <p:spPr>
            <a:xfrm>
              <a:off x="6288250" y="2824105"/>
              <a:ext cx="1012462" cy="1012462"/>
            </a:xfrm>
            <a:prstGeom prst="rect">
              <a:avLst/>
            </a:prstGeom>
            <a:effectLst/>
          </p:spPr>
        </p:pic>
        <p:sp>
          <p:nvSpPr>
            <p:cNvPr id="53" name="Arrow: Curved Left 52">
              <a:extLst>
                <a:ext uri="{FF2B5EF4-FFF2-40B4-BE49-F238E27FC236}">
                  <a16:creationId xmlns:a16="http://schemas.microsoft.com/office/drawing/2014/main" id="{2B49788D-78B7-4C8A-8880-0E256BDA69D3}"/>
                </a:ext>
              </a:extLst>
            </p:cNvPr>
            <p:cNvSpPr/>
            <p:nvPr/>
          </p:nvSpPr>
          <p:spPr>
            <a:xfrm>
              <a:off x="7401576" y="2997827"/>
              <a:ext cx="500439" cy="665018"/>
            </a:xfrm>
            <a:prstGeom prst="curvedLeftArrow">
              <a:avLst/>
            </a:prstGeom>
            <a:solidFill>
              <a:schemeClr val="accent6">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4" name="Arrow: Curved Left 53">
              <a:extLst>
                <a:ext uri="{FF2B5EF4-FFF2-40B4-BE49-F238E27FC236}">
                  <a16:creationId xmlns:a16="http://schemas.microsoft.com/office/drawing/2014/main" id="{07033874-E21B-4F74-8E9A-D3F79C3BD8B7}"/>
                </a:ext>
              </a:extLst>
            </p:cNvPr>
            <p:cNvSpPr/>
            <p:nvPr/>
          </p:nvSpPr>
          <p:spPr>
            <a:xfrm rot="10800000">
              <a:off x="5686946" y="2997828"/>
              <a:ext cx="500439" cy="665018"/>
            </a:xfrm>
            <a:prstGeom prst="curvedLeftArrow">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50" name="Gruppo 49">
            <a:extLst>
              <a:ext uri="{FF2B5EF4-FFF2-40B4-BE49-F238E27FC236}">
                <a16:creationId xmlns:a16="http://schemas.microsoft.com/office/drawing/2014/main" id="{7AF8FB43-0787-477C-8428-D018B2A14B7A}"/>
              </a:ext>
            </a:extLst>
          </p:cNvPr>
          <p:cNvGrpSpPr/>
          <p:nvPr/>
        </p:nvGrpSpPr>
        <p:grpSpPr>
          <a:xfrm>
            <a:off x="182049" y="1661069"/>
            <a:ext cx="450000" cy="450000"/>
            <a:chOff x="5073749" y="885531"/>
            <a:chExt cx="540000" cy="540000"/>
          </a:xfrm>
        </p:grpSpPr>
        <p:sp>
          <p:nvSpPr>
            <p:cNvPr id="51" name="Oval 37">
              <a:extLst>
                <a:ext uri="{FF2B5EF4-FFF2-40B4-BE49-F238E27FC236}">
                  <a16:creationId xmlns:a16="http://schemas.microsoft.com/office/drawing/2014/main" id="{138F5062-DB26-46C6-A06C-6A92F5297FD7}"/>
                </a:ext>
              </a:extLst>
            </p:cNvPr>
            <p:cNvSpPr/>
            <p:nvPr/>
          </p:nvSpPr>
          <p:spPr>
            <a:xfrm>
              <a:off x="5073749" y="885531"/>
              <a:ext cx="540000" cy="540000"/>
            </a:xfrm>
            <a:prstGeom prst="ellipse">
              <a:avLst/>
            </a:prstGeom>
            <a:solidFill>
              <a:schemeClr val="accent1"/>
            </a:solid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55" name="Elemento grafico 54" descr="Idea con riempimento a tinta unita">
              <a:extLst>
                <a:ext uri="{FF2B5EF4-FFF2-40B4-BE49-F238E27FC236}">
                  <a16:creationId xmlns:a16="http://schemas.microsoft.com/office/drawing/2014/main" id="{F2341011-E81D-4D14-8480-F86A5716128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143877" y="934624"/>
              <a:ext cx="428400" cy="428400"/>
            </a:xfrm>
            <a:prstGeom prst="rect">
              <a:avLst/>
            </a:prstGeom>
          </p:spPr>
        </p:pic>
      </p:grpSp>
      <p:grpSp>
        <p:nvGrpSpPr>
          <p:cNvPr id="56" name="Gruppo 55">
            <a:extLst>
              <a:ext uri="{FF2B5EF4-FFF2-40B4-BE49-F238E27FC236}">
                <a16:creationId xmlns:a16="http://schemas.microsoft.com/office/drawing/2014/main" id="{0EFA223F-2991-4831-8BB1-35B1FE33D5A6}"/>
              </a:ext>
            </a:extLst>
          </p:cNvPr>
          <p:cNvGrpSpPr/>
          <p:nvPr/>
        </p:nvGrpSpPr>
        <p:grpSpPr>
          <a:xfrm>
            <a:off x="4744910" y="1661069"/>
            <a:ext cx="450000" cy="450000"/>
            <a:chOff x="5073749" y="885531"/>
            <a:chExt cx="540000" cy="540000"/>
          </a:xfrm>
        </p:grpSpPr>
        <p:sp>
          <p:nvSpPr>
            <p:cNvPr id="57" name="Oval 37">
              <a:extLst>
                <a:ext uri="{FF2B5EF4-FFF2-40B4-BE49-F238E27FC236}">
                  <a16:creationId xmlns:a16="http://schemas.microsoft.com/office/drawing/2014/main" id="{F6DD9961-2961-416E-8ED5-E99C2D30D9B2}"/>
                </a:ext>
              </a:extLst>
            </p:cNvPr>
            <p:cNvSpPr/>
            <p:nvPr/>
          </p:nvSpPr>
          <p:spPr>
            <a:xfrm>
              <a:off x="5073749" y="885531"/>
              <a:ext cx="540000" cy="540000"/>
            </a:xfrm>
            <a:prstGeom prst="ellipse">
              <a:avLst/>
            </a:prstGeom>
            <a:solidFill>
              <a:schemeClr val="accent1"/>
            </a:solid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58" name="Elemento grafico 57" descr="Idea con riempimento a tinta unita">
              <a:extLst>
                <a:ext uri="{FF2B5EF4-FFF2-40B4-BE49-F238E27FC236}">
                  <a16:creationId xmlns:a16="http://schemas.microsoft.com/office/drawing/2014/main" id="{7CAE6979-01BF-46DB-9BC5-5245F9A14BF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143877" y="934624"/>
              <a:ext cx="428400" cy="428400"/>
            </a:xfrm>
            <a:prstGeom prst="rect">
              <a:avLst/>
            </a:prstGeom>
          </p:spPr>
        </p:pic>
      </p:grpSp>
      <p:grpSp>
        <p:nvGrpSpPr>
          <p:cNvPr id="59" name="Gruppo 58">
            <a:extLst>
              <a:ext uri="{FF2B5EF4-FFF2-40B4-BE49-F238E27FC236}">
                <a16:creationId xmlns:a16="http://schemas.microsoft.com/office/drawing/2014/main" id="{C9027041-DEC2-4F08-A033-0AE1F375DAF4}"/>
              </a:ext>
            </a:extLst>
          </p:cNvPr>
          <p:cNvGrpSpPr/>
          <p:nvPr/>
        </p:nvGrpSpPr>
        <p:grpSpPr>
          <a:xfrm>
            <a:off x="182049" y="3415030"/>
            <a:ext cx="450000" cy="450000"/>
            <a:chOff x="5073749" y="885531"/>
            <a:chExt cx="540000" cy="540000"/>
          </a:xfrm>
        </p:grpSpPr>
        <p:sp>
          <p:nvSpPr>
            <p:cNvPr id="60" name="Oval 37">
              <a:extLst>
                <a:ext uri="{FF2B5EF4-FFF2-40B4-BE49-F238E27FC236}">
                  <a16:creationId xmlns:a16="http://schemas.microsoft.com/office/drawing/2014/main" id="{19D874E5-6157-47B9-AA3A-B229BBEFA582}"/>
                </a:ext>
              </a:extLst>
            </p:cNvPr>
            <p:cNvSpPr/>
            <p:nvPr/>
          </p:nvSpPr>
          <p:spPr>
            <a:xfrm>
              <a:off x="5073749" y="885531"/>
              <a:ext cx="540000" cy="540000"/>
            </a:xfrm>
            <a:prstGeom prst="ellipse">
              <a:avLst/>
            </a:prstGeom>
            <a:solidFill>
              <a:schemeClr val="accent1"/>
            </a:solid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61" name="Elemento grafico 60" descr="Idea con riempimento a tinta unita">
              <a:extLst>
                <a:ext uri="{FF2B5EF4-FFF2-40B4-BE49-F238E27FC236}">
                  <a16:creationId xmlns:a16="http://schemas.microsoft.com/office/drawing/2014/main" id="{7FD6423B-3394-4E1B-AED5-47DDDCA7EFD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143877" y="934624"/>
              <a:ext cx="428400" cy="428400"/>
            </a:xfrm>
            <a:prstGeom prst="rect">
              <a:avLst/>
            </a:prstGeom>
          </p:spPr>
        </p:pic>
      </p:grpSp>
      <p:sp>
        <p:nvSpPr>
          <p:cNvPr id="31" name="Rectangle 210">
            <a:extLst>
              <a:ext uri="{FF2B5EF4-FFF2-40B4-BE49-F238E27FC236}">
                <a16:creationId xmlns:a16="http://schemas.microsoft.com/office/drawing/2014/main" id="{1E5D0687-7F1B-4D89-998D-3969E7CE249A}"/>
              </a:ext>
            </a:extLst>
          </p:cNvPr>
          <p:cNvSpPr/>
          <p:nvPr/>
        </p:nvSpPr>
        <p:spPr>
          <a:xfrm>
            <a:off x="6928298" y="4916723"/>
            <a:ext cx="2172905"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Concept to be clearly understood</a:t>
            </a:r>
            <a:endPar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grpSp>
        <p:nvGrpSpPr>
          <p:cNvPr id="32" name="Gruppo 8">
            <a:extLst>
              <a:ext uri="{FF2B5EF4-FFF2-40B4-BE49-F238E27FC236}">
                <a16:creationId xmlns:a16="http://schemas.microsoft.com/office/drawing/2014/main" id="{1CDE7D53-E024-4594-9005-F0A359E7581B}"/>
              </a:ext>
            </a:extLst>
          </p:cNvPr>
          <p:cNvGrpSpPr/>
          <p:nvPr/>
        </p:nvGrpSpPr>
        <p:grpSpPr>
          <a:xfrm>
            <a:off x="6841340" y="4969080"/>
            <a:ext cx="108000" cy="108000"/>
            <a:chOff x="5184274" y="4913664"/>
            <a:chExt cx="180000" cy="180000"/>
          </a:xfrm>
        </p:grpSpPr>
        <p:sp>
          <p:nvSpPr>
            <p:cNvPr id="33" name="Oval 37">
              <a:extLst>
                <a:ext uri="{FF2B5EF4-FFF2-40B4-BE49-F238E27FC236}">
                  <a16:creationId xmlns:a16="http://schemas.microsoft.com/office/drawing/2014/main" id="{1A6433DD-FDE8-40FC-AE01-18E654B936EE}"/>
                </a:ext>
              </a:extLst>
            </p:cNvPr>
            <p:cNvSpPr/>
            <p:nvPr/>
          </p:nvSpPr>
          <p:spPr>
            <a:xfrm>
              <a:off x="5184274" y="4913664"/>
              <a:ext cx="180000" cy="180000"/>
            </a:xfrm>
            <a:prstGeom prst="ellipse">
              <a:avLst/>
            </a:prstGeom>
            <a:solidFill>
              <a:schemeClr val="accent1"/>
            </a:solid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34" name="Elemento grafico 60" descr="Idea con riempimento a tinta unita">
              <a:extLst>
                <a:ext uri="{FF2B5EF4-FFF2-40B4-BE49-F238E27FC236}">
                  <a16:creationId xmlns:a16="http://schemas.microsoft.com/office/drawing/2014/main" id="{1F53BD28-2753-46D9-861F-C4660F77D86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08258" y="4928220"/>
              <a:ext cx="144000" cy="144000"/>
            </a:xfrm>
            <a:prstGeom prst="rect">
              <a:avLst/>
            </a:prstGeom>
          </p:spPr>
        </p:pic>
      </p:grpSp>
      <p:sp>
        <p:nvSpPr>
          <p:cNvPr id="26" name="Rectangle 210">
            <a:extLst>
              <a:ext uri="{FF2B5EF4-FFF2-40B4-BE49-F238E27FC236}">
                <a16:creationId xmlns:a16="http://schemas.microsoft.com/office/drawing/2014/main" id="{1AF74AF0-C262-4340-9C43-4E49687DDDFA}"/>
              </a:ext>
            </a:extLst>
          </p:cNvPr>
          <p:cNvSpPr/>
          <p:nvPr/>
        </p:nvSpPr>
        <p:spPr>
          <a:xfrm>
            <a:off x="5152147" y="4916723"/>
            <a:ext cx="1697379"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Link back to multiple-choice question</a:t>
            </a:r>
          </a:p>
        </p:txBody>
      </p:sp>
      <p:pic>
        <p:nvPicPr>
          <p:cNvPr id="27" name="Picture 26" descr="Icon&#10;&#10;Description automatically generated">
            <a:hlinkClick r:id="rId6" action="ppaction://hlinksldjump"/>
            <a:extLst>
              <a:ext uri="{FF2B5EF4-FFF2-40B4-BE49-F238E27FC236}">
                <a16:creationId xmlns:a16="http://schemas.microsoft.com/office/drawing/2014/main" id="{52925291-7FEF-44A6-BF9D-D7E1B761EDB0}"/>
              </a:ext>
            </a:extLst>
          </p:cNvPr>
          <p:cNvPicPr>
            <a:picLocks noChangeAspect="1"/>
          </p:cNvPicPr>
          <p:nvPr/>
        </p:nvPicPr>
        <p:blipFill>
          <a:blip r:embed="rId7"/>
          <a:stretch>
            <a:fillRect/>
          </a:stretch>
        </p:blipFill>
        <p:spPr>
          <a:xfrm>
            <a:off x="5057807" y="4952445"/>
            <a:ext cx="144000" cy="144000"/>
          </a:xfrm>
          <a:prstGeom prst="rect">
            <a:avLst/>
          </a:prstGeom>
        </p:spPr>
      </p:pic>
      <p:sp>
        <p:nvSpPr>
          <p:cNvPr id="6" name="Slide Number Placeholder 5">
            <a:extLst>
              <a:ext uri="{FF2B5EF4-FFF2-40B4-BE49-F238E27FC236}">
                <a16:creationId xmlns:a16="http://schemas.microsoft.com/office/drawing/2014/main" id="{783C8748-B6BA-4A4F-92CD-A73B0ADECCDC}"/>
              </a:ext>
            </a:extLst>
          </p:cNvPr>
          <p:cNvSpPr>
            <a:spLocks noGrp="1"/>
          </p:cNvSpPr>
          <p:nvPr>
            <p:ph type="sldNum" sz="quarter" idx="35"/>
          </p:nvPr>
        </p:nvSpPr>
        <p:spPr/>
        <p:txBody>
          <a:bodyPr/>
          <a:lstStyle/>
          <a:p>
            <a:fld id="{9C18EA95-C3D3-214C-9452-EF8527DBCD86}" type="slidenum">
              <a:rPr lang="it-IT" smtClean="0"/>
              <a:pPr/>
              <a:t>10</a:t>
            </a:fld>
            <a:endParaRPr lang="it-IT"/>
          </a:p>
        </p:txBody>
      </p:sp>
      <p:sp>
        <p:nvSpPr>
          <p:cNvPr id="36" name="Rectangle 210">
            <a:extLst>
              <a:ext uri="{FF2B5EF4-FFF2-40B4-BE49-F238E27FC236}">
                <a16:creationId xmlns:a16="http://schemas.microsoft.com/office/drawing/2014/main" id="{3CE001C4-FB7B-442D-9CFB-1E08A2B19C77}"/>
              </a:ext>
            </a:extLst>
          </p:cNvPr>
          <p:cNvSpPr/>
          <p:nvPr/>
        </p:nvSpPr>
        <p:spPr>
          <a:xfrm>
            <a:off x="463285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4149043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Key concepts of </a:t>
            </a:r>
            <a:r>
              <a:rPr lang="en-GB">
                <a:latin typeface="Arial Narrow" panose="020B0606020202030204" pitchFamily="34" charset="0"/>
              </a:rPr>
              <a:t>IT </a:t>
            </a:r>
            <a:r>
              <a:rPr lang="en-US">
                <a:latin typeface="Arial Narrow" panose="020B0606020202030204" pitchFamily="34" charset="0"/>
              </a:rPr>
              <a:t>Service Management | </a:t>
            </a:r>
            <a:r>
              <a:rPr lang="en-US">
                <a:solidFill>
                  <a:schemeClr val="accent3"/>
                </a:solidFill>
                <a:latin typeface="Arial Narrow" panose="020B0606020202030204" pitchFamily="34" charset="0"/>
              </a:rPr>
              <a:t>Guiding principles overview</a:t>
            </a:r>
            <a:br>
              <a:rPr lang="en-US">
                <a:solidFill>
                  <a:schemeClr val="accent3"/>
                </a:solidFill>
                <a:latin typeface="Arial Narrow" panose="020B0606020202030204" pitchFamily="34" charset="0"/>
              </a:rPr>
            </a:br>
            <a:endParaRPr lang="en-GB">
              <a:solidFill>
                <a:schemeClr val="accent3"/>
              </a:solidFill>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p:txBody>
          <a:bodyPr/>
          <a:lstStyle/>
          <a:p>
            <a:r>
              <a:rPr lang="en-GB">
                <a:latin typeface="Arial Narrow" panose="020B0606020202030204" pitchFamily="34" charset="0"/>
              </a:rPr>
              <a:t>The guiding principles are the fundamentals driving the implementation of IT Service Management inside an organization</a:t>
            </a:r>
          </a:p>
        </p:txBody>
      </p:sp>
      <p:sp>
        <p:nvSpPr>
          <p:cNvPr id="29" name="Rectangle 210">
            <a:extLst>
              <a:ext uri="{FF2B5EF4-FFF2-40B4-BE49-F238E27FC236}">
                <a16:creationId xmlns:a16="http://schemas.microsoft.com/office/drawing/2014/main" id="{DF7E57F1-61C4-4D78-8F20-F27248C58F79}"/>
              </a:ext>
            </a:extLst>
          </p:cNvPr>
          <p:cNvSpPr/>
          <p:nvPr/>
        </p:nvSpPr>
        <p:spPr>
          <a:xfrm>
            <a:off x="6928298" y="4916723"/>
            <a:ext cx="2172905"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Concept to be clearly understood</a:t>
            </a:r>
            <a:endPar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grpSp>
        <p:nvGrpSpPr>
          <p:cNvPr id="35" name="Gruppo 8">
            <a:extLst>
              <a:ext uri="{FF2B5EF4-FFF2-40B4-BE49-F238E27FC236}">
                <a16:creationId xmlns:a16="http://schemas.microsoft.com/office/drawing/2014/main" id="{C61A4951-5683-42ED-A65C-1C118E2C8B12}"/>
              </a:ext>
            </a:extLst>
          </p:cNvPr>
          <p:cNvGrpSpPr/>
          <p:nvPr/>
        </p:nvGrpSpPr>
        <p:grpSpPr>
          <a:xfrm>
            <a:off x="6841340" y="4969080"/>
            <a:ext cx="108000" cy="108000"/>
            <a:chOff x="5184274" y="4913664"/>
            <a:chExt cx="180000" cy="180000"/>
          </a:xfrm>
        </p:grpSpPr>
        <p:sp>
          <p:nvSpPr>
            <p:cNvPr id="37" name="Oval 37">
              <a:extLst>
                <a:ext uri="{FF2B5EF4-FFF2-40B4-BE49-F238E27FC236}">
                  <a16:creationId xmlns:a16="http://schemas.microsoft.com/office/drawing/2014/main" id="{BCA32CAF-B945-4B83-992F-178553F20894}"/>
                </a:ext>
              </a:extLst>
            </p:cNvPr>
            <p:cNvSpPr/>
            <p:nvPr/>
          </p:nvSpPr>
          <p:spPr>
            <a:xfrm>
              <a:off x="5184274" y="4913664"/>
              <a:ext cx="180000" cy="180000"/>
            </a:xfrm>
            <a:prstGeom prst="ellipse">
              <a:avLst/>
            </a:prstGeom>
            <a:solidFill>
              <a:schemeClr val="accent1"/>
            </a:solid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38" name="Elemento grafico 60" descr="Idea con riempimento a tinta unita">
              <a:extLst>
                <a:ext uri="{FF2B5EF4-FFF2-40B4-BE49-F238E27FC236}">
                  <a16:creationId xmlns:a16="http://schemas.microsoft.com/office/drawing/2014/main" id="{6136DE39-4245-4637-9A95-EC641FF2620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8258" y="4928220"/>
              <a:ext cx="144000" cy="144000"/>
            </a:xfrm>
            <a:prstGeom prst="rect">
              <a:avLst/>
            </a:prstGeom>
          </p:spPr>
        </p:pic>
      </p:grpSp>
      <p:sp>
        <p:nvSpPr>
          <p:cNvPr id="40" name="Oval 37">
            <a:extLst>
              <a:ext uri="{FF2B5EF4-FFF2-40B4-BE49-F238E27FC236}">
                <a16:creationId xmlns:a16="http://schemas.microsoft.com/office/drawing/2014/main" id="{6425DD67-3BD3-4360-8165-5F9BA83A8DCF}"/>
              </a:ext>
            </a:extLst>
          </p:cNvPr>
          <p:cNvSpPr/>
          <p:nvPr/>
        </p:nvSpPr>
        <p:spPr>
          <a:xfrm>
            <a:off x="1820109" y="2478116"/>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sp>
        <p:nvSpPr>
          <p:cNvPr id="36" name="Rectangle 210">
            <a:extLst>
              <a:ext uri="{FF2B5EF4-FFF2-40B4-BE49-F238E27FC236}">
                <a16:creationId xmlns:a16="http://schemas.microsoft.com/office/drawing/2014/main" id="{D65D3791-5790-4DDA-84EE-DD22260E6AEA}"/>
              </a:ext>
            </a:extLst>
          </p:cNvPr>
          <p:cNvSpPr/>
          <p:nvPr/>
        </p:nvSpPr>
        <p:spPr>
          <a:xfrm>
            <a:off x="973436" y="3106913"/>
            <a:ext cx="2233347" cy="119263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300"/>
              </a:spcAft>
              <a:buClr>
                <a:srgbClr val="DA291C"/>
              </a:buClr>
              <a:buSzTx/>
              <a:buFontTx/>
              <a:buNone/>
              <a:tabLst/>
              <a:defRPr/>
            </a:pPr>
            <a:r>
              <a:rPr kumimoji="0" lang="en-GB" sz="1400" b="1" i="0" u="none" strike="noStrike" kern="0" cap="none" spc="0" normalizeH="0" baseline="0" noProof="0">
                <a:ln>
                  <a:noFill/>
                </a:ln>
                <a:solidFill>
                  <a:srgbClr val="DA291C"/>
                </a:solidFill>
                <a:effectLst/>
                <a:uLnTx/>
                <a:uFillTx/>
                <a:latin typeface="Arial Narrow" panose="020B0606020202030204" pitchFamily="34" charset="0"/>
                <a:ea typeface="+mn-ea"/>
                <a:cs typeface="+mn-cs"/>
              </a:rPr>
              <a:t>Message provided</a:t>
            </a:r>
            <a:endParaRPr kumimoji="0" lang="en-GB" sz="1400" b="0" i="0" u="none" strike="noStrike" kern="0" cap="none" spc="0" normalizeH="0" baseline="0" noProof="0">
              <a:ln>
                <a:noFill/>
              </a:ln>
              <a:solidFill>
                <a:srgbClr val="DA291C"/>
              </a:solidFill>
              <a:effectLst/>
              <a:uLnTx/>
              <a:uFillTx/>
              <a:latin typeface="Arial Narrow" panose="020B060602020203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They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represent the core messages of a good IT Service Management</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supporting the user in performing successful actions and taking good decisions</a:t>
            </a:r>
          </a:p>
        </p:txBody>
      </p:sp>
      <p:sp>
        <p:nvSpPr>
          <p:cNvPr id="45" name="Oval 37">
            <a:extLst>
              <a:ext uri="{FF2B5EF4-FFF2-40B4-BE49-F238E27FC236}">
                <a16:creationId xmlns:a16="http://schemas.microsoft.com/office/drawing/2014/main" id="{19AEA68A-607D-410A-8AA0-8B3E29B60604}"/>
              </a:ext>
            </a:extLst>
          </p:cNvPr>
          <p:cNvSpPr/>
          <p:nvPr/>
        </p:nvSpPr>
        <p:spPr>
          <a:xfrm>
            <a:off x="4302000" y="2478116"/>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sp>
        <p:nvSpPr>
          <p:cNvPr id="44" name="Rectangle 210">
            <a:extLst>
              <a:ext uri="{FF2B5EF4-FFF2-40B4-BE49-F238E27FC236}">
                <a16:creationId xmlns:a16="http://schemas.microsoft.com/office/drawing/2014/main" id="{819F468C-3B5D-42A2-9496-92BE39B0AC32}"/>
              </a:ext>
            </a:extLst>
          </p:cNvPr>
          <p:cNvSpPr/>
          <p:nvPr/>
        </p:nvSpPr>
        <p:spPr>
          <a:xfrm>
            <a:off x="3455327" y="3106913"/>
            <a:ext cx="2233347" cy="119263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300"/>
              </a:spcAft>
              <a:buClr>
                <a:srgbClr val="DA291C"/>
              </a:buClr>
              <a:buSzTx/>
              <a:buFontTx/>
              <a:buNone/>
              <a:tabLst/>
              <a:defRPr/>
            </a:pPr>
            <a:r>
              <a:rPr kumimoji="0" lang="en-GB" sz="1400" b="1" i="0" u="none" strike="noStrike" kern="0" cap="none" spc="0" normalizeH="0" baseline="0" noProof="0">
                <a:ln>
                  <a:noFill/>
                </a:ln>
                <a:solidFill>
                  <a:srgbClr val="DA291C"/>
                </a:solidFill>
                <a:effectLst/>
                <a:uLnTx/>
                <a:uFillTx/>
                <a:latin typeface="Arial Narrow" panose="020B0606020202030204" pitchFamily="34" charset="0"/>
                <a:ea typeface="+mn-ea"/>
                <a:cs typeface="+mn-cs"/>
              </a:rPr>
              <a:t>Guidelines</a:t>
            </a:r>
            <a:endParaRPr kumimoji="0" lang="en-GB" sz="1400" b="0" i="0" u="none" strike="noStrike" kern="0" cap="none" spc="0" normalizeH="0" baseline="0" noProof="0">
              <a:ln>
                <a:noFill/>
              </a:ln>
              <a:solidFill>
                <a:srgbClr val="DA291C"/>
              </a:solidFill>
              <a:effectLst/>
              <a:uLnTx/>
              <a:uFillTx/>
              <a:latin typeface="Arial Narrow" panose="020B060602020203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They are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a guide for organizations as they adopt a service-based approach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and adapt ITIL 4 guidance to the specific circumstances and internal structure</a:t>
            </a:r>
            <a:endPar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53" name="Oval 37">
            <a:extLst>
              <a:ext uri="{FF2B5EF4-FFF2-40B4-BE49-F238E27FC236}">
                <a16:creationId xmlns:a16="http://schemas.microsoft.com/office/drawing/2014/main" id="{CBD1CED5-E7D9-46E9-B310-1117B2D77B40}"/>
              </a:ext>
            </a:extLst>
          </p:cNvPr>
          <p:cNvSpPr/>
          <p:nvPr/>
        </p:nvSpPr>
        <p:spPr>
          <a:xfrm>
            <a:off x="6783890" y="2478116"/>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sp>
        <p:nvSpPr>
          <p:cNvPr id="52" name="Rectangle 210">
            <a:extLst>
              <a:ext uri="{FF2B5EF4-FFF2-40B4-BE49-F238E27FC236}">
                <a16:creationId xmlns:a16="http://schemas.microsoft.com/office/drawing/2014/main" id="{15AB7C09-1314-4EF2-854F-501101FB296F}"/>
              </a:ext>
            </a:extLst>
          </p:cNvPr>
          <p:cNvSpPr/>
          <p:nvPr/>
        </p:nvSpPr>
        <p:spPr>
          <a:xfrm>
            <a:off x="5937217" y="3106913"/>
            <a:ext cx="2233347" cy="85408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300"/>
              </a:spcAft>
              <a:buClr>
                <a:srgbClr val="DA291C"/>
              </a:buClr>
              <a:buSzTx/>
              <a:buFontTx/>
              <a:buNone/>
              <a:tabLst/>
              <a:defRPr/>
            </a:pPr>
            <a:r>
              <a:rPr kumimoji="0" lang="en-GB" sz="1400" b="1" i="0" u="none" strike="noStrike" kern="0" cap="none" spc="0" normalizeH="0" baseline="0" noProof="0">
                <a:ln>
                  <a:noFill/>
                </a:ln>
                <a:solidFill>
                  <a:srgbClr val="DA291C"/>
                </a:solidFill>
                <a:effectLst/>
                <a:uLnTx/>
                <a:uFillTx/>
                <a:latin typeface="Arial Narrow" panose="020B0606020202030204" pitchFamily="34" charset="0"/>
                <a:ea typeface="+mn-ea"/>
                <a:cs typeface="+mn-cs"/>
              </a:rPr>
              <a:t>Organizational support</a:t>
            </a:r>
            <a:endParaRPr kumimoji="0" lang="en-GB" sz="1400" b="0" i="0" u="none" strike="noStrike" kern="0" cap="none" spc="0" normalizeH="0" baseline="0" noProof="0">
              <a:ln>
                <a:noFill/>
              </a:ln>
              <a:solidFill>
                <a:srgbClr val="DA291C"/>
              </a:solidFill>
              <a:effectLst/>
              <a:uLnTx/>
              <a:uFillTx/>
              <a:latin typeface="Arial Narrow" panose="020B060602020203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They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support organizations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in fostering a continual improvement approach at all levels</a:t>
            </a:r>
            <a:endPar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pic>
        <p:nvPicPr>
          <p:cNvPr id="56" name="Elemento grafico 55" descr="Grafico lineare con riempimento a tinta unita">
            <a:extLst>
              <a:ext uri="{FF2B5EF4-FFF2-40B4-BE49-F238E27FC236}">
                <a16:creationId xmlns:a16="http://schemas.microsoft.com/office/drawing/2014/main" id="{53F7ED99-F51F-4DEE-9EE1-0C22B16E6BE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86709" y="2544716"/>
            <a:ext cx="406800" cy="406800"/>
          </a:xfrm>
          <a:prstGeom prst="rect">
            <a:avLst/>
          </a:prstGeom>
        </p:spPr>
      </p:pic>
      <p:pic>
        <p:nvPicPr>
          <p:cNvPr id="57" name="Elemento grafico 56" descr="Città con riempimento a tinta unita">
            <a:extLst>
              <a:ext uri="{FF2B5EF4-FFF2-40B4-BE49-F238E27FC236}">
                <a16:creationId xmlns:a16="http://schemas.microsoft.com/office/drawing/2014/main" id="{351E2B35-785A-4D44-BEF6-96A1DF10965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368600" y="2544716"/>
            <a:ext cx="406800" cy="406800"/>
          </a:xfrm>
          <a:prstGeom prst="rect">
            <a:avLst/>
          </a:prstGeom>
        </p:spPr>
      </p:pic>
      <p:pic>
        <p:nvPicPr>
          <p:cNvPr id="58" name="Elemento grafico 57" descr="Flusso di lavoro con riempimento a tinta unita">
            <a:extLst>
              <a:ext uri="{FF2B5EF4-FFF2-40B4-BE49-F238E27FC236}">
                <a16:creationId xmlns:a16="http://schemas.microsoft.com/office/drawing/2014/main" id="{3AA8457F-2A55-4627-A1E2-9A5FEDDF0D1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850490" y="2544716"/>
            <a:ext cx="406800" cy="406800"/>
          </a:xfrm>
          <a:prstGeom prst="rect">
            <a:avLst/>
          </a:prstGeom>
        </p:spPr>
      </p:pic>
      <p:sp>
        <p:nvSpPr>
          <p:cNvPr id="26" name="Rounded Rectangle 38">
            <a:extLst>
              <a:ext uri="{FF2B5EF4-FFF2-40B4-BE49-F238E27FC236}">
                <a16:creationId xmlns:a16="http://schemas.microsoft.com/office/drawing/2014/main" id="{929A166D-CDCD-418E-B9F8-3437F62B6876}"/>
              </a:ext>
            </a:extLst>
          </p:cNvPr>
          <p:cNvSpPr>
            <a:spLocks noChangeArrowheads="1"/>
          </p:cNvSpPr>
          <p:nvPr/>
        </p:nvSpPr>
        <p:spPr bwMode="auto">
          <a:xfrm>
            <a:off x="1233917" y="1127329"/>
            <a:ext cx="7464366" cy="629953"/>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GB"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A guiding principle</a:t>
            </a: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 is a recommendation that guides an organization regardless of changes in its goals, strategies, type of work or structure. A guiding principle is universal and enduring </a:t>
            </a:r>
          </a:p>
        </p:txBody>
      </p:sp>
      <p:grpSp>
        <p:nvGrpSpPr>
          <p:cNvPr id="27" name="Gruppo 26">
            <a:extLst>
              <a:ext uri="{FF2B5EF4-FFF2-40B4-BE49-F238E27FC236}">
                <a16:creationId xmlns:a16="http://schemas.microsoft.com/office/drawing/2014/main" id="{AA85A409-6C5D-4B03-BFC2-4B84E4CEE96E}"/>
              </a:ext>
            </a:extLst>
          </p:cNvPr>
          <p:cNvGrpSpPr/>
          <p:nvPr/>
        </p:nvGrpSpPr>
        <p:grpSpPr>
          <a:xfrm>
            <a:off x="532607" y="968977"/>
            <a:ext cx="869675" cy="869675"/>
            <a:chOff x="306412" y="1088010"/>
            <a:chExt cx="869675" cy="869675"/>
          </a:xfrm>
        </p:grpSpPr>
        <p:sp>
          <p:nvSpPr>
            <p:cNvPr id="28" name="Oval 37">
              <a:extLst>
                <a:ext uri="{FF2B5EF4-FFF2-40B4-BE49-F238E27FC236}">
                  <a16:creationId xmlns:a16="http://schemas.microsoft.com/office/drawing/2014/main" id="{7D0EAECB-BC51-4353-BC4C-B2FE8FE0338B}"/>
                </a:ext>
              </a:extLst>
            </p:cNvPr>
            <p:cNvSpPr/>
            <p:nvPr/>
          </p:nvSpPr>
          <p:spPr>
            <a:xfrm>
              <a:off x="306412" y="1088010"/>
              <a:ext cx="869675" cy="869675"/>
            </a:xfrm>
            <a:prstGeom prst="ellipse">
              <a:avLst/>
            </a:prstGeom>
            <a:solidFill>
              <a:schemeClr val="accent1"/>
            </a:solid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30" name="Elemento grafico 29" descr="Idea con riempimento a tinta unita">
              <a:extLst>
                <a:ext uri="{FF2B5EF4-FFF2-40B4-BE49-F238E27FC236}">
                  <a16:creationId xmlns:a16="http://schemas.microsoft.com/office/drawing/2014/main" id="{3963DC54-A861-4C99-A073-0A42A220096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2293" y="1166478"/>
              <a:ext cx="687600" cy="687600"/>
            </a:xfrm>
            <a:prstGeom prst="rect">
              <a:avLst/>
            </a:prstGeom>
          </p:spPr>
        </p:pic>
      </p:grpSp>
      <p:sp>
        <p:nvSpPr>
          <p:cNvPr id="31" name="Isosceles Triangle 4">
            <a:extLst>
              <a:ext uri="{FF2B5EF4-FFF2-40B4-BE49-F238E27FC236}">
                <a16:creationId xmlns:a16="http://schemas.microsoft.com/office/drawing/2014/main" id="{851AEFE2-BC22-4574-88DB-8435EB2CCD67}"/>
              </a:ext>
            </a:extLst>
          </p:cNvPr>
          <p:cNvSpPr/>
          <p:nvPr/>
        </p:nvSpPr>
        <p:spPr>
          <a:xfrm rot="10800000">
            <a:off x="3838930" y="2006845"/>
            <a:ext cx="1466140" cy="221707"/>
          </a:xfrm>
          <a:prstGeom prst="triangle">
            <a:avLst/>
          </a:prstGeom>
          <a:solidFill>
            <a:schemeClr val="bg1">
              <a:lumMod val="85000"/>
            </a:schemeClr>
          </a:solidFill>
          <a:ln w="25400" cap="flat" cmpd="sng" algn="ctr">
            <a:noFill/>
            <a:prstDash val="solid"/>
          </a:ln>
          <a:effectLst/>
          <a:extLst>
            <a:ext uri="{91240B29-F687-4F45-9708-019B960494DF}">
              <a14:hiddenLine xmlns:a14="http://schemas.microsoft.com/office/drawing/2010/main" w="25400" cap="flat" cmpd="sng" algn="ctr">
                <a:solidFill>
                  <a:prstClr val="black"/>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33" name="Isosceles Triangle 4">
            <a:extLst>
              <a:ext uri="{FF2B5EF4-FFF2-40B4-BE49-F238E27FC236}">
                <a16:creationId xmlns:a16="http://schemas.microsoft.com/office/drawing/2014/main" id="{B62B1BFC-AB89-49A5-B60C-8A208F126CEF}"/>
              </a:ext>
            </a:extLst>
          </p:cNvPr>
          <p:cNvSpPr/>
          <p:nvPr/>
        </p:nvSpPr>
        <p:spPr>
          <a:xfrm rot="10800000">
            <a:off x="1357040" y="2006845"/>
            <a:ext cx="1466140" cy="221707"/>
          </a:xfrm>
          <a:prstGeom prst="triangle">
            <a:avLst/>
          </a:prstGeom>
          <a:solidFill>
            <a:schemeClr val="bg1">
              <a:lumMod val="85000"/>
            </a:schemeClr>
          </a:solidFill>
          <a:ln w="25400" cap="flat" cmpd="sng" algn="ctr">
            <a:noFill/>
            <a:prstDash val="solid"/>
          </a:ln>
          <a:effectLst/>
          <a:extLst>
            <a:ext uri="{91240B29-F687-4F45-9708-019B960494DF}">
              <a14:hiddenLine xmlns:a14="http://schemas.microsoft.com/office/drawing/2010/main" w="25400" cap="flat" cmpd="sng" algn="ctr">
                <a:solidFill>
                  <a:prstClr val="black"/>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34" name="Isosceles Triangle 4">
            <a:extLst>
              <a:ext uri="{FF2B5EF4-FFF2-40B4-BE49-F238E27FC236}">
                <a16:creationId xmlns:a16="http://schemas.microsoft.com/office/drawing/2014/main" id="{FD364F01-1DBB-4DA8-9773-F45DE21BCE36}"/>
              </a:ext>
            </a:extLst>
          </p:cNvPr>
          <p:cNvSpPr/>
          <p:nvPr/>
        </p:nvSpPr>
        <p:spPr>
          <a:xfrm rot="10800000">
            <a:off x="6320820" y="2006845"/>
            <a:ext cx="1466140" cy="221707"/>
          </a:xfrm>
          <a:prstGeom prst="triangle">
            <a:avLst/>
          </a:prstGeom>
          <a:solidFill>
            <a:schemeClr val="bg1">
              <a:lumMod val="85000"/>
            </a:schemeClr>
          </a:solidFill>
          <a:ln w="25400" cap="flat" cmpd="sng" algn="ctr">
            <a:noFill/>
            <a:prstDash val="solid"/>
          </a:ln>
          <a:effectLst/>
          <a:extLst>
            <a:ext uri="{91240B29-F687-4F45-9708-019B960494DF}">
              <a14:hiddenLine xmlns:a14="http://schemas.microsoft.com/office/drawing/2010/main" w="25400" cap="flat" cmpd="sng" algn="ctr">
                <a:solidFill>
                  <a:prstClr val="black"/>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6" name="Slide Number Placeholder 5">
            <a:extLst>
              <a:ext uri="{FF2B5EF4-FFF2-40B4-BE49-F238E27FC236}">
                <a16:creationId xmlns:a16="http://schemas.microsoft.com/office/drawing/2014/main" id="{422414C6-23DD-4E04-82F1-E2061B673F4E}"/>
              </a:ext>
            </a:extLst>
          </p:cNvPr>
          <p:cNvSpPr>
            <a:spLocks noGrp="1"/>
          </p:cNvSpPr>
          <p:nvPr>
            <p:ph type="sldNum" sz="quarter" idx="35"/>
          </p:nvPr>
        </p:nvSpPr>
        <p:spPr/>
        <p:txBody>
          <a:bodyPr/>
          <a:lstStyle/>
          <a:p>
            <a:fld id="{9C18EA95-C3D3-214C-9452-EF8527DBCD86}" type="slidenum">
              <a:rPr lang="it-IT" smtClean="0"/>
              <a:pPr/>
              <a:t>11</a:t>
            </a:fld>
            <a:endParaRPr lang="it-IT"/>
          </a:p>
        </p:txBody>
      </p:sp>
      <p:sp>
        <p:nvSpPr>
          <p:cNvPr id="41" name="Rectangle 210">
            <a:extLst>
              <a:ext uri="{FF2B5EF4-FFF2-40B4-BE49-F238E27FC236}">
                <a16:creationId xmlns:a16="http://schemas.microsoft.com/office/drawing/2014/main" id="{0ED7E714-E44D-45CF-8A7D-0FB7A187F3F5}"/>
              </a:ext>
            </a:extLst>
          </p:cNvPr>
          <p:cNvSpPr/>
          <p:nvPr/>
        </p:nvSpPr>
        <p:spPr>
          <a:xfrm>
            <a:off x="640323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890392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Key concepts of </a:t>
            </a:r>
            <a:r>
              <a:rPr lang="en-GB">
                <a:latin typeface="Arial Narrow" panose="020B0606020202030204" pitchFamily="34" charset="0"/>
              </a:rPr>
              <a:t>IT </a:t>
            </a:r>
            <a:r>
              <a:rPr lang="en-US">
                <a:latin typeface="Arial Narrow" panose="020B0606020202030204" pitchFamily="34" charset="0"/>
              </a:rPr>
              <a:t>Service Management | </a:t>
            </a:r>
            <a:r>
              <a:rPr lang="en-US">
                <a:solidFill>
                  <a:schemeClr val="accent3"/>
                </a:solidFill>
                <a:latin typeface="Arial Narrow" panose="020B0606020202030204" pitchFamily="34" charset="0"/>
              </a:rPr>
              <a:t>The seven guiding principles</a:t>
            </a:r>
            <a:endParaRPr lang="en-GB">
              <a:solidFill>
                <a:schemeClr val="accent3"/>
              </a:solidFill>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p:txBody>
          <a:bodyPr/>
          <a:lstStyle/>
          <a:p>
            <a:r>
              <a:rPr lang="en-GB">
                <a:latin typeface="Arial Narrow" panose="020B0606020202030204" pitchFamily="34" charset="0"/>
              </a:rPr>
              <a:t>The seven guiding principles interact between each other, reason why they should always be applied together depending on the specific case</a:t>
            </a:r>
          </a:p>
        </p:txBody>
      </p:sp>
      <p:sp>
        <p:nvSpPr>
          <p:cNvPr id="30" name="Esagono 29">
            <a:extLst>
              <a:ext uri="{FF2B5EF4-FFF2-40B4-BE49-F238E27FC236}">
                <a16:creationId xmlns:a16="http://schemas.microsoft.com/office/drawing/2014/main" id="{65663D7B-E315-46A0-95B5-FC1A8FE1CED6}"/>
              </a:ext>
            </a:extLst>
          </p:cNvPr>
          <p:cNvSpPr/>
          <p:nvPr/>
        </p:nvSpPr>
        <p:spPr>
          <a:xfrm>
            <a:off x="3254573" y="3859809"/>
            <a:ext cx="1067871" cy="771056"/>
          </a:xfrm>
          <a:prstGeom prst="hexagon">
            <a:avLst/>
          </a:prstGeom>
          <a:solidFill>
            <a:schemeClr val="accent5"/>
          </a:solidFill>
          <a:ln>
            <a:solidFill>
              <a:srgbClr val="AEA5D1"/>
            </a:solid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FFFFFF"/>
                </a:solidFill>
                <a:effectLst/>
                <a:uLnTx/>
                <a:uFillTx/>
                <a:latin typeface="Arial Narrow" panose="020B0606020202030204" pitchFamily="34" charset="0"/>
                <a:ea typeface="+mn-ea"/>
                <a:cs typeface="+mn-cs"/>
              </a:rPr>
              <a:t>Collaborate &amp; promote visibility</a:t>
            </a:r>
          </a:p>
        </p:txBody>
      </p:sp>
      <p:sp>
        <p:nvSpPr>
          <p:cNvPr id="38" name="Rectangle 210">
            <a:extLst>
              <a:ext uri="{FF2B5EF4-FFF2-40B4-BE49-F238E27FC236}">
                <a16:creationId xmlns:a16="http://schemas.microsoft.com/office/drawing/2014/main" id="{03B0EB88-F412-4EB5-83BC-D724B3508A29}"/>
              </a:ext>
            </a:extLst>
          </p:cNvPr>
          <p:cNvSpPr/>
          <p:nvPr/>
        </p:nvSpPr>
        <p:spPr>
          <a:xfrm>
            <a:off x="117442" y="3906782"/>
            <a:ext cx="3060000" cy="677108"/>
          </a:xfrm>
          <a:prstGeom prst="rect">
            <a:avLst/>
          </a:prstGeom>
        </p:spPr>
        <p:txBody>
          <a:bodyPr wrap="square" lIns="0" tIns="0" rIns="108000" bIns="0">
            <a:spAutoFit/>
          </a:bodyPr>
          <a:lstStyle/>
          <a:p>
            <a:pPr marL="0" marR="0" lvl="0" indent="0" algn="r" defTabSz="914400" rtl="0" eaLnBrk="1" fontAlgn="auto" latinLnBrk="0" hangingPunct="1">
              <a:lnSpc>
                <a:spcPct val="100000"/>
              </a:lnSpc>
              <a:spcBef>
                <a:spcPts val="0"/>
              </a:spcBef>
              <a:spcAft>
                <a:spcPts val="0"/>
              </a:spcAft>
              <a:buClr>
                <a:srgbClr val="DA291C"/>
              </a:buClr>
              <a:buSzTx/>
              <a:buFontTx/>
              <a:buNone/>
              <a:tabLst/>
              <a:defRPr/>
            </a:pP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When initiatives involve the right people in the right roles</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effort benefit from better buy-in and relevance (since better information is available for decision-makers) and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increased likelihood of success</a:t>
            </a:r>
          </a:p>
        </p:txBody>
      </p:sp>
      <p:sp>
        <p:nvSpPr>
          <p:cNvPr id="21" name="Esagono 20">
            <a:extLst>
              <a:ext uri="{FF2B5EF4-FFF2-40B4-BE49-F238E27FC236}">
                <a16:creationId xmlns:a16="http://schemas.microsoft.com/office/drawing/2014/main" id="{43C97488-AA27-4E7C-BB5F-3ECAD87CAFBC}"/>
              </a:ext>
            </a:extLst>
          </p:cNvPr>
          <p:cNvSpPr/>
          <p:nvPr/>
        </p:nvSpPr>
        <p:spPr>
          <a:xfrm>
            <a:off x="3254573" y="894298"/>
            <a:ext cx="1067871" cy="771056"/>
          </a:xfrm>
          <a:prstGeom prst="hexag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FFFFFF"/>
                </a:solidFill>
                <a:effectLst/>
                <a:uLnTx/>
                <a:uFillTx/>
                <a:latin typeface="Arial Narrow" panose="020B0606020202030204" pitchFamily="34" charset="0"/>
                <a:ea typeface="+mn-ea"/>
                <a:cs typeface="+mn-cs"/>
              </a:rPr>
              <a:t>Focus on value</a:t>
            </a:r>
          </a:p>
        </p:txBody>
      </p:sp>
      <p:sp>
        <p:nvSpPr>
          <p:cNvPr id="31" name="Esagono 30">
            <a:extLst>
              <a:ext uri="{FF2B5EF4-FFF2-40B4-BE49-F238E27FC236}">
                <a16:creationId xmlns:a16="http://schemas.microsoft.com/office/drawing/2014/main" id="{7AE5885D-D49B-4259-9F90-CC5CFED7B855}"/>
              </a:ext>
            </a:extLst>
          </p:cNvPr>
          <p:cNvSpPr/>
          <p:nvPr/>
        </p:nvSpPr>
        <p:spPr>
          <a:xfrm>
            <a:off x="4821559" y="894298"/>
            <a:ext cx="1067871" cy="771056"/>
          </a:xfrm>
          <a:prstGeom prst="hexagon">
            <a:avLst/>
          </a:prstGeom>
          <a:solidFill>
            <a:srgbClr val="BFBFBF"/>
          </a:solidFill>
          <a:ln>
            <a:solidFill>
              <a:srgbClr val="BFBFBF"/>
            </a:solid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FFFFFF"/>
                </a:solidFill>
                <a:effectLst/>
                <a:uLnTx/>
                <a:uFillTx/>
                <a:latin typeface="Arial Narrow" panose="020B0606020202030204" pitchFamily="34" charset="0"/>
                <a:ea typeface="+mn-ea"/>
                <a:cs typeface="+mn-cs"/>
              </a:rPr>
              <a:t>Think and work holistically</a:t>
            </a:r>
          </a:p>
        </p:txBody>
      </p:sp>
      <p:sp>
        <p:nvSpPr>
          <p:cNvPr id="35" name="Rectangle 210">
            <a:extLst>
              <a:ext uri="{FF2B5EF4-FFF2-40B4-BE49-F238E27FC236}">
                <a16:creationId xmlns:a16="http://schemas.microsoft.com/office/drawing/2014/main" id="{7EE80FA6-B4C4-4B50-85E1-864A79274CC3}"/>
              </a:ext>
            </a:extLst>
          </p:cNvPr>
          <p:cNvSpPr/>
          <p:nvPr/>
        </p:nvSpPr>
        <p:spPr>
          <a:xfrm>
            <a:off x="117442" y="1025911"/>
            <a:ext cx="3060000" cy="507831"/>
          </a:xfrm>
          <a:prstGeom prst="rect">
            <a:avLst/>
          </a:prstGeom>
        </p:spPr>
        <p:txBody>
          <a:bodyPr wrap="square" lIns="0" tIns="0" rIns="108000" bIns="0">
            <a:spAutoFit/>
          </a:bodyPr>
          <a:lstStyle/>
          <a:p>
            <a:pPr marL="0" marR="0" lvl="0" indent="0" algn="r"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All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activities conducted</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by the organization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should link</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back, directly or indirectly,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to value itself</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for its customers and for other stakeholders</a:t>
            </a:r>
          </a:p>
        </p:txBody>
      </p:sp>
      <p:sp>
        <p:nvSpPr>
          <p:cNvPr id="39" name="Rectangle 210">
            <a:extLst>
              <a:ext uri="{FF2B5EF4-FFF2-40B4-BE49-F238E27FC236}">
                <a16:creationId xmlns:a16="http://schemas.microsoft.com/office/drawing/2014/main" id="{637EC7CF-1ACF-4E95-A2D2-3B1E8CF0CDBB}"/>
              </a:ext>
            </a:extLst>
          </p:cNvPr>
          <p:cNvSpPr/>
          <p:nvPr/>
        </p:nvSpPr>
        <p:spPr>
          <a:xfrm>
            <a:off x="6032258" y="941272"/>
            <a:ext cx="3060000" cy="677108"/>
          </a:xfrm>
          <a:prstGeom prst="rect">
            <a:avLst/>
          </a:prstGeom>
        </p:spPr>
        <p:txBody>
          <a:bodyPr wrap="square" lIns="108000" tIns="0" rIns="0" bIns="0">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The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outputs that the organization delivers to itself</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to its customers and to stakeholders will suffer unless the organization works in an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integrated way</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to handle its activities as whole, rather than as separate parts</a:t>
            </a:r>
          </a:p>
        </p:txBody>
      </p:sp>
      <p:sp>
        <p:nvSpPr>
          <p:cNvPr id="28" name="Esagono 27">
            <a:extLst>
              <a:ext uri="{FF2B5EF4-FFF2-40B4-BE49-F238E27FC236}">
                <a16:creationId xmlns:a16="http://schemas.microsoft.com/office/drawing/2014/main" id="{F5F64E3F-14D3-4CB9-8386-B285EB1EAB4A}"/>
              </a:ext>
            </a:extLst>
          </p:cNvPr>
          <p:cNvSpPr/>
          <p:nvPr/>
        </p:nvSpPr>
        <p:spPr>
          <a:xfrm>
            <a:off x="3254573" y="1882802"/>
            <a:ext cx="1067871" cy="771056"/>
          </a:xfrm>
          <a:prstGeom prst="hexagon">
            <a:avLst/>
          </a:prstGeom>
          <a:solidFill>
            <a:schemeClr val="accent3"/>
          </a:solidFill>
          <a:ln>
            <a:solidFill>
              <a:schemeClr val="accent3"/>
            </a:solid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FFFFFF"/>
                </a:solidFill>
                <a:effectLst/>
                <a:uLnTx/>
                <a:uFillTx/>
                <a:latin typeface="Arial Narrow" panose="020B0606020202030204" pitchFamily="34" charset="0"/>
                <a:ea typeface="+mn-ea"/>
                <a:cs typeface="+mn-cs"/>
              </a:rPr>
              <a:t>Start where you are</a:t>
            </a:r>
          </a:p>
        </p:txBody>
      </p:sp>
      <p:sp>
        <p:nvSpPr>
          <p:cNvPr id="32" name="Esagono 31">
            <a:extLst>
              <a:ext uri="{FF2B5EF4-FFF2-40B4-BE49-F238E27FC236}">
                <a16:creationId xmlns:a16="http://schemas.microsoft.com/office/drawing/2014/main" id="{9C2F41F3-F34D-458C-AF64-BE368D6928E6}"/>
              </a:ext>
            </a:extLst>
          </p:cNvPr>
          <p:cNvSpPr/>
          <p:nvPr/>
        </p:nvSpPr>
        <p:spPr>
          <a:xfrm>
            <a:off x="4821559" y="1882802"/>
            <a:ext cx="1067871" cy="771056"/>
          </a:xfrm>
          <a:prstGeom prst="hexagon">
            <a:avLst/>
          </a:prstGeom>
          <a:solidFill>
            <a:schemeClr val="accent6">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FFFFFF"/>
                </a:solidFill>
                <a:effectLst/>
                <a:uLnTx/>
                <a:uFillTx/>
                <a:latin typeface="Arial Narrow" panose="020B0606020202030204" pitchFamily="34" charset="0"/>
                <a:ea typeface="+mn-ea"/>
                <a:cs typeface="+mn-cs"/>
              </a:rPr>
              <a:t>Keep it simple and practical</a:t>
            </a:r>
          </a:p>
        </p:txBody>
      </p:sp>
      <p:sp>
        <p:nvSpPr>
          <p:cNvPr id="36" name="Rectangle 210">
            <a:extLst>
              <a:ext uri="{FF2B5EF4-FFF2-40B4-BE49-F238E27FC236}">
                <a16:creationId xmlns:a16="http://schemas.microsoft.com/office/drawing/2014/main" id="{63EF37F2-BFB8-49FE-8017-E9079E3CAE37}"/>
              </a:ext>
            </a:extLst>
          </p:cNvPr>
          <p:cNvSpPr/>
          <p:nvPr/>
        </p:nvSpPr>
        <p:spPr>
          <a:xfrm>
            <a:off x="117442" y="2099053"/>
            <a:ext cx="3060000" cy="338554"/>
          </a:xfrm>
          <a:prstGeom prst="rect">
            <a:avLst/>
          </a:prstGeom>
        </p:spPr>
        <p:txBody>
          <a:bodyPr wrap="square" lIns="0" tIns="0" rIns="108000" bIns="0">
            <a:spAutoFit/>
          </a:bodyPr>
          <a:lstStyle/>
          <a:p>
            <a:pPr marL="0" marR="0" lvl="0" indent="0" algn="r" defTabSz="914400" rtl="0" eaLnBrk="1" fontAlgn="auto" latinLnBrk="0" hangingPunct="1">
              <a:lnSpc>
                <a:spcPct val="100000"/>
              </a:lnSpc>
              <a:spcBef>
                <a:spcPts val="0"/>
              </a:spcBef>
              <a:spcAft>
                <a:spcPts val="0"/>
              </a:spcAft>
              <a:buClr>
                <a:srgbClr val="DA291C"/>
              </a:buClr>
              <a:buSzTx/>
              <a:buFontTx/>
              <a:buNone/>
              <a:tabLst/>
              <a:defRPr/>
            </a:pP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Do not always start from scratch</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first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consider what is already available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to be leveraged</a:t>
            </a:r>
          </a:p>
        </p:txBody>
      </p:sp>
      <p:sp>
        <p:nvSpPr>
          <p:cNvPr id="40" name="Rectangle 210">
            <a:extLst>
              <a:ext uri="{FF2B5EF4-FFF2-40B4-BE49-F238E27FC236}">
                <a16:creationId xmlns:a16="http://schemas.microsoft.com/office/drawing/2014/main" id="{B625C420-63F0-4548-BDF2-3E712B9CEF3C}"/>
              </a:ext>
            </a:extLst>
          </p:cNvPr>
          <p:cNvSpPr/>
          <p:nvPr/>
        </p:nvSpPr>
        <p:spPr>
          <a:xfrm>
            <a:off x="6032258" y="1929776"/>
            <a:ext cx="3060000" cy="677108"/>
          </a:xfrm>
          <a:prstGeom prst="rect">
            <a:avLst/>
          </a:prstGeom>
        </p:spPr>
        <p:txBody>
          <a:bodyPr wrap="square" lIns="108000" tIns="0" rIns="0" bIns="0">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Always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use</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the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minimal number of steps needed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to accomplish objectives. Follow </a:t>
            </a:r>
            <a:r>
              <a:rPr lang="en-GB" sz="1100" kern="0">
                <a:solidFill>
                  <a:srgbClr val="0C2340"/>
                </a:solidFill>
                <a:latin typeface="Arial Narrow" panose="020B0606020202030204" pitchFamily="34" charset="0"/>
              </a:rPr>
              <a:t>the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Outcome-based thinking, </a:t>
            </a:r>
            <a:r>
              <a:rPr lang="en-GB" sz="1100" b="1" kern="0">
                <a:solidFill>
                  <a:srgbClr val="0C2340"/>
                </a:solidFill>
                <a:latin typeface="Arial Narrow" panose="020B0606020202030204" pitchFamily="34" charset="0"/>
              </a:rPr>
              <a:t>e</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liminating</a:t>
            </a:r>
            <a:r>
              <a:rPr lang="en-GB" sz="1100" b="1" kern="0">
                <a:solidFill>
                  <a:srgbClr val="0C2340"/>
                </a:solidFill>
                <a:latin typeface="Arial Narrow" panose="020B0606020202030204" pitchFamily="34" charset="0"/>
              </a:rPr>
              <a:t>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everything that it is not bringing value</a:t>
            </a:r>
          </a:p>
        </p:txBody>
      </p:sp>
      <p:sp>
        <p:nvSpPr>
          <p:cNvPr id="37" name="Rectangle 210">
            <a:extLst>
              <a:ext uri="{FF2B5EF4-FFF2-40B4-BE49-F238E27FC236}">
                <a16:creationId xmlns:a16="http://schemas.microsoft.com/office/drawing/2014/main" id="{10ECDF13-E207-42D2-94AD-7CE3FD9DB7B8}"/>
              </a:ext>
            </a:extLst>
          </p:cNvPr>
          <p:cNvSpPr/>
          <p:nvPr/>
        </p:nvSpPr>
        <p:spPr>
          <a:xfrm>
            <a:off x="117442" y="2835021"/>
            <a:ext cx="3060000" cy="846386"/>
          </a:xfrm>
          <a:prstGeom prst="rect">
            <a:avLst/>
          </a:prstGeom>
        </p:spPr>
        <p:txBody>
          <a:bodyPr wrap="square" lIns="0" tIns="0" rIns="108000" bIns="0">
            <a:spAutoFit/>
          </a:bodyPr>
          <a:lstStyle/>
          <a:p>
            <a:pPr marL="0" marR="0" lvl="0" indent="0" algn="r"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Even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huge initiatives must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be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accomplished iteratively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by organizing work into smaller, manageable sections that can be executed.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Embed feedbacks into each iteration allows to discover and respond to failure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earlier improving overall quality</a:t>
            </a:r>
          </a:p>
        </p:txBody>
      </p:sp>
      <p:sp>
        <p:nvSpPr>
          <p:cNvPr id="29" name="Esagono 28">
            <a:extLst>
              <a:ext uri="{FF2B5EF4-FFF2-40B4-BE49-F238E27FC236}">
                <a16:creationId xmlns:a16="http://schemas.microsoft.com/office/drawing/2014/main" id="{D11F4213-9E61-432B-928E-3A17003A638F}"/>
              </a:ext>
            </a:extLst>
          </p:cNvPr>
          <p:cNvSpPr/>
          <p:nvPr/>
        </p:nvSpPr>
        <p:spPr>
          <a:xfrm>
            <a:off x="3254573" y="2872686"/>
            <a:ext cx="1067871" cy="771056"/>
          </a:xfrm>
          <a:prstGeom prst="hexagon">
            <a:avLst/>
          </a:prstGeom>
          <a:solidFill>
            <a:schemeClr val="accent4"/>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lIns="36000" tIns="36000" rIns="36000" bIns="360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FFFFFF"/>
                </a:solidFill>
                <a:effectLst/>
                <a:uLnTx/>
                <a:uFillTx/>
                <a:latin typeface="Arial Narrow" panose="020B0606020202030204" pitchFamily="34" charset="0"/>
                <a:ea typeface="+mn-ea"/>
                <a:cs typeface="+mn-cs"/>
              </a:rPr>
              <a:t>Progress iteratively with feedbacks</a:t>
            </a:r>
          </a:p>
        </p:txBody>
      </p:sp>
      <p:sp>
        <p:nvSpPr>
          <p:cNvPr id="33" name="Esagono 32">
            <a:extLst>
              <a:ext uri="{FF2B5EF4-FFF2-40B4-BE49-F238E27FC236}">
                <a16:creationId xmlns:a16="http://schemas.microsoft.com/office/drawing/2014/main" id="{D20779EC-5107-4C81-B0AE-8E0079FA4E27}"/>
              </a:ext>
            </a:extLst>
          </p:cNvPr>
          <p:cNvSpPr/>
          <p:nvPr/>
        </p:nvSpPr>
        <p:spPr>
          <a:xfrm>
            <a:off x="4821559" y="2871306"/>
            <a:ext cx="1067871" cy="771056"/>
          </a:xfrm>
          <a:prstGeom prst="hexagon">
            <a:avLst/>
          </a:prstGeom>
          <a:solidFill>
            <a:schemeClr val="accent2"/>
          </a:solidFill>
          <a:ln>
            <a:solidFill>
              <a:schemeClr val="accent2"/>
            </a:solid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FFFFFF"/>
                </a:solidFill>
                <a:effectLst/>
                <a:uLnTx/>
                <a:uFillTx/>
                <a:latin typeface="Arial Narrow" panose="020B0606020202030204" pitchFamily="34" charset="0"/>
                <a:ea typeface="+mn-ea"/>
                <a:cs typeface="+mn-cs"/>
              </a:rPr>
              <a:t>Optimize &amp; automate</a:t>
            </a:r>
          </a:p>
        </p:txBody>
      </p:sp>
      <p:sp>
        <p:nvSpPr>
          <p:cNvPr id="41" name="Rectangle 210">
            <a:extLst>
              <a:ext uri="{FF2B5EF4-FFF2-40B4-BE49-F238E27FC236}">
                <a16:creationId xmlns:a16="http://schemas.microsoft.com/office/drawing/2014/main" id="{12090808-AF46-4E6E-B230-35559EE9AF6B}"/>
              </a:ext>
            </a:extLst>
          </p:cNvPr>
          <p:cNvSpPr/>
          <p:nvPr/>
        </p:nvSpPr>
        <p:spPr>
          <a:xfrm>
            <a:off x="6032258" y="2918280"/>
            <a:ext cx="2994294" cy="677108"/>
          </a:xfrm>
          <a:prstGeom prst="rect">
            <a:avLst/>
          </a:prstGeom>
        </p:spPr>
        <p:txBody>
          <a:bodyPr wrap="square" lIns="108000" tIns="0" rIns="0" bIns="0">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Technology can help organizations to scale up</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and can on frequent and repetitive “toil”, maximising the value of the work carried out by human and technical resources</a:t>
            </a:r>
          </a:p>
        </p:txBody>
      </p:sp>
      <p:cxnSp>
        <p:nvCxnSpPr>
          <p:cNvPr id="48" name="Straight Connector 12">
            <a:extLst>
              <a:ext uri="{FF2B5EF4-FFF2-40B4-BE49-F238E27FC236}">
                <a16:creationId xmlns:a16="http://schemas.microsoft.com/office/drawing/2014/main" id="{52312BF5-9636-4945-B450-B044AAF473E0}"/>
              </a:ext>
            </a:extLst>
          </p:cNvPr>
          <p:cNvCxnSpPr>
            <a:cxnSpLocks/>
          </p:cNvCxnSpPr>
          <p:nvPr/>
        </p:nvCxnSpPr>
        <p:spPr>
          <a:xfrm>
            <a:off x="4572000" y="894296"/>
            <a:ext cx="0" cy="3735913"/>
          </a:xfrm>
          <a:prstGeom prst="line">
            <a:avLst/>
          </a:prstGeom>
          <a:ln w="12700">
            <a:solidFill>
              <a:schemeClr val="bg1">
                <a:lumMod val="65000"/>
              </a:schemeClr>
            </a:solidFill>
            <a:prstDash val="sysDot"/>
          </a:ln>
          <a:effectLst/>
        </p:spPr>
        <p:style>
          <a:lnRef idx="2">
            <a:schemeClr val="accent1"/>
          </a:lnRef>
          <a:fillRef idx="0">
            <a:schemeClr val="accent1"/>
          </a:fillRef>
          <a:effectRef idx="1">
            <a:schemeClr val="accent1"/>
          </a:effectRef>
          <a:fontRef idx="minor">
            <a:schemeClr val="tx1"/>
          </a:fontRef>
        </p:style>
      </p:cxnSp>
      <p:sp>
        <p:nvSpPr>
          <p:cNvPr id="6" name="Slide Number Placeholder 5">
            <a:extLst>
              <a:ext uri="{FF2B5EF4-FFF2-40B4-BE49-F238E27FC236}">
                <a16:creationId xmlns:a16="http://schemas.microsoft.com/office/drawing/2014/main" id="{1AF08BDB-D71B-482F-A735-E6481D38CFE8}"/>
              </a:ext>
            </a:extLst>
          </p:cNvPr>
          <p:cNvSpPr>
            <a:spLocks noGrp="1"/>
          </p:cNvSpPr>
          <p:nvPr>
            <p:ph type="sldNum" sz="quarter" idx="35"/>
          </p:nvPr>
        </p:nvSpPr>
        <p:spPr/>
        <p:txBody>
          <a:bodyPr/>
          <a:lstStyle/>
          <a:p>
            <a:fld id="{9C18EA95-C3D3-214C-9452-EF8527DBCD86}" type="slidenum">
              <a:rPr lang="it-IT" smtClean="0"/>
              <a:pPr/>
              <a:t>12</a:t>
            </a:fld>
            <a:endParaRPr lang="it-IT"/>
          </a:p>
        </p:txBody>
      </p:sp>
      <p:pic>
        <p:nvPicPr>
          <p:cNvPr id="34" name="Picture 33" descr="Icon&#10;&#10;Description automatically generated">
            <a:hlinkClick r:id="rId3" action="ppaction://hlinksldjump"/>
            <a:extLst>
              <a:ext uri="{FF2B5EF4-FFF2-40B4-BE49-F238E27FC236}">
                <a16:creationId xmlns:a16="http://schemas.microsoft.com/office/drawing/2014/main" id="{3DB79F5C-ADDE-4DBA-A353-E2B9F35A5218}"/>
              </a:ext>
            </a:extLst>
          </p:cNvPr>
          <p:cNvPicPr>
            <a:picLocks noChangeAspect="1"/>
          </p:cNvPicPr>
          <p:nvPr/>
        </p:nvPicPr>
        <p:blipFill>
          <a:blip r:embed="rId4"/>
          <a:stretch>
            <a:fillRect/>
          </a:stretch>
        </p:blipFill>
        <p:spPr>
          <a:xfrm>
            <a:off x="6825696" y="4945825"/>
            <a:ext cx="144000" cy="144000"/>
          </a:xfrm>
          <a:prstGeom prst="rect">
            <a:avLst/>
          </a:prstGeom>
        </p:spPr>
      </p:pic>
      <p:sp>
        <p:nvSpPr>
          <p:cNvPr id="42" name="Rectangle 210">
            <a:extLst>
              <a:ext uri="{FF2B5EF4-FFF2-40B4-BE49-F238E27FC236}">
                <a16:creationId xmlns:a16="http://schemas.microsoft.com/office/drawing/2014/main" id="{CCE2EEAD-E8B1-44E4-BE3B-03FD06DFD8A8}"/>
              </a:ext>
            </a:extLst>
          </p:cNvPr>
          <p:cNvSpPr/>
          <p:nvPr/>
        </p:nvSpPr>
        <p:spPr>
          <a:xfrm>
            <a:off x="6920036" y="4910103"/>
            <a:ext cx="1697379" cy="215444"/>
          </a:xfrm>
          <a:prstGeom prst="rect">
            <a:avLst/>
          </a:prstGeom>
        </p:spPr>
        <p:txBody>
          <a:bodyPr wrap="square">
            <a:spAutoFit/>
          </a:bodyPr>
          <a:lstStyle/>
          <a:p>
            <a:pPr marR="0" lvl="0" algn="l" defTabSz="914400" rtl="0" eaLnBrk="1" fontAlgn="auto" latinLnBrk="0" hangingPunct="1">
              <a:spcBef>
                <a:spcPts val="0"/>
              </a:spcBef>
              <a:buClr>
                <a:srgbClr val="DA291C"/>
              </a:buClr>
              <a:buSzTx/>
              <a:tabLst/>
              <a:defRPr/>
            </a:pPr>
            <a:r>
              <a:rPr lang="en-GB" sz="800" kern="0">
                <a:solidFill>
                  <a:srgbClr val="0C2340"/>
                </a:solidFill>
                <a:latin typeface="Arial Narrow" panose="020B0606020202030204" pitchFamily="34" charset="0"/>
              </a:rPr>
              <a:t>Link</a:t>
            </a:r>
            <a:r>
              <a:rPr kumimoji="0" lang="en-GB" sz="800" i="0" u="none" strike="noStrike" kern="0" cap="none" spc="0" normalizeH="0" baseline="0">
                <a:ln>
                  <a:noFill/>
                </a:ln>
                <a:solidFill>
                  <a:srgbClr val="0C2340"/>
                </a:solidFill>
                <a:effectLst/>
                <a:uLnTx/>
                <a:uFillTx/>
                <a:latin typeface="Arial Narrow" panose="020B0606020202030204" pitchFamily="34" charset="0"/>
              </a:rPr>
              <a:t> back to multiple-choice question</a:t>
            </a:r>
          </a:p>
        </p:txBody>
      </p:sp>
      <p:sp>
        <p:nvSpPr>
          <p:cNvPr id="24" name="Rectangle 210">
            <a:extLst>
              <a:ext uri="{FF2B5EF4-FFF2-40B4-BE49-F238E27FC236}">
                <a16:creationId xmlns:a16="http://schemas.microsoft.com/office/drawing/2014/main" id="{CEC98940-EF78-4526-BFDF-2886D74EFEE9}"/>
              </a:ext>
            </a:extLst>
          </p:cNvPr>
          <p:cNvSpPr/>
          <p:nvPr/>
        </p:nvSpPr>
        <p:spPr>
          <a:xfrm>
            <a:off x="640323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1934072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GB">
                <a:latin typeface="Arial Narrow" panose="020B0606020202030204" pitchFamily="34" charset="0"/>
              </a:rPr>
              <a:t>Key concepts of IT Service Management </a:t>
            </a:r>
            <a:r>
              <a:rPr lang="en-US">
                <a:latin typeface="Arial Narrow" panose="020B0606020202030204" pitchFamily="34" charset="0"/>
              </a:rPr>
              <a:t>| </a:t>
            </a:r>
            <a:r>
              <a:rPr lang="en-US">
                <a:solidFill>
                  <a:schemeClr val="accent3"/>
                </a:solidFill>
                <a:latin typeface="Arial Narrow" panose="020B0606020202030204" pitchFamily="34" charset="0"/>
              </a:rPr>
              <a:t>Questions &amp; answers</a:t>
            </a:r>
            <a:endParaRPr lang="en-GB">
              <a:solidFill>
                <a:schemeClr val="accent3"/>
              </a:solidFill>
              <a:latin typeface="Arial Narrow" panose="020B0606020202030204" pitchFamily="34" charset="0"/>
            </a:endParaRPr>
          </a:p>
        </p:txBody>
      </p:sp>
      <p:sp>
        <p:nvSpPr>
          <p:cNvPr id="65" name="Rectangle 64">
            <a:extLst>
              <a:ext uri="{FF2B5EF4-FFF2-40B4-BE49-F238E27FC236}">
                <a16:creationId xmlns:a16="http://schemas.microsoft.com/office/drawing/2014/main" id="{878EA7A7-5B7A-4717-99DB-E475DA6EB023}"/>
              </a:ext>
            </a:extLst>
          </p:cNvPr>
          <p:cNvSpPr/>
          <p:nvPr/>
        </p:nvSpPr>
        <p:spPr>
          <a:xfrm>
            <a:off x="540000" y="950720"/>
            <a:ext cx="8059202" cy="165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92000" tIns="189000" rtlCol="0" anchor="t" anchorCtr="0"/>
          <a:lstStyle/>
          <a:p>
            <a:pPr marL="0" marR="0" lvl="0" indent="0" algn="l" defTabSz="457200" rtl="0" eaLnBrk="1" fontAlgn="auto" latinLnBrk="0" hangingPunct="1">
              <a:lnSpc>
                <a:spcPct val="100000"/>
              </a:lnSpc>
              <a:spcBef>
                <a:spcPts val="0"/>
              </a:spcBef>
              <a:spcAft>
                <a:spcPts val="200"/>
              </a:spcAft>
              <a:buClrTx/>
              <a:buSzPts val="1000"/>
              <a:buFontTx/>
              <a:buNone/>
              <a:tabLst>
                <a:tab pos="250984" algn="l"/>
                <a:tab pos="251460" algn="l"/>
              </a:tabLst>
              <a:defRPr/>
            </a:pPr>
            <a:r>
              <a:rPr kumimoji="0" lang="en-US" sz="1100" b="1"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What term best describes the perceived benefits, usefulness, and importance of something?</a:t>
            </a:r>
          </a:p>
          <a:p>
            <a:pPr marL="557213" marR="0" lvl="1" indent="-214313" algn="l" defTabSz="457200" rtl="0" eaLnBrk="1" fontAlgn="auto" latinLnBrk="0" hangingPunct="1">
              <a:lnSpc>
                <a:spcPct val="100000"/>
              </a:lnSpc>
              <a:spcBef>
                <a:spcPts val="200"/>
              </a:spcBef>
              <a:spcAft>
                <a:spcPts val="200"/>
              </a:spcAft>
              <a:buClrTx/>
              <a:buSzPts val="1000"/>
              <a:buFont typeface="Arial MT"/>
              <a:buAutoNum type="alphaUcPeriod"/>
              <a:tabLst>
                <a:tab pos="385286" algn="l"/>
              </a:tabLst>
              <a:defRPr/>
            </a:pPr>
            <a:r>
              <a:rPr kumimoji="0" lang="en-US" sz="1100" b="0"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Utility</a:t>
            </a:r>
          </a:p>
          <a:p>
            <a:pPr marL="557213" marR="0" lvl="1" indent="-214313" algn="l" defTabSz="457200" rtl="0" eaLnBrk="1" fontAlgn="auto" latinLnBrk="0" hangingPunct="1">
              <a:lnSpc>
                <a:spcPct val="100000"/>
              </a:lnSpc>
              <a:spcBef>
                <a:spcPts val="200"/>
              </a:spcBef>
              <a:spcAft>
                <a:spcPts val="200"/>
              </a:spcAft>
              <a:buClrTx/>
              <a:buSzPts val="1000"/>
              <a:buFont typeface="Arial MT"/>
              <a:buAutoNum type="alphaUcPeriod"/>
              <a:tabLst>
                <a:tab pos="385286" algn="l"/>
              </a:tabLst>
              <a:defRPr/>
            </a:pPr>
            <a:r>
              <a:rPr kumimoji="0" lang="en-US" sz="1100" b="0"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Warranty</a:t>
            </a:r>
          </a:p>
          <a:p>
            <a:pPr marL="557213" marR="0" lvl="1" indent="-214313" algn="l" defTabSz="457200" rtl="0" eaLnBrk="1" fontAlgn="auto" latinLnBrk="0" hangingPunct="1">
              <a:lnSpc>
                <a:spcPct val="100000"/>
              </a:lnSpc>
              <a:spcBef>
                <a:spcPts val="200"/>
              </a:spcBef>
              <a:spcAft>
                <a:spcPts val="200"/>
              </a:spcAft>
              <a:buClrTx/>
              <a:buSzPts val="1000"/>
              <a:buFont typeface="Arial MT"/>
              <a:buAutoNum type="alphaUcPeriod"/>
              <a:tabLst>
                <a:tab pos="385286" algn="l"/>
              </a:tabLst>
              <a:defRPr/>
            </a:pPr>
            <a:r>
              <a:rPr kumimoji="0" lang="en-US" sz="1100" b="0"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Outcome</a:t>
            </a:r>
          </a:p>
          <a:p>
            <a:pPr marL="557213" marR="0" lvl="1" indent="-214313" algn="l" defTabSz="457200" rtl="0" eaLnBrk="1" fontAlgn="auto" latinLnBrk="0" hangingPunct="1">
              <a:lnSpc>
                <a:spcPct val="100000"/>
              </a:lnSpc>
              <a:spcBef>
                <a:spcPts val="200"/>
              </a:spcBef>
              <a:spcAft>
                <a:spcPts val="200"/>
              </a:spcAft>
              <a:buClrTx/>
              <a:buSzPts val="1000"/>
              <a:buFont typeface="Arial MT"/>
              <a:buAutoNum type="alphaUcPeriod"/>
              <a:tabLst>
                <a:tab pos="385286" algn="l"/>
              </a:tabLst>
              <a:defRPr/>
            </a:pPr>
            <a:r>
              <a:rPr kumimoji="0" lang="en-US" sz="1100" b="0"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Value</a:t>
            </a:r>
          </a:p>
        </p:txBody>
      </p:sp>
      <p:sp>
        <p:nvSpPr>
          <p:cNvPr id="66" name="Rectangle 65">
            <a:extLst>
              <a:ext uri="{FF2B5EF4-FFF2-40B4-BE49-F238E27FC236}">
                <a16:creationId xmlns:a16="http://schemas.microsoft.com/office/drawing/2014/main" id="{F4E85B15-7A7D-44E3-813A-BA1800E94CAF}"/>
              </a:ext>
            </a:extLst>
          </p:cNvPr>
          <p:cNvSpPr/>
          <p:nvPr/>
        </p:nvSpPr>
        <p:spPr>
          <a:xfrm>
            <a:off x="540000" y="954936"/>
            <a:ext cx="8059202" cy="1843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46800" rIns="18000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white"/>
                </a:solidFill>
                <a:effectLst/>
                <a:uLnTx/>
                <a:uFillTx/>
                <a:latin typeface="Arial Narrow" panose="020B0606020202030204" pitchFamily="34" charset="0"/>
                <a:ea typeface="+mn-ea"/>
                <a:cs typeface="+mn-cs"/>
              </a:rPr>
              <a:t>Question 1</a:t>
            </a:r>
          </a:p>
        </p:txBody>
      </p:sp>
      <p:grpSp>
        <p:nvGrpSpPr>
          <p:cNvPr id="4" name="Group 3">
            <a:extLst>
              <a:ext uri="{FF2B5EF4-FFF2-40B4-BE49-F238E27FC236}">
                <a16:creationId xmlns:a16="http://schemas.microsoft.com/office/drawing/2014/main" id="{85147BC4-3845-44B2-98A5-BE888320FE90}"/>
              </a:ext>
            </a:extLst>
          </p:cNvPr>
          <p:cNvGrpSpPr/>
          <p:nvPr/>
        </p:nvGrpSpPr>
        <p:grpSpPr>
          <a:xfrm>
            <a:off x="296705" y="878931"/>
            <a:ext cx="356400" cy="356400"/>
            <a:chOff x="296705" y="878931"/>
            <a:chExt cx="356400" cy="356400"/>
          </a:xfrm>
        </p:grpSpPr>
        <p:sp>
          <p:nvSpPr>
            <p:cNvPr id="63" name="Oval 8">
              <a:extLst>
                <a:ext uri="{FF2B5EF4-FFF2-40B4-BE49-F238E27FC236}">
                  <a16:creationId xmlns:a16="http://schemas.microsoft.com/office/drawing/2014/main" id="{8922BC66-AE2A-4A03-BBE9-047F06C689A8}"/>
                </a:ext>
              </a:extLst>
            </p:cNvPr>
            <p:cNvSpPr/>
            <p:nvPr/>
          </p:nvSpPr>
          <p:spPr>
            <a:xfrm>
              <a:off x="296705" y="878931"/>
              <a:ext cx="356400" cy="356400"/>
            </a:xfrm>
            <a:prstGeom prst="ellipse">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pic>
          <p:nvPicPr>
            <p:cNvPr id="64" name="Graphic 63" descr="List outline">
              <a:extLst>
                <a:ext uri="{FF2B5EF4-FFF2-40B4-BE49-F238E27FC236}">
                  <a16:creationId xmlns:a16="http://schemas.microsoft.com/office/drawing/2014/main" id="{6659F140-812D-497B-ACE4-0265209AEC3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3063" y="923348"/>
              <a:ext cx="261947" cy="262800"/>
            </a:xfrm>
            <a:prstGeom prst="rect">
              <a:avLst/>
            </a:prstGeom>
          </p:spPr>
        </p:pic>
      </p:grpSp>
      <p:grpSp>
        <p:nvGrpSpPr>
          <p:cNvPr id="2" name="Group 1">
            <a:extLst>
              <a:ext uri="{FF2B5EF4-FFF2-40B4-BE49-F238E27FC236}">
                <a16:creationId xmlns:a16="http://schemas.microsoft.com/office/drawing/2014/main" id="{55BA91F5-33E4-4EB4-8EB2-D3B501F24F17}"/>
              </a:ext>
            </a:extLst>
          </p:cNvPr>
          <p:cNvGrpSpPr/>
          <p:nvPr/>
        </p:nvGrpSpPr>
        <p:grpSpPr>
          <a:xfrm>
            <a:off x="542250" y="1923893"/>
            <a:ext cx="8353905" cy="288000"/>
            <a:chOff x="542250" y="1923893"/>
            <a:chExt cx="8353905" cy="288000"/>
          </a:xfrm>
        </p:grpSpPr>
        <p:sp>
          <p:nvSpPr>
            <p:cNvPr id="67" name="Rectangle 66">
              <a:extLst>
                <a:ext uri="{FF2B5EF4-FFF2-40B4-BE49-F238E27FC236}">
                  <a16:creationId xmlns:a16="http://schemas.microsoft.com/office/drawing/2014/main" id="{C290C30B-27BF-4344-B81F-18539C478B88}"/>
                </a:ext>
              </a:extLst>
            </p:cNvPr>
            <p:cNvSpPr/>
            <p:nvPr/>
          </p:nvSpPr>
          <p:spPr>
            <a:xfrm>
              <a:off x="542250" y="2011425"/>
              <a:ext cx="8059500" cy="183600"/>
            </a:xfrm>
            <a:prstGeom prst="rect">
              <a:avLst/>
            </a:prstGeom>
            <a:solidFill>
              <a:srgbClr val="3D8065">
                <a:alpha val="20000"/>
              </a:srgbClr>
            </a:solidFill>
            <a:ln w="19050">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Arial"/>
                <a:ea typeface="+mn-ea"/>
                <a:cs typeface="+mn-cs"/>
              </a:endParaRPr>
            </a:p>
          </p:txBody>
        </p:sp>
        <p:pic>
          <p:nvPicPr>
            <p:cNvPr id="12" name="Picture 11" descr="Icon&#10;&#10;Description automatically generated">
              <a:hlinkClick r:id="rId5" action="ppaction://hlinksldjump"/>
              <a:extLst>
                <a:ext uri="{FF2B5EF4-FFF2-40B4-BE49-F238E27FC236}">
                  <a16:creationId xmlns:a16="http://schemas.microsoft.com/office/drawing/2014/main" id="{40DA9893-D856-4A56-8D10-3D94AD23BD91}"/>
                </a:ext>
              </a:extLst>
            </p:cNvPr>
            <p:cNvPicPr>
              <a:picLocks noChangeAspect="1"/>
            </p:cNvPicPr>
            <p:nvPr/>
          </p:nvPicPr>
          <p:blipFill>
            <a:blip r:embed="rId6"/>
            <a:stretch>
              <a:fillRect/>
            </a:stretch>
          </p:blipFill>
          <p:spPr>
            <a:xfrm>
              <a:off x="8608155" y="1923893"/>
              <a:ext cx="288000" cy="288000"/>
            </a:xfrm>
            <a:prstGeom prst="rect">
              <a:avLst/>
            </a:prstGeom>
          </p:spPr>
        </p:pic>
      </p:grpSp>
      <p:grpSp>
        <p:nvGrpSpPr>
          <p:cNvPr id="9" name="Group 8">
            <a:extLst>
              <a:ext uri="{FF2B5EF4-FFF2-40B4-BE49-F238E27FC236}">
                <a16:creationId xmlns:a16="http://schemas.microsoft.com/office/drawing/2014/main" id="{BA5E345D-7F55-4C92-AC69-8200CFC6678E}"/>
              </a:ext>
            </a:extLst>
          </p:cNvPr>
          <p:cNvGrpSpPr/>
          <p:nvPr/>
        </p:nvGrpSpPr>
        <p:grpSpPr>
          <a:xfrm>
            <a:off x="292941" y="2792879"/>
            <a:ext cx="8306261" cy="1736974"/>
            <a:chOff x="292941" y="2792879"/>
            <a:chExt cx="8306261" cy="1736974"/>
          </a:xfrm>
        </p:grpSpPr>
        <p:sp>
          <p:nvSpPr>
            <p:cNvPr id="44" name="Rectangle 43">
              <a:extLst>
                <a:ext uri="{FF2B5EF4-FFF2-40B4-BE49-F238E27FC236}">
                  <a16:creationId xmlns:a16="http://schemas.microsoft.com/office/drawing/2014/main" id="{02C0F018-F0A1-4BB5-93B4-8D2E800D4898}"/>
                </a:ext>
              </a:extLst>
            </p:cNvPr>
            <p:cNvSpPr/>
            <p:nvPr/>
          </p:nvSpPr>
          <p:spPr>
            <a:xfrm>
              <a:off x="540000" y="2873853"/>
              <a:ext cx="8059202" cy="165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92000" tIns="189000" rtlCol="0" anchor="t" anchorCtr="0"/>
            <a:lstStyle/>
            <a:p>
              <a:pPr marL="0" marR="0" lvl="0" indent="0" algn="l" defTabSz="457200" rtl="0" eaLnBrk="1" fontAlgn="auto" latinLnBrk="0" hangingPunct="1">
                <a:lnSpc>
                  <a:spcPct val="100000"/>
                </a:lnSpc>
                <a:spcBef>
                  <a:spcPts val="0"/>
                </a:spcBef>
                <a:spcAft>
                  <a:spcPts val="200"/>
                </a:spcAft>
                <a:buClrTx/>
                <a:buSzPts val="1000"/>
                <a:buFontTx/>
                <a:buNone/>
                <a:tabLst>
                  <a:tab pos="250984" algn="l"/>
                  <a:tab pos="251460" algn="l"/>
                </a:tabLst>
                <a:defRPr/>
              </a:pPr>
              <a:r>
                <a:rPr kumimoji="0" lang="en-US" sz="1100" b="1"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ABC has decided not to run their own email servers. Instead, ABC pays a monthly service fee to Google's G-Suite to provide email services to the company so that ABC can receive emails from its clients. What best describes this co-creation of value by ABC and Google in order to provide email support to ABC's students?</a:t>
              </a:r>
            </a:p>
            <a:p>
              <a:pPr marL="557213" marR="0" lvl="1" indent="-214313" algn="l" defTabSz="457200" rtl="0" eaLnBrk="1" fontAlgn="auto" latinLnBrk="0" hangingPunct="1">
                <a:lnSpc>
                  <a:spcPct val="100000"/>
                </a:lnSpc>
                <a:spcBef>
                  <a:spcPts val="200"/>
                </a:spcBef>
                <a:spcAft>
                  <a:spcPts val="200"/>
                </a:spcAft>
                <a:buClrTx/>
                <a:buSzPts val="1000"/>
                <a:buFont typeface="Arial MT"/>
                <a:buAutoNum type="alphaUcPeriod"/>
                <a:tabLst>
                  <a:tab pos="385286" algn="l"/>
                </a:tabLst>
                <a:defRPr/>
              </a:pPr>
              <a:r>
                <a:rPr kumimoji="0" lang="en-US" sz="1100" b="0"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Service offering</a:t>
              </a:r>
            </a:p>
            <a:p>
              <a:pPr marL="557213" marR="0" lvl="1" indent="-214313" algn="l" defTabSz="457200" rtl="0" eaLnBrk="1" fontAlgn="auto" latinLnBrk="0" hangingPunct="1">
                <a:lnSpc>
                  <a:spcPct val="100000"/>
                </a:lnSpc>
                <a:spcBef>
                  <a:spcPts val="200"/>
                </a:spcBef>
                <a:spcAft>
                  <a:spcPts val="200"/>
                </a:spcAft>
                <a:buClrTx/>
                <a:buSzPts val="1000"/>
                <a:buFont typeface="Arial MT"/>
                <a:buAutoNum type="alphaUcPeriod"/>
                <a:tabLst>
                  <a:tab pos="385286" algn="l"/>
                </a:tabLst>
                <a:defRPr/>
              </a:pPr>
              <a:r>
                <a:rPr kumimoji="0" lang="en-US" sz="1100" b="0"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Service relationship management</a:t>
              </a:r>
            </a:p>
            <a:p>
              <a:pPr marL="557213" marR="0" lvl="1" indent="-214313" algn="l" defTabSz="457200" rtl="0" eaLnBrk="1" fontAlgn="auto" latinLnBrk="0" hangingPunct="1">
                <a:lnSpc>
                  <a:spcPct val="100000"/>
                </a:lnSpc>
                <a:spcBef>
                  <a:spcPts val="200"/>
                </a:spcBef>
                <a:spcAft>
                  <a:spcPts val="200"/>
                </a:spcAft>
                <a:buClrTx/>
                <a:buSzPts val="1000"/>
                <a:buFont typeface="Arial MT"/>
                <a:buAutoNum type="alphaUcPeriod"/>
                <a:tabLst>
                  <a:tab pos="385286" algn="l"/>
                </a:tabLst>
                <a:defRPr/>
              </a:pPr>
              <a:r>
                <a:rPr kumimoji="0" lang="en-US" sz="1100" b="0"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Service provision</a:t>
              </a:r>
            </a:p>
            <a:p>
              <a:pPr marL="557213" marR="0" lvl="1" indent="-214313" algn="l" defTabSz="457200" rtl="0" eaLnBrk="1" fontAlgn="auto" latinLnBrk="0" hangingPunct="1">
                <a:lnSpc>
                  <a:spcPct val="100000"/>
                </a:lnSpc>
                <a:spcBef>
                  <a:spcPts val="200"/>
                </a:spcBef>
                <a:spcAft>
                  <a:spcPts val="200"/>
                </a:spcAft>
                <a:buClrTx/>
                <a:buSzPts val="1000"/>
                <a:buFont typeface="Arial MT"/>
                <a:buAutoNum type="alphaUcPeriod"/>
                <a:tabLst>
                  <a:tab pos="385286" algn="l"/>
                </a:tabLst>
                <a:defRPr/>
              </a:pPr>
              <a:r>
                <a:rPr kumimoji="0" lang="en-US" sz="1100" b="0"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Service consumption</a:t>
              </a:r>
            </a:p>
          </p:txBody>
        </p:sp>
        <p:sp>
          <p:nvSpPr>
            <p:cNvPr id="46" name="Rectangle 45">
              <a:extLst>
                <a:ext uri="{FF2B5EF4-FFF2-40B4-BE49-F238E27FC236}">
                  <a16:creationId xmlns:a16="http://schemas.microsoft.com/office/drawing/2014/main" id="{33573ED2-4D7A-4117-9693-27BCF58A34C5}"/>
                </a:ext>
              </a:extLst>
            </p:cNvPr>
            <p:cNvSpPr/>
            <p:nvPr/>
          </p:nvSpPr>
          <p:spPr>
            <a:xfrm>
              <a:off x="540000" y="2878068"/>
              <a:ext cx="8059202" cy="1849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46800" rIns="18000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white"/>
                  </a:solidFill>
                  <a:effectLst/>
                  <a:uLnTx/>
                  <a:uFillTx/>
                  <a:latin typeface="Arial Narrow" panose="020B0606020202030204" pitchFamily="34" charset="0"/>
                  <a:ea typeface="+mn-ea"/>
                  <a:cs typeface="+mn-cs"/>
                </a:rPr>
                <a:t>Question 2</a:t>
              </a:r>
            </a:p>
          </p:txBody>
        </p:sp>
        <p:grpSp>
          <p:nvGrpSpPr>
            <p:cNvPr id="6" name="Group 5">
              <a:extLst>
                <a:ext uri="{FF2B5EF4-FFF2-40B4-BE49-F238E27FC236}">
                  <a16:creationId xmlns:a16="http://schemas.microsoft.com/office/drawing/2014/main" id="{2DB2A4A0-6D69-4383-8EC3-DF2D1C9FE717}"/>
                </a:ext>
              </a:extLst>
            </p:cNvPr>
            <p:cNvGrpSpPr/>
            <p:nvPr/>
          </p:nvGrpSpPr>
          <p:grpSpPr>
            <a:xfrm>
              <a:off x="292941" y="2792879"/>
              <a:ext cx="356400" cy="356400"/>
              <a:chOff x="296705" y="3374304"/>
              <a:chExt cx="356400" cy="356400"/>
            </a:xfrm>
          </p:grpSpPr>
          <p:sp>
            <p:nvSpPr>
              <p:cNvPr id="20" name="Oval 8">
                <a:extLst>
                  <a:ext uri="{FF2B5EF4-FFF2-40B4-BE49-F238E27FC236}">
                    <a16:creationId xmlns:a16="http://schemas.microsoft.com/office/drawing/2014/main" id="{7A017817-025B-4B39-954F-1F093019EAFD}"/>
                  </a:ext>
                </a:extLst>
              </p:cNvPr>
              <p:cNvSpPr/>
              <p:nvPr/>
            </p:nvSpPr>
            <p:spPr>
              <a:xfrm>
                <a:off x="296705" y="3374304"/>
                <a:ext cx="356400" cy="356400"/>
              </a:xfrm>
              <a:prstGeom prst="ellipse">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pic>
            <p:nvPicPr>
              <p:cNvPr id="21" name="Graphic 20" descr="List outline">
                <a:extLst>
                  <a:ext uri="{FF2B5EF4-FFF2-40B4-BE49-F238E27FC236}">
                    <a16:creationId xmlns:a16="http://schemas.microsoft.com/office/drawing/2014/main" id="{2FA0F381-4407-4F1D-898B-3B10DACF45BD}"/>
                  </a:ext>
                </a:extLst>
              </p:cNvPr>
              <p:cNvPicPr>
                <a:picLocks noChangeAspect="1"/>
              </p:cNvPicPr>
              <p:nvPr/>
            </p:nvPicPr>
            <p:blipFill>
              <a:blip r:embed="rId3">
                <a:extLst>
                  <a:ext uri="{96DAC541-7B7A-43D3-8B79-37D633B846F1}">
                    <asvg:svgBlip xmlns:asvg="http://schemas.microsoft.com/office/drawing/2016/SVG/main" r:embed="rId7"/>
                  </a:ext>
                </a:extLst>
              </a:blip>
              <a:stretch>
                <a:fillRect/>
              </a:stretch>
            </p:blipFill>
            <p:spPr>
              <a:xfrm>
                <a:off x="343062" y="3420774"/>
                <a:ext cx="263686" cy="263460"/>
              </a:xfrm>
              <a:prstGeom prst="rect">
                <a:avLst/>
              </a:prstGeom>
            </p:spPr>
          </p:pic>
        </p:grpSp>
      </p:grpSp>
      <p:grpSp>
        <p:nvGrpSpPr>
          <p:cNvPr id="7" name="Group 6">
            <a:extLst>
              <a:ext uri="{FF2B5EF4-FFF2-40B4-BE49-F238E27FC236}">
                <a16:creationId xmlns:a16="http://schemas.microsoft.com/office/drawing/2014/main" id="{8577250F-EEC4-41DC-94BB-8B29B0349389}"/>
              </a:ext>
            </a:extLst>
          </p:cNvPr>
          <p:cNvGrpSpPr/>
          <p:nvPr/>
        </p:nvGrpSpPr>
        <p:grpSpPr>
          <a:xfrm>
            <a:off x="542250" y="3739994"/>
            <a:ext cx="8353905" cy="288000"/>
            <a:chOff x="542250" y="3739994"/>
            <a:chExt cx="8353905" cy="288000"/>
          </a:xfrm>
        </p:grpSpPr>
        <p:sp>
          <p:nvSpPr>
            <p:cNvPr id="27" name="Rectangle 26">
              <a:extLst>
                <a:ext uri="{FF2B5EF4-FFF2-40B4-BE49-F238E27FC236}">
                  <a16:creationId xmlns:a16="http://schemas.microsoft.com/office/drawing/2014/main" id="{866F5FDA-DE26-4192-9DAD-7891AAC18009}"/>
                </a:ext>
              </a:extLst>
            </p:cNvPr>
            <p:cNvSpPr/>
            <p:nvPr/>
          </p:nvSpPr>
          <p:spPr>
            <a:xfrm>
              <a:off x="542250" y="3831004"/>
              <a:ext cx="8059500" cy="183600"/>
            </a:xfrm>
            <a:prstGeom prst="rect">
              <a:avLst/>
            </a:prstGeom>
            <a:solidFill>
              <a:srgbClr val="3D8065">
                <a:alpha val="20000"/>
              </a:srgbClr>
            </a:solidFill>
            <a:ln w="19050">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Arial"/>
                <a:ea typeface="+mn-ea"/>
                <a:cs typeface="+mn-cs"/>
              </a:endParaRPr>
            </a:p>
          </p:txBody>
        </p:sp>
        <p:pic>
          <p:nvPicPr>
            <p:cNvPr id="68" name="Picture 67" descr="Icon&#10;&#10;Description automatically generated">
              <a:hlinkClick r:id="rId8" action="ppaction://hlinksldjump"/>
              <a:extLst>
                <a:ext uri="{FF2B5EF4-FFF2-40B4-BE49-F238E27FC236}">
                  <a16:creationId xmlns:a16="http://schemas.microsoft.com/office/drawing/2014/main" id="{2077CF96-B894-4FAD-97A3-D1EDBA9F487D}"/>
                </a:ext>
              </a:extLst>
            </p:cNvPr>
            <p:cNvPicPr>
              <a:picLocks noChangeAspect="1"/>
            </p:cNvPicPr>
            <p:nvPr/>
          </p:nvPicPr>
          <p:blipFill>
            <a:blip r:embed="rId6"/>
            <a:stretch>
              <a:fillRect/>
            </a:stretch>
          </p:blipFill>
          <p:spPr>
            <a:xfrm>
              <a:off x="8608155" y="3739994"/>
              <a:ext cx="288000" cy="288000"/>
            </a:xfrm>
            <a:prstGeom prst="rect">
              <a:avLst/>
            </a:prstGeom>
          </p:spPr>
        </p:pic>
      </p:grpSp>
      <p:sp>
        <p:nvSpPr>
          <p:cNvPr id="22" name="Text Placeholder 4">
            <a:extLst>
              <a:ext uri="{FF2B5EF4-FFF2-40B4-BE49-F238E27FC236}">
                <a16:creationId xmlns:a16="http://schemas.microsoft.com/office/drawing/2014/main" id="{87C11A34-3485-489C-871A-5D17BB9C71CC}"/>
              </a:ext>
            </a:extLst>
          </p:cNvPr>
          <p:cNvSpPr>
            <a:spLocks noGrp="1"/>
          </p:cNvSpPr>
          <p:nvPr>
            <p:ph type="body" sz="quarter" idx="37"/>
          </p:nvPr>
        </p:nvSpPr>
        <p:spPr>
          <a:xfrm>
            <a:off x="425945" y="512635"/>
            <a:ext cx="8359468" cy="182130"/>
          </a:xfrm>
        </p:spPr>
        <p:txBody>
          <a:bodyPr/>
          <a:lstStyle/>
          <a:p>
            <a:r>
              <a:rPr lang="en-US">
                <a:latin typeface="Arial Narrow" panose="020B0606020202030204" pitchFamily="34" charset="0"/>
              </a:rPr>
              <a:t>Here below some multiple-choice questions</a:t>
            </a:r>
            <a:r>
              <a:rPr lang="en-GB">
                <a:latin typeface="Arial Narrow" panose="020B0606020202030204" pitchFamily="34" charset="0"/>
              </a:rPr>
              <a:t> on the topics addressed in this chapter</a:t>
            </a:r>
          </a:p>
        </p:txBody>
      </p:sp>
      <p:sp>
        <p:nvSpPr>
          <p:cNvPr id="8" name="Slide Number Placeholder 7">
            <a:extLst>
              <a:ext uri="{FF2B5EF4-FFF2-40B4-BE49-F238E27FC236}">
                <a16:creationId xmlns:a16="http://schemas.microsoft.com/office/drawing/2014/main" id="{0D7336FD-3540-448B-B9C6-DBE7FEEA3E6C}"/>
              </a:ext>
            </a:extLst>
          </p:cNvPr>
          <p:cNvSpPr>
            <a:spLocks noGrp="1"/>
          </p:cNvSpPr>
          <p:nvPr>
            <p:ph type="sldNum" sz="quarter" idx="35"/>
          </p:nvPr>
        </p:nvSpPr>
        <p:spPr/>
        <p:txBody>
          <a:bodyPr/>
          <a:lstStyle/>
          <a:p>
            <a:fld id="{9C18EA95-C3D3-214C-9452-EF8527DBCD86}" type="slidenum">
              <a:rPr lang="it-IT" smtClean="0"/>
              <a:pPr/>
              <a:t>13</a:t>
            </a:fld>
            <a:endParaRPr lang="it-IT"/>
          </a:p>
        </p:txBody>
      </p:sp>
      <p:sp>
        <p:nvSpPr>
          <p:cNvPr id="26" name="Rectangle 210">
            <a:extLst>
              <a:ext uri="{FF2B5EF4-FFF2-40B4-BE49-F238E27FC236}">
                <a16:creationId xmlns:a16="http://schemas.microsoft.com/office/drawing/2014/main" id="{B7EA9052-45FD-47C9-AC25-D8ED9B28DEC3}"/>
              </a:ext>
            </a:extLst>
          </p:cNvPr>
          <p:cNvSpPr/>
          <p:nvPr/>
        </p:nvSpPr>
        <p:spPr>
          <a:xfrm>
            <a:off x="6902332" y="4912643"/>
            <a:ext cx="1697379" cy="215444"/>
          </a:xfrm>
          <a:prstGeom prst="rect">
            <a:avLst/>
          </a:prstGeom>
        </p:spPr>
        <p:txBody>
          <a:bodyPr wrap="square">
            <a:spAutoFit/>
          </a:bodyPr>
          <a:lstStyle/>
          <a:p>
            <a:pPr marR="0" lvl="0" algn="l" defTabSz="914400" rtl="0" eaLnBrk="1" fontAlgn="auto" latinLnBrk="0" hangingPunct="1">
              <a:spcBef>
                <a:spcPts val="0"/>
              </a:spcBef>
              <a:buClr>
                <a:srgbClr val="DA291C"/>
              </a:buClr>
              <a:buSzTx/>
              <a:tabLst/>
              <a:defRPr/>
            </a:pPr>
            <a:r>
              <a:rPr lang="en-GB" sz="800" kern="0">
                <a:solidFill>
                  <a:srgbClr val="0C2340"/>
                </a:solidFill>
                <a:latin typeface="Arial Narrow" panose="020B0606020202030204" pitchFamily="34" charset="0"/>
              </a:rPr>
              <a:t>Click on the icon to see the related slide</a:t>
            </a:r>
            <a:endParaRPr kumimoji="0" lang="en-GB" sz="800" i="0" u="none" strike="noStrike" kern="0" cap="none" spc="0" normalizeH="0" baseline="0">
              <a:ln>
                <a:noFill/>
              </a:ln>
              <a:solidFill>
                <a:srgbClr val="0C2340"/>
              </a:solidFill>
              <a:effectLst/>
              <a:uLnTx/>
              <a:uFillTx/>
              <a:latin typeface="Arial Narrow" panose="020B0606020202030204" pitchFamily="34" charset="0"/>
            </a:endParaRPr>
          </a:p>
        </p:txBody>
      </p:sp>
      <p:pic>
        <p:nvPicPr>
          <p:cNvPr id="28" name="Picture 27" descr="Icon&#10;&#10;Description automatically generated">
            <a:extLst>
              <a:ext uri="{FF2B5EF4-FFF2-40B4-BE49-F238E27FC236}">
                <a16:creationId xmlns:a16="http://schemas.microsoft.com/office/drawing/2014/main" id="{4086B822-B2EC-4CF1-AE0B-D9937CD0F58E}"/>
              </a:ext>
            </a:extLst>
          </p:cNvPr>
          <p:cNvPicPr>
            <a:picLocks noChangeAspect="1"/>
          </p:cNvPicPr>
          <p:nvPr/>
        </p:nvPicPr>
        <p:blipFill>
          <a:blip r:embed="rId6"/>
          <a:stretch>
            <a:fillRect/>
          </a:stretch>
        </p:blipFill>
        <p:spPr>
          <a:xfrm>
            <a:off x="6826418" y="4948365"/>
            <a:ext cx="144000" cy="144000"/>
          </a:xfrm>
          <a:prstGeom prst="rect">
            <a:avLst/>
          </a:prstGeom>
        </p:spPr>
      </p:pic>
      <p:sp>
        <p:nvSpPr>
          <p:cNvPr id="25" name="Rectangle 210">
            <a:extLst>
              <a:ext uri="{FF2B5EF4-FFF2-40B4-BE49-F238E27FC236}">
                <a16:creationId xmlns:a16="http://schemas.microsoft.com/office/drawing/2014/main" id="{CB8D736B-9C5D-4FAA-8C43-8FDA1394FA06}"/>
              </a:ext>
            </a:extLst>
          </p:cNvPr>
          <p:cNvSpPr/>
          <p:nvPr/>
        </p:nvSpPr>
        <p:spPr>
          <a:xfrm>
            <a:off x="640323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903352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1+#ppt_w/2"/>
                                          </p:val>
                                        </p:tav>
                                        <p:tav tm="100000">
                                          <p:val>
                                            <p:strVal val="#ppt_x"/>
                                          </p:val>
                                        </p:tav>
                                      </p:tavLst>
                                    </p:anim>
                                    <p:anim calcmode="lin" valueType="num">
                                      <p:cBhvr additive="base">
                                        <p:cTn id="14"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1+#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GB">
                <a:latin typeface="Arial Narrow" panose="020B0606020202030204" pitchFamily="34" charset="0"/>
              </a:rPr>
              <a:t>Key concepts of IT Service Management </a:t>
            </a:r>
            <a:r>
              <a:rPr lang="en-US">
                <a:latin typeface="Arial Narrow" panose="020B0606020202030204" pitchFamily="34" charset="0"/>
              </a:rPr>
              <a:t>| </a:t>
            </a:r>
            <a:r>
              <a:rPr lang="en-US">
                <a:solidFill>
                  <a:schemeClr val="accent3"/>
                </a:solidFill>
                <a:latin typeface="Arial Narrow" panose="020B0606020202030204" pitchFamily="34" charset="0"/>
              </a:rPr>
              <a:t>Questions &amp; answers</a:t>
            </a:r>
            <a:endParaRPr lang="en-GB">
              <a:solidFill>
                <a:schemeClr val="accent3"/>
              </a:solidFill>
              <a:latin typeface="Arial Narrow" panose="020B0606020202030204" pitchFamily="34" charset="0"/>
            </a:endParaRPr>
          </a:p>
        </p:txBody>
      </p:sp>
      <p:sp>
        <p:nvSpPr>
          <p:cNvPr id="78" name="Rectangle 77">
            <a:extLst>
              <a:ext uri="{FF2B5EF4-FFF2-40B4-BE49-F238E27FC236}">
                <a16:creationId xmlns:a16="http://schemas.microsoft.com/office/drawing/2014/main" id="{8A3A1537-B6D4-4A2A-8E99-0A2B284292F9}"/>
              </a:ext>
            </a:extLst>
          </p:cNvPr>
          <p:cNvSpPr/>
          <p:nvPr/>
        </p:nvSpPr>
        <p:spPr>
          <a:xfrm>
            <a:off x="540000" y="950189"/>
            <a:ext cx="8059202" cy="165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92000" tIns="189000" rtlCol="0" anchor="t" anchorCtr="0"/>
          <a:lstStyle/>
          <a:p>
            <a:pPr marL="0" marR="0" lvl="0" indent="0" algn="l" defTabSz="457200" rtl="0" eaLnBrk="1" fontAlgn="auto" latinLnBrk="0" hangingPunct="1">
              <a:lnSpc>
                <a:spcPct val="100000"/>
              </a:lnSpc>
              <a:spcBef>
                <a:spcPts val="0"/>
              </a:spcBef>
              <a:spcAft>
                <a:spcPts val="200"/>
              </a:spcAft>
              <a:buClrTx/>
              <a:buSzPts val="1000"/>
              <a:buFontTx/>
              <a:buNone/>
              <a:tabLst>
                <a:tab pos="250984" algn="l"/>
                <a:tab pos="251460" algn="l"/>
              </a:tabLst>
              <a:defRPr/>
            </a:pPr>
            <a:r>
              <a:rPr kumimoji="0" lang="en-US" sz="1100" b="1"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You have been assigned to a team that has been asked to identify how your consumers use a particular service, what the service helps them to do, and how the service helps them to identify their goals. Which of the guiding principles should best be applied in your situation?</a:t>
            </a:r>
          </a:p>
          <a:p>
            <a:pPr marL="557213" marR="0" lvl="1" indent="-214313" algn="l" defTabSz="457200" rtl="0" eaLnBrk="1" fontAlgn="auto" latinLnBrk="0" hangingPunct="1">
              <a:lnSpc>
                <a:spcPct val="100000"/>
              </a:lnSpc>
              <a:spcBef>
                <a:spcPts val="200"/>
              </a:spcBef>
              <a:spcAft>
                <a:spcPts val="200"/>
              </a:spcAft>
              <a:buClrTx/>
              <a:buSzPts val="1000"/>
              <a:buFont typeface="Arial MT"/>
              <a:buAutoNum type="alphaUcPeriod"/>
              <a:tabLst>
                <a:tab pos="385286" algn="l"/>
              </a:tabLst>
              <a:defRPr/>
            </a:pPr>
            <a:r>
              <a:rPr kumimoji="0" lang="en-US" sz="1100" b="0"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Focus on value</a:t>
            </a:r>
          </a:p>
          <a:p>
            <a:pPr marL="557213" marR="0" lvl="1" indent="-214313" algn="l" defTabSz="457200" rtl="0" eaLnBrk="1" fontAlgn="auto" latinLnBrk="0" hangingPunct="1">
              <a:lnSpc>
                <a:spcPct val="100000"/>
              </a:lnSpc>
              <a:spcBef>
                <a:spcPts val="200"/>
              </a:spcBef>
              <a:spcAft>
                <a:spcPts val="200"/>
              </a:spcAft>
              <a:buClrTx/>
              <a:buSzPts val="1000"/>
              <a:buFont typeface="Arial MT"/>
              <a:buAutoNum type="alphaUcPeriod"/>
              <a:tabLst>
                <a:tab pos="385286" algn="l"/>
              </a:tabLst>
              <a:defRPr/>
            </a:pPr>
            <a:r>
              <a:rPr kumimoji="0" lang="en-US" sz="1100" b="0"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Progress iteratively with feedback</a:t>
            </a:r>
          </a:p>
          <a:p>
            <a:pPr marL="557213" marR="0" lvl="1" indent="-214313" algn="l" defTabSz="457200" rtl="0" eaLnBrk="1" fontAlgn="auto" latinLnBrk="0" hangingPunct="1">
              <a:lnSpc>
                <a:spcPct val="100000"/>
              </a:lnSpc>
              <a:spcBef>
                <a:spcPts val="200"/>
              </a:spcBef>
              <a:spcAft>
                <a:spcPts val="200"/>
              </a:spcAft>
              <a:buClrTx/>
              <a:buSzPts val="1000"/>
              <a:buFont typeface="Arial MT"/>
              <a:buAutoNum type="alphaUcPeriod"/>
              <a:tabLst>
                <a:tab pos="385286" algn="l"/>
              </a:tabLst>
              <a:defRPr/>
            </a:pPr>
            <a:r>
              <a:rPr kumimoji="0" lang="en-US" sz="1100" b="0"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Collaborate and promote visibility</a:t>
            </a:r>
          </a:p>
          <a:p>
            <a:pPr marL="557213" marR="0" lvl="1" indent="-214313" algn="l" defTabSz="457200" rtl="0" eaLnBrk="1" fontAlgn="auto" latinLnBrk="0" hangingPunct="1">
              <a:lnSpc>
                <a:spcPct val="100000"/>
              </a:lnSpc>
              <a:spcBef>
                <a:spcPts val="200"/>
              </a:spcBef>
              <a:spcAft>
                <a:spcPts val="200"/>
              </a:spcAft>
              <a:buClrTx/>
              <a:buSzPts val="1000"/>
              <a:buFont typeface="Arial MT"/>
              <a:buAutoNum type="alphaUcPeriod"/>
              <a:tabLst>
                <a:tab pos="385286" algn="l"/>
              </a:tabLst>
              <a:defRPr/>
            </a:pPr>
            <a:r>
              <a:rPr kumimoji="0" lang="en-US" sz="1100" b="0"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Think and work holistically</a:t>
            </a:r>
          </a:p>
        </p:txBody>
      </p:sp>
      <p:grpSp>
        <p:nvGrpSpPr>
          <p:cNvPr id="2" name="Group 1">
            <a:extLst>
              <a:ext uri="{FF2B5EF4-FFF2-40B4-BE49-F238E27FC236}">
                <a16:creationId xmlns:a16="http://schemas.microsoft.com/office/drawing/2014/main" id="{D5B8B4CC-529E-49DE-952C-6A5EE12B833A}"/>
              </a:ext>
            </a:extLst>
          </p:cNvPr>
          <p:cNvGrpSpPr/>
          <p:nvPr/>
        </p:nvGrpSpPr>
        <p:grpSpPr>
          <a:xfrm>
            <a:off x="542250" y="1437830"/>
            <a:ext cx="8353498" cy="288000"/>
            <a:chOff x="542250" y="1437830"/>
            <a:chExt cx="8353498" cy="288000"/>
          </a:xfrm>
        </p:grpSpPr>
        <p:sp>
          <p:nvSpPr>
            <p:cNvPr id="95" name="Rectangle 94">
              <a:extLst>
                <a:ext uri="{FF2B5EF4-FFF2-40B4-BE49-F238E27FC236}">
                  <a16:creationId xmlns:a16="http://schemas.microsoft.com/office/drawing/2014/main" id="{0ED88860-670A-4695-BD11-078C29EE8C67}"/>
                </a:ext>
              </a:extLst>
            </p:cNvPr>
            <p:cNvSpPr/>
            <p:nvPr/>
          </p:nvSpPr>
          <p:spPr>
            <a:xfrm>
              <a:off x="542250" y="1522308"/>
              <a:ext cx="8059500" cy="183600"/>
            </a:xfrm>
            <a:prstGeom prst="rect">
              <a:avLst/>
            </a:prstGeom>
            <a:solidFill>
              <a:srgbClr val="3D8065">
                <a:alpha val="20000"/>
              </a:srgbClr>
            </a:solidFill>
            <a:ln w="19050">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Arial"/>
                <a:ea typeface="+mn-ea"/>
                <a:cs typeface="+mn-cs"/>
              </a:endParaRPr>
            </a:p>
          </p:txBody>
        </p:sp>
        <p:pic>
          <p:nvPicPr>
            <p:cNvPr id="96" name="Picture 95" descr="Icon&#10;&#10;Description automatically generated">
              <a:hlinkClick r:id="rId3" action="ppaction://hlinksldjump"/>
              <a:extLst>
                <a:ext uri="{FF2B5EF4-FFF2-40B4-BE49-F238E27FC236}">
                  <a16:creationId xmlns:a16="http://schemas.microsoft.com/office/drawing/2014/main" id="{E6337F28-1AC9-4D93-B6CC-C4B539A0FCA5}"/>
                </a:ext>
              </a:extLst>
            </p:cNvPr>
            <p:cNvPicPr>
              <a:picLocks noChangeAspect="1"/>
            </p:cNvPicPr>
            <p:nvPr/>
          </p:nvPicPr>
          <p:blipFill>
            <a:blip r:embed="rId4"/>
            <a:stretch>
              <a:fillRect/>
            </a:stretch>
          </p:blipFill>
          <p:spPr>
            <a:xfrm>
              <a:off x="8607748" y="1437830"/>
              <a:ext cx="288000" cy="288000"/>
            </a:xfrm>
            <a:prstGeom prst="rect">
              <a:avLst/>
            </a:prstGeom>
          </p:spPr>
        </p:pic>
      </p:grpSp>
      <p:sp>
        <p:nvSpPr>
          <p:cNvPr id="20" name="Text Placeholder 4">
            <a:extLst>
              <a:ext uri="{FF2B5EF4-FFF2-40B4-BE49-F238E27FC236}">
                <a16:creationId xmlns:a16="http://schemas.microsoft.com/office/drawing/2014/main" id="{58F4C403-914C-4F48-A482-D628E36924D6}"/>
              </a:ext>
            </a:extLst>
          </p:cNvPr>
          <p:cNvSpPr>
            <a:spLocks noGrp="1"/>
          </p:cNvSpPr>
          <p:nvPr>
            <p:ph type="body" sz="quarter" idx="37"/>
          </p:nvPr>
        </p:nvSpPr>
        <p:spPr>
          <a:xfrm>
            <a:off x="425945" y="512635"/>
            <a:ext cx="8359468" cy="182130"/>
          </a:xfrm>
        </p:spPr>
        <p:txBody>
          <a:bodyPr/>
          <a:lstStyle/>
          <a:p>
            <a:r>
              <a:rPr lang="en-US">
                <a:latin typeface="Arial Narrow" panose="020B0606020202030204" pitchFamily="34" charset="0"/>
              </a:rPr>
              <a:t>Here below some multiple-choice questions</a:t>
            </a:r>
            <a:r>
              <a:rPr lang="en-GB">
                <a:latin typeface="Arial Narrow" panose="020B0606020202030204" pitchFamily="34" charset="0"/>
              </a:rPr>
              <a:t> on the topics addressed in this chapter</a:t>
            </a:r>
          </a:p>
        </p:txBody>
      </p:sp>
      <p:grpSp>
        <p:nvGrpSpPr>
          <p:cNvPr id="4" name="Group 3">
            <a:extLst>
              <a:ext uri="{FF2B5EF4-FFF2-40B4-BE49-F238E27FC236}">
                <a16:creationId xmlns:a16="http://schemas.microsoft.com/office/drawing/2014/main" id="{332D5721-3432-4BF0-9929-1F27DF6749C9}"/>
              </a:ext>
            </a:extLst>
          </p:cNvPr>
          <p:cNvGrpSpPr/>
          <p:nvPr/>
        </p:nvGrpSpPr>
        <p:grpSpPr>
          <a:xfrm>
            <a:off x="296705" y="878931"/>
            <a:ext cx="8302497" cy="356400"/>
            <a:chOff x="296705" y="878931"/>
            <a:chExt cx="8302497" cy="356400"/>
          </a:xfrm>
        </p:grpSpPr>
        <p:sp>
          <p:nvSpPr>
            <p:cNvPr id="23" name="Rectangle 22">
              <a:extLst>
                <a:ext uri="{FF2B5EF4-FFF2-40B4-BE49-F238E27FC236}">
                  <a16:creationId xmlns:a16="http://schemas.microsoft.com/office/drawing/2014/main" id="{4A5E4646-BCBD-42BD-8832-7FD88E01D078}"/>
                </a:ext>
              </a:extLst>
            </p:cNvPr>
            <p:cNvSpPr/>
            <p:nvPr/>
          </p:nvSpPr>
          <p:spPr>
            <a:xfrm>
              <a:off x="540000" y="954936"/>
              <a:ext cx="8059202" cy="1843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46800" rIns="18000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white"/>
                  </a:solidFill>
                  <a:effectLst/>
                  <a:uLnTx/>
                  <a:uFillTx/>
                  <a:latin typeface="Arial Narrow" panose="020B0606020202030204" pitchFamily="34" charset="0"/>
                  <a:ea typeface="+mn-ea"/>
                  <a:cs typeface="+mn-cs"/>
                </a:rPr>
                <a:t>Question 3</a:t>
              </a:r>
            </a:p>
          </p:txBody>
        </p:sp>
        <p:grpSp>
          <p:nvGrpSpPr>
            <p:cNvPr id="19" name="Group 18">
              <a:extLst>
                <a:ext uri="{FF2B5EF4-FFF2-40B4-BE49-F238E27FC236}">
                  <a16:creationId xmlns:a16="http://schemas.microsoft.com/office/drawing/2014/main" id="{859E8460-F507-47C7-8650-F1C74808703B}"/>
                </a:ext>
              </a:extLst>
            </p:cNvPr>
            <p:cNvGrpSpPr/>
            <p:nvPr/>
          </p:nvGrpSpPr>
          <p:grpSpPr>
            <a:xfrm>
              <a:off x="296705" y="878931"/>
              <a:ext cx="356400" cy="356400"/>
              <a:chOff x="296705" y="878931"/>
              <a:chExt cx="356400" cy="356400"/>
            </a:xfrm>
          </p:grpSpPr>
          <p:sp>
            <p:nvSpPr>
              <p:cNvPr id="21" name="Oval 8">
                <a:extLst>
                  <a:ext uri="{FF2B5EF4-FFF2-40B4-BE49-F238E27FC236}">
                    <a16:creationId xmlns:a16="http://schemas.microsoft.com/office/drawing/2014/main" id="{CCE82880-30A4-4F9F-832B-6BB0B1D225CE}"/>
                  </a:ext>
                </a:extLst>
              </p:cNvPr>
              <p:cNvSpPr/>
              <p:nvPr/>
            </p:nvSpPr>
            <p:spPr>
              <a:xfrm>
                <a:off x="296705" y="878931"/>
                <a:ext cx="356400" cy="356400"/>
              </a:xfrm>
              <a:prstGeom prst="ellipse">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pic>
            <p:nvPicPr>
              <p:cNvPr id="22" name="Graphic 21" descr="List outline">
                <a:extLst>
                  <a:ext uri="{FF2B5EF4-FFF2-40B4-BE49-F238E27FC236}">
                    <a16:creationId xmlns:a16="http://schemas.microsoft.com/office/drawing/2014/main" id="{56BB7E00-EE6C-4E1B-A75A-BAFB6FEB1E4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43063" y="923348"/>
                <a:ext cx="261947" cy="262800"/>
              </a:xfrm>
              <a:prstGeom prst="rect">
                <a:avLst/>
              </a:prstGeom>
            </p:spPr>
          </p:pic>
        </p:grpSp>
      </p:grpSp>
      <p:sp>
        <p:nvSpPr>
          <p:cNvPr id="6" name="Slide Number Placeholder 5">
            <a:extLst>
              <a:ext uri="{FF2B5EF4-FFF2-40B4-BE49-F238E27FC236}">
                <a16:creationId xmlns:a16="http://schemas.microsoft.com/office/drawing/2014/main" id="{86B8E68E-733D-43F5-91F4-931975A62B58}"/>
              </a:ext>
            </a:extLst>
          </p:cNvPr>
          <p:cNvSpPr>
            <a:spLocks noGrp="1"/>
          </p:cNvSpPr>
          <p:nvPr>
            <p:ph type="sldNum" sz="quarter" idx="35"/>
          </p:nvPr>
        </p:nvSpPr>
        <p:spPr/>
        <p:txBody>
          <a:bodyPr/>
          <a:lstStyle/>
          <a:p>
            <a:fld id="{9C18EA95-C3D3-214C-9452-EF8527DBCD86}" type="slidenum">
              <a:rPr lang="it-IT" smtClean="0"/>
              <a:pPr/>
              <a:t>14</a:t>
            </a:fld>
            <a:endParaRPr lang="it-IT"/>
          </a:p>
        </p:txBody>
      </p:sp>
      <p:sp>
        <p:nvSpPr>
          <p:cNvPr id="25" name="Rectangle 210">
            <a:extLst>
              <a:ext uri="{FF2B5EF4-FFF2-40B4-BE49-F238E27FC236}">
                <a16:creationId xmlns:a16="http://schemas.microsoft.com/office/drawing/2014/main" id="{5240CE22-A53C-4EFA-8808-254FE1222722}"/>
              </a:ext>
            </a:extLst>
          </p:cNvPr>
          <p:cNvSpPr/>
          <p:nvPr/>
        </p:nvSpPr>
        <p:spPr>
          <a:xfrm>
            <a:off x="6902332" y="4912643"/>
            <a:ext cx="1697379" cy="215444"/>
          </a:xfrm>
          <a:prstGeom prst="rect">
            <a:avLst/>
          </a:prstGeom>
        </p:spPr>
        <p:txBody>
          <a:bodyPr wrap="square">
            <a:spAutoFit/>
          </a:bodyPr>
          <a:lstStyle/>
          <a:p>
            <a:pPr marR="0" lvl="0" algn="l" defTabSz="914400" rtl="0" eaLnBrk="1" fontAlgn="auto" latinLnBrk="0" hangingPunct="1">
              <a:spcBef>
                <a:spcPts val="0"/>
              </a:spcBef>
              <a:buClr>
                <a:srgbClr val="DA291C"/>
              </a:buClr>
              <a:buSzTx/>
              <a:tabLst/>
              <a:defRPr/>
            </a:pPr>
            <a:r>
              <a:rPr lang="en-GB" sz="800" kern="0">
                <a:solidFill>
                  <a:srgbClr val="0C2340"/>
                </a:solidFill>
                <a:latin typeface="Arial Narrow" panose="020B0606020202030204" pitchFamily="34" charset="0"/>
              </a:rPr>
              <a:t>Click on the icon to see the related slide</a:t>
            </a:r>
            <a:endParaRPr kumimoji="0" lang="en-GB" sz="800" i="0" u="none" strike="noStrike" kern="0" cap="none" spc="0" normalizeH="0" baseline="0">
              <a:ln>
                <a:noFill/>
              </a:ln>
              <a:solidFill>
                <a:srgbClr val="0C2340"/>
              </a:solidFill>
              <a:effectLst/>
              <a:uLnTx/>
              <a:uFillTx/>
              <a:latin typeface="Arial Narrow" panose="020B0606020202030204" pitchFamily="34" charset="0"/>
            </a:endParaRPr>
          </a:p>
        </p:txBody>
      </p:sp>
      <p:pic>
        <p:nvPicPr>
          <p:cNvPr id="26" name="Picture 25" descr="Icon&#10;&#10;Description automatically generated">
            <a:extLst>
              <a:ext uri="{FF2B5EF4-FFF2-40B4-BE49-F238E27FC236}">
                <a16:creationId xmlns:a16="http://schemas.microsoft.com/office/drawing/2014/main" id="{E58F394F-B220-4F86-B0BB-7AF0937DF216}"/>
              </a:ext>
            </a:extLst>
          </p:cNvPr>
          <p:cNvPicPr>
            <a:picLocks noChangeAspect="1"/>
          </p:cNvPicPr>
          <p:nvPr/>
        </p:nvPicPr>
        <p:blipFill>
          <a:blip r:embed="rId4"/>
          <a:stretch>
            <a:fillRect/>
          </a:stretch>
        </p:blipFill>
        <p:spPr>
          <a:xfrm>
            <a:off x="6826418" y="4948365"/>
            <a:ext cx="144000" cy="144000"/>
          </a:xfrm>
          <a:prstGeom prst="rect">
            <a:avLst/>
          </a:prstGeom>
        </p:spPr>
      </p:pic>
      <p:sp>
        <p:nvSpPr>
          <p:cNvPr id="17" name="Rectangle 210">
            <a:extLst>
              <a:ext uri="{FF2B5EF4-FFF2-40B4-BE49-F238E27FC236}">
                <a16:creationId xmlns:a16="http://schemas.microsoft.com/office/drawing/2014/main" id="{C1773D38-433E-414B-864A-02A4EAE46FD3}"/>
              </a:ext>
            </a:extLst>
          </p:cNvPr>
          <p:cNvSpPr/>
          <p:nvPr/>
        </p:nvSpPr>
        <p:spPr>
          <a:xfrm>
            <a:off x="640323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3008958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ttangolo 39">
            <a:extLst>
              <a:ext uri="{FF2B5EF4-FFF2-40B4-BE49-F238E27FC236}">
                <a16:creationId xmlns:a16="http://schemas.microsoft.com/office/drawing/2014/main" id="{3EF4268C-A582-4BDE-B90D-DE24A5FB3868}"/>
              </a:ext>
            </a:extLst>
          </p:cNvPr>
          <p:cNvSpPr/>
          <p:nvPr/>
        </p:nvSpPr>
        <p:spPr>
          <a:xfrm>
            <a:off x="425647" y="650014"/>
            <a:ext cx="8243117" cy="4024800"/>
          </a:xfrm>
          <a:prstGeom prst="rect">
            <a:avLst/>
          </a:prstGeom>
          <a:solidFill>
            <a:schemeClr val="bg2">
              <a:lumMod val="95000"/>
            </a:schemeClr>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Chapter 2 </a:t>
            </a:r>
            <a:r>
              <a:rPr lang="en-GB">
                <a:latin typeface="Arial Narrow" panose="020B0606020202030204" pitchFamily="34" charset="0"/>
              </a:rPr>
              <a:t>| </a:t>
            </a:r>
            <a:r>
              <a:rPr lang="en-US">
                <a:solidFill>
                  <a:schemeClr val="accent3"/>
                </a:solidFill>
                <a:latin typeface="Arial Narrow" panose="020B0606020202030204" pitchFamily="34" charset="0"/>
              </a:rPr>
              <a:t>The four dimensions of IT Service Management </a:t>
            </a:r>
            <a:endParaRPr lang="en-GB">
              <a:latin typeface="Arial Narrow" panose="020B0606020202030204" pitchFamily="34" charset="0"/>
            </a:endParaRPr>
          </a:p>
        </p:txBody>
      </p:sp>
      <p:pic>
        <p:nvPicPr>
          <p:cNvPr id="23" name="Picture 22" descr="A picture containing text, little&#10;&#10;Description automatically generated">
            <a:extLst>
              <a:ext uri="{FF2B5EF4-FFF2-40B4-BE49-F238E27FC236}">
                <a16:creationId xmlns:a16="http://schemas.microsoft.com/office/drawing/2014/main" id="{C147858A-0DE8-48E8-8E35-854571F4DDDF}"/>
              </a:ext>
            </a:extLst>
          </p:cNvPr>
          <p:cNvPicPr>
            <a:picLocks/>
          </p:cNvPicPr>
          <p:nvPr/>
        </p:nvPicPr>
        <p:blipFill rotWithShape="1">
          <a:blip r:embed="rId3"/>
          <a:srcRect l="877" t="-280" r="1742" b="280"/>
          <a:stretch/>
        </p:blipFill>
        <p:spPr>
          <a:xfrm>
            <a:off x="5507292" y="644535"/>
            <a:ext cx="3155120" cy="4024800"/>
          </a:xfrm>
          <a:prstGeom prst="rect">
            <a:avLst/>
          </a:prstGeom>
        </p:spPr>
      </p:pic>
      <p:sp>
        <p:nvSpPr>
          <p:cNvPr id="5" name="Slide Number Placeholder 4">
            <a:extLst>
              <a:ext uri="{FF2B5EF4-FFF2-40B4-BE49-F238E27FC236}">
                <a16:creationId xmlns:a16="http://schemas.microsoft.com/office/drawing/2014/main" id="{95C1D283-877B-4028-9EBA-93E78FC04314}"/>
              </a:ext>
            </a:extLst>
          </p:cNvPr>
          <p:cNvSpPr>
            <a:spLocks noGrp="1"/>
          </p:cNvSpPr>
          <p:nvPr>
            <p:ph type="sldNum" sz="quarter" idx="35"/>
          </p:nvPr>
        </p:nvSpPr>
        <p:spPr/>
        <p:txBody>
          <a:bodyPr/>
          <a:lstStyle/>
          <a:p>
            <a:fld id="{9C18EA95-C3D3-214C-9452-EF8527DBCD86}" type="slidenum">
              <a:rPr lang="it-IT" smtClean="0"/>
              <a:pPr/>
              <a:t>15</a:t>
            </a:fld>
            <a:endParaRPr lang="it-IT"/>
          </a:p>
        </p:txBody>
      </p:sp>
      <p:cxnSp>
        <p:nvCxnSpPr>
          <p:cNvPr id="31" name="Straight Connector 52">
            <a:extLst>
              <a:ext uri="{FF2B5EF4-FFF2-40B4-BE49-F238E27FC236}">
                <a16:creationId xmlns:a16="http://schemas.microsoft.com/office/drawing/2014/main" id="{7D0A9770-203E-4FD6-904F-7B1723ED7ECE}"/>
              </a:ext>
            </a:extLst>
          </p:cNvPr>
          <p:cNvCxnSpPr>
            <a:cxnSpLocks/>
            <a:stCxn id="9" idx="2"/>
            <a:endCxn id="10" idx="6"/>
          </p:cNvCxnSpPr>
          <p:nvPr/>
        </p:nvCxnSpPr>
        <p:spPr>
          <a:xfrm flipH="1">
            <a:off x="1786018" y="2662414"/>
            <a:ext cx="440918" cy="0"/>
          </a:xfrm>
          <a:prstGeom prst="line">
            <a:avLst/>
          </a:prstGeom>
          <a:ln w="95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15" name="Straight Connector 52">
            <a:extLst>
              <a:ext uri="{FF2B5EF4-FFF2-40B4-BE49-F238E27FC236}">
                <a16:creationId xmlns:a16="http://schemas.microsoft.com/office/drawing/2014/main" id="{3A8916C1-6184-4666-844F-5007365B7170}"/>
              </a:ext>
            </a:extLst>
          </p:cNvPr>
          <p:cNvCxnSpPr>
            <a:cxnSpLocks/>
          </p:cNvCxnSpPr>
          <p:nvPr/>
        </p:nvCxnSpPr>
        <p:spPr>
          <a:xfrm flipH="1" flipV="1">
            <a:off x="2044831" y="1333279"/>
            <a:ext cx="886638" cy="1363213"/>
          </a:xfrm>
          <a:prstGeom prst="line">
            <a:avLst/>
          </a:prstGeom>
          <a:ln w="9525">
            <a:solidFill>
              <a:srgbClr val="BFBFBF"/>
            </a:solidFill>
          </a:ln>
        </p:spPr>
        <p:style>
          <a:lnRef idx="1">
            <a:schemeClr val="accent1"/>
          </a:lnRef>
          <a:fillRef idx="0">
            <a:schemeClr val="accent1"/>
          </a:fillRef>
          <a:effectRef idx="0">
            <a:schemeClr val="accent1"/>
          </a:effectRef>
          <a:fontRef idx="minor">
            <a:schemeClr val="tx1"/>
          </a:fontRef>
        </p:style>
      </p:cxnSp>
      <p:sp>
        <p:nvSpPr>
          <p:cNvPr id="10" name="Oval 2">
            <a:extLst>
              <a:ext uri="{FF2B5EF4-FFF2-40B4-BE49-F238E27FC236}">
                <a16:creationId xmlns:a16="http://schemas.microsoft.com/office/drawing/2014/main" id="{958063B6-090C-4ACF-BED7-8E45D1536A53}"/>
              </a:ext>
            </a:extLst>
          </p:cNvPr>
          <p:cNvSpPr>
            <a:spLocks noChangeAspect="1"/>
          </p:cNvSpPr>
          <p:nvPr/>
        </p:nvSpPr>
        <p:spPr>
          <a:xfrm>
            <a:off x="786349" y="2162579"/>
            <a:ext cx="999669" cy="999669"/>
          </a:xfrm>
          <a:prstGeom prst="ellipse">
            <a:avLst/>
          </a:prstGeom>
          <a:solidFill>
            <a:srgbClr val="BFBFB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b="1">
                <a:solidFill>
                  <a:prstClr val="white"/>
                </a:solidFill>
                <a:latin typeface="Arial Narrow" panose="020B0606020202030204" pitchFamily="34" charset="0"/>
              </a:rPr>
              <a:t>6. Course closure</a:t>
            </a:r>
            <a:endParaRPr kumimoji="0" lang="en-US" sz="1100" b="1"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cxnSp>
        <p:nvCxnSpPr>
          <p:cNvPr id="21" name="Straight Connector 52">
            <a:extLst>
              <a:ext uri="{FF2B5EF4-FFF2-40B4-BE49-F238E27FC236}">
                <a16:creationId xmlns:a16="http://schemas.microsoft.com/office/drawing/2014/main" id="{6C18C5DC-4FA4-438D-80FA-27DD2B223C25}"/>
              </a:ext>
            </a:extLst>
          </p:cNvPr>
          <p:cNvCxnSpPr>
            <a:cxnSpLocks/>
          </p:cNvCxnSpPr>
          <p:nvPr/>
        </p:nvCxnSpPr>
        <p:spPr>
          <a:xfrm flipV="1">
            <a:off x="2938435" y="1317602"/>
            <a:ext cx="914389" cy="1384311"/>
          </a:xfrm>
          <a:prstGeom prst="line">
            <a:avLst/>
          </a:prstGeom>
          <a:ln w="95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24" name="Straight Connector 52">
            <a:extLst>
              <a:ext uri="{FF2B5EF4-FFF2-40B4-BE49-F238E27FC236}">
                <a16:creationId xmlns:a16="http://schemas.microsoft.com/office/drawing/2014/main" id="{61CAC979-5DCA-4F34-8BD4-116922B1AE7E}"/>
              </a:ext>
            </a:extLst>
          </p:cNvPr>
          <p:cNvCxnSpPr>
            <a:cxnSpLocks/>
            <a:stCxn id="9" idx="6"/>
            <a:endCxn id="13" idx="2"/>
          </p:cNvCxnSpPr>
          <p:nvPr/>
        </p:nvCxnSpPr>
        <p:spPr>
          <a:xfrm>
            <a:off x="3697010" y="2662414"/>
            <a:ext cx="439255" cy="1"/>
          </a:xfrm>
          <a:prstGeom prst="line">
            <a:avLst/>
          </a:prstGeom>
          <a:ln w="95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27" name="Straight Connector 52">
            <a:extLst>
              <a:ext uri="{FF2B5EF4-FFF2-40B4-BE49-F238E27FC236}">
                <a16:creationId xmlns:a16="http://schemas.microsoft.com/office/drawing/2014/main" id="{4B211DBD-53A2-454D-B797-6A74E4097041}"/>
              </a:ext>
            </a:extLst>
          </p:cNvPr>
          <p:cNvCxnSpPr>
            <a:cxnSpLocks/>
          </p:cNvCxnSpPr>
          <p:nvPr/>
        </p:nvCxnSpPr>
        <p:spPr>
          <a:xfrm>
            <a:off x="2941343" y="2701913"/>
            <a:ext cx="918447" cy="1338553"/>
          </a:xfrm>
          <a:prstGeom prst="line">
            <a:avLst/>
          </a:prstGeom>
          <a:ln w="95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30" name="Straight Connector 52">
            <a:extLst>
              <a:ext uri="{FF2B5EF4-FFF2-40B4-BE49-F238E27FC236}">
                <a16:creationId xmlns:a16="http://schemas.microsoft.com/office/drawing/2014/main" id="{EFE31956-44DB-4F2F-93E1-2677E148B540}"/>
              </a:ext>
            </a:extLst>
          </p:cNvPr>
          <p:cNvCxnSpPr>
            <a:cxnSpLocks/>
          </p:cNvCxnSpPr>
          <p:nvPr/>
        </p:nvCxnSpPr>
        <p:spPr>
          <a:xfrm flipH="1">
            <a:off x="2073089" y="2667894"/>
            <a:ext cx="888885" cy="1334357"/>
          </a:xfrm>
          <a:prstGeom prst="line">
            <a:avLst/>
          </a:prstGeom>
          <a:ln w="9525">
            <a:solidFill>
              <a:srgbClr val="BFBFBF"/>
            </a:solidFill>
          </a:ln>
        </p:spPr>
        <p:style>
          <a:lnRef idx="1">
            <a:schemeClr val="accent1"/>
          </a:lnRef>
          <a:fillRef idx="0">
            <a:schemeClr val="accent1"/>
          </a:fillRef>
          <a:effectRef idx="0">
            <a:schemeClr val="accent1"/>
          </a:effectRef>
          <a:fontRef idx="minor">
            <a:schemeClr val="tx1"/>
          </a:fontRef>
        </p:style>
      </p:cxnSp>
      <p:sp>
        <p:nvSpPr>
          <p:cNvPr id="9" name="Oval 2">
            <a:extLst>
              <a:ext uri="{FF2B5EF4-FFF2-40B4-BE49-F238E27FC236}">
                <a16:creationId xmlns:a16="http://schemas.microsoft.com/office/drawing/2014/main" id="{DA4A816E-0BD9-4E99-98B8-500864D387B3}"/>
              </a:ext>
            </a:extLst>
          </p:cNvPr>
          <p:cNvSpPr>
            <a:spLocks noChangeAspect="1"/>
          </p:cNvSpPr>
          <p:nvPr/>
        </p:nvSpPr>
        <p:spPr>
          <a:xfrm>
            <a:off x="2226936" y="1927377"/>
            <a:ext cx="1470074" cy="1470074"/>
          </a:xfrm>
          <a:prstGeom prst="ellipse">
            <a:avLst/>
          </a:prstGeom>
          <a:solidFill>
            <a:schemeClr val="accent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Narrow" panose="020B0606020202030204" pitchFamily="34" charset="0"/>
                <a:ea typeface="+mn-ea"/>
                <a:cs typeface="+mn-cs"/>
              </a:rPr>
              <a:t>ITIL 4 Foundation learning path</a:t>
            </a:r>
          </a:p>
        </p:txBody>
      </p:sp>
      <p:grpSp>
        <p:nvGrpSpPr>
          <p:cNvPr id="4" name="Group 3">
            <a:extLst>
              <a:ext uri="{FF2B5EF4-FFF2-40B4-BE49-F238E27FC236}">
                <a16:creationId xmlns:a16="http://schemas.microsoft.com/office/drawing/2014/main" id="{C11D47D2-D45C-4CC1-8725-D6C7C7A10658}"/>
              </a:ext>
            </a:extLst>
          </p:cNvPr>
          <p:cNvGrpSpPr/>
          <p:nvPr/>
        </p:nvGrpSpPr>
        <p:grpSpPr>
          <a:xfrm>
            <a:off x="3267445" y="742978"/>
            <a:ext cx="1209600" cy="1209600"/>
            <a:chOff x="3393348" y="715708"/>
            <a:chExt cx="1332000" cy="1332000"/>
          </a:xfrm>
        </p:grpSpPr>
        <p:sp>
          <p:nvSpPr>
            <p:cNvPr id="19" name="Oval 2">
              <a:extLst>
                <a:ext uri="{FF2B5EF4-FFF2-40B4-BE49-F238E27FC236}">
                  <a16:creationId xmlns:a16="http://schemas.microsoft.com/office/drawing/2014/main" id="{90CA34B9-82E5-4B5D-9F03-B491C28E513C}"/>
                </a:ext>
              </a:extLst>
            </p:cNvPr>
            <p:cNvSpPr>
              <a:spLocks noChangeAspect="1"/>
            </p:cNvSpPr>
            <p:nvPr/>
          </p:nvSpPr>
          <p:spPr>
            <a:xfrm>
              <a:off x="3393348" y="715708"/>
              <a:ext cx="1332000" cy="1332000"/>
            </a:xfrm>
            <a:prstGeom prst="ellipse">
              <a:avLst/>
            </a:prstGeom>
            <a:solidFill>
              <a:schemeClr val="accent3">
                <a:lumMod val="20000"/>
                <a:lumOff val="80000"/>
              </a:schemeClr>
            </a:solid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sp>
          <p:nvSpPr>
            <p:cNvPr id="11" name="Oval 2">
              <a:extLst>
                <a:ext uri="{FF2B5EF4-FFF2-40B4-BE49-F238E27FC236}">
                  <a16:creationId xmlns:a16="http://schemas.microsoft.com/office/drawing/2014/main" id="{380FA2DF-9B2F-4577-A4AE-44385AD3DFD7}"/>
                </a:ext>
              </a:extLst>
            </p:cNvPr>
            <p:cNvSpPr>
              <a:spLocks noChangeAspect="1"/>
            </p:cNvSpPr>
            <p:nvPr/>
          </p:nvSpPr>
          <p:spPr>
            <a:xfrm>
              <a:off x="3509319" y="831679"/>
              <a:ext cx="1104488" cy="1104488"/>
            </a:xfrm>
            <a:prstGeom prst="ellipse">
              <a:avLst/>
            </a:prstGeom>
            <a:solidFill>
              <a:schemeClr val="accent3">
                <a:lumMod val="75000"/>
              </a:schemeClr>
            </a:solid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Narrow" panose="020B0606020202030204" pitchFamily="34" charset="0"/>
                  <a:ea typeface="+mn-ea"/>
                  <a:cs typeface="+mn-cs"/>
                </a:rPr>
                <a:t>2. The four dimensions of IT Service Management</a:t>
              </a:r>
            </a:p>
          </p:txBody>
        </p:sp>
      </p:grpSp>
      <p:sp>
        <p:nvSpPr>
          <p:cNvPr id="13" name="Oval 2">
            <a:extLst>
              <a:ext uri="{FF2B5EF4-FFF2-40B4-BE49-F238E27FC236}">
                <a16:creationId xmlns:a16="http://schemas.microsoft.com/office/drawing/2014/main" id="{1A1190BB-3B32-46AB-8DCD-051C97FA4E17}"/>
              </a:ext>
            </a:extLst>
          </p:cNvPr>
          <p:cNvSpPr>
            <a:spLocks noChangeAspect="1"/>
          </p:cNvSpPr>
          <p:nvPr/>
        </p:nvSpPr>
        <p:spPr>
          <a:xfrm>
            <a:off x="4136265" y="2160917"/>
            <a:ext cx="1002995" cy="1002995"/>
          </a:xfrm>
          <a:prstGeom prst="ellipse">
            <a:avLst/>
          </a:prstGeom>
          <a:solidFill>
            <a:srgbClr val="BFBFB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Narrow" panose="020B0606020202030204" pitchFamily="34" charset="0"/>
                <a:ea typeface="+mn-ea"/>
                <a:cs typeface="+mn-cs"/>
              </a:rPr>
              <a:t>3. The ITIL 4 service value system</a:t>
            </a:r>
          </a:p>
        </p:txBody>
      </p:sp>
      <p:sp>
        <p:nvSpPr>
          <p:cNvPr id="12" name="Oval 2">
            <a:extLst>
              <a:ext uri="{FF2B5EF4-FFF2-40B4-BE49-F238E27FC236}">
                <a16:creationId xmlns:a16="http://schemas.microsoft.com/office/drawing/2014/main" id="{E51F58DF-6217-49A8-BB62-02A5658082C2}"/>
              </a:ext>
            </a:extLst>
          </p:cNvPr>
          <p:cNvSpPr>
            <a:spLocks noChangeAspect="1"/>
          </p:cNvSpPr>
          <p:nvPr/>
        </p:nvSpPr>
        <p:spPr>
          <a:xfrm>
            <a:off x="3363399" y="3475554"/>
            <a:ext cx="1002995" cy="1002995"/>
          </a:xfrm>
          <a:prstGeom prst="ellipse">
            <a:avLst/>
          </a:prstGeom>
          <a:solidFill>
            <a:srgbClr val="BFBFB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Narrow" panose="020B0606020202030204" pitchFamily="34" charset="0"/>
                <a:ea typeface="+mn-ea"/>
                <a:cs typeface="+mn-cs"/>
              </a:rPr>
              <a:t>4. ITIL 4 management practices</a:t>
            </a:r>
          </a:p>
        </p:txBody>
      </p:sp>
      <p:sp>
        <p:nvSpPr>
          <p:cNvPr id="14" name="Oval 2">
            <a:extLst>
              <a:ext uri="{FF2B5EF4-FFF2-40B4-BE49-F238E27FC236}">
                <a16:creationId xmlns:a16="http://schemas.microsoft.com/office/drawing/2014/main" id="{D442C554-67A6-4D4C-967E-4D9E5164C37F}"/>
              </a:ext>
            </a:extLst>
          </p:cNvPr>
          <p:cNvSpPr>
            <a:spLocks noChangeAspect="1"/>
          </p:cNvSpPr>
          <p:nvPr/>
        </p:nvSpPr>
        <p:spPr>
          <a:xfrm>
            <a:off x="1552420" y="3475554"/>
            <a:ext cx="1002995" cy="1002995"/>
          </a:xfrm>
          <a:prstGeom prst="ellipse">
            <a:avLst/>
          </a:prstGeom>
          <a:solidFill>
            <a:srgbClr val="BFBFB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Narrow" panose="020B0606020202030204" pitchFamily="34" charset="0"/>
                <a:ea typeface="+mn-ea"/>
                <a:cs typeface="+mn-cs"/>
              </a:rPr>
              <a:t>5. Exam simulation</a:t>
            </a:r>
          </a:p>
        </p:txBody>
      </p:sp>
      <p:sp>
        <p:nvSpPr>
          <p:cNvPr id="25" name="Oval 2">
            <a:extLst>
              <a:ext uri="{FF2B5EF4-FFF2-40B4-BE49-F238E27FC236}">
                <a16:creationId xmlns:a16="http://schemas.microsoft.com/office/drawing/2014/main" id="{455960C3-A1BE-4967-8A26-91E1770BCC9F}"/>
              </a:ext>
            </a:extLst>
          </p:cNvPr>
          <p:cNvSpPr>
            <a:spLocks noChangeAspect="1"/>
          </p:cNvSpPr>
          <p:nvPr/>
        </p:nvSpPr>
        <p:spPr>
          <a:xfrm>
            <a:off x="1554081" y="847943"/>
            <a:ext cx="999669" cy="999669"/>
          </a:xfrm>
          <a:prstGeom prst="ellipse">
            <a:avLst/>
          </a:prstGeom>
          <a:solidFill>
            <a:srgbClr val="BFBFB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Narrow" panose="020B0606020202030204" pitchFamily="34" charset="0"/>
                <a:ea typeface="+mn-ea"/>
                <a:cs typeface="+mn-cs"/>
              </a:rPr>
              <a:t>1. Key concepts of IT Service Management</a:t>
            </a:r>
          </a:p>
        </p:txBody>
      </p:sp>
    </p:spTree>
    <p:extLst>
      <p:ext uri="{BB962C8B-B14F-4D97-AF65-F5344CB8AC3E}">
        <p14:creationId xmlns:p14="http://schemas.microsoft.com/office/powerpoint/2010/main" val="30198883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The four dimensions of IT Service Management </a:t>
            </a:r>
            <a:r>
              <a:rPr lang="en-GB">
                <a:latin typeface="Arial Narrow" panose="020B0606020202030204" pitchFamily="34" charset="0"/>
              </a:rPr>
              <a:t>| </a:t>
            </a:r>
            <a:r>
              <a:rPr lang="en-GB">
                <a:solidFill>
                  <a:schemeClr val="accent3"/>
                </a:solidFill>
                <a:latin typeface="Arial Narrow" panose="020B0606020202030204" pitchFamily="34" charset="0"/>
              </a:rPr>
              <a:t>Learning objectives</a:t>
            </a:r>
            <a:endParaRPr lang="en-GB">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a:xfrm>
            <a:off x="425648" y="512635"/>
            <a:ext cx="8359765" cy="333256"/>
          </a:xfrm>
        </p:spPr>
        <p:txBody>
          <a:bodyPr/>
          <a:lstStyle/>
          <a:p>
            <a:r>
              <a:rPr lang="en-GB">
                <a:latin typeface="Arial Narrow" panose="020B0606020202030204" pitchFamily="34" charset="0"/>
              </a:rPr>
              <a:t>This chapter aims to provide an overview of the main dimensions characterising the IT Service Management, their relation and the factors they are affected by</a:t>
            </a:r>
          </a:p>
        </p:txBody>
      </p:sp>
      <p:sp>
        <p:nvSpPr>
          <p:cNvPr id="40" name="Rectangle 31">
            <a:extLst>
              <a:ext uri="{FF2B5EF4-FFF2-40B4-BE49-F238E27FC236}">
                <a16:creationId xmlns:a16="http://schemas.microsoft.com/office/drawing/2014/main" id="{ACAD84AD-8CC7-4FBC-994C-B88EF1728CAD}"/>
              </a:ext>
            </a:extLst>
          </p:cNvPr>
          <p:cNvSpPr/>
          <p:nvPr/>
        </p:nvSpPr>
        <p:spPr>
          <a:xfrm>
            <a:off x="18000" y="2649641"/>
            <a:ext cx="9108000"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44083"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42" name="Rectangle 31">
            <a:extLst>
              <a:ext uri="{FF2B5EF4-FFF2-40B4-BE49-F238E27FC236}">
                <a16:creationId xmlns:a16="http://schemas.microsoft.com/office/drawing/2014/main" id="{6A3EB65F-11B8-43A2-9F0B-3AE2EEAC9F7B}"/>
              </a:ext>
            </a:extLst>
          </p:cNvPr>
          <p:cNvSpPr/>
          <p:nvPr/>
        </p:nvSpPr>
        <p:spPr>
          <a:xfrm>
            <a:off x="18000" y="2695549"/>
            <a:ext cx="9108000"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44083"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44" name="TextBox 11">
            <a:extLst>
              <a:ext uri="{FF2B5EF4-FFF2-40B4-BE49-F238E27FC236}">
                <a16:creationId xmlns:a16="http://schemas.microsoft.com/office/drawing/2014/main" id="{8D07C44A-2459-409A-AFE6-955DB8AD2C6C}"/>
              </a:ext>
            </a:extLst>
          </p:cNvPr>
          <p:cNvSpPr txBox="1"/>
          <p:nvPr/>
        </p:nvSpPr>
        <p:spPr>
          <a:xfrm>
            <a:off x="1106497" y="2541566"/>
            <a:ext cx="1795663" cy="307777"/>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Sections covered</a:t>
            </a:r>
            <a:endParaRPr kumimoji="0" lang="en-GB" sz="14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sp>
        <p:nvSpPr>
          <p:cNvPr id="48" name="Rectangle 31">
            <a:extLst>
              <a:ext uri="{FF2B5EF4-FFF2-40B4-BE49-F238E27FC236}">
                <a16:creationId xmlns:a16="http://schemas.microsoft.com/office/drawing/2014/main" id="{BE7D2561-8C1C-480C-8D51-AB3DB1E1B41A}"/>
              </a:ext>
            </a:extLst>
          </p:cNvPr>
          <p:cNvSpPr/>
          <p:nvPr/>
        </p:nvSpPr>
        <p:spPr>
          <a:xfrm>
            <a:off x="18000" y="3183009"/>
            <a:ext cx="9108000" cy="295891"/>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44083"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6" name="CasellaDiTesto 5">
            <a:extLst>
              <a:ext uri="{FF2B5EF4-FFF2-40B4-BE49-F238E27FC236}">
                <a16:creationId xmlns:a16="http://schemas.microsoft.com/office/drawing/2014/main" id="{38010EB8-344B-48BC-8151-A01D763F3CE2}"/>
              </a:ext>
            </a:extLst>
          </p:cNvPr>
          <p:cNvSpPr txBox="1"/>
          <p:nvPr/>
        </p:nvSpPr>
        <p:spPr>
          <a:xfrm>
            <a:off x="97818" y="3664800"/>
            <a:ext cx="1620000" cy="8463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600"/>
              </a:spcAft>
              <a:buClr>
                <a:srgbClr val="DA291C"/>
              </a:buClr>
              <a:buSzTx/>
              <a:buFontTx/>
              <a:buNone/>
              <a:tabLst/>
              <a:defRPr/>
            </a:pP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People &amp; organization</a:t>
            </a:r>
            <a:endParaRPr kumimoji="0" lang="en-GB"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endParaRPr>
          </a:p>
          <a:p>
            <a:pPr marL="0" marR="0" lvl="0" indent="0" algn="ctr" defTabSz="457200" rtl="0" eaLnBrk="1" fontAlgn="auto" latinLnBrk="0" hangingPunct="1">
              <a:lnSpc>
                <a:spcPct val="100000"/>
              </a:lnSpc>
              <a:spcBef>
                <a:spcPts val="0"/>
              </a:spcBef>
              <a:spcAft>
                <a:spcPts val="600"/>
              </a:spcAft>
              <a:buClr>
                <a:srgbClr val="DA291C"/>
              </a:buClr>
              <a:buSzTx/>
              <a:buFontTx/>
              <a:buNone/>
              <a:tabLst/>
              <a:defRPr/>
            </a:pPr>
            <a:r>
              <a:rPr kumimoji="0" lang="en-GB"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Key elements allowing the staff playing an appropriate role in the ITSM</a:t>
            </a:r>
          </a:p>
        </p:txBody>
      </p:sp>
      <p:sp>
        <p:nvSpPr>
          <p:cNvPr id="77" name="CasellaDiTesto 76">
            <a:extLst>
              <a:ext uri="{FF2B5EF4-FFF2-40B4-BE49-F238E27FC236}">
                <a16:creationId xmlns:a16="http://schemas.microsoft.com/office/drawing/2014/main" id="{D624DDED-6185-436E-81CA-6505EABFE116}"/>
              </a:ext>
            </a:extLst>
          </p:cNvPr>
          <p:cNvSpPr txBox="1"/>
          <p:nvPr/>
        </p:nvSpPr>
        <p:spPr>
          <a:xfrm>
            <a:off x="1913454" y="3664800"/>
            <a:ext cx="1620000" cy="8463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600"/>
              </a:spcAft>
              <a:buClr>
                <a:srgbClr val="DA291C"/>
              </a:buClr>
              <a:buSzTx/>
              <a:buFontTx/>
              <a:buNone/>
              <a:tabLst/>
              <a:defRPr/>
            </a:pP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Information &amp; Technology</a:t>
            </a:r>
            <a:endParaRPr kumimoji="0" lang="en-GB"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endParaRPr>
          </a:p>
          <a:p>
            <a:pPr marL="0" marR="0" lvl="0" indent="0" algn="ctr" defTabSz="457200" rtl="0" eaLnBrk="1" fontAlgn="auto" latinLnBrk="0" hangingPunct="1">
              <a:lnSpc>
                <a:spcPct val="100000"/>
              </a:lnSpc>
              <a:spcBef>
                <a:spcPts val="0"/>
              </a:spcBef>
              <a:spcAft>
                <a:spcPts val="600"/>
              </a:spcAft>
              <a:buClr>
                <a:srgbClr val="DA291C"/>
              </a:buClr>
              <a:buSzTx/>
              <a:buFontTx/>
              <a:buNone/>
              <a:tabLst/>
              <a:defRPr/>
            </a:pPr>
            <a:r>
              <a:rPr kumimoji="0" lang="en-GB"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Key characteristics of information and its close relationship with technology</a:t>
            </a:r>
          </a:p>
        </p:txBody>
      </p:sp>
      <p:sp>
        <p:nvSpPr>
          <p:cNvPr id="80" name="CasellaDiTesto 79">
            <a:extLst>
              <a:ext uri="{FF2B5EF4-FFF2-40B4-BE49-F238E27FC236}">
                <a16:creationId xmlns:a16="http://schemas.microsoft.com/office/drawing/2014/main" id="{3DEBC2EF-D275-4928-A4BA-151A411C9DAF}"/>
              </a:ext>
            </a:extLst>
          </p:cNvPr>
          <p:cNvSpPr txBox="1"/>
          <p:nvPr/>
        </p:nvSpPr>
        <p:spPr>
          <a:xfrm>
            <a:off x="3745544" y="3664800"/>
            <a:ext cx="1620000" cy="8463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600"/>
              </a:spcAft>
              <a:buClr>
                <a:srgbClr val="DA291C"/>
              </a:buClr>
              <a:buSzTx/>
              <a:buFontTx/>
              <a:buNone/>
              <a:tabLst/>
              <a:defRPr/>
            </a:pP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Partners &amp; suppliers</a:t>
            </a:r>
          </a:p>
          <a:p>
            <a:pPr marL="0" marR="0" lvl="0" indent="0" algn="ctr" defTabSz="457200" rtl="0" eaLnBrk="1" fontAlgn="auto" latinLnBrk="0" hangingPunct="1">
              <a:lnSpc>
                <a:spcPct val="100000"/>
              </a:lnSpc>
              <a:spcBef>
                <a:spcPts val="0"/>
              </a:spcBef>
              <a:spcAft>
                <a:spcPts val="600"/>
              </a:spcAft>
              <a:buClr>
                <a:srgbClr val="DA291C"/>
              </a:buClr>
              <a:buSzTx/>
              <a:buFontTx/>
              <a:buNone/>
              <a:tabLst/>
              <a:defRPr/>
            </a:pPr>
            <a:r>
              <a:rPr kumimoji="0" lang="en-GB"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Organization’s dependence on services provided by third parties</a:t>
            </a:r>
          </a:p>
        </p:txBody>
      </p:sp>
      <p:sp>
        <p:nvSpPr>
          <p:cNvPr id="83" name="CasellaDiTesto 82">
            <a:extLst>
              <a:ext uri="{FF2B5EF4-FFF2-40B4-BE49-F238E27FC236}">
                <a16:creationId xmlns:a16="http://schemas.microsoft.com/office/drawing/2014/main" id="{643B3DF6-F02F-41DA-B82C-622A8156D37D}"/>
              </a:ext>
            </a:extLst>
          </p:cNvPr>
          <p:cNvSpPr txBox="1"/>
          <p:nvPr/>
        </p:nvSpPr>
        <p:spPr>
          <a:xfrm>
            <a:off x="5594088" y="3664800"/>
            <a:ext cx="1620000" cy="1015663"/>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600"/>
              </a:spcAft>
              <a:buClr>
                <a:srgbClr val="DA291C"/>
              </a:buClr>
              <a:buSzTx/>
              <a:buFontTx/>
              <a:buNone/>
              <a:tabLst/>
              <a:defRPr/>
            </a:pP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Process &amp; value stream</a:t>
            </a:r>
            <a:r>
              <a:rPr kumimoji="0" lang="en-GB"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 </a:t>
            </a:r>
          </a:p>
          <a:p>
            <a:pPr marL="0" marR="0" lvl="0" indent="0" algn="ctr" defTabSz="457200" rtl="0" eaLnBrk="1" fontAlgn="auto" latinLnBrk="0" hangingPunct="1">
              <a:lnSpc>
                <a:spcPct val="100000"/>
              </a:lnSpc>
              <a:spcBef>
                <a:spcPts val="0"/>
              </a:spcBef>
              <a:spcAft>
                <a:spcPts val="600"/>
              </a:spcAft>
              <a:buClr>
                <a:srgbClr val="DA291C"/>
              </a:buClr>
              <a:buSzTx/>
              <a:buFontTx/>
              <a:buNone/>
              <a:tabLst/>
              <a:defRPr/>
            </a:pPr>
            <a:r>
              <a:rPr kumimoji="0" lang="en-GB"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How the various parts of the organization enable value creation through product and services</a:t>
            </a:r>
          </a:p>
        </p:txBody>
      </p:sp>
      <p:cxnSp>
        <p:nvCxnSpPr>
          <p:cNvPr id="38" name="Straight Connector 80">
            <a:extLst>
              <a:ext uri="{FF2B5EF4-FFF2-40B4-BE49-F238E27FC236}">
                <a16:creationId xmlns:a16="http://schemas.microsoft.com/office/drawing/2014/main" id="{591572C1-55FB-4477-B551-408141002488}"/>
              </a:ext>
            </a:extLst>
          </p:cNvPr>
          <p:cNvCxnSpPr>
            <a:cxnSpLocks/>
          </p:cNvCxnSpPr>
          <p:nvPr/>
        </p:nvCxnSpPr>
        <p:spPr>
          <a:xfrm>
            <a:off x="1815636" y="3602967"/>
            <a:ext cx="0" cy="957771"/>
          </a:xfrm>
          <a:prstGeom prst="line">
            <a:avLst/>
          </a:prstGeom>
          <a:ln w="19050">
            <a:solidFill>
              <a:srgbClr val="DA291C"/>
            </a:solidFill>
            <a:prstDash val="dash"/>
          </a:ln>
        </p:spPr>
        <p:style>
          <a:lnRef idx="1">
            <a:schemeClr val="accent1"/>
          </a:lnRef>
          <a:fillRef idx="0">
            <a:schemeClr val="accent1"/>
          </a:fillRef>
          <a:effectRef idx="0">
            <a:schemeClr val="accent1"/>
          </a:effectRef>
          <a:fontRef idx="minor">
            <a:schemeClr val="tx1"/>
          </a:fontRef>
        </p:style>
      </p:cxnSp>
      <p:cxnSp>
        <p:nvCxnSpPr>
          <p:cNvPr id="39" name="Straight Connector 80">
            <a:extLst>
              <a:ext uri="{FF2B5EF4-FFF2-40B4-BE49-F238E27FC236}">
                <a16:creationId xmlns:a16="http://schemas.microsoft.com/office/drawing/2014/main" id="{F77A93D3-B485-4A86-B4BE-4FB8998773B4}"/>
              </a:ext>
            </a:extLst>
          </p:cNvPr>
          <p:cNvCxnSpPr>
            <a:cxnSpLocks/>
          </p:cNvCxnSpPr>
          <p:nvPr/>
        </p:nvCxnSpPr>
        <p:spPr>
          <a:xfrm>
            <a:off x="3631272" y="3602967"/>
            <a:ext cx="0" cy="957771"/>
          </a:xfrm>
          <a:prstGeom prst="line">
            <a:avLst/>
          </a:prstGeom>
          <a:ln w="19050">
            <a:solidFill>
              <a:srgbClr val="DA291C"/>
            </a:solidFill>
            <a:prstDash val="dash"/>
          </a:ln>
        </p:spPr>
        <p:style>
          <a:lnRef idx="1">
            <a:schemeClr val="accent1"/>
          </a:lnRef>
          <a:fillRef idx="0">
            <a:schemeClr val="accent1"/>
          </a:fillRef>
          <a:effectRef idx="0">
            <a:schemeClr val="accent1"/>
          </a:effectRef>
          <a:fontRef idx="minor">
            <a:schemeClr val="tx1"/>
          </a:fontRef>
        </p:style>
      </p:cxnSp>
      <p:cxnSp>
        <p:nvCxnSpPr>
          <p:cNvPr id="41" name="Straight Connector 80">
            <a:extLst>
              <a:ext uri="{FF2B5EF4-FFF2-40B4-BE49-F238E27FC236}">
                <a16:creationId xmlns:a16="http://schemas.microsoft.com/office/drawing/2014/main" id="{9440A0D2-5165-43F9-AE56-3CDC44FF949E}"/>
              </a:ext>
            </a:extLst>
          </p:cNvPr>
          <p:cNvCxnSpPr>
            <a:cxnSpLocks/>
          </p:cNvCxnSpPr>
          <p:nvPr/>
        </p:nvCxnSpPr>
        <p:spPr>
          <a:xfrm>
            <a:off x="5479816" y="3602967"/>
            <a:ext cx="0" cy="957771"/>
          </a:xfrm>
          <a:prstGeom prst="line">
            <a:avLst/>
          </a:prstGeom>
          <a:ln w="19050">
            <a:solidFill>
              <a:srgbClr val="DA291C"/>
            </a:solidFill>
            <a:prstDash val="dash"/>
          </a:ln>
        </p:spPr>
        <p:style>
          <a:lnRef idx="1">
            <a:schemeClr val="accent1"/>
          </a:lnRef>
          <a:fillRef idx="0">
            <a:schemeClr val="accent1"/>
          </a:fillRef>
          <a:effectRef idx="0">
            <a:schemeClr val="accent1"/>
          </a:effectRef>
          <a:fontRef idx="minor">
            <a:schemeClr val="tx1"/>
          </a:fontRef>
        </p:style>
      </p:cxnSp>
      <p:sp>
        <p:nvSpPr>
          <p:cNvPr id="56" name="TextBox 22">
            <a:extLst>
              <a:ext uri="{FF2B5EF4-FFF2-40B4-BE49-F238E27FC236}">
                <a16:creationId xmlns:a16="http://schemas.microsoft.com/office/drawing/2014/main" id="{63CFF4BA-5114-4C15-AE92-974F068A5E03}"/>
              </a:ext>
            </a:extLst>
          </p:cNvPr>
          <p:cNvSpPr txBox="1"/>
          <p:nvPr/>
        </p:nvSpPr>
        <p:spPr>
          <a:xfrm>
            <a:off x="4750721" y="985635"/>
            <a:ext cx="3600000" cy="276999"/>
          </a:xfrm>
          <a:prstGeom prst="rect">
            <a:avLst/>
          </a:prstGeom>
          <a:solidFill>
            <a:schemeClr val="accent1"/>
          </a:solidFill>
        </p:spPr>
        <p:txBody>
          <a:bodyPr wrap="square" rtlCol="0">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Main keywords</a:t>
            </a:r>
          </a:p>
        </p:txBody>
      </p:sp>
      <p:sp>
        <p:nvSpPr>
          <p:cNvPr id="65" name="Oval 14">
            <a:extLst>
              <a:ext uri="{FF2B5EF4-FFF2-40B4-BE49-F238E27FC236}">
                <a16:creationId xmlns:a16="http://schemas.microsoft.com/office/drawing/2014/main" id="{E2017DA6-BEEC-4627-BF85-6602BF159C31}"/>
              </a:ext>
            </a:extLst>
          </p:cNvPr>
          <p:cNvSpPr/>
          <p:nvPr/>
        </p:nvSpPr>
        <p:spPr>
          <a:xfrm>
            <a:off x="7765963" y="962536"/>
            <a:ext cx="989648" cy="981817"/>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72" name="Rectangle 1">
            <a:extLst>
              <a:ext uri="{FF2B5EF4-FFF2-40B4-BE49-F238E27FC236}">
                <a16:creationId xmlns:a16="http://schemas.microsoft.com/office/drawing/2014/main" id="{B945589C-C7B3-4AC6-93AE-F391D318D248}"/>
              </a:ext>
            </a:extLst>
          </p:cNvPr>
          <p:cNvSpPr/>
          <p:nvPr/>
        </p:nvSpPr>
        <p:spPr>
          <a:xfrm>
            <a:off x="4750720" y="1273752"/>
            <a:ext cx="3348000" cy="1008000"/>
          </a:xfrm>
          <a:prstGeom prst="rect">
            <a:avLst/>
          </a:prstGeom>
        </p:spPr>
        <p:txBody>
          <a:bodyPr wrap="square" numCol="2" spcCol="180000">
            <a:spAutoFit/>
          </a:bodyPr>
          <a:lstStyle/>
          <a:p>
            <a:pPr marL="214313" marR="0" lvl="0" indent="-214313" algn="l" defTabSz="457200" rtl="0" eaLnBrk="1" fontAlgn="auto" latinLnBrk="0" hangingPunct="1">
              <a:lnSpc>
                <a:spcPct val="120000"/>
              </a:lnSpc>
              <a:spcBef>
                <a:spcPts val="0"/>
              </a:spcBef>
              <a:spcAft>
                <a:spcPts val="0"/>
              </a:spcAft>
              <a:buClr>
                <a:srgbClr val="DA291C"/>
              </a:buClr>
              <a:buSzTx/>
              <a:buFont typeface="Wingdings" panose="05000000000000000000" pitchFamily="2" charset="2"/>
              <a:buChar char="§"/>
              <a:tabLst/>
              <a:defRPr/>
            </a:pP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Partners</a:t>
            </a:r>
          </a:p>
          <a:p>
            <a:pPr marL="214313" marR="0" lvl="0" indent="-214313" algn="l" defTabSz="457200" rtl="0" eaLnBrk="1" fontAlgn="auto" latinLnBrk="0" hangingPunct="1">
              <a:lnSpc>
                <a:spcPct val="120000"/>
              </a:lnSpc>
              <a:spcBef>
                <a:spcPts val="0"/>
              </a:spcBef>
              <a:spcAft>
                <a:spcPts val="0"/>
              </a:spcAft>
              <a:buClr>
                <a:srgbClr val="DA291C"/>
              </a:buClr>
              <a:buSzTx/>
              <a:buFont typeface="Wingdings" panose="05000000000000000000" pitchFamily="2" charset="2"/>
              <a:buChar char="§"/>
              <a:tabLst/>
              <a:defRPr/>
            </a:pP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Suppliers</a:t>
            </a:r>
          </a:p>
          <a:p>
            <a:pPr marL="214313" marR="0" lvl="0" indent="-214313" algn="l" defTabSz="457200" rtl="0" eaLnBrk="1" fontAlgn="auto" latinLnBrk="0" hangingPunct="1">
              <a:lnSpc>
                <a:spcPct val="120000"/>
              </a:lnSpc>
              <a:spcBef>
                <a:spcPts val="0"/>
              </a:spcBef>
              <a:spcAft>
                <a:spcPts val="0"/>
              </a:spcAft>
              <a:buClr>
                <a:srgbClr val="DA291C"/>
              </a:buClr>
              <a:buSzTx/>
              <a:buFont typeface="Wingdings" panose="05000000000000000000" pitchFamily="2" charset="2"/>
              <a:buChar char="§"/>
              <a:tabLst/>
              <a:defRPr/>
            </a:pP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Value stream</a:t>
            </a:r>
          </a:p>
          <a:p>
            <a:pPr marL="214313" marR="0" lvl="0" indent="-214313" algn="l" defTabSz="457200" rtl="0" eaLnBrk="1" fontAlgn="auto" latinLnBrk="0" hangingPunct="1">
              <a:lnSpc>
                <a:spcPct val="120000"/>
              </a:lnSpc>
              <a:spcBef>
                <a:spcPts val="0"/>
              </a:spcBef>
              <a:spcAft>
                <a:spcPts val="0"/>
              </a:spcAft>
              <a:buClr>
                <a:srgbClr val="DA291C"/>
              </a:buClr>
              <a:buSzTx/>
              <a:buFont typeface="Wingdings" panose="05000000000000000000" pitchFamily="2" charset="2"/>
              <a:buChar char="§"/>
              <a:tabLst/>
              <a:defRPr/>
            </a:pP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Organisation</a:t>
            </a:r>
          </a:p>
          <a:p>
            <a:pPr marL="214313" marR="0" lvl="0" indent="-214313" algn="l" defTabSz="457200" rtl="0" eaLnBrk="1" fontAlgn="auto" latinLnBrk="0" hangingPunct="1">
              <a:lnSpc>
                <a:spcPct val="120000"/>
              </a:lnSpc>
              <a:spcBef>
                <a:spcPts val="0"/>
              </a:spcBef>
              <a:spcAft>
                <a:spcPts val="0"/>
              </a:spcAft>
              <a:buClr>
                <a:srgbClr val="DA291C"/>
              </a:buClr>
              <a:buSzTx/>
              <a:buFont typeface="Wingdings" panose="05000000000000000000" pitchFamily="2" charset="2"/>
              <a:buChar char="§"/>
              <a:tabLst/>
              <a:defRPr/>
            </a:pP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People</a:t>
            </a:r>
          </a:p>
          <a:p>
            <a:pPr marL="214313" marR="0" lvl="0" indent="-214313" algn="l" defTabSz="457200" rtl="0" eaLnBrk="1" fontAlgn="auto" latinLnBrk="0" hangingPunct="1">
              <a:lnSpc>
                <a:spcPct val="120000"/>
              </a:lnSpc>
              <a:spcBef>
                <a:spcPts val="0"/>
              </a:spcBef>
              <a:spcAft>
                <a:spcPts val="0"/>
              </a:spcAft>
              <a:buClr>
                <a:srgbClr val="DA291C"/>
              </a:buClr>
              <a:buSzTx/>
              <a:buFont typeface="Wingdings" panose="05000000000000000000" pitchFamily="2" charset="2"/>
              <a:buChar char="§"/>
              <a:tabLst/>
              <a:defRPr/>
            </a:pP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Information</a:t>
            </a:r>
          </a:p>
          <a:p>
            <a:pPr marL="214313" marR="0" lvl="0" indent="-214313" algn="l" defTabSz="457200" rtl="0" eaLnBrk="1" fontAlgn="auto" latinLnBrk="0" hangingPunct="1">
              <a:lnSpc>
                <a:spcPct val="120000"/>
              </a:lnSpc>
              <a:spcBef>
                <a:spcPts val="0"/>
              </a:spcBef>
              <a:spcAft>
                <a:spcPts val="0"/>
              </a:spcAft>
              <a:buClr>
                <a:srgbClr val="DA291C"/>
              </a:buClr>
              <a:buSzTx/>
              <a:buFont typeface="Wingdings" panose="05000000000000000000" pitchFamily="2" charset="2"/>
              <a:buChar char="§"/>
              <a:tabLst/>
              <a:defRPr/>
            </a:pP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Technology</a:t>
            </a:r>
          </a:p>
          <a:p>
            <a:pPr marL="214313" marR="0" lvl="0" indent="-214313" algn="l" defTabSz="457200" rtl="0" eaLnBrk="1" fontAlgn="auto" latinLnBrk="0" hangingPunct="1">
              <a:lnSpc>
                <a:spcPct val="120000"/>
              </a:lnSpc>
              <a:spcBef>
                <a:spcPts val="0"/>
              </a:spcBef>
              <a:spcAft>
                <a:spcPts val="0"/>
              </a:spcAft>
              <a:buClr>
                <a:srgbClr val="DA291C"/>
              </a:buClr>
              <a:buSzTx/>
              <a:buFont typeface="Wingdings" panose="05000000000000000000" pitchFamily="2" charset="2"/>
              <a:buChar char="§"/>
              <a:tabLst/>
              <a:defRPr/>
            </a:pP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Processes</a:t>
            </a:r>
          </a:p>
          <a:p>
            <a:pPr marL="214313" marR="0" lvl="0" indent="-214313" algn="l" defTabSz="457200" rtl="0" eaLnBrk="1" fontAlgn="auto" latinLnBrk="0" hangingPunct="1">
              <a:lnSpc>
                <a:spcPct val="120000"/>
              </a:lnSpc>
              <a:spcBef>
                <a:spcPts val="0"/>
              </a:spcBef>
              <a:spcAft>
                <a:spcPts val="0"/>
              </a:spcAft>
              <a:buClr>
                <a:srgbClr val="DA291C"/>
              </a:buClr>
              <a:buSzTx/>
              <a:buFont typeface="Wingdings" panose="05000000000000000000" pitchFamily="2" charset="2"/>
              <a:buChar char="§"/>
              <a:tabLst/>
              <a:defRPr/>
            </a:pP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Pestle</a:t>
            </a:r>
          </a:p>
        </p:txBody>
      </p:sp>
      <p:pic>
        <p:nvPicPr>
          <p:cNvPr id="14" name="Elemento grafico 13" descr="Chiave con riempimento a tinta unita">
            <a:extLst>
              <a:ext uri="{FF2B5EF4-FFF2-40B4-BE49-F238E27FC236}">
                <a16:creationId xmlns:a16="http://schemas.microsoft.com/office/drawing/2014/main" id="{30BE0810-D371-44D6-8E9A-C83EADF2885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82936" y="1075593"/>
            <a:ext cx="755703" cy="755703"/>
          </a:xfrm>
          <a:prstGeom prst="rect">
            <a:avLst/>
          </a:prstGeom>
        </p:spPr>
      </p:pic>
      <p:sp>
        <p:nvSpPr>
          <p:cNvPr id="43" name="Rectangle 1">
            <a:extLst>
              <a:ext uri="{FF2B5EF4-FFF2-40B4-BE49-F238E27FC236}">
                <a16:creationId xmlns:a16="http://schemas.microsoft.com/office/drawing/2014/main" id="{D6092199-45F8-499F-B216-EC10C1711282}"/>
              </a:ext>
            </a:extLst>
          </p:cNvPr>
          <p:cNvSpPr/>
          <p:nvPr/>
        </p:nvSpPr>
        <p:spPr>
          <a:xfrm>
            <a:off x="1415965" y="1273752"/>
            <a:ext cx="3293437" cy="682366"/>
          </a:xfrm>
          <a:prstGeom prst="rect">
            <a:avLst/>
          </a:prstGeom>
        </p:spPr>
        <p:txBody>
          <a:bodyPr wrap="square">
            <a:spAutoFit/>
          </a:bodyPr>
          <a:lstStyle/>
          <a:p>
            <a:pPr marL="214313" marR="0" lvl="0" indent="-214313" algn="l" defTabSz="457200" rtl="0" eaLnBrk="1" fontAlgn="auto" latinLnBrk="0" hangingPunct="1">
              <a:lnSpc>
                <a:spcPct val="120000"/>
              </a:lnSpc>
              <a:spcBef>
                <a:spcPts val="0"/>
              </a:spcBef>
              <a:spcAft>
                <a:spcPts val="0"/>
              </a:spcAft>
              <a:buClr>
                <a:srgbClr val="DA291C"/>
              </a:buClr>
              <a:buSzTx/>
              <a:buFont typeface="Wingdings" panose="05000000000000000000" pitchFamily="2" charset="2"/>
              <a:buChar char="§"/>
              <a:tabLst/>
              <a:defRPr/>
            </a:pPr>
            <a:r>
              <a:rPr kumimoji="0" lang="en-GB"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Describe and deep dive the </a:t>
            </a: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four dimensions of IT Service Management</a:t>
            </a:r>
          </a:p>
          <a:p>
            <a:pPr marL="214313" marR="0" lvl="0" indent="-214313" algn="l" defTabSz="457200" rtl="0" eaLnBrk="1" fontAlgn="auto" latinLnBrk="0" hangingPunct="1">
              <a:lnSpc>
                <a:spcPct val="120000"/>
              </a:lnSpc>
              <a:spcBef>
                <a:spcPts val="0"/>
              </a:spcBef>
              <a:spcAft>
                <a:spcPts val="0"/>
              </a:spcAft>
              <a:buClr>
                <a:srgbClr val="DA291C"/>
              </a:buClr>
              <a:buSzTx/>
              <a:buFont typeface="Wingdings" panose="05000000000000000000" pitchFamily="2" charset="2"/>
              <a:buChar char="§"/>
              <a:tabLst/>
              <a:defRPr/>
            </a:pPr>
            <a:r>
              <a:rPr kumimoji="0" lang="en-GB"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Define</a:t>
            </a: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 </a:t>
            </a:r>
            <a:r>
              <a:rPr kumimoji="0" lang="en-GB"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and present the </a:t>
            </a: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PESTLE analysis </a:t>
            </a:r>
            <a:r>
              <a:rPr kumimoji="0" lang="en-GB"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approach</a:t>
            </a: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 </a:t>
            </a:r>
          </a:p>
        </p:txBody>
      </p:sp>
      <p:sp>
        <p:nvSpPr>
          <p:cNvPr id="45" name="TextBox 22">
            <a:extLst>
              <a:ext uri="{FF2B5EF4-FFF2-40B4-BE49-F238E27FC236}">
                <a16:creationId xmlns:a16="http://schemas.microsoft.com/office/drawing/2014/main" id="{3F616650-FF9C-4934-91C3-761AE8BE9C3D}"/>
              </a:ext>
            </a:extLst>
          </p:cNvPr>
          <p:cNvSpPr txBox="1"/>
          <p:nvPr/>
        </p:nvSpPr>
        <p:spPr>
          <a:xfrm>
            <a:off x="971122" y="985635"/>
            <a:ext cx="3738280" cy="276999"/>
          </a:xfrm>
          <a:prstGeom prst="rect">
            <a:avLst/>
          </a:prstGeom>
          <a:solidFill>
            <a:schemeClr val="accent1"/>
          </a:solidFill>
        </p:spPr>
        <p:txBody>
          <a:bodyPr wrap="square" rtlCol="0">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Objectives</a:t>
            </a:r>
          </a:p>
        </p:txBody>
      </p:sp>
      <p:sp>
        <p:nvSpPr>
          <p:cNvPr id="46" name="Oval 14">
            <a:extLst>
              <a:ext uri="{FF2B5EF4-FFF2-40B4-BE49-F238E27FC236}">
                <a16:creationId xmlns:a16="http://schemas.microsoft.com/office/drawing/2014/main" id="{AAF10655-B24C-4945-8AFD-9026BF8A5CD8}"/>
              </a:ext>
            </a:extLst>
          </p:cNvPr>
          <p:cNvSpPr/>
          <p:nvPr/>
        </p:nvSpPr>
        <p:spPr>
          <a:xfrm>
            <a:off x="388390" y="962536"/>
            <a:ext cx="989648" cy="981817"/>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grpSp>
        <p:nvGrpSpPr>
          <p:cNvPr id="47" name="Group 16">
            <a:extLst>
              <a:ext uri="{FF2B5EF4-FFF2-40B4-BE49-F238E27FC236}">
                <a16:creationId xmlns:a16="http://schemas.microsoft.com/office/drawing/2014/main" id="{6D788507-4A4B-4C1F-97E3-8003A6AA3F1A}"/>
              </a:ext>
            </a:extLst>
          </p:cNvPr>
          <p:cNvGrpSpPr/>
          <p:nvPr/>
        </p:nvGrpSpPr>
        <p:grpSpPr>
          <a:xfrm>
            <a:off x="573581" y="1235943"/>
            <a:ext cx="618530" cy="434965"/>
            <a:chOff x="808193" y="4678532"/>
            <a:chExt cx="855892" cy="593349"/>
          </a:xfrm>
          <a:solidFill>
            <a:srgbClr val="0B233E"/>
          </a:solidFill>
        </p:grpSpPr>
        <p:sp>
          <p:nvSpPr>
            <p:cNvPr id="49" name="Freeform 26">
              <a:extLst>
                <a:ext uri="{FF2B5EF4-FFF2-40B4-BE49-F238E27FC236}">
                  <a16:creationId xmlns:a16="http://schemas.microsoft.com/office/drawing/2014/main" id="{70F4C0F0-8A12-4353-A6C8-AA729A1C371C}"/>
                </a:ext>
              </a:extLst>
            </p:cNvPr>
            <p:cNvSpPr>
              <a:spLocks/>
            </p:cNvSpPr>
            <p:nvPr/>
          </p:nvSpPr>
          <p:spPr bwMode="auto">
            <a:xfrm>
              <a:off x="883455" y="4967329"/>
              <a:ext cx="129522" cy="126021"/>
            </a:xfrm>
            <a:custGeom>
              <a:avLst/>
              <a:gdLst>
                <a:gd name="T0" fmla="*/ 40 w 45"/>
                <a:gd name="T1" fmla="*/ 0 h 44"/>
                <a:gd name="T2" fmla="*/ 0 w 45"/>
                <a:gd name="T3" fmla="*/ 40 h 44"/>
                <a:gd name="T4" fmla="*/ 5 w 45"/>
                <a:gd name="T5" fmla="*/ 44 h 44"/>
                <a:gd name="T6" fmla="*/ 10 w 45"/>
                <a:gd name="T7" fmla="*/ 40 h 44"/>
                <a:gd name="T8" fmla="*/ 40 w 45"/>
                <a:gd name="T9" fmla="*/ 9 h 44"/>
                <a:gd name="T10" fmla="*/ 45 w 45"/>
                <a:gd name="T11" fmla="*/ 4 h 44"/>
                <a:gd name="T12" fmla="*/ 40 w 45"/>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45" h="44">
                  <a:moveTo>
                    <a:pt x="40" y="0"/>
                  </a:moveTo>
                  <a:cubicBezTo>
                    <a:pt x="18" y="0"/>
                    <a:pt x="0" y="18"/>
                    <a:pt x="0" y="40"/>
                  </a:cubicBezTo>
                  <a:cubicBezTo>
                    <a:pt x="0" y="42"/>
                    <a:pt x="2" y="44"/>
                    <a:pt x="5" y="44"/>
                  </a:cubicBezTo>
                  <a:cubicBezTo>
                    <a:pt x="8" y="44"/>
                    <a:pt x="10" y="42"/>
                    <a:pt x="10" y="40"/>
                  </a:cubicBezTo>
                  <a:cubicBezTo>
                    <a:pt x="10" y="23"/>
                    <a:pt x="23" y="9"/>
                    <a:pt x="40" y="9"/>
                  </a:cubicBezTo>
                  <a:cubicBezTo>
                    <a:pt x="43" y="9"/>
                    <a:pt x="45" y="7"/>
                    <a:pt x="45" y="4"/>
                  </a:cubicBezTo>
                  <a:cubicBezTo>
                    <a:pt x="45" y="2"/>
                    <a:pt x="43" y="0"/>
                    <a:pt x="40"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56710" tIns="28355" rIns="56710" bIns="28355" numCol="1" anchor="t" anchorCtr="0" compatLnSpc="1">
              <a:prstTxWarp prst="textNoShape">
                <a:avLst/>
              </a:prstTxWarp>
            </a:bodyPr>
            <a:lstStyle/>
            <a:p>
              <a:pPr marL="0" marR="0" lvl="0" indent="0" algn="l" defTabSz="514350" rtl="0" eaLnBrk="1" fontAlgn="auto" latinLnBrk="0" hangingPunct="1">
                <a:lnSpc>
                  <a:spcPct val="100000"/>
                </a:lnSpc>
                <a:spcBef>
                  <a:spcPts val="0"/>
                </a:spcBef>
                <a:spcAft>
                  <a:spcPts val="0"/>
                </a:spcAft>
                <a:buClrTx/>
                <a:buSzTx/>
                <a:buFontTx/>
                <a:buNone/>
                <a:tabLst/>
                <a:defRPr/>
              </a:pPr>
              <a:endParaRPr kumimoji="0" lang="en-GB" sz="1241" b="0" i="0" u="none" strike="noStrike" kern="1200" cap="none" spc="0" normalizeH="0" baseline="0" noProof="0">
                <a:ln>
                  <a:noFill/>
                </a:ln>
                <a:solidFill>
                  <a:prstClr val="black"/>
                </a:solidFill>
                <a:effectLst/>
                <a:uLnTx/>
                <a:uFillTx/>
                <a:latin typeface="Arial Narrow" panose="020B0606020202030204" pitchFamily="34" charset="0"/>
                <a:ea typeface="+mn-ea"/>
                <a:cs typeface="+mn-cs"/>
              </a:endParaRPr>
            </a:p>
          </p:txBody>
        </p:sp>
        <p:sp>
          <p:nvSpPr>
            <p:cNvPr id="50" name="Freeform 27">
              <a:extLst>
                <a:ext uri="{FF2B5EF4-FFF2-40B4-BE49-F238E27FC236}">
                  <a16:creationId xmlns:a16="http://schemas.microsoft.com/office/drawing/2014/main" id="{15F1BDD6-E2AE-4D08-B622-B19C67D47300}"/>
                </a:ext>
              </a:extLst>
            </p:cNvPr>
            <p:cNvSpPr>
              <a:spLocks/>
            </p:cNvSpPr>
            <p:nvPr/>
          </p:nvSpPr>
          <p:spPr bwMode="auto">
            <a:xfrm>
              <a:off x="1357785" y="4967329"/>
              <a:ext cx="127771" cy="126021"/>
            </a:xfrm>
            <a:custGeom>
              <a:avLst/>
              <a:gdLst>
                <a:gd name="T0" fmla="*/ 40 w 44"/>
                <a:gd name="T1" fmla="*/ 0 h 44"/>
                <a:gd name="T2" fmla="*/ 0 w 44"/>
                <a:gd name="T3" fmla="*/ 40 h 44"/>
                <a:gd name="T4" fmla="*/ 5 w 44"/>
                <a:gd name="T5" fmla="*/ 44 h 44"/>
                <a:gd name="T6" fmla="*/ 9 w 44"/>
                <a:gd name="T7" fmla="*/ 40 h 44"/>
                <a:gd name="T8" fmla="*/ 40 w 44"/>
                <a:gd name="T9" fmla="*/ 9 h 44"/>
                <a:gd name="T10" fmla="*/ 44 w 44"/>
                <a:gd name="T11" fmla="*/ 4 h 44"/>
                <a:gd name="T12" fmla="*/ 40 w 44"/>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44" h="44">
                  <a:moveTo>
                    <a:pt x="40" y="0"/>
                  </a:moveTo>
                  <a:cubicBezTo>
                    <a:pt x="18" y="0"/>
                    <a:pt x="0" y="18"/>
                    <a:pt x="0" y="40"/>
                  </a:cubicBezTo>
                  <a:cubicBezTo>
                    <a:pt x="0" y="42"/>
                    <a:pt x="2" y="44"/>
                    <a:pt x="5" y="44"/>
                  </a:cubicBezTo>
                  <a:cubicBezTo>
                    <a:pt x="7" y="44"/>
                    <a:pt x="9" y="42"/>
                    <a:pt x="9" y="40"/>
                  </a:cubicBezTo>
                  <a:cubicBezTo>
                    <a:pt x="9" y="23"/>
                    <a:pt x="23" y="9"/>
                    <a:pt x="40" y="9"/>
                  </a:cubicBezTo>
                  <a:cubicBezTo>
                    <a:pt x="42" y="9"/>
                    <a:pt x="44" y="7"/>
                    <a:pt x="44" y="4"/>
                  </a:cubicBezTo>
                  <a:cubicBezTo>
                    <a:pt x="44" y="2"/>
                    <a:pt x="42" y="0"/>
                    <a:pt x="40"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56710" tIns="28355" rIns="56710" bIns="28355" numCol="1" anchor="t" anchorCtr="0" compatLnSpc="1">
              <a:prstTxWarp prst="textNoShape">
                <a:avLst/>
              </a:prstTxWarp>
            </a:bodyPr>
            <a:lstStyle/>
            <a:p>
              <a:pPr marL="0" marR="0" lvl="0" indent="0" algn="l" defTabSz="514350" rtl="0" eaLnBrk="1" fontAlgn="auto" latinLnBrk="0" hangingPunct="1">
                <a:lnSpc>
                  <a:spcPct val="100000"/>
                </a:lnSpc>
                <a:spcBef>
                  <a:spcPts val="0"/>
                </a:spcBef>
                <a:spcAft>
                  <a:spcPts val="0"/>
                </a:spcAft>
                <a:buClrTx/>
                <a:buSzTx/>
                <a:buFontTx/>
                <a:buNone/>
                <a:tabLst/>
                <a:defRPr/>
              </a:pPr>
              <a:endParaRPr kumimoji="0" lang="en-GB" sz="1241" b="0" i="0" u="none" strike="noStrike" kern="1200" cap="none" spc="0" normalizeH="0" baseline="0" noProof="0">
                <a:ln>
                  <a:noFill/>
                </a:ln>
                <a:solidFill>
                  <a:prstClr val="black"/>
                </a:solidFill>
                <a:effectLst/>
                <a:uLnTx/>
                <a:uFillTx/>
                <a:latin typeface="Arial Narrow" panose="020B0606020202030204" pitchFamily="34" charset="0"/>
                <a:ea typeface="+mn-ea"/>
                <a:cs typeface="+mn-cs"/>
              </a:endParaRPr>
            </a:p>
          </p:txBody>
        </p:sp>
        <p:sp>
          <p:nvSpPr>
            <p:cNvPr id="52" name="Freeform 28">
              <a:extLst>
                <a:ext uri="{FF2B5EF4-FFF2-40B4-BE49-F238E27FC236}">
                  <a16:creationId xmlns:a16="http://schemas.microsoft.com/office/drawing/2014/main" id="{151CAA09-4E47-4267-821F-A40F48A7E7B9}"/>
                </a:ext>
              </a:extLst>
            </p:cNvPr>
            <p:cNvSpPr>
              <a:spLocks/>
            </p:cNvSpPr>
            <p:nvPr/>
          </p:nvSpPr>
          <p:spPr bwMode="auto">
            <a:xfrm>
              <a:off x="934214" y="4678532"/>
              <a:ext cx="600350" cy="222288"/>
            </a:xfrm>
            <a:custGeom>
              <a:avLst/>
              <a:gdLst>
                <a:gd name="T0" fmla="*/ 81 w 208"/>
                <a:gd name="T1" fmla="*/ 77 h 77"/>
                <a:gd name="T2" fmla="*/ 128 w 208"/>
                <a:gd name="T3" fmla="*/ 77 h 77"/>
                <a:gd name="T4" fmla="*/ 184 w 208"/>
                <a:gd name="T5" fmla="*/ 52 h 77"/>
                <a:gd name="T6" fmla="*/ 208 w 208"/>
                <a:gd name="T7" fmla="*/ 56 h 77"/>
                <a:gd name="T8" fmla="*/ 181 w 208"/>
                <a:gd name="T9" fmla="*/ 18 h 77"/>
                <a:gd name="T10" fmla="*/ 177 w 208"/>
                <a:gd name="T11" fmla="*/ 11 h 77"/>
                <a:gd name="T12" fmla="*/ 177 w 208"/>
                <a:gd name="T13" fmla="*/ 11 h 77"/>
                <a:gd name="T14" fmla="*/ 177 w 208"/>
                <a:gd name="T15" fmla="*/ 11 h 77"/>
                <a:gd name="T16" fmla="*/ 152 w 208"/>
                <a:gd name="T17" fmla="*/ 0 h 77"/>
                <a:gd name="T18" fmla="*/ 127 w 208"/>
                <a:gd name="T19" fmla="*/ 11 h 77"/>
                <a:gd name="T20" fmla="*/ 82 w 208"/>
                <a:gd name="T21" fmla="*/ 11 h 77"/>
                <a:gd name="T22" fmla="*/ 57 w 208"/>
                <a:gd name="T23" fmla="*/ 0 h 77"/>
                <a:gd name="T24" fmla="*/ 32 w 208"/>
                <a:gd name="T25" fmla="*/ 11 h 77"/>
                <a:gd name="T26" fmla="*/ 32 w 208"/>
                <a:gd name="T27" fmla="*/ 11 h 77"/>
                <a:gd name="T28" fmla="*/ 0 w 208"/>
                <a:gd name="T29" fmla="*/ 56 h 77"/>
                <a:gd name="T30" fmla="*/ 25 w 208"/>
                <a:gd name="T31" fmla="*/ 52 h 77"/>
                <a:gd name="T32" fmla="*/ 81 w 208"/>
                <a:gd name="T33"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08" h="77">
                  <a:moveTo>
                    <a:pt x="81" y="77"/>
                  </a:moveTo>
                  <a:cubicBezTo>
                    <a:pt x="128" y="77"/>
                    <a:pt x="128" y="77"/>
                    <a:pt x="128" y="77"/>
                  </a:cubicBezTo>
                  <a:cubicBezTo>
                    <a:pt x="139" y="62"/>
                    <a:pt x="161" y="52"/>
                    <a:pt x="184" y="52"/>
                  </a:cubicBezTo>
                  <a:cubicBezTo>
                    <a:pt x="193" y="52"/>
                    <a:pt x="201" y="53"/>
                    <a:pt x="208" y="56"/>
                  </a:cubicBezTo>
                  <a:cubicBezTo>
                    <a:pt x="181" y="18"/>
                    <a:pt x="181" y="18"/>
                    <a:pt x="181" y="18"/>
                  </a:cubicBezTo>
                  <a:cubicBezTo>
                    <a:pt x="180" y="15"/>
                    <a:pt x="179" y="13"/>
                    <a:pt x="177" y="11"/>
                  </a:cubicBezTo>
                  <a:cubicBezTo>
                    <a:pt x="177" y="11"/>
                    <a:pt x="177" y="11"/>
                    <a:pt x="177" y="11"/>
                  </a:cubicBezTo>
                  <a:cubicBezTo>
                    <a:pt x="177" y="11"/>
                    <a:pt x="177" y="11"/>
                    <a:pt x="177" y="11"/>
                  </a:cubicBezTo>
                  <a:cubicBezTo>
                    <a:pt x="171" y="4"/>
                    <a:pt x="162" y="0"/>
                    <a:pt x="152" y="0"/>
                  </a:cubicBezTo>
                  <a:cubicBezTo>
                    <a:pt x="142" y="0"/>
                    <a:pt x="134" y="4"/>
                    <a:pt x="127" y="11"/>
                  </a:cubicBezTo>
                  <a:cubicBezTo>
                    <a:pt x="82" y="11"/>
                    <a:pt x="82" y="11"/>
                    <a:pt x="82" y="11"/>
                  </a:cubicBezTo>
                  <a:cubicBezTo>
                    <a:pt x="76" y="4"/>
                    <a:pt x="67" y="0"/>
                    <a:pt x="57" y="0"/>
                  </a:cubicBezTo>
                  <a:cubicBezTo>
                    <a:pt x="47" y="0"/>
                    <a:pt x="38" y="4"/>
                    <a:pt x="32" y="11"/>
                  </a:cubicBezTo>
                  <a:cubicBezTo>
                    <a:pt x="32" y="11"/>
                    <a:pt x="32" y="11"/>
                    <a:pt x="32" y="11"/>
                  </a:cubicBezTo>
                  <a:cubicBezTo>
                    <a:pt x="0" y="56"/>
                    <a:pt x="0" y="56"/>
                    <a:pt x="0" y="56"/>
                  </a:cubicBezTo>
                  <a:cubicBezTo>
                    <a:pt x="8" y="53"/>
                    <a:pt x="16" y="52"/>
                    <a:pt x="25" y="52"/>
                  </a:cubicBezTo>
                  <a:cubicBezTo>
                    <a:pt x="48" y="52"/>
                    <a:pt x="70" y="62"/>
                    <a:pt x="81" y="7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56710" tIns="28355" rIns="56710" bIns="28355" numCol="1" anchor="t" anchorCtr="0" compatLnSpc="1">
              <a:prstTxWarp prst="textNoShape">
                <a:avLst/>
              </a:prstTxWarp>
            </a:bodyPr>
            <a:lstStyle/>
            <a:p>
              <a:pPr marL="0" marR="0" lvl="0" indent="0" algn="l" defTabSz="514350" rtl="0" eaLnBrk="1" fontAlgn="auto" latinLnBrk="0" hangingPunct="1">
                <a:lnSpc>
                  <a:spcPct val="100000"/>
                </a:lnSpc>
                <a:spcBef>
                  <a:spcPts val="0"/>
                </a:spcBef>
                <a:spcAft>
                  <a:spcPts val="0"/>
                </a:spcAft>
                <a:buClrTx/>
                <a:buSzTx/>
                <a:buFontTx/>
                <a:buNone/>
                <a:tabLst/>
                <a:defRPr/>
              </a:pPr>
              <a:endParaRPr kumimoji="0" lang="en-GB" sz="1241" b="0" i="0" u="none" strike="noStrike" kern="1200" cap="none" spc="0" normalizeH="0" baseline="0" noProof="0">
                <a:ln>
                  <a:noFill/>
                </a:ln>
                <a:solidFill>
                  <a:prstClr val="black"/>
                </a:solidFill>
                <a:effectLst/>
                <a:uLnTx/>
                <a:uFillTx/>
                <a:latin typeface="Arial Narrow" panose="020B0606020202030204" pitchFamily="34" charset="0"/>
                <a:ea typeface="+mn-ea"/>
                <a:cs typeface="+mn-cs"/>
              </a:endParaRPr>
            </a:p>
          </p:txBody>
        </p:sp>
        <p:sp>
          <p:nvSpPr>
            <p:cNvPr id="53" name="Freeform 29">
              <a:extLst>
                <a:ext uri="{FF2B5EF4-FFF2-40B4-BE49-F238E27FC236}">
                  <a16:creationId xmlns:a16="http://schemas.microsoft.com/office/drawing/2014/main" id="{DA16C192-867E-483A-92E6-C25EF0A1C9E0}"/>
                </a:ext>
              </a:extLst>
            </p:cNvPr>
            <p:cNvSpPr>
              <a:spLocks noEditPoints="1"/>
            </p:cNvSpPr>
            <p:nvPr/>
          </p:nvSpPr>
          <p:spPr bwMode="auto">
            <a:xfrm>
              <a:off x="808193" y="4857061"/>
              <a:ext cx="855892" cy="414820"/>
            </a:xfrm>
            <a:custGeom>
              <a:avLst/>
              <a:gdLst>
                <a:gd name="T0" fmla="*/ 280 w 297"/>
                <a:gd name="T1" fmla="*/ 34 h 144"/>
                <a:gd name="T2" fmla="*/ 268 w 297"/>
                <a:gd name="T3" fmla="*/ 17 h 144"/>
                <a:gd name="T4" fmla="*/ 228 w 297"/>
                <a:gd name="T5" fmla="*/ 0 h 144"/>
                <a:gd name="T6" fmla="*/ 179 w 297"/>
                <a:gd name="T7" fmla="*/ 23 h 144"/>
                <a:gd name="T8" fmla="*/ 178 w 297"/>
                <a:gd name="T9" fmla="*/ 25 h 144"/>
                <a:gd name="T10" fmla="*/ 119 w 297"/>
                <a:gd name="T11" fmla="*/ 25 h 144"/>
                <a:gd name="T12" fmla="*/ 118 w 297"/>
                <a:gd name="T13" fmla="*/ 23 h 144"/>
                <a:gd name="T14" fmla="*/ 69 w 297"/>
                <a:gd name="T15" fmla="*/ 0 h 144"/>
                <a:gd name="T16" fmla="*/ 24 w 297"/>
                <a:gd name="T17" fmla="*/ 23 h 144"/>
                <a:gd name="T18" fmla="*/ 23 w 297"/>
                <a:gd name="T19" fmla="*/ 24 h 144"/>
                <a:gd name="T20" fmla="*/ 15 w 297"/>
                <a:gd name="T21" fmla="*/ 36 h 144"/>
                <a:gd name="T22" fmla="*/ 0 w 297"/>
                <a:gd name="T23" fmla="*/ 78 h 144"/>
                <a:gd name="T24" fmla="*/ 66 w 297"/>
                <a:gd name="T25" fmla="*/ 144 h 144"/>
                <a:gd name="T26" fmla="*/ 116 w 297"/>
                <a:gd name="T27" fmla="*/ 121 h 144"/>
                <a:gd name="T28" fmla="*/ 116 w 297"/>
                <a:gd name="T29" fmla="*/ 122 h 144"/>
                <a:gd name="T30" fmla="*/ 117 w 297"/>
                <a:gd name="T31" fmla="*/ 120 h 144"/>
                <a:gd name="T32" fmla="*/ 118 w 297"/>
                <a:gd name="T33" fmla="*/ 120 h 144"/>
                <a:gd name="T34" fmla="*/ 128 w 297"/>
                <a:gd name="T35" fmla="*/ 110 h 144"/>
                <a:gd name="T36" fmla="*/ 149 w 297"/>
                <a:gd name="T37" fmla="*/ 120 h 144"/>
                <a:gd name="T38" fmla="*/ 169 w 297"/>
                <a:gd name="T39" fmla="*/ 110 h 144"/>
                <a:gd name="T40" fmla="*/ 179 w 297"/>
                <a:gd name="T41" fmla="*/ 119 h 144"/>
                <a:gd name="T42" fmla="*/ 180 w 297"/>
                <a:gd name="T43" fmla="*/ 121 h 144"/>
                <a:gd name="T44" fmla="*/ 181 w 297"/>
                <a:gd name="T45" fmla="*/ 122 h 144"/>
                <a:gd name="T46" fmla="*/ 181 w 297"/>
                <a:gd name="T47" fmla="*/ 122 h 144"/>
                <a:gd name="T48" fmla="*/ 231 w 297"/>
                <a:gd name="T49" fmla="*/ 144 h 144"/>
                <a:gd name="T50" fmla="*/ 297 w 297"/>
                <a:gd name="T51" fmla="*/ 78 h 144"/>
                <a:gd name="T52" fmla="*/ 280 w 297"/>
                <a:gd name="T53" fmla="*/ 34 h 144"/>
                <a:gd name="T54" fmla="*/ 66 w 297"/>
                <a:gd name="T55" fmla="*/ 126 h 144"/>
                <a:gd name="T56" fmla="*/ 18 w 297"/>
                <a:gd name="T57" fmla="*/ 78 h 144"/>
                <a:gd name="T58" fmla="*/ 66 w 297"/>
                <a:gd name="T59" fmla="*/ 29 h 144"/>
                <a:gd name="T60" fmla="*/ 115 w 297"/>
                <a:gd name="T61" fmla="*/ 78 h 144"/>
                <a:gd name="T62" fmla="*/ 66 w 297"/>
                <a:gd name="T63" fmla="*/ 126 h 144"/>
                <a:gd name="T64" fmla="*/ 149 w 297"/>
                <a:gd name="T65" fmla="*/ 111 h 144"/>
                <a:gd name="T66" fmla="*/ 132 w 297"/>
                <a:gd name="T67" fmla="*/ 94 h 144"/>
                <a:gd name="T68" fmla="*/ 149 w 297"/>
                <a:gd name="T69" fmla="*/ 78 h 144"/>
                <a:gd name="T70" fmla="*/ 165 w 297"/>
                <a:gd name="T71" fmla="*/ 94 h 144"/>
                <a:gd name="T72" fmla="*/ 149 w 297"/>
                <a:gd name="T73" fmla="*/ 111 h 144"/>
                <a:gd name="T74" fmla="*/ 231 w 297"/>
                <a:gd name="T75" fmla="*/ 126 h 144"/>
                <a:gd name="T76" fmla="*/ 183 w 297"/>
                <a:gd name="T77" fmla="*/ 78 h 144"/>
                <a:gd name="T78" fmla="*/ 231 w 297"/>
                <a:gd name="T79" fmla="*/ 29 h 144"/>
                <a:gd name="T80" fmla="*/ 279 w 297"/>
                <a:gd name="T81" fmla="*/ 78 h 144"/>
                <a:gd name="T82" fmla="*/ 231 w 297"/>
                <a:gd name="T83" fmla="*/ 126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97" h="144">
                  <a:moveTo>
                    <a:pt x="280" y="34"/>
                  </a:moveTo>
                  <a:cubicBezTo>
                    <a:pt x="268" y="17"/>
                    <a:pt x="268" y="17"/>
                    <a:pt x="268" y="17"/>
                  </a:cubicBezTo>
                  <a:cubicBezTo>
                    <a:pt x="259" y="6"/>
                    <a:pt x="244" y="0"/>
                    <a:pt x="228" y="0"/>
                  </a:cubicBezTo>
                  <a:cubicBezTo>
                    <a:pt x="208" y="0"/>
                    <a:pt x="187" y="9"/>
                    <a:pt x="179" y="23"/>
                  </a:cubicBezTo>
                  <a:cubicBezTo>
                    <a:pt x="178" y="25"/>
                    <a:pt x="178" y="25"/>
                    <a:pt x="178" y="25"/>
                  </a:cubicBezTo>
                  <a:cubicBezTo>
                    <a:pt x="119" y="25"/>
                    <a:pt x="119" y="25"/>
                    <a:pt x="119" y="25"/>
                  </a:cubicBezTo>
                  <a:cubicBezTo>
                    <a:pt x="118" y="23"/>
                    <a:pt x="118" y="23"/>
                    <a:pt x="118" y="23"/>
                  </a:cubicBezTo>
                  <a:cubicBezTo>
                    <a:pt x="110" y="9"/>
                    <a:pt x="89" y="0"/>
                    <a:pt x="69" y="0"/>
                  </a:cubicBezTo>
                  <a:cubicBezTo>
                    <a:pt x="50" y="0"/>
                    <a:pt x="33" y="9"/>
                    <a:pt x="24" y="23"/>
                  </a:cubicBezTo>
                  <a:cubicBezTo>
                    <a:pt x="24" y="23"/>
                    <a:pt x="24" y="23"/>
                    <a:pt x="23" y="24"/>
                  </a:cubicBezTo>
                  <a:cubicBezTo>
                    <a:pt x="15" y="36"/>
                    <a:pt x="15" y="36"/>
                    <a:pt x="15" y="36"/>
                  </a:cubicBezTo>
                  <a:cubicBezTo>
                    <a:pt x="5" y="47"/>
                    <a:pt x="0" y="62"/>
                    <a:pt x="0" y="78"/>
                  </a:cubicBezTo>
                  <a:cubicBezTo>
                    <a:pt x="0" y="114"/>
                    <a:pt x="30" y="144"/>
                    <a:pt x="66" y="144"/>
                  </a:cubicBezTo>
                  <a:cubicBezTo>
                    <a:pt x="86" y="144"/>
                    <a:pt x="104" y="135"/>
                    <a:pt x="116" y="121"/>
                  </a:cubicBezTo>
                  <a:cubicBezTo>
                    <a:pt x="116" y="122"/>
                    <a:pt x="116" y="122"/>
                    <a:pt x="116" y="122"/>
                  </a:cubicBezTo>
                  <a:cubicBezTo>
                    <a:pt x="117" y="121"/>
                    <a:pt x="117" y="120"/>
                    <a:pt x="117" y="120"/>
                  </a:cubicBezTo>
                  <a:cubicBezTo>
                    <a:pt x="117" y="120"/>
                    <a:pt x="117" y="120"/>
                    <a:pt x="118" y="120"/>
                  </a:cubicBezTo>
                  <a:cubicBezTo>
                    <a:pt x="121" y="116"/>
                    <a:pt x="124" y="113"/>
                    <a:pt x="128" y="110"/>
                  </a:cubicBezTo>
                  <a:cubicBezTo>
                    <a:pt x="133" y="116"/>
                    <a:pt x="140" y="120"/>
                    <a:pt x="149" y="120"/>
                  </a:cubicBezTo>
                  <a:cubicBezTo>
                    <a:pt x="157" y="120"/>
                    <a:pt x="164" y="116"/>
                    <a:pt x="169" y="110"/>
                  </a:cubicBezTo>
                  <a:cubicBezTo>
                    <a:pt x="173" y="113"/>
                    <a:pt x="176" y="115"/>
                    <a:pt x="179" y="119"/>
                  </a:cubicBezTo>
                  <a:cubicBezTo>
                    <a:pt x="179" y="120"/>
                    <a:pt x="180" y="120"/>
                    <a:pt x="180" y="121"/>
                  </a:cubicBezTo>
                  <a:cubicBezTo>
                    <a:pt x="181" y="121"/>
                    <a:pt x="181" y="121"/>
                    <a:pt x="181" y="122"/>
                  </a:cubicBezTo>
                  <a:cubicBezTo>
                    <a:pt x="181" y="122"/>
                    <a:pt x="181" y="122"/>
                    <a:pt x="181" y="122"/>
                  </a:cubicBezTo>
                  <a:cubicBezTo>
                    <a:pt x="193" y="135"/>
                    <a:pt x="211" y="144"/>
                    <a:pt x="231" y="144"/>
                  </a:cubicBezTo>
                  <a:cubicBezTo>
                    <a:pt x="267" y="144"/>
                    <a:pt x="297" y="114"/>
                    <a:pt x="297" y="78"/>
                  </a:cubicBezTo>
                  <a:cubicBezTo>
                    <a:pt x="297" y="61"/>
                    <a:pt x="291" y="45"/>
                    <a:pt x="280" y="34"/>
                  </a:cubicBezTo>
                  <a:close/>
                  <a:moveTo>
                    <a:pt x="66" y="126"/>
                  </a:moveTo>
                  <a:cubicBezTo>
                    <a:pt x="40" y="126"/>
                    <a:pt x="18" y="104"/>
                    <a:pt x="18" y="78"/>
                  </a:cubicBezTo>
                  <a:cubicBezTo>
                    <a:pt x="18" y="51"/>
                    <a:pt x="40" y="29"/>
                    <a:pt x="66" y="29"/>
                  </a:cubicBezTo>
                  <a:cubicBezTo>
                    <a:pt x="93" y="29"/>
                    <a:pt x="115" y="51"/>
                    <a:pt x="115" y="78"/>
                  </a:cubicBezTo>
                  <a:cubicBezTo>
                    <a:pt x="115" y="104"/>
                    <a:pt x="93" y="126"/>
                    <a:pt x="66" y="126"/>
                  </a:cubicBezTo>
                  <a:close/>
                  <a:moveTo>
                    <a:pt x="149" y="111"/>
                  </a:moveTo>
                  <a:cubicBezTo>
                    <a:pt x="139" y="111"/>
                    <a:pt x="132" y="104"/>
                    <a:pt x="132" y="94"/>
                  </a:cubicBezTo>
                  <a:cubicBezTo>
                    <a:pt x="132" y="85"/>
                    <a:pt x="139" y="78"/>
                    <a:pt x="149" y="78"/>
                  </a:cubicBezTo>
                  <a:cubicBezTo>
                    <a:pt x="158" y="78"/>
                    <a:pt x="165" y="85"/>
                    <a:pt x="165" y="94"/>
                  </a:cubicBezTo>
                  <a:cubicBezTo>
                    <a:pt x="165" y="104"/>
                    <a:pt x="158" y="111"/>
                    <a:pt x="149" y="111"/>
                  </a:cubicBezTo>
                  <a:close/>
                  <a:moveTo>
                    <a:pt x="231" y="126"/>
                  </a:moveTo>
                  <a:cubicBezTo>
                    <a:pt x="204" y="126"/>
                    <a:pt x="183" y="104"/>
                    <a:pt x="183" y="78"/>
                  </a:cubicBezTo>
                  <a:cubicBezTo>
                    <a:pt x="183" y="51"/>
                    <a:pt x="204" y="29"/>
                    <a:pt x="231" y="29"/>
                  </a:cubicBezTo>
                  <a:cubicBezTo>
                    <a:pt x="257" y="29"/>
                    <a:pt x="279" y="51"/>
                    <a:pt x="279" y="78"/>
                  </a:cubicBezTo>
                  <a:cubicBezTo>
                    <a:pt x="279" y="104"/>
                    <a:pt x="257" y="126"/>
                    <a:pt x="231" y="12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56710" tIns="28355" rIns="56710" bIns="28355" numCol="1" anchor="t" anchorCtr="0" compatLnSpc="1">
              <a:prstTxWarp prst="textNoShape">
                <a:avLst/>
              </a:prstTxWarp>
            </a:bodyPr>
            <a:lstStyle/>
            <a:p>
              <a:pPr marL="0" marR="0" lvl="0" indent="0" algn="l" defTabSz="514350" rtl="0" eaLnBrk="1" fontAlgn="auto" latinLnBrk="0" hangingPunct="1">
                <a:lnSpc>
                  <a:spcPct val="100000"/>
                </a:lnSpc>
                <a:spcBef>
                  <a:spcPts val="0"/>
                </a:spcBef>
                <a:spcAft>
                  <a:spcPts val="0"/>
                </a:spcAft>
                <a:buClrTx/>
                <a:buSzTx/>
                <a:buFontTx/>
                <a:buNone/>
                <a:tabLst/>
                <a:defRPr/>
              </a:pPr>
              <a:endParaRPr kumimoji="0" lang="en-GB" sz="1241" b="0" i="0" u="none" strike="noStrike" kern="1200" cap="none" spc="0" normalizeH="0" baseline="0" noProof="0">
                <a:ln>
                  <a:noFill/>
                </a:ln>
                <a:solidFill>
                  <a:prstClr val="black"/>
                </a:solidFill>
                <a:effectLst/>
                <a:uLnTx/>
                <a:uFillTx/>
                <a:latin typeface="Arial Narrow" panose="020B0606020202030204" pitchFamily="34" charset="0"/>
                <a:ea typeface="+mn-ea"/>
                <a:cs typeface="+mn-cs"/>
              </a:endParaRPr>
            </a:p>
          </p:txBody>
        </p:sp>
      </p:grpSp>
      <p:cxnSp>
        <p:nvCxnSpPr>
          <p:cNvPr id="58" name="Straight Connector 80">
            <a:extLst>
              <a:ext uri="{FF2B5EF4-FFF2-40B4-BE49-F238E27FC236}">
                <a16:creationId xmlns:a16="http://schemas.microsoft.com/office/drawing/2014/main" id="{78D85C36-5EEB-4B88-8C03-4877D903CBB5}"/>
              </a:ext>
            </a:extLst>
          </p:cNvPr>
          <p:cNvCxnSpPr>
            <a:cxnSpLocks/>
          </p:cNvCxnSpPr>
          <p:nvPr/>
        </p:nvCxnSpPr>
        <p:spPr>
          <a:xfrm>
            <a:off x="7328360" y="3602967"/>
            <a:ext cx="0" cy="957771"/>
          </a:xfrm>
          <a:prstGeom prst="line">
            <a:avLst/>
          </a:prstGeom>
          <a:ln w="19050">
            <a:solidFill>
              <a:srgbClr val="DA291C"/>
            </a:solidFill>
            <a:prstDash val="dash"/>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DE31C37C-104E-4ED5-9B76-3495A270F976}"/>
              </a:ext>
            </a:extLst>
          </p:cNvPr>
          <p:cNvGrpSpPr/>
          <p:nvPr/>
        </p:nvGrpSpPr>
        <p:grpSpPr>
          <a:xfrm>
            <a:off x="618272" y="3026138"/>
            <a:ext cx="579092" cy="586318"/>
            <a:chOff x="642861" y="3026138"/>
            <a:chExt cx="579092" cy="586318"/>
          </a:xfrm>
        </p:grpSpPr>
        <p:sp>
          <p:nvSpPr>
            <p:cNvPr id="76" name="Oval 14">
              <a:extLst>
                <a:ext uri="{FF2B5EF4-FFF2-40B4-BE49-F238E27FC236}">
                  <a16:creationId xmlns:a16="http://schemas.microsoft.com/office/drawing/2014/main" id="{47EA3F0F-93B1-4D43-8FDE-586A2A45CE8F}"/>
                </a:ext>
              </a:extLst>
            </p:cNvPr>
            <p:cNvSpPr/>
            <p:nvPr/>
          </p:nvSpPr>
          <p:spPr>
            <a:xfrm>
              <a:off x="642861" y="3026138"/>
              <a:ext cx="579092" cy="586318"/>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grpSp>
          <p:nvGrpSpPr>
            <p:cNvPr id="4" name="Group 3">
              <a:extLst>
                <a:ext uri="{FF2B5EF4-FFF2-40B4-BE49-F238E27FC236}">
                  <a16:creationId xmlns:a16="http://schemas.microsoft.com/office/drawing/2014/main" id="{7C44258E-798A-4D82-B8FB-EDAEC793E7D7}"/>
                </a:ext>
              </a:extLst>
            </p:cNvPr>
            <p:cNvGrpSpPr/>
            <p:nvPr/>
          </p:nvGrpSpPr>
          <p:grpSpPr>
            <a:xfrm>
              <a:off x="738627" y="3147227"/>
              <a:ext cx="387557" cy="337433"/>
              <a:chOff x="673038" y="3060407"/>
              <a:chExt cx="593725" cy="475177"/>
            </a:xfrm>
          </p:grpSpPr>
          <p:pic>
            <p:nvPicPr>
              <p:cNvPr id="59" name="Elemento grafico 52" descr="Impiegata con riempimento a tinta unita">
                <a:extLst>
                  <a:ext uri="{FF2B5EF4-FFF2-40B4-BE49-F238E27FC236}">
                    <a16:creationId xmlns:a16="http://schemas.microsoft.com/office/drawing/2014/main" id="{61CE9695-EC9E-4165-A192-4911630A1A9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3038" y="3060407"/>
                <a:ext cx="419958" cy="419958"/>
              </a:xfrm>
              <a:prstGeom prst="rect">
                <a:avLst/>
              </a:prstGeom>
            </p:spPr>
          </p:pic>
          <p:pic>
            <p:nvPicPr>
              <p:cNvPr id="60" name="Elemento grafico 51" descr="Impiegato con riempimento a tinta unita">
                <a:extLst>
                  <a:ext uri="{FF2B5EF4-FFF2-40B4-BE49-F238E27FC236}">
                    <a16:creationId xmlns:a16="http://schemas.microsoft.com/office/drawing/2014/main" id="{80843CA4-94F0-4C5C-85FD-546EF7764F7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60155" y="3128976"/>
                <a:ext cx="406608" cy="406608"/>
              </a:xfrm>
              <a:prstGeom prst="rect">
                <a:avLst/>
              </a:prstGeom>
            </p:spPr>
          </p:pic>
        </p:grpSp>
      </p:grpSp>
      <p:sp>
        <p:nvSpPr>
          <p:cNvPr id="61" name="CasellaDiTesto 82">
            <a:extLst>
              <a:ext uri="{FF2B5EF4-FFF2-40B4-BE49-F238E27FC236}">
                <a16:creationId xmlns:a16="http://schemas.microsoft.com/office/drawing/2014/main" id="{15EE3E53-5D9E-42A0-BAE7-626E40ECB343}"/>
              </a:ext>
            </a:extLst>
          </p:cNvPr>
          <p:cNvSpPr txBox="1"/>
          <p:nvPr/>
        </p:nvSpPr>
        <p:spPr>
          <a:xfrm>
            <a:off x="7426180" y="3664800"/>
            <a:ext cx="1620000" cy="8463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600"/>
              </a:spcAft>
              <a:buClr>
                <a:srgbClr val="DA291C"/>
              </a:buClr>
              <a:buSzTx/>
              <a:buFontTx/>
              <a:buNone/>
              <a:tabLst/>
              <a:defRPr/>
            </a:pP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Factors affecting ITSM</a:t>
            </a:r>
            <a:endParaRPr kumimoji="0" lang="en-GB"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endParaRPr>
          </a:p>
          <a:p>
            <a:pPr marL="0" marR="0" lvl="0" indent="0" algn="ctr" defTabSz="457200" rtl="0" eaLnBrk="1" fontAlgn="auto" latinLnBrk="0" hangingPunct="1">
              <a:lnSpc>
                <a:spcPct val="100000"/>
              </a:lnSpc>
              <a:spcBef>
                <a:spcPts val="0"/>
              </a:spcBef>
              <a:spcAft>
                <a:spcPts val="600"/>
              </a:spcAft>
              <a:buClr>
                <a:srgbClr val="DA291C"/>
              </a:buClr>
              <a:buSzTx/>
              <a:buFontTx/>
              <a:buNone/>
              <a:tabLst/>
              <a:defRPr/>
            </a:pPr>
            <a:r>
              <a:rPr kumimoji="0" lang="en-GB"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Key variables belonging to a broader context that could affect ITSM</a:t>
            </a:r>
          </a:p>
        </p:txBody>
      </p:sp>
      <p:grpSp>
        <p:nvGrpSpPr>
          <p:cNvPr id="12" name="Group 11">
            <a:extLst>
              <a:ext uri="{FF2B5EF4-FFF2-40B4-BE49-F238E27FC236}">
                <a16:creationId xmlns:a16="http://schemas.microsoft.com/office/drawing/2014/main" id="{CBD14775-7692-4C0F-AF61-B2F9A1435E5B}"/>
              </a:ext>
            </a:extLst>
          </p:cNvPr>
          <p:cNvGrpSpPr/>
          <p:nvPr/>
        </p:nvGrpSpPr>
        <p:grpSpPr>
          <a:xfrm>
            <a:off x="4249544" y="3026138"/>
            <a:ext cx="612000" cy="612000"/>
            <a:chOff x="4311061" y="3026138"/>
            <a:chExt cx="612000" cy="612000"/>
          </a:xfrm>
        </p:grpSpPr>
        <p:sp>
          <p:nvSpPr>
            <p:cNvPr id="79" name="Oval 14">
              <a:extLst>
                <a:ext uri="{FF2B5EF4-FFF2-40B4-BE49-F238E27FC236}">
                  <a16:creationId xmlns:a16="http://schemas.microsoft.com/office/drawing/2014/main" id="{C32A82EA-AA43-4DB2-8B0E-C628F76613AE}"/>
                </a:ext>
              </a:extLst>
            </p:cNvPr>
            <p:cNvSpPr/>
            <p:nvPr/>
          </p:nvSpPr>
          <p:spPr>
            <a:xfrm>
              <a:off x="4311061" y="3026138"/>
              <a:ext cx="612000" cy="612000"/>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pic>
          <p:nvPicPr>
            <p:cNvPr id="18" name="Graphic 17" descr="Cycle with people with solid fill">
              <a:extLst>
                <a:ext uri="{FF2B5EF4-FFF2-40B4-BE49-F238E27FC236}">
                  <a16:creationId xmlns:a16="http://schemas.microsoft.com/office/drawing/2014/main" id="{F3B44C87-DA66-4A13-9CA7-8E45DAE7E44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76443" y="3078679"/>
              <a:ext cx="481236" cy="481236"/>
            </a:xfrm>
            <a:prstGeom prst="rect">
              <a:avLst/>
            </a:prstGeom>
          </p:spPr>
        </p:pic>
      </p:grpSp>
      <p:grpSp>
        <p:nvGrpSpPr>
          <p:cNvPr id="13" name="Group 12">
            <a:extLst>
              <a:ext uri="{FF2B5EF4-FFF2-40B4-BE49-F238E27FC236}">
                <a16:creationId xmlns:a16="http://schemas.microsoft.com/office/drawing/2014/main" id="{BC93968A-A48E-443B-9A8C-1CFB71D7B4D3}"/>
              </a:ext>
            </a:extLst>
          </p:cNvPr>
          <p:cNvGrpSpPr/>
          <p:nvPr/>
        </p:nvGrpSpPr>
        <p:grpSpPr>
          <a:xfrm>
            <a:off x="6098088" y="3026138"/>
            <a:ext cx="612000" cy="612000"/>
            <a:chOff x="6135527" y="3026138"/>
            <a:chExt cx="612000" cy="612000"/>
          </a:xfrm>
        </p:grpSpPr>
        <p:sp>
          <p:nvSpPr>
            <p:cNvPr id="82" name="Oval 14">
              <a:extLst>
                <a:ext uri="{FF2B5EF4-FFF2-40B4-BE49-F238E27FC236}">
                  <a16:creationId xmlns:a16="http://schemas.microsoft.com/office/drawing/2014/main" id="{5321596C-8514-4780-B20F-68FF813C02F6}"/>
                </a:ext>
              </a:extLst>
            </p:cNvPr>
            <p:cNvSpPr/>
            <p:nvPr/>
          </p:nvSpPr>
          <p:spPr>
            <a:xfrm>
              <a:off x="6135527" y="3026138"/>
              <a:ext cx="612000" cy="612000"/>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pic>
          <p:nvPicPr>
            <p:cNvPr id="22" name="Graphic 21" descr="Continuous Improvement with solid fill">
              <a:extLst>
                <a:ext uri="{FF2B5EF4-FFF2-40B4-BE49-F238E27FC236}">
                  <a16:creationId xmlns:a16="http://schemas.microsoft.com/office/drawing/2014/main" id="{970C4CCC-A3C4-4D7E-AAD9-617727DA695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11059" y="3125802"/>
              <a:ext cx="460936" cy="460936"/>
            </a:xfrm>
            <a:prstGeom prst="rect">
              <a:avLst/>
            </a:prstGeom>
          </p:spPr>
        </p:pic>
      </p:grpSp>
      <p:grpSp>
        <p:nvGrpSpPr>
          <p:cNvPr id="11" name="Group 10">
            <a:extLst>
              <a:ext uri="{FF2B5EF4-FFF2-40B4-BE49-F238E27FC236}">
                <a16:creationId xmlns:a16="http://schemas.microsoft.com/office/drawing/2014/main" id="{68DADB3D-6580-4B32-8D68-5AE6888686C0}"/>
              </a:ext>
            </a:extLst>
          </p:cNvPr>
          <p:cNvGrpSpPr/>
          <p:nvPr/>
        </p:nvGrpSpPr>
        <p:grpSpPr>
          <a:xfrm>
            <a:off x="2433908" y="3009227"/>
            <a:ext cx="579092" cy="586318"/>
            <a:chOff x="2476961" y="3009227"/>
            <a:chExt cx="579092" cy="586318"/>
          </a:xfrm>
        </p:grpSpPr>
        <p:sp>
          <p:nvSpPr>
            <p:cNvPr id="63" name="Oval 14">
              <a:extLst>
                <a:ext uri="{FF2B5EF4-FFF2-40B4-BE49-F238E27FC236}">
                  <a16:creationId xmlns:a16="http://schemas.microsoft.com/office/drawing/2014/main" id="{883F5D6F-66C9-4141-965C-322C7E119106}"/>
                </a:ext>
              </a:extLst>
            </p:cNvPr>
            <p:cNvSpPr/>
            <p:nvPr/>
          </p:nvSpPr>
          <p:spPr>
            <a:xfrm>
              <a:off x="2476961" y="3009227"/>
              <a:ext cx="579092" cy="586318"/>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pic>
          <p:nvPicPr>
            <p:cNvPr id="36" name="Graphic 35" descr="Plug with solid fill">
              <a:extLst>
                <a:ext uri="{FF2B5EF4-FFF2-40B4-BE49-F238E27FC236}">
                  <a16:creationId xmlns:a16="http://schemas.microsoft.com/office/drawing/2014/main" id="{47F3F3A2-3C92-4900-88F8-87A80E8F8286}"/>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525889" y="3048484"/>
              <a:ext cx="481237" cy="481237"/>
            </a:xfrm>
            <a:prstGeom prst="rect">
              <a:avLst/>
            </a:prstGeom>
          </p:spPr>
        </p:pic>
      </p:grpSp>
      <p:grpSp>
        <p:nvGrpSpPr>
          <p:cNvPr id="15" name="Group 14">
            <a:extLst>
              <a:ext uri="{FF2B5EF4-FFF2-40B4-BE49-F238E27FC236}">
                <a16:creationId xmlns:a16="http://schemas.microsoft.com/office/drawing/2014/main" id="{D362C5E0-7F73-41F2-A7BE-03E2E12702AB}"/>
              </a:ext>
            </a:extLst>
          </p:cNvPr>
          <p:cNvGrpSpPr/>
          <p:nvPr/>
        </p:nvGrpSpPr>
        <p:grpSpPr>
          <a:xfrm>
            <a:off x="7946632" y="3012589"/>
            <a:ext cx="579092" cy="586318"/>
            <a:chOff x="8025093" y="3012589"/>
            <a:chExt cx="579092" cy="586318"/>
          </a:xfrm>
        </p:grpSpPr>
        <p:sp>
          <p:nvSpPr>
            <p:cNvPr id="55" name="Oval 14">
              <a:extLst>
                <a:ext uri="{FF2B5EF4-FFF2-40B4-BE49-F238E27FC236}">
                  <a16:creationId xmlns:a16="http://schemas.microsoft.com/office/drawing/2014/main" id="{D454ED73-97F5-41CF-B98C-F637C0577F6A}"/>
                </a:ext>
              </a:extLst>
            </p:cNvPr>
            <p:cNvSpPr/>
            <p:nvPr/>
          </p:nvSpPr>
          <p:spPr>
            <a:xfrm>
              <a:off x="8025093" y="3012589"/>
              <a:ext cx="579092" cy="586318"/>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pic>
          <p:nvPicPr>
            <p:cNvPr id="8" name="Graphic 7" descr="Anger Symbol with solid fill">
              <a:extLst>
                <a:ext uri="{FF2B5EF4-FFF2-40B4-BE49-F238E27FC236}">
                  <a16:creationId xmlns:a16="http://schemas.microsoft.com/office/drawing/2014/main" id="{07682F3C-3C6F-4391-BC7F-15B1C5ECD0D2}"/>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125655" y="3125802"/>
              <a:ext cx="377968" cy="377968"/>
            </a:xfrm>
            <a:prstGeom prst="rect">
              <a:avLst/>
            </a:prstGeom>
          </p:spPr>
        </p:pic>
      </p:grpSp>
      <p:sp>
        <p:nvSpPr>
          <p:cNvPr id="9" name="Slide Number Placeholder 8">
            <a:extLst>
              <a:ext uri="{FF2B5EF4-FFF2-40B4-BE49-F238E27FC236}">
                <a16:creationId xmlns:a16="http://schemas.microsoft.com/office/drawing/2014/main" id="{350DFA94-ACAB-433A-97A1-1C5F2BB4EEC1}"/>
              </a:ext>
            </a:extLst>
          </p:cNvPr>
          <p:cNvSpPr>
            <a:spLocks noGrp="1"/>
          </p:cNvSpPr>
          <p:nvPr>
            <p:ph type="sldNum" sz="quarter" idx="35"/>
          </p:nvPr>
        </p:nvSpPr>
        <p:spPr/>
        <p:txBody>
          <a:bodyPr/>
          <a:lstStyle/>
          <a:p>
            <a:fld id="{9C18EA95-C3D3-214C-9452-EF8527DBCD86}" type="slidenum">
              <a:rPr lang="it-IT" smtClean="0"/>
              <a:pPr/>
              <a:t>16</a:t>
            </a:fld>
            <a:endParaRPr lang="it-IT"/>
          </a:p>
        </p:txBody>
      </p:sp>
    </p:spTree>
    <p:extLst>
      <p:ext uri="{BB962C8B-B14F-4D97-AF65-F5344CB8AC3E}">
        <p14:creationId xmlns:p14="http://schemas.microsoft.com/office/powerpoint/2010/main" val="25429685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The four dimensions of IT Service Management </a:t>
            </a:r>
            <a:r>
              <a:rPr lang="en-GB">
                <a:latin typeface="Arial Narrow" panose="020B0606020202030204" pitchFamily="34" charset="0"/>
              </a:rPr>
              <a:t>| </a:t>
            </a:r>
            <a:r>
              <a:rPr lang="en-GB">
                <a:solidFill>
                  <a:srgbClr val="6A97BE"/>
                </a:solidFill>
                <a:latin typeface="Arial Narrow" panose="020B0606020202030204" pitchFamily="34" charset="0"/>
              </a:rPr>
              <a:t>An holistic approach to services</a:t>
            </a: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a:xfrm>
            <a:off x="425648" y="512635"/>
            <a:ext cx="8359765" cy="333256"/>
          </a:xfrm>
        </p:spPr>
        <p:txBody>
          <a:bodyPr/>
          <a:lstStyle/>
          <a:p>
            <a:r>
              <a:rPr lang="en-GB">
                <a:latin typeface="Arial Narrow" panose="020B0606020202030204" pitchFamily="34" charset="0"/>
              </a:rPr>
              <a:t>Here below the four dimensions that characterise the IT Service Management as per ITIL 4 framework. They can be applied to specific goods and services and need to be considered together with many factors which could affect the service provision</a:t>
            </a:r>
          </a:p>
        </p:txBody>
      </p:sp>
      <p:grpSp>
        <p:nvGrpSpPr>
          <p:cNvPr id="56" name="Group 55">
            <a:extLst>
              <a:ext uri="{FF2B5EF4-FFF2-40B4-BE49-F238E27FC236}">
                <a16:creationId xmlns:a16="http://schemas.microsoft.com/office/drawing/2014/main" id="{4C85C80A-0924-42C3-B7FE-A7872DE6283C}"/>
              </a:ext>
            </a:extLst>
          </p:cNvPr>
          <p:cNvGrpSpPr/>
          <p:nvPr/>
        </p:nvGrpSpPr>
        <p:grpSpPr>
          <a:xfrm>
            <a:off x="1787300" y="1262958"/>
            <a:ext cx="5569401" cy="3099974"/>
            <a:chOff x="1326871" y="877102"/>
            <a:chExt cx="6166298" cy="3589208"/>
          </a:xfrm>
        </p:grpSpPr>
        <p:pic>
          <p:nvPicPr>
            <p:cNvPr id="1026" name="Picture 2">
              <a:extLst>
                <a:ext uri="{FF2B5EF4-FFF2-40B4-BE49-F238E27FC236}">
                  <a16:creationId xmlns:a16="http://schemas.microsoft.com/office/drawing/2014/main" id="{2F648286-D1B9-41AA-A2E2-2D75E9AA9C3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65" b="11192"/>
            <a:stretch/>
          </p:blipFill>
          <p:spPr bwMode="auto">
            <a:xfrm>
              <a:off x="1326871" y="877102"/>
              <a:ext cx="6166298" cy="3589208"/>
            </a:xfrm>
            <a:prstGeom prst="rect">
              <a:avLst/>
            </a:prstGeom>
            <a:noFill/>
            <a:extLst>
              <a:ext uri="{909E8E84-426E-40DD-AFC4-6F175D3DCCD1}">
                <a14:hiddenFill xmlns:a14="http://schemas.microsoft.com/office/drawing/2010/main">
                  <a:solidFill>
                    <a:srgbClr val="FFFFFF"/>
                  </a:solidFill>
                </a14:hiddenFill>
              </a:ext>
            </a:extLst>
          </p:spPr>
        </p:pic>
        <p:sp>
          <p:nvSpPr>
            <p:cNvPr id="55" name="Rectangle 54">
              <a:extLst>
                <a:ext uri="{FF2B5EF4-FFF2-40B4-BE49-F238E27FC236}">
                  <a16:creationId xmlns:a16="http://schemas.microsoft.com/office/drawing/2014/main" id="{9F1DCE2B-9566-490C-950B-77B555BF00E8}"/>
                </a:ext>
              </a:extLst>
            </p:cNvPr>
            <p:cNvSpPr/>
            <p:nvPr/>
          </p:nvSpPr>
          <p:spPr>
            <a:xfrm>
              <a:off x="1650831" y="4339310"/>
              <a:ext cx="508000" cy="127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grpSp>
      <p:sp>
        <p:nvSpPr>
          <p:cNvPr id="58" name="Rounded Rectangle 38">
            <a:extLst>
              <a:ext uri="{FF2B5EF4-FFF2-40B4-BE49-F238E27FC236}">
                <a16:creationId xmlns:a16="http://schemas.microsoft.com/office/drawing/2014/main" id="{0678B742-5C2B-473D-8026-6FBA868EB989}"/>
              </a:ext>
            </a:extLst>
          </p:cNvPr>
          <p:cNvSpPr>
            <a:spLocks noChangeArrowheads="1"/>
          </p:cNvSpPr>
          <p:nvPr/>
        </p:nvSpPr>
        <p:spPr bwMode="auto">
          <a:xfrm>
            <a:off x="129345" y="945801"/>
            <a:ext cx="2199835" cy="768918"/>
          </a:xfrm>
          <a:prstGeom prst="roundRect">
            <a:avLst>
              <a:gd name="adj" fmla="val 8452"/>
            </a:avLst>
          </a:prstGeom>
          <a:solidFill>
            <a:srgbClr val="FFFFFF"/>
          </a:solidFill>
          <a:ln w="12700" algn="ctr">
            <a:solidFill>
              <a:schemeClr val="accent1"/>
            </a:solidFill>
            <a:prstDash val="sysDot"/>
            <a:round/>
            <a:headEnd/>
            <a:tailEnd/>
          </a:ln>
        </p:spPr>
        <p:txBody>
          <a:bodyPr lIns="36000" tIns="0" rIns="72000" bIns="0" anchor="ctr"/>
          <a:lstStyle/>
          <a:p>
            <a:pPr marL="171450" marR="0" lvl="0" indent="-171450" algn="l" defTabSz="914400" rtl="0" eaLnBrk="1" fontAlgn="auto" latinLnBrk="0" hangingPunct="1">
              <a:lnSpc>
                <a:spcPct val="100000"/>
              </a:lnSpc>
              <a:spcBef>
                <a:spcPts val="0"/>
              </a:spcBef>
              <a:spcAft>
                <a:spcPts val="0"/>
              </a:spcAft>
              <a:buClr>
                <a:srgbClr val="DA291C"/>
              </a:buClr>
              <a:buSzTx/>
              <a:buFont typeface="Wingdings" panose="05000000000000000000" pitchFamily="2" charset="2"/>
              <a:buChar char="§"/>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Culture</a:t>
            </a:r>
          </a:p>
          <a:p>
            <a:pPr marL="171450" marR="0" lvl="0" indent="-171450" algn="l" defTabSz="914400" rtl="0" eaLnBrk="1" fontAlgn="auto" latinLnBrk="0" hangingPunct="1">
              <a:lnSpc>
                <a:spcPct val="100000"/>
              </a:lnSpc>
              <a:spcBef>
                <a:spcPts val="0"/>
              </a:spcBef>
              <a:spcAft>
                <a:spcPts val="0"/>
              </a:spcAft>
              <a:buClr>
                <a:srgbClr val="DA291C"/>
              </a:buClr>
              <a:buSzTx/>
              <a:buFont typeface="Wingdings" panose="05000000000000000000" pitchFamily="2" charset="2"/>
              <a:buChar char="§"/>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Formal organization structures</a:t>
            </a:r>
          </a:p>
          <a:p>
            <a:pPr marL="171450" marR="0" lvl="0" indent="-171450" algn="l" defTabSz="914400" rtl="0" eaLnBrk="1" fontAlgn="auto" latinLnBrk="0" hangingPunct="1">
              <a:lnSpc>
                <a:spcPct val="100000"/>
              </a:lnSpc>
              <a:spcBef>
                <a:spcPts val="0"/>
              </a:spcBef>
              <a:spcAft>
                <a:spcPts val="0"/>
              </a:spcAft>
              <a:buClr>
                <a:srgbClr val="DA291C"/>
              </a:buClr>
              <a:buSzTx/>
              <a:buFont typeface="Wingdings" panose="05000000000000000000" pitchFamily="2" charset="2"/>
              <a:buChar char="§"/>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Roles &amp; responsibilities</a:t>
            </a:r>
          </a:p>
          <a:p>
            <a:pPr marL="171450" marR="0" lvl="0" indent="-171450" algn="l" defTabSz="914400" rtl="0" eaLnBrk="1" fontAlgn="auto" latinLnBrk="0" hangingPunct="1">
              <a:lnSpc>
                <a:spcPct val="100000"/>
              </a:lnSpc>
              <a:spcBef>
                <a:spcPts val="0"/>
              </a:spcBef>
              <a:spcAft>
                <a:spcPts val="0"/>
              </a:spcAft>
              <a:buClr>
                <a:srgbClr val="DA291C"/>
              </a:buClr>
              <a:buSzTx/>
              <a:buFont typeface="Wingdings" panose="05000000000000000000" pitchFamily="2" charset="2"/>
              <a:buChar char="§"/>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Required staffing &amp; competencies</a:t>
            </a:r>
          </a:p>
        </p:txBody>
      </p:sp>
      <p:sp>
        <p:nvSpPr>
          <p:cNvPr id="64" name="Rounded Rectangle 38">
            <a:extLst>
              <a:ext uri="{FF2B5EF4-FFF2-40B4-BE49-F238E27FC236}">
                <a16:creationId xmlns:a16="http://schemas.microsoft.com/office/drawing/2014/main" id="{979BFDF2-19B3-4394-986D-1D6257CFD6ED}"/>
              </a:ext>
            </a:extLst>
          </p:cNvPr>
          <p:cNvSpPr>
            <a:spLocks noChangeArrowheads="1"/>
          </p:cNvSpPr>
          <p:nvPr/>
        </p:nvSpPr>
        <p:spPr bwMode="auto">
          <a:xfrm>
            <a:off x="129345" y="3911171"/>
            <a:ext cx="2199835" cy="770400"/>
          </a:xfrm>
          <a:prstGeom prst="roundRect">
            <a:avLst>
              <a:gd name="adj" fmla="val 8452"/>
            </a:avLst>
          </a:prstGeom>
          <a:solidFill>
            <a:srgbClr val="FFFFFF"/>
          </a:solidFill>
          <a:ln w="12700" algn="ctr">
            <a:solidFill>
              <a:schemeClr val="accent1"/>
            </a:solidFill>
            <a:prstDash val="sysDot"/>
            <a:round/>
            <a:headEnd/>
            <a:tailEnd/>
          </a:ln>
        </p:spPr>
        <p:txBody>
          <a:bodyPr lIns="36000" tIns="0" rIns="72000" bIns="0" anchor="ctr"/>
          <a:lstStyle/>
          <a:p>
            <a:pPr marL="171450" marR="0" lvl="0" indent="-171450" algn="l" defTabSz="914400" rtl="0" eaLnBrk="1" fontAlgn="auto" latinLnBrk="0" hangingPunct="1">
              <a:lnSpc>
                <a:spcPct val="100000"/>
              </a:lnSpc>
              <a:spcBef>
                <a:spcPts val="0"/>
              </a:spcBef>
              <a:spcAft>
                <a:spcPts val="0"/>
              </a:spcAft>
              <a:buClr>
                <a:srgbClr val="DA291C"/>
              </a:buClr>
              <a:buSzTx/>
              <a:buFont typeface="Wingdings" panose="05000000000000000000" pitchFamily="2" charset="2"/>
              <a:buChar char="§"/>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Other companies, departments and teams involved in the delivery, use and management of services</a:t>
            </a:r>
          </a:p>
        </p:txBody>
      </p:sp>
      <p:sp>
        <p:nvSpPr>
          <p:cNvPr id="69" name="Rounded Rectangle 38">
            <a:extLst>
              <a:ext uri="{FF2B5EF4-FFF2-40B4-BE49-F238E27FC236}">
                <a16:creationId xmlns:a16="http://schemas.microsoft.com/office/drawing/2014/main" id="{EA1563E0-4E0C-4D19-ABE4-592FD8D54FD3}"/>
              </a:ext>
            </a:extLst>
          </p:cNvPr>
          <p:cNvSpPr>
            <a:spLocks noChangeArrowheads="1"/>
          </p:cNvSpPr>
          <p:nvPr/>
        </p:nvSpPr>
        <p:spPr bwMode="auto">
          <a:xfrm>
            <a:off x="6814820" y="3911171"/>
            <a:ext cx="2199835" cy="770400"/>
          </a:xfrm>
          <a:prstGeom prst="roundRect">
            <a:avLst>
              <a:gd name="adj" fmla="val 8452"/>
            </a:avLst>
          </a:prstGeom>
          <a:solidFill>
            <a:srgbClr val="FFFFFF"/>
          </a:solidFill>
          <a:ln w="12700" algn="ctr">
            <a:solidFill>
              <a:schemeClr val="accent1"/>
            </a:solidFill>
            <a:prstDash val="sysDot"/>
            <a:round/>
            <a:headEnd/>
            <a:tailEnd/>
          </a:ln>
        </p:spPr>
        <p:txBody>
          <a:bodyPr lIns="36000" tIns="0" rIns="72000" bIns="0" anchor="ctr"/>
          <a:lstStyle/>
          <a:p>
            <a:pPr marL="171450" marR="0" lvl="0" indent="-171450" algn="l" defTabSz="914400" rtl="0" eaLnBrk="1" fontAlgn="auto" latinLnBrk="0" hangingPunct="1">
              <a:lnSpc>
                <a:spcPct val="100000"/>
              </a:lnSpc>
              <a:spcBef>
                <a:spcPts val="0"/>
              </a:spcBef>
              <a:spcAft>
                <a:spcPts val="0"/>
              </a:spcAft>
              <a:buClr>
                <a:srgbClr val="DA291C"/>
              </a:buClr>
              <a:buSzTx/>
              <a:buFont typeface="Wingdings" panose="05000000000000000000" pitchFamily="2" charset="2"/>
              <a:buChar char="§"/>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Steps taken to create and deliver value to the consumers</a:t>
            </a:r>
          </a:p>
        </p:txBody>
      </p:sp>
      <p:sp>
        <p:nvSpPr>
          <p:cNvPr id="70" name="Rounded Rectangle 38">
            <a:extLst>
              <a:ext uri="{FF2B5EF4-FFF2-40B4-BE49-F238E27FC236}">
                <a16:creationId xmlns:a16="http://schemas.microsoft.com/office/drawing/2014/main" id="{7AF0E0A4-6391-407A-B76B-36496C01240F}"/>
              </a:ext>
            </a:extLst>
          </p:cNvPr>
          <p:cNvSpPr>
            <a:spLocks noChangeArrowheads="1"/>
          </p:cNvSpPr>
          <p:nvPr/>
        </p:nvSpPr>
        <p:spPr bwMode="auto">
          <a:xfrm>
            <a:off x="6814820" y="945801"/>
            <a:ext cx="2199835" cy="770400"/>
          </a:xfrm>
          <a:prstGeom prst="roundRect">
            <a:avLst>
              <a:gd name="adj" fmla="val 8452"/>
            </a:avLst>
          </a:prstGeom>
          <a:solidFill>
            <a:srgbClr val="FFFFFF"/>
          </a:solidFill>
          <a:ln w="12700" algn="ctr">
            <a:solidFill>
              <a:schemeClr val="accent1"/>
            </a:solidFill>
            <a:prstDash val="sysDot"/>
            <a:round/>
            <a:headEnd/>
            <a:tailEnd/>
          </a:ln>
        </p:spPr>
        <p:txBody>
          <a:bodyPr lIns="36000" tIns="0" rIns="72000" bIns="0" anchor="ctr"/>
          <a:lstStyle/>
          <a:p>
            <a:pPr marL="171450" marR="0" lvl="0" indent="-171450" algn="l" defTabSz="914400" rtl="0" eaLnBrk="1" fontAlgn="auto" latinLnBrk="0" hangingPunct="1">
              <a:lnSpc>
                <a:spcPct val="100000"/>
              </a:lnSpc>
              <a:spcBef>
                <a:spcPts val="0"/>
              </a:spcBef>
              <a:spcAft>
                <a:spcPts val="0"/>
              </a:spcAft>
              <a:buClr>
                <a:srgbClr val="DA291C"/>
              </a:buClr>
              <a:buSzTx/>
              <a:buFont typeface="Wingdings" panose="05000000000000000000" pitchFamily="2" charset="2"/>
              <a:buChar char="§"/>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Business information &amp; technology</a:t>
            </a:r>
          </a:p>
          <a:p>
            <a:pPr marL="171450" marR="0" lvl="0" indent="-171450" algn="l" defTabSz="914400" rtl="0" eaLnBrk="1" fontAlgn="auto" latinLnBrk="0" hangingPunct="1">
              <a:lnSpc>
                <a:spcPct val="100000"/>
              </a:lnSpc>
              <a:spcBef>
                <a:spcPts val="0"/>
              </a:spcBef>
              <a:spcAft>
                <a:spcPts val="0"/>
              </a:spcAft>
              <a:buClr>
                <a:srgbClr val="DA291C"/>
              </a:buClr>
              <a:buSzTx/>
              <a:buFont typeface="Wingdings" panose="05000000000000000000" pitchFamily="2" charset="2"/>
              <a:buChar char="§"/>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IT Service Management information &amp; technology</a:t>
            </a:r>
          </a:p>
        </p:txBody>
      </p:sp>
      <p:grpSp>
        <p:nvGrpSpPr>
          <p:cNvPr id="28" name="Group 27">
            <a:extLst>
              <a:ext uri="{FF2B5EF4-FFF2-40B4-BE49-F238E27FC236}">
                <a16:creationId xmlns:a16="http://schemas.microsoft.com/office/drawing/2014/main" id="{7AFD4C32-8FDC-4B9D-B0BC-414A3072ACA5}"/>
              </a:ext>
            </a:extLst>
          </p:cNvPr>
          <p:cNvGrpSpPr/>
          <p:nvPr/>
        </p:nvGrpSpPr>
        <p:grpSpPr>
          <a:xfrm>
            <a:off x="2906192" y="2169375"/>
            <a:ext cx="288000" cy="288000"/>
            <a:chOff x="8322322" y="4482569"/>
            <a:chExt cx="360000" cy="360858"/>
          </a:xfrm>
        </p:grpSpPr>
        <p:sp>
          <p:nvSpPr>
            <p:cNvPr id="29" name="Oval 28">
              <a:extLst>
                <a:ext uri="{FF2B5EF4-FFF2-40B4-BE49-F238E27FC236}">
                  <a16:creationId xmlns:a16="http://schemas.microsoft.com/office/drawing/2014/main" id="{25702F42-78E2-4B6B-8FB8-7FF08702B4EE}"/>
                </a:ext>
              </a:extLst>
            </p:cNvPr>
            <p:cNvSpPr>
              <a:spLocks noChangeAspect="1"/>
            </p:cNvSpPr>
            <p:nvPr/>
          </p:nvSpPr>
          <p:spPr>
            <a:xfrm>
              <a:off x="8322322" y="4482569"/>
              <a:ext cx="360000" cy="360858"/>
            </a:xfrm>
            <a:prstGeom prst="ellipse">
              <a:avLst/>
            </a:prstGeom>
            <a:solidFill>
              <a:schemeClr val="bg1"/>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a:ln>
                  <a:noFill/>
                </a:ln>
                <a:solidFill>
                  <a:srgbClr val="000000"/>
                </a:solidFill>
                <a:effectLst/>
                <a:uLnTx/>
                <a:uFillTx/>
                <a:latin typeface="Arial"/>
                <a:ea typeface="+mn-ea"/>
                <a:cs typeface="+mn-cs"/>
              </a:endParaRPr>
            </a:p>
          </p:txBody>
        </p:sp>
        <p:pic>
          <p:nvPicPr>
            <p:cNvPr id="30" name="Graphic 29" descr="Magnifying glass with solid fill">
              <a:extLst>
                <a:ext uri="{FF2B5EF4-FFF2-40B4-BE49-F238E27FC236}">
                  <a16:creationId xmlns:a16="http://schemas.microsoft.com/office/drawing/2014/main" id="{9842F8B6-ED2F-415E-96E3-BACEC24299CB}"/>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6534" y="4547210"/>
              <a:ext cx="231576" cy="231576"/>
            </a:xfrm>
            <a:prstGeom prst="rect">
              <a:avLst/>
            </a:prstGeom>
          </p:spPr>
        </p:pic>
      </p:grpSp>
      <p:cxnSp>
        <p:nvCxnSpPr>
          <p:cNvPr id="32" name="Connector: Elbow 31">
            <a:extLst>
              <a:ext uri="{FF2B5EF4-FFF2-40B4-BE49-F238E27FC236}">
                <a16:creationId xmlns:a16="http://schemas.microsoft.com/office/drawing/2014/main" id="{C33CD3C6-6545-4A0E-A4B3-E923AD529495}"/>
              </a:ext>
            </a:extLst>
          </p:cNvPr>
          <p:cNvCxnSpPr>
            <a:cxnSpLocks/>
            <a:endCxn id="58" idx="2"/>
          </p:cNvCxnSpPr>
          <p:nvPr/>
        </p:nvCxnSpPr>
        <p:spPr>
          <a:xfrm rot="10800000">
            <a:off x="1229264" y="1714719"/>
            <a:ext cx="1676929" cy="598656"/>
          </a:xfrm>
          <a:prstGeom prst="bentConnector2">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nvGrpSpPr>
          <p:cNvPr id="34" name="Group 33">
            <a:extLst>
              <a:ext uri="{FF2B5EF4-FFF2-40B4-BE49-F238E27FC236}">
                <a16:creationId xmlns:a16="http://schemas.microsoft.com/office/drawing/2014/main" id="{4BB37ACF-8D99-4E0A-B99A-395CE22812B8}"/>
              </a:ext>
            </a:extLst>
          </p:cNvPr>
          <p:cNvGrpSpPr/>
          <p:nvPr/>
        </p:nvGrpSpPr>
        <p:grpSpPr>
          <a:xfrm>
            <a:off x="6120933" y="2169375"/>
            <a:ext cx="288000" cy="288000"/>
            <a:chOff x="8322322" y="4482569"/>
            <a:chExt cx="360000" cy="360858"/>
          </a:xfrm>
        </p:grpSpPr>
        <p:sp>
          <p:nvSpPr>
            <p:cNvPr id="35" name="Oval 34">
              <a:extLst>
                <a:ext uri="{FF2B5EF4-FFF2-40B4-BE49-F238E27FC236}">
                  <a16:creationId xmlns:a16="http://schemas.microsoft.com/office/drawing/2014/main" id="{CB95FFC2-837C-4907-BCAE-D4753B353399}"/>
                </a:ext>
              </a:extLst>
            </p:cNvPr>
            <p:cNvSpPr>
              <a:spLocks noChangeAspect="1"/>
            </p:cNvSpPr>
            <p:nvPr/>
          </p:nvSpPr>
          <p:spPr>
            <a:xfrm>
              <a:off x="8322322" y="4482569"/>
              <a:ext cx="360000" cy="360858"/>
            </a:xfrm>
            <a:prstGeom prst="ellipse">
              <a:avLst/>
            </a:prstGeom>
            <a:solidFill>
              <a:schemeClr val="bg1"/>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a:ln>
                  <a:noFill/>
                </a:ln>
                <a:solidFill>
                  <a:srgbClr val="000000"/>
                </a:solidFill>
                <a:effectLst/>
                <a:uLnTx/>
                <a:uFillTx/>
                <a:latin typeface="Arial"/>
                <a:ea typeface="+mn-ea"/>
                <a:cs typeface="+mn-cs"/>
              </a:endParaRPr>
            </a:p>
          </p:txBody>
        </p:sp>
        <p:pic>
          <p:nvPicPr>
            <p:cNvPr id="38" name="Graphic 37" descr="Magnifying glass with solid fill">
              <a:extLst>
                <a:ext uri="{FF2B5EF4-FFF2-40B4-BE49-F238E27FC236}">
                  <a16:creationId xmlns:a16="http://schemas.microsoft.com/office/drawing/2014/main" id="{095E4206-72EB-4367-8629-D9B4FA866426}"/>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6534" y="4547210"/>
              <a:ext cx="231576" cy="231576"/>
            </a:xfrm>
            <a:prstGeom prst="rect">
              <a:avLst/>
            </a:prstGeom>
          </p:spPr>
        </p:pic>
      </p:grpSp>
      <p:cxnSp>
        <p:nvCxnSpPr>
          <p:cNvPr id="40" name="Connector: Elbow 39">
            <a:extLst>
              <a:ext uri="{FF2B5EF4-FFF2-40B4-BE49-F238E27FC236}">
                <a16:creationId xmlns:a16="http://schemas.microsoft.com/office/drawing/2014/main" id="{F74AD3AF-7AC8-46B4-B294-200B6F6291A7}"/>
              </a:ext>
            </a:extLst>
          </p:cNvPr>
          <p:cNvCxnSpPr>
            <a:cxnSpLocks/>
            <a:endCxn id="70" idx="2"/>
          </p:cNvCxnSpPr>
          <p:nvPr/>
        </p:nvCxnSpPr>
        <p:spPr>
          <a:xfrm flipV="1">
            <a:off x="6408933" y="1716201"/>
            <a:ext cx="1505805" cy="597174"/>
          </a:xfrm>
          <a:prstGeom prst="bentConnector2">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88A282CD-5AC4-4E90-95EC-F371CB0614D6}"/>
              </a:ext>
            </a:extLst>
          </p:cNvPr>
          <p:cNvGrpSpPr/>
          <p:nvPr/>
        </p:nvGrpSpPr>
        <p:grpSpPr>
          <a:xfrm>
            <a:off x="1022939" y="2098015"/>
            <a:ext cx="417357" cy="417357"/>
            <a:chOff x="2008099" y="969947"/>
            <a:chExt cx="505002" cy="505002"/>
          </a:xfrm>
        </p:grpSpPr>
        <p:sp>
          <p:nvSpPr>
            <p:cNvPr id="60" name="Oval 37">
              <a:extLst>
                <a:ext uri="{FF2B5EF4-FFF2-40B4-BE49-F238E27FC236}">
                  <a16:creationId xmlns:a16="http://schemas.microsoft.com/office/drawing/2014/main" id="{CDEF7617-D3B2-4AA8-A8F4-49416D6FD58F}"/>
                </a:ext>
              </a:extLst>
            </p:cNvPr>
            <p:cNvSpPr/>
            <p:nvPr/>
          </p:nvSpPr>
          <p:spPr>
            <a:xfrm>
              <a:off x="2008099" y="969947"/>
              <a:ext cx="505002" cy="505002"/>
            </a:xfrm>
            <a:prstGeom prst="ellipse">
              <a:avLst/>
            </a:prstGeom>
            <a:solidFill>
              <a:schemeClr val="accent1"/>
            </a:solid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grpSp>
          <p:nvGrpSpPr>
            <p:cNvPr id="71" name="Group 70">
              <a:extLst>
                <a:ext uri="{FF2B5EF4-FFF2-40B4-BE49-F238E27FC236}">
                  <a16:creationId xmlns:a16="http://schemas.microsoft.com/office/drawing/2014/main" id="{9A1DD1B9-3C8C-4E29-BC0D-47B77042FFBD}"/>
                </a:ext>
              </a:extLst>
            </p:cNvPr>
            <p:cNvGrpSpPr/>
            <p:nvPr/>
          </p:nvGrpSpPr>
          <p:grpSpPr>
            <a:xfrm>
              <a:off x="2066822" y="1053732"/>
              <a:ext cx="387557" cy="337433"/>
              <a:chOff x="673038" y="3060407"/>
              <a:chExt cx="593725" cy="475177"/>
            </a:xfrm>
            <a:solidFill>
              <a:schemeClr val="bg1"/>
            </a:solidFill>
          </p:grpSpPr>
          <p:pic>
            <p:nvPicPr>
              <p:cNvPr id="72" name="Elemento grafico 52" descr="Impiegata con riempimento a tinta unita">
                <a:extLst>
                  <a:ext uri="{FF2B5EF4-FFF2-40B4-BE49-F238E27FC236}">
                    <a16:creationId xmlns:a16="http://schemas.microsoft.com/office/drawing/2014/main" id="{D557F266-DE4A-49D7-852E-FF1878EBAFD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73038" y="3060407"/>
                <a:ext cx="419958" cy="419958"/>
              </a:xfrm>
              <a:prstGeom prst="rect">
                <a:avLst/>
              </a:prstGeom>
            </p:spPr>
          </p:pic>
          <p:pic>
            <p:nvPicPr>
              <p:cNvPr id="73" name="Elemento grafico 51" descr="Impiegato con riempimento a tinta unita">
                <a:extLst>
                  <a:ext uri="{FF2B5EF4-FFF2-40B4-BE49-F238E27FC236}">
                    <a16:creationId xmlns:a16="http://schemas.microsoft.com/office/drawing/2014/main" id="{89C83637-99DC-4217-9009-11819134F3D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60155" y="3128976"/>
                <a:ext cx="406608" cy="406608"/>
              </a:xfrm>
              <a:prstGeom prst="rect">
                <a:avLst/>
              </a:prstGeom>
            </p:spPr>
          </p:pic>
        </p:grpSp>
      </p:grpSp>
      <p:grpSp>
        <p:nvGrpSpPr>
          <p:cNvPr id="11" name="Group 10">
            <a:extLst>
              <a:ext uri="{FF2B5EF4-FFF2-40B4-BE49-F238E27FC236}">
                <a16:creationId xmlns:a16="http://schemas.microsoft.com/office/drawing/2014/main" id="{DBA71571-2896-432D-81CD-F3018018DC0F}"/>
              </a:ext>
            </a:extLst>
          </p:cNvPr>
          <p:cNvGrpSpPr/>
          <p:nvPr/>
        </p:nvGrpSpPr>
        <p:grpSpPr>
          <a:xfrm>
            <a:off x="7712987" y="2098015"/>
            <a:ext cx="417600" cy="417600"/>
            <a:chOff x="6539507" y="1025707"/>
            <a:chExt cx="505002" cy="507296"/>
          </a:xfrm>
        </p:grpSpPr>
        <p:sp>
          <p:nvSpPr>
            <p:cNvPr id="67" name="Oval 37">
              <a:extLst>
                <a:ext uri="{FF2B5EF4-FFF2-40B4-BE49-F238E27FC236}">
                  <a16:creationId xmlns:a16="http://schemas.microsoft.com/office/drawing/2014/main" id="{E36C3BB9-AD24-4955-8BB2-095DB1930637}"/>
                </a:ext>
              </a:extLst>
            </p:cNvPr>
            <p:cNvSpPr/>
            <p:nvPr/>
          </p:nvSpPr>
          <p:spPr>
            <a:xfrm>
              <a:off x="6539507" y="1025707"/>
              <a:ext cx="505002" cy="505002"/>
            </a:xfrm>
            <a:prstGeom prst="ellipse">
              <a:avLst/>
            </a:prstGeom>
            <a:solidFill>
              <a:schemeClr val="accent1"/>
            </a:solid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74" name="Graphic 73" descr="Plug with solid fill">
              <a:extLst>
                <a:ext uri="{FF2B5EF4-FFF2-40B4-BE49-F238E27FC236}">
                  <a16:creationId xmlns:a16="http://schemas.microsoft.com/office/drawing/2014/main" id="{D8F23E9A-4B2C-4B06-A47E-3A2175EFA8A9}"/>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551390" y="1051766"/>
              <a:ext cx="481237" cy="481237"/>
            </a:xfrm>
            <a:prstGeom prst="rect">
              <a:avLst/>
            </a:prstGeom>
          </p:spPr>
        </p:pic>
      </p:grpSp>
      <p:grpSp>
        <p:nvGrpSpPr>
          <p:cNvPr id="45" name="Group 44">
            <a:extLst>
              <a:ext uri="{FF2B5EF4-FFF2-40B4-BE49-F238E27FC236}">
                <a16:creationId xmlns:a16="http://schemas.microsoft.com/office/drawing/2014/main" id="{36E65FF3-0238-4AC0-ACCB-33ABC3DA4B90}"/>
              </a:ext>
            </a:extLst>
          </p:cNvPr>
          <p:cNvGrpSpPr/>
          <p:nvPr/>
        </p:nvGrpSpPr>
        <p:grpSpPr>
          <a:xfrm>
            <a:off x="2906192" y="3243795"/>
            <a:ext cx="288000" cy="288000"/>
            <a:chOff x="8322322" y="4482569"/>
            <a:chExt cx="360000" cy="360858"/>
          </a:xfrm>
        </p:grpSpPr>
        <p:sp>
          <p:nvSpPr>
            <p:cNvPr id="46" name="Oval 45">
              <a:extLst>
                <a:ext uri="{FF2B5EF4-FFF2-40B4-BE49-F238E27FC236}">
                  <a16:creationId xmlns:a16="http://schemas.microsoft.com/office/drawing/2014/main" id="{59F94DA7-254A-4092-A628-D157AAC81E20}"/>
                </a:ext>
              </a:extLst>
            </p:cNvPr>
            <p:cNvSpPr>
              <a:spLocks noChangeAspect="1"/>
            </p:cNvSpPr>
            <p:nvPr/>
          </p:nvSpPr>
          <p:spPr>
            <a:xfrm>
              <a:off x="8322322" y="4482569"/>
              <a:ext cx="360000" cy="360858"/>
            </a:xfrm>
            <a:prstGeom prst="ellipse">
              <a:avLst/>
            </a:prstGeom>
            <a:solidFill>
              <a:schemeClr val="bg1"/>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a:ln>
                  <a:noFill/>
                </a:ln>
                <a:solidFill>
                  <a:srgbClr val="000000"/>
                </a:solidFill>
                <a:effectLst/>
                <a:uLnTx/>
                <a:uFillTx/>
                <a:latin typeface="Arial"/>
                <a:ea typeface="+mn-ea"/>
                <a:cs typeface="+mn-cs"/>
              </a:endParaRPr>
            </a:p>
          </p:txBody>
        </p:sp>
        <p:pic>
          <p:nvPicPr>
            <p:cNvPr id="47" name="Graphic 46" descr="Magnifying glass with solid fill">
              <a:extLst>
                <a:ext uri="{FF2B5EF4-FFF2-40B4-BE49-F238E27FC236}">
                  <a16:creationId xmlns:a16="http://schemas.microsoft.com/office/drawing/2014/main" id="{7FA6610A-F860-41B5-9D8C-B93DC73198AD}"/>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6534" y="4547210"/>
              <a:ext cx="231576" cy="231576"/>
            </a:xfrm>
            <a:prstGeom prst="rect">
              <a:avLst/>
            </a:prstGeom>
          </p:spPr>
        </p:pic>
      </p:grpSp>
      <p:cxnSp>
        <p:nvCxnSpPr>
          <p:cNvPr id="48" name="Connector: Elbow 47">
            <a:extLst>
              <a:ext uri="{FF2B5EF4-FFF2-40B4-BE49-F238E27FC236}">
                <a16:creationId xmlns:a16="http://schemas.microsoft.com/office/drawing/2014/main" id="{E1B4EA3E-705D-47C0-81C9-655CC86E16AB}"/>
              </a:ext>
            </a:extLst>
          </p:cNvPr>
          <p:cNvCxnSpPr>
            <a:cxnSpLocks/>
            <a:endCxn id="64" idx="0"/>
          </p:cNvCxnSpPr>
          <p:nvPr/>
        </p:nvCxnSpPr>
        <p:spPr>
          <a:xfrm rot="10800000" flipV="1">
            <a:off x="1229264" y="3387795"/>
            <a:ext cx="1676929" cy="523376"/>
          </a:xfrm>
          <a:prstGeom prst="bentConnector2">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nvGrpSpPr>
          <p:cNvPr id="53" name="Group 52">
            <a:extLst>
              <a:ext uri="{FF2B5EF4-FFF2-40B4-BE49-F238E27FC236}">
                <a16:creationId xmlns:a16="http://schemas.microsoft.com/office/drawing/2014/main" id="{60246A09-CB9B-4E81-8FB9-159A1D50558D}"/>
              </a:ext>
            </a:extLst>
          </p:cNvPr>
          <p:cNvGrpSpPr/>
          <p:nvPr/>
        </p:nvGrpSpPr>
        <p:grpSpPr>
          <a:xfrm>
            <a:off x="6120933" y="3243795"/>
            <a:ext cx="288000" cy="288000"/>
            <a:chOff x="8322322" y="4482569"/>
            <a:chExt cx="360000" cy="360858"/>
          </a:xfrm>
        </p:grpSpPr>
        <p:sp>
          <p:nvSpPr>
            <p:cNvPr id="54" name="Oval 53">
              <a:extLst>
                <a:ext uri="{FF2B5EF4-FFF2-40B4-BE49-F238E27FC236}">
                  <a16:creationId xmlns:a16="http://schemas.microsoft.com/office/drawing/2014/main" id="{3211E5F1-52F4-4670-933A-2F220F29C7F0}"/>
                </a:ext>
              </a:extLst>
            </p:cNvPr>
            <p:cNvSpPr>
              <a:spLocks noChangeAspect="1"/>
            </p:cNvSpPr>
            <p:nvPr/>
          </p:nvSpPr>
          <p:spPr>
            <a:xfrm>
              <a:off x="8322322" y="4482569"/>
              <a:ext cx="360000" cy="360858"/>
            </a:xfrm>
            <a:prstGeom prst="ellipse">
              <a:avLst/>
            </a:prstGeom>
            <a:solidFill>
              <a:schemeClr val="bg1"/>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a:ln>
                  <a:noFill/>
                </a:ln>
                <a:solidFill>
                  <a:srgbClr val="000000"/>
                </a:solidFill>
                <a:effectLst/>
                <a:uLnTx/>
                <a:uFillTx/>
                <a:latin typeface="Arial"/>
                <a:ea typeface="+mn-ea"/>
                <a:cs typeface="+mn-cs"/>
              </a:endParaRPr>
            </a:p>
          </p:txBody>
        </p:sp>
        <p:pic>
          <p:nvPicPr>
            <p:cNvPr id="57" name="Graphic 56" descr="Magnifying glass with solid fill">
              <a:extLst>
                <a:ext uri="{FF2B5EF4-FFF2-40B4-BE49-F238E27FC236}">
                  <a16:creationId xmlns:a16="http://schemas.microsoft.com/office/drawing/2014/main" id="{1F6E104C-3A18-4C90-A731-1674A069833F}"/>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6534" y="4547210"/>
              <a:ext cx="231576" cy="231576"/>
            </a:xfrm>
            <a:prstGeom prst="rect">
              <a:avLst/>
            </a:prstGeom>
          </p:spPr>
        </p:pic>
      </p:grpSp>
      <p:cxnSp>
        <p:nvCxnSpPr>
          <p:cNvPr id="59" name="Connector: Elbow 58">
            <a:extLst>
              <a:ext uri="{FF2B5EF4-FFF2-40B4-BE49-F238E27FC236}">
                <a16:creationId xmlns:a16="http://schemas.microsoft.com/office/drawing/2014/main" id="{CC9EE581-3757-429C-82DD-6D8B1048786F}"/>
              </a:ext>
            </a:extLst>
          </p:cNvPr>
          <p:cNvCxnSpPr>
            <a:cxnSpLocks/>
            <a:endCxn id="69" idx="0"/>
          </p:cNvCxnSpPr>
          <p:nvPr/>
        </p:nvCxnSpPr>
        <p:spPr>
          <a:xfrm>
            <a:off x="6408933" y="3387795"/>
            <a:ext cx="1505805" cy="523376"/>
          </a:xfrm>
          <a:prstGeom prst="bentConnector2">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DA54F625-D824-44B2-871C-4CFAD012E97F}"/>
              </a:ext>
            </a:extLst>
          </p:cNvPr>
          <p:cNvGrpSpPr/>
          <p:nvPr/>
        </p:nvGrpSpPr>
        <p:grpSpPr>
          <a:xfrm>
            <a:off x="1022939" y="3188634"/>
            <a:ext cx="417600" cy="417600"/>
            <a:chOff x="1983511" y="3810993"/>
            <a:chExt cx="505002" cy="505002"/>
          </a:xfrm>
        </p:grpSpPr>
        <p:sp>
          <p:nvSpPr>
            <p:cNvPr id="68" name="Oval 37">
              <a:extLst>
                <a:ext uri="{FF2B5EF4-FFF2-40B4-BE49-F238E27FC236}">
                  <a16:creationId xmlns:a16="http://schemas.microsoft.com/office/drawing/2014/main" id="{4860C8EA-911F-457D-870F-834333BAA5F6}"/>
                </a:ext>
              </a:extLst>
            </p:cNvPr>
            <p:cNvSpPr/>
            <p:nvPr/>
          </p:nvSpPr>
          <p:spPr>
            <a:xfrm>
              <a:off x="1983511" y="3810993"/>
              <a:ext cx="505002" cy="505002"/>
            </a:xfrm>
            <a:prstGeom prst="ellipse">
              <a:avLst/>
            </a:prstGeom>
            <a:solidFill>
              <a:schemeClr val="accent1"/>
            </a:solid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75" name="Graphic 74" descr="Cycle with people with solid fill">
              <a:extLst>
                <a:ext uri="{FF2B5EF4-FFF2-40B4-BE49-F238E27FC236}">
                  <a16:creationId xmlns:a16="http://schemas.microsoft.com/office/drawing/2014/main" id="{ADF78131-8B4A-4FBF-9592-48692602351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044297" y="3871779"/>
              <a:ext cx="383430" cy="383430"/>
            </a:xfrm>
            <a:prstGeom prst="rect">
              <a:avLst/>
            </a:prstGeom>
          </p:spPr>
        </p:pic>
      </p:grpSp>
      <p:grpSp>
        <p:nvGrpSpPr>
          <p:cNvPr id="12" name="Group 11">
            <a:extLst>
              <a:ext uri="{FF2B5EF4-FFF2-40B4-BE49-F238E27FC236}">
                <a16:creationId xmlns:a16="http://schemas.microsoft.com/office/drawing/2014/main" id="{718151CF-6005-453D-BBA9-5E4D51AD3B49}"/>
              </a:ext>
            </a:extLst>
          </p:cNvPr>
          <p:cNvGrpSpPr/>
          <p:nvPr/>
        </p:nvGrpSpPr>
        <p:grpSpPr>
          <a:xfrm>
            <a:off x="7712987" y="3188634"/>
            <a:ext cx="417600" cy="417600"/>
            <a:chOff x="6539507" y="3810993"/>
            <a:chExt cx="505002" cy="505002"/>
          </a:xfrm>
        </p:grpSpPr>
        <p:sp>
          <p:nvSpPr>
            <p:cNvPr id="66" name="Oval 37">
              <a:extLst>
                <a:ext uri="{FF2B5EF4-FFF2-40B4-BE49-F238E27FC236}">
                  <a16:creationId xmlns:a16="http://schemas.microsoft.com/office/drawing/2014/main" id="{56D56F10-E0B9-433E-AD5E-ECBD32B9958E}"/>
                </a:ext>
              </a:extLst>
            </p:cNvPr>
            <p:cNvSpPr/>
            <p:nvPr/>
          </p:nvSpPr>
          <p:spPr>
            <a:xfrm>
              <a:off x="6539507" y="3810993"/>
              <a:ext cx="505002" cy="505002"/>
            </a:xfrm>
            <a:prstGeom prst="ellipse">
              <a:avLst/>
            </a:prstGeom>
            <a:solidFill>
              <a:schemeClr val="accent1"/>
            </a:solid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78" name="Graphic 77" descr="Continuous Improvement with solid fill">
              <a:extLst>
                <a:ext uri="{FF2B5EF4-FFF2-40B4-BE49-F238E27FC236}">
                  <a16:creationId xmlns:a16="http://schemas.microsoft.com/office/drawing/2014/main" id="{5E779C05-9BEA-4B13-B5A5-F6305F3331C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572110" y="3843596"/>
              <a:ext cx="439797" cy="439797"/>
            </a:xfrm>
            <a:prstGeom prst="rect">
              <a:avLst/>
            </a:prstGeom>
          </p:spPr>
        </p:pic>
      </p:grpSp>
      <p:sp>
        <p:nvSpPr>
          <p:cNvPr id="6" name="Slide Number Placeholder 5">
            <a:extLst>
              <a:ext uri="{FF2B5EF4-FFF2-40B4-BE49-F238E27FC236}">
                <a16:creationId xmlns:a16="http://schemas.microsoft.com/office/drawing/2014/main" id="{05B6DA55-20DC-4305-8077-11BEC0A8EA99}"/>
              </a:ext>
            </a:extLst>
          </p:cNvPr>
          <p:cNvSpPr>
            <a:spLocks noGrp="1"/>
          </p:cNvSpPr>
          <p:nvPr>
            <p:ph type="sldNum" sz="quarter" idx="35"/>
          </p:nvPr>
        </p:nvSpPr>
        <p:spPr/>
        <p:txBody>
          <a:bodyPr/>
          <a:lstStyle/>
          <a:p>
            <a:fld id="{9C18EA95-C3D3-214C-9452-EF8527DBCD86}" type="slidenum">
              <a:rPr lang="it-IT" smtClean="0"/>
              <a:pPr/>
              <a:t>17</a:t>
            </a:fld>
            <a:endParaRPr lang="it-IT"/>
          </a:p>
        </p:txBody>
      </p:sp>
      <p:sp>
        <p:nvSpPr>
          <p:cNvPr id="80" name="Rectangle 210">
            <a:extLst>
              <a:ext uri="{FF2B5EF4-FFF2-40B4-BE49-F238E27FC236}">
                <a16:creationId xmlns:a16="http://schemas.microsoft.com/office/drawing/2014/main" id="{E1B80523-90C3-43A8-93E2-774FDACB0003}"/>
              </a:ext>
            </a:extLst>
          </p:cNvPr>
          <p:cNvSpPr/>
          <p:nvPr/>
        </p:nvSpPr>
        <p:spPr>
          <a:xfrm>
            <a:off x="7076250" y="4958810"/>
            <a:ext cx="1778905" cy="123111"/>
          </a:xfrm>
          <a:prstGeom prst="rect">
            <a:avLst/>
          </a:prstGeom>
        </p:spPr>
        <p:txBody>
          <a:bodyPr wrap="square" lIns="36000" tIns="0" rIns="36000" bIns="0">
            <a:spAutoFit/>
          </a:bodyPr>
          <a:lstStyle/>
          <a:p>
            <a:pPr defTabSz="914400">
              <a:buClr>
                <a:srgbClr val="DA291C"/>
              </a:buClr>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Each dimension is affected by multiple factors</a:t>
            </a:r>
            <a:endPar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grpSp>
        <p:nvGrpSpPr>
          <p:cNvPr id="83" name="Group 82">
            <a:extLst>
              <a:ext uri="{FF2B5EF4-FFF2-40B4-BE49-F238E27FC236}">
                <a16:creationId xmlns:a16="http://schemas.microsoft.com/office/drawing/2014/main" id="{3625B09B-0F00-490C-941F-28A50180441B}"/>
              </a:ext>
            </a:extLst>
          </p:cNvPr>
          <p:cNvGrpSpPr/>
          <p:nvPr/>
        </p:nvGrpSpPr>
        <p:grpSpPr>
          <a:xfrm>
            <a:off x="6836669" y="4976179"/>
            <a:ext cx="235951" cy="88374"/>
            <a:chOff x="6798569" y="4976179"/>
            <a:chExt cx="235951" cy="88374"/>
          </a:xfrm>
        </p:grpSpPr>
        <p:sp>
          <p:nvSpPr>
            <p:cNvPr id="84" name="Hexagon 83">
              <a:extLst>
                <a:ext uri="{FF2B5EF4-FFF2-40B4-BE49-F238E27FC236}">
                  <a16:creationId xmlns:a16="http://schemas.microsoft.com/office/drawing/2014/main" id="{E25140D6-B42D-4D89-AD5F-01C1C5A317FC}"/>
                </a:ext>
              </a:extLst>
            </p:cNvPr>
            <p:cNvSpPr/>
            <p:nvPr/>
          </p:nvSpPr>
          <p:spPr>
            <a:xfrm rot="16200000">
              <a:off x="6931264" y="4961297"/>
              <a:ext cx="88374" cy="118138"/>
            </a:xfrm>
            <a:prstGeom prst="hexagon">
              <a:avLst/>
            </a:prstGeom>
            <a:noFill/>
            <a:ln w="12700">
              <a:solidFill>
                <a:srgbClr val="8F608F"/>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85" name="Hexagon 84">
              <a:extLst>
                <a:ext uri="{FF2B5EF4-FFF2-40B4-BE49-F238E27FC236}">
                  <a16:creationId xmlns:a16="http://schemas.microsoft.com/office/drawing/2014/main" id="{DEEC7BBD-D180-49C1-9BD8-7C97B6B2EC79}"/>
                </a:ext>
              </a:extLst>
            </p:cNvPr>
            <p:cNvSpPr/>
            <p:nvPr/>
          </p:nvSpPr>
          <p:spPr>
            <a:xfrm rot="16200000">
              <a:off x="6813451" y="4961297"/>
              <a:ext cx="88374" cy="118138"/>
            </a:xfrm>
            <a:prstGeom prst="hexagon">
              <a:avLst/>
            </a:prstGeom>
            <a:noFill/>
            <a:ln w="12700">
              <a:solidFill>
                <a:srgbClr val="8F608F"/>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grpSp>
      <p:sp>
        <p:nvSpPr>
          <p:cNvPr id="51" name="Rectangle 210">
            <a:extLst>
              <a:ext uri="{FF2B5EF4-FFF2-40B4-BE49-F238E27FC236}">
                <a16:creationId xmlns:a16="http://schemas.microsoft.com/office/drawing/2014/main" id="{4CD44BFB-FF14-4154-AA65-3A122ECA4BCE}"/>
              </a:ext>
            </a:extLst>
          </p:cNvPr>
          <p:cNvSpPr/>
          <p:nvPr/>
        </p:nvSpPr>
        <p:spPr>
          <a:xfrm>
            <a:off x="4944310" y="4954731"/>
            <a:ext cx="1296000" cy="123111"/>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lIns="36000" tIns="0" rIns="36000" bIns="0">
            <a:noAutofit/>
          </a:bodyPr>
          <a:lstStyle/>
          <a:p>
            <a:pPr lvl="0" defTabSz="914400">
              <a:buClr>
                <a:srgbClr val="DA291C"/>
              </a:buClr>
              <a:defRPr/>
            </a:pPr>
            <a:r>
              <a:rPr lang="en-GB" sz="800" b="1" kern="0">
                <a:solidFill>
                  <a:srgbClr val="0C2340"/>
                </a:solidFill>
                <a:latin typeface="Arial Narrow" panose="020B0606020202030204" pitchFamily="34" charset="0"/>
              </a:rPr>
              <a:t>Source: </a:t>
            </a:r>
            <a:r>
              <a:rPr lang="en-GB" sz="800" kern="0">
                <a:solidFill>
                  <a:srgbClr val="0C2340"/>
                </a:solidFill>
                <a:latin typeface="Arial Narrow" panose="020B0606020202030204" pitchFamily="34" charset="0"/>
              </a:rPr>
              <a:t>AXELOS limited 2019</a:t>
            </a:r>
            <a:endParaRPr kumimoji="0" lang="en-GB" sz="800"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63" name="Rectangle 210">
            <a:extLst>
              <a:ext uri="{FF2B5EF4-FFF2-40B4-BE49-F238E27FC236}">
                <a16:creationId xmlns:a16="http://schemas.microsoft.com/office/drawing/2014/main" id="{00557768-4371-42C5-B76E-0C398C4EC076}"/>
              </a:ext>
            </a:extLst>
          </p:cNvPr>
          <p:cNvSpPr/>
          <p:nvPr/>
        </p:nvSpPr>
        <p:spPr>
          <a:xfrm>
            <a:off x="640323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9800010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The four dimensions of IT Service Management |</a:t>
            </a:r>
            <a:r>
              <a:rPr lang="en-US">
                <a:solidFill>
                  <a:schemeClr val="accent3"/>
                </a:solidFill>
                <a:latin typeface="Arial Narrow" panose="020B0606020202030204" pitchFamily="34" charset="0"/>
              </a:rPr>
              <a:t> Organization &amp; People 1/2</a:t>
            </a:r>
            <a:endParaRPr lang="en-GB">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a:xfrm>
            <a:off x="425945" y="512635"/>
            <a:ext cx="8359468" cy="334800"/>
          </a:xfrm>
        </p:spPr>
        <p:txBody>
          <a:bodyPr/>
          <a:lstStyle/>
          <a:p>
            <a:r>
              <a:rPr lang="en-GB">
                <a:latin typeface="Arial Narrow" panose="020B0606020202030204" pitchFamily="34" charset="0"/>
              </a:rPr>
              <a:t>The “Organizations &amp; People” dimension focuses on roles and responsibilities inside an organization, including formal structure, culture, staffing and needed skills, this to guarantee appropriate way of working</a:t>
            </a:r>
          </a:p>
        </p:txBody>
      </p:sp>
      <p:sp>
        <p:nvSpPr>
          <p:cNvPr id="33" name="Isosceles Triangle 4">
            <a:extLst>
              <a:ext uri="{FF2B5EF4-FFF2-40B4-BE49-F238E27FC236}">
                <a16:creationId xmlns:a16="http://schemas.microsoft.com/office/drawing/2014/main" id="{7B136C43-8CEC-4CC9-95AE-74169B357242}"/>
              </a:ext>
            </a:extLst>
          </p:cNvPr>
          <p:cNvSpPr/>
          <p:nvPr/>
        </p:nvSpPr>
        <p:spPr>
          <a:xfrm rot="5400000">
            <a:off x="3838929" y="2654105"/>
            <a:ext cx="1466140" cy="221707"/>
          </a:xfrm>
          <a:prstGeom prst="triangle">
            <a:avLst/>
          </a:prstGeom>
          <a:solidFill>
            <a:schemeClr val="bg1">
              <a:lumMod val="85000"/>
            </a:schemeClr>
          </a:solidFill>
          <a:ln w="25400" cap="flat" cmpd="sng" algn="ctr">
            <a:noFill/>
            <a:prstDash val="solid"/>
          </a:ln>
          <a:effectLst/>
          <a:extLst>
            <a:ext uri="{91240B29-F687-4F45-9708-019B960494DF}">
              <a14:hiddenLine xmlns:a14="http://schemas.microsoft.com/office/drawing/2010/main" w="25400" cap="flat" cmpd="sng" algn="ctr">
                <a:solidFill>
                  <a:prstClr val="black"/>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grpSp>
        <p:nvGrpSpPr>
          <p:cNvPr id="66" name="Group 65">
            <a:extLst>
              <a:ext uri="{FF2B5EF4-FFF2-40B4-BE49-F238E27FC236}">
                <a16:creationId xmlns:a16="http://schemas.microsoft.com/office/drawing/2014/main" id="{CC30247E-C437-4AB7-B10A-4116BF849752}"/>
              </a:ext>
            </a:extLst>
          </p:cNvPr>
          <p:cNvGrpSpPr/>
          <p:nvPr/>
        </p:nvGrpSpPr>
        <p:grpSpPr>
          <a:xfrm>
            <a:off x="5176636" y="1240611"/>
            <a:ext cx="3588965" cy="540000"/>
            <a:chOff x="5176636" y="1217751"/>
            <a:chExt cx="3588965" cy="540000"/>
          </a:xfrm>
        </p:grpSpPr>
        <p:sp>
          <p:nvSpPr>
            <p:cNvPr id="19" name="Oval 37">
              <a:extLst>
                <a:ext uri="{FF2B5EF4-FFF2-40B4-BE49-F238E27FC236}">
                  <a16:creationId xmlns:a16="http://schemas.microsoft.com/office/drawing/2014/main" id="{0E4349A7-438E-4940-BF83-644462C5F912}"/>
                </a:ext>
              </a:extLst>
            </p:cNvPr>
            <p:cNvSpPr/>
            <p:nvPr/>
          </p:nvSpPr>
          <p:spPr>
            <a:xfrm>
              <a:off x="5176636" y="1217751"/>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sp>
          <p:nvSpPr>
            <p:cNvPr id="21" name="Rectangle 210">
              <a:extLst>
                <a:ext uri="{FF2B5EF4-FFF2-40B4-BE49-F238E27FC236}">
                  <a16:creationId xmlns:a16="http://schemas.microsoft.com/office/drawing/2014/main" id="{D9EF5EDA-261F-48A9-8B2E-8A0673E278C8}"/>
                </a:ext>
              </a:extLst>
            </p:cNvPr>
            <p:cNvSpPr/>
            <p:nvPr/>
          </p:nvSpPr>
          <p:spPr>
            <a:xfrm>
              <a:off x="5727439" y="1272308"/>
              <a:ext cx="3038162" cy="430887"/>
            </a:xfrm>
            <a:prstGeom prst="rect">
              <a:avLst/>
            </a:prstGeom>
          </p:spPr>
          <p:txBody>
            <a:bodyPr wrap="square" anchor="ctr">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 service provider will employee people within an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appropriate organization</a:t>
              </a:r>
            </a:p>
          </p:txBody>
        </p:sp>
        <p:pic>
          <p:nvPicPr>
            <p:cNvPr id="6" name="Graphic 5" descr="Management with solid fill">
              <a:extLst>
                <a:ext uri="{FF2B5EF4-FFF2-40B4-BE49-F238E27FC236}">
                  <a16:creationId xmlns:a16="http://schemas.microsoft.com/office/drawing/2014/main" id="{1C5B22E7-5C54-4E13-A898-5DF492153CF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21866" y="1262981"/>
              <a:ext cx="449541" cy="449541"/>
            </a:xfrm>
            <a:prstGeom prst="rect">
              <a:avLst/>
            </a:prstGeom>
          </p:spPr>
        </p:pic>
      </p:grpSp>
      <p:grpSp>
        <p:nvGrpSpPr>
          <p:cNvPr id="67" name="Group 66">
            <a:extLst>
              <a:ext uri="{FF2B5EF4-FFF2-40B4-BE49-F238E27FC236}">
                <a16:creationId xmlns:a16="http://schemas.microsoft.com/office/drawing/2014/main" id="{E45EFF73-5C92-401C-8293-9BBBEFECB8CC}"/>
              </a:ext>
            </a:extLst>
          </p:cNvPr>
          <p:cNvGrpSpPr/>
          <p:nvPr/>
        </p:nvGrpSpPr>
        <p:grpSpPr>
          <a:xfrm>
            <a:off x="5176636" y="1944282"/>
            <a:ext cx="3608776" cy="600164"/>
            <a:chOff x="5176636" y="1927833"/>
            <a:chExt cx="3608776" cy="600164"/>
          </a:xfrm>
        </p:grpSpPr>
        <p:sp>
          <p:nvSpPr>
            <p:cNvPr id="29" name="Oval 37">
              <a:extLst>
                <a:ext uri="{FF2B5EF4-FFF2-40B4-BE49-F238E27FC236}">
                  <a16:creationId xmlns:a16="http://schemas.microsoft.com/office/drawing/2014/main" id="{0043B141-973C-49A8-A9C7-5FFBF9ABF5A3}"/>
                </a:ext>
              </a:extLst>
            </p:cNvPr>
            <p:cNvSpPr/>
            <p:nvPr/>
          </p:nvSpPr>
          <p:spPr>
            <a:xfrm>
              <a:off x="5176636" y="1964857"/>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sp>
          <p:nvSpPr>
            <p:cNvPr id="22" name="Rectangle 210">
              <a:extLst>
                <a:ext uri="{FF2B5EF4-FFF2-40B4-BE49-F238E27FC236}">
                  <a16:creationId xmlns:a16="http://schemas.microsoft.com/office/drawing/2014/main" id="{52A861D3-79A0-45B2-B4C1-915BADB91677}"/>
                </a:ext>
              </a:extLst>
            </p:cNvPr>
            <p:cNvSpPr/>
            <p:nvPr/>
          </p:nvSpPr>
          <p:spPr>
            <a:xfrm>
              <a:off x="5747250" y="1927833"/>
              <a:ext cx="3038162" cy="600164"/>
            </a:xfrm>
            <a:prstGeom prst="rect">
              <a:avLst/>
            </a:prstGeom>
          </p:spPr>
          <p:txBody>
            <a:bodyPr wrap="square" anchor="ctr">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The organization should be structured in a suitable manner, with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roles, responsibilities and authorities well-defined</a:t>
              </a:r>
            </a:p>
          </p:txBody>
        </p:sp>
        <p:pic>
          <p:nvPicPr>
            <p:cNvPr id="11" name="Graphic 10" descr="Meeting with solid fill">
              <a:extLst>
                <a:ext uri="{FF2B5EF4-FFF2-40B4-BE49-F238E27FC236}">
                  <a16:creationId xmlns:a16="http://schemas.microsoft.com/office/drawing/2014/main" id="{882E0112-2BF3-4812-886A-0EFE95E41A3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18036" y="2018373"/>
              <a:ext cx="457199" cy="457199"/>
            </a:xfrm>
            <a:prstGeom prst="rect">
              <a:avLst/>
            </a:prstGeom>
          </p:spPr>
        </p:pic>
      </p:grpSp>
      <p:grpSp>
        <p:nvGrpSpPr>
          <p:cNvPr id="68" name="Group 67">
            <a:extLst>
              <a:ext uri="{FF2B5EF4-FFF2-40B4-BE49-F238E27FC236}">
                <a16:creationId xmlns:a16="http://schemas.microsoft.com/office/drawing/2014/main" id="{6672EB27-2E35-435C-82BC-B086B9ED5BD6}"/>
              </a:ext>
            </a:extLst>
          </p:cNvPr>
          <p:cNvGrpSpPr/>
          <p:nvPr/>
        </p:nvGrpSpPr>
        <p:grpSpPr>
          <a:xfrm>
            <a:off x="5176636" y="2708117"/>
            <a:ext cx="3608776" cy="540000"/>
            <a:chOff x="5176636" y="2726150"/>
            <a:chExt cx="3608776" cy="540000"/>
          </a:xfrm>
        </p:grpSpPr>
        <p:sp>
          <p:nvSpPr>
            <p:cNvPr id="30" name="Oval 37">
              <a:extLst>
                <a:ext uri="{FF2B5EF4-FFF2-40B4-BE49-F238E27FC236}">
                  <a16:creationId xmlns:a16="http://schemas.microsoft.com/office/drawing/2014/main" id="{D40E0543-C1AA-4175-BCCA-77D6CF9FF1F1}"/>
                </a:ext>
              </a:extLst>
            </p:cNvPr>
            <p:cNvSpPr/>
            <p:nvPr/>
          </p:nvSpPr>
          <p:spPr>
            <a:xfrm>
              <a:off x="5176636" y="2726150"/>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sp>
          <p:nvSpPr>
            <p:cNvPr id="23" name="Rectangle 210">
              <a:extLst>
                <a:ext uri="{FF2B5EF4-FFF2-40B4-BE49-F238E27FC236}">
                  <a16:creationId xmlns:a16="http://schemas.microsoft.com/office/drawing/2014/main" id="{4E816468-5F84-4612-8E32-8EE655428A50}"/>
                </a:ext>
              </a:extLst>
            </p:cNvPr>
            <p:cNvSpPr/>
            <p:nvPr/>
          </p:nvSpPr>
          <p:spPr>
            <a:xfrm>
              <a:off x="5747250" y="2760784"/>
              <a:ext cx="3038162" cy="430887"/>
            </a:xfrm>
            <a:prstGeom prst="rect">
              <a:avLst/>
            </a:prstGeom>
          </p:spPr>
          <p:txBody>
            <a:bodyPr wrap="square" anchor="ctr">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Everyone should have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a clear understanding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of their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contribution</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to value creation</a:t>
              </a:r>
            </a:p>
          </p:txBody>
        </p:sp>
        <p:pic>
          <p:nvPicPr>
            <p:cNvPr id="15" name="Graphic 14" descr="Gears with solid fill">
              <a:extLst>
                <a:ext uri="{FF2B5EF4-FFF2-40B4-BE49-F238E27FC236}">
                  <a16:creationId xmlns:a16="http://schemas.microsoft.com/office/drawing/2014/main" id="{83EC2A6C-E04E-4B26-BC0D-7DE0BDDA68F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261426" y="2820095"/>
              <a:ext cx="370417" cy="370417"/>
            </a:xfrm>
            <a:prstGeom prst="rect">
              <a:avLst/>
            </a:prstGeom>
          </p:spPr>
        </p:pic>
      </p:grpSp>
      <p:grpSp>
        <p:nvGrpSpPr>
          <p:cNvPr id="70" name="Group 69">
            <a:extLst>
              <a:ext uri="{FF2B5EF4-FFF2-40B4-BE49-F238E27FC236}">
                <a16:creationId xmlns:a16="http://schemas.microsoft.com/office/drawing/2014/main" id="{53ED38AD-A3BD-445D-968F-ECB6240294FD}"/>
              </a:ext>
            </a:extLst>
          </p:cNvPr>
          <p:cNvGrpSpPr/>
          <p:nvPr/>
        </p:nvGrpSpPr>
        <p:grpSpPr>
          <a:xfrm>
            <a:off x="5176636" y="4175622"/>
            <a:ext cx="3608776" cy="540000"/>
            <a:chOff x="5176636" y="4221342"/>
            <a:chExt cx="3608776" cy="540000"/>
          </a:xfrm>
        </p:grpSpPr>
        <p:sp>
          <p:nvSpPr>
            <p:cNvPr id="32" name="Oval 37">
              <a:extLst>
                <a:ext uri="{FF2B5EF4-FFF2-40B4-BE49-F238E27FC236}">
                  <a16:creationId xmlns:a16="http://schemas.microsoft.com/office/drawing/2014/main" id="{C8BDC227-9561-4018-849B-9BFFB759C670}"/>
                </a:ext>
              </a:extLst>
            </p:cNvPr>
            <p:cNvSpPr/>
            <p:nvPr/>
          </p:nvSpPr>
          <p:spPr>
            <a:xfrm>
              <a:off x="5176636" y="4221342"/>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sp>
          <p:nvSpPr>
            <p:cNvPr id="25" name="Rectangle 210">
              <a:extLst>
                <a:ext uri="{FF2B5EF4-FFF2-40B4-BE49-F238E27FC236}">
                  <a16:creationId xmlns:a16="http://schemas.microsoft.com/office/drawing/2014/main" id="{EC254891-D5D7-460E-84CE-213F503CF43C}"/>
                </a:ext>
              </a:extLst>
            </p:cNvPr>
            <p:cNvSpPr/>
            <p:nvPr/>
          </p:nvSpPr>
          <p:spPr>
            <a:xfrm>
              <a:off x="5747250" y="4360537"/>
              <a:ext cx="3038162" cy="261610"/>
            </a:xfrm>
            <a:prstGeom prst="rect">
              <a:avLst/>
            </a:prstGeom>
          </p:spPr>
          <p:txBody>
            <a:bodyPr wrap="square" anchor="ctr">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People will need to have the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necessary competencies</a:t>
              </a:r>
            </a:p>
          </p:txBody>
        </p:sp>
        <p:pic>
          <p:nvPicPr>
            <p:cNvPr id="34" name="Graphic 33" descr="Books with solid fill">
              <a:extLst>
                <a:ext uri="{FF2B5EF4-FFF2-40B4-BE49-F238E27FC236}">
                  <a16:creationId xmlns:a16="http://schemas.microsoft.com/office/drawing/2014/main" id="{8F9FCA44-5A81-4A2D-946F-209FBD3F1B7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230358" y="4275066"/>
              <a:ext cx="432552" cy="432552"/>
            </a:xfrm>
            <a:prstGeom prst="rect">
              <a:avLst/>
            </a:prstGeom>
          </p:spPr>
        </p:pic>
      </p:grpSp>
      <p:grpSp>
        <p:nvGrpSpPr>
          <p:cNvPr id="69" name="Group 68">
            <a:extLst>
              <a:ext uri="{FF2B5EF4-FFF2-40B4-BE49-F238E27FC236}">
                <a16:creationId xmlns:a16="http://schemas.microsoft.com/office/drawing/2014/main" id="{0EA1376E-591F-4668-B18E-68015131533B}"/>
              </a:ext>
            </a:extLst>
          </p:cNvPr>
          <p:cNvGrpSpPr/>
          <p:nvPr/>
        </p:nvGrpSpPr>
        <p:grpSpPr>
          <a:xfrm>
            <a:off x="5176636" y="3411788"/>
            <a:ext cx="3608776" cy="600164"/>
            <a:chOff x="5176636" y="3456041"/>
            <a:chExt cx="3608776" cy="600164"/>
          </a:xfrm>
        </p:grpSpPr>
        <p:sp>
          <p:nvSpPr>
            <p:cNvPr id="31" name="Oval 37">
              <a:extLst>
                <a:ext uri="{FF2B5EF4-FFF2-40B4-BE49-F238E27FC236}">
                  <a16:creationId xmlns:a16="http://schemas.microsoft.com/office/drawing/2014/main" id="{BF566D95-D0E3-42BE-89CE-8CF3FB68B5F3}"/>
                </a:ext>
              </a:extLst>
            </p:cNvPr>
            <p:cNvSpPr/>
            <p:nvPr/>
          </p:nvSpPr>
          <p:spPr>
            <a:xfrm>
              <a:off x="5176636" y="3485290"/>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sp>
          <p:nvSpPr>
            <p:cNvPr id="24" name="Rectangle 210">
              <a:extLst>
                <a:ext uri="{FF2B5EF4-FFF2-40B4-BE49-F238E27FC236}">
                  <a16:creationId xmlns:a16="http://schemas.microsoft.com/office/drawing/2014/main" id="{D8BC459D-988C-4F21-91E3-4027A7AB5164}"/>
                </a:ext>
              </a:extLst>
            </p:cNvPr>
            <p:cNvSpPr/>
            <p:nvPr/>
          </p:nvSpPr>
          <p:spPr>
            <a:xfrm>
              <a:off x="5747250" y="3456041"/>
              <a:ext cx="3038162" cy="600164"/>
            </a:xfrm>
            <a:prstGeom prst="rect">
              <a:avLst/>
            </a:prstGeom>
          </p:spPr>
          <p:txBody>
            <a:bodyPr wrap="square" anchor="ctr">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Presence of a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structured a service-based culture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that recognizes the value of the guiding principles of service management and applies them</a:t>
              </a:r>
            </a:p>
          </p:txBody>
        </p:sp>
        <p:pic>
          <p:nvPicPr>
            <p:cNvPr id="35" name="Picture 34" descr="A picture containing text, tableware, dishware&#10;&#10;Description automatically generated">
              <a:extLst>
                <a:ext uri="{FF2B5EF4-FFF2-40B4-BE49-F238E27FC236}">
                  <a16:creationId xmlns:a16="http://schemas.microsoft.com/office/drawing/2014/main" id="{452109C5-5711-4DF5-8C32-9BE85B57A52A}"/>
                </a:ext>
              </a:extLst>
            </p:cNvPr>
            <p:cNvPicPr>
              <a:picLocks noChangeAspect="1"/>
            </p:cNvPicPr>
            <p:nvPr/>
          </p:nvPicPr>
          <p:blipFill>
            <a:blip r:embed="rId11"/>
            <a:stretch>
              <a:fillRect/>
            </a:stretch>
          </p:blipFill>
          <p:spPr>
            <a:xfrm>
              <a:off x="5264537" y="3580382"/>
              <a:ext cx="349815" cy="349815"/>
            </a:xfrm>
            <a:prstGeom prst="rect">
              <a:avLst/>
            </a:prstGeom>
            <a:effectLst/>
          </p:spPr>
        </p:pic>
      </p:grpSp>
      <p:cxnSp>
        <p:nvCxnSpPr>
          <p:cNvPr id="42" name="Straight Connector 12">
            <a:extLst>
              <a:ext uri="{FF2B5EF4-FFF2-40B4-BE49-F238E27FC236}">
                <a16:creationId xmlns:a16="http://schemas.microsoft.com/office/drawing/2014/main" id="{96EB1338-30A9-4631-9175-C6AAE416246B}"/>
              </a:ext>
            </a:extLst>
          </p:cNvPr>
          <p:cNvCxnSpPr>
            <a:cxnSpLocks/>
          </p:cNvCxnSpPr>
          <p:nvPr/>
        </p:nvCxnSpPr>
        <p:spPr>
          <a:xfrm>
            <a:off x="5168382" y="1064296"/>
            <a:ext cx="372728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3" name="TextBox 11">
            <a:extLst>
              <a:ext uri="{FF2B5EF4-FFF2-40B4-BE49-F238E27FC236}">
                <a16:creationId xmlns:a16="http://schemas.microsoft.com/office/drawing/2014/main" id="{B09802F5-AB29-459C-B064-140B118F8C09}"/>
              </a:ext>
            </a:extLst>
          </p:cNvPr>
          <p:cNvSpPr txBox="1"/>
          <p:nvPr/>
        </p:nvSpPr>
        <p:spPr>
          <a:xfrm>
            <a:off x="6200812" y="910408"/>
            <a:ext cx="1662428" cy="307777"/>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Highlights</a:t>
            </a:r>
            <a:endParaRPr kumimoji="0" lang="en-GB" sz="14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sp>
        <p:nvSpPr>
          <p:cNvPr id="28" name="Arc 27">
            <a:extLst>
              <a:ext uri="{FF2B5EF4-FFF2-40B4-BE49-F238E27FC236}">
                <a16:creationId xmlns:a16="http://schemas.microsoft.com/office/drawing/2014/main" id="{0FB6D34A-6DBD-4448-BB39-C5A0B9704447}"/>
              </a:ext>
            </a:extLst>
          </p:cNvPr>
          <p:cNvSpPr>
            <a:spLocks noChangeAspect="1"/>
          </p:cNvSpPr>
          <p:nvPr/>
        </p:nvSpPr>
        <p:spPr>
          <a:xfrm>
            <a:off x="882000" y="1412260"/>
            <a:ext cx="2808000" cy="2808000"/>
          </a:xfrm>
          <a:prstGeom prst="arc">
            <a:avLst>
              <a:gd name="adj1" fmla="val 16200000"/>
              <a:gd name="adj2" fmla="val 16183710"/>
            </a:avLst>
          </a:prstGeom>
          <a:solidFill>
            <a:srgbClr val="FFFFFF"/>
          </a:solidFill>
          <a:ln w="12700" algn="ctr">
            <a:solidFill>
              <a:schemeClr val="accent1"/>
            </a:solidFill>
            <a:prstDash val="sysDot"/>
            <a:round/>
            <a:headEnd/>
            <a:tailEnd/>
          </a:ln>
        </p:spPr>
        <p:txBody>
          <a:bodyPr lIns="36000" tIns="0" rIns="72000" bIns="0" anchor="ctr"/>
          <a:lstStyle/>
          <a:p>
            <a:pPr marL="171450" marR="0" lvl="0" indent="-171450" algn="l" defTabSz="914400" rtl="0" eaLnBrk="1" fontAlgn="auto" latinLnBrk="0" hangingPunct="1">
              <a:lnSpc>
                <a:spcPct val="100000"/>
              </a:lnSpc>
              <a:spcBef>
                <a:spcPts val="0"/>
              </a:spcBef>
              <a:spcAft>
                <a:spcPts val="0"/>
              </a:spcAft>
              <a:buClr>
                <a:srgbClr val="DA291C"/>
              </a:buClr>
              <a:buSzTx/>
              <a:buFont typeface="Wingdings" panose="05000000000000000000" pitchFamily="2" charset="2"/>
              <a:buChar char="§"/>
              <a:tabLst/>
              <a:defRPr/>
            </a:pPr>
            <a:endParaRPr kumimoji="0" lang="en-GB" sz="1400" b="0"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14" name="Hexagon 13">
            <a:extLst>
              <a:ext uri="{FF2B5EF4-FFF2-40B4-BE49-F238E27FC236}">
                <a16:creationId xmlns:a16="http://schemas.microsoft.com/office/drawing/2014/main" id="{EDCAF5A7-082C-4622-808E-DF9AB30E6148}"/>
              </a:ext>
            </a:extLst>
          </p:cNvPr>
          <p:cNvSpPr/>
          <p:nvPr/>
        </p:nvSpPr>
        <p:spPr>
          <a:xfrm rot="16200000">
            <a:off x="1193639" y="1827794"/>
            <a:ext cx="1580683" cy="1519959"/>
          </a:xfrm>
          <a:prstGeom prst="hexagon">
            <a:avLst/>
          </a:prstGeom>
          <a:solidFill>
            <a:srgbClr val="8F60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a:ea typeface="+mn-ea"/>
              <a:cs typeface="+mn-cs"/>
            </a:endParaRPr>
          </a:p>
        </p:txBody>
      </p:sp>
      <p:sp>
        <p:nvSpPr>
          <p:cNvPr id="37" name="Hexagon 36">
            <a:extLst>
              <a:ext uri="{FF2B5EF4-FFF2-40B4-BE49-F238E27FC236}">
                <a16:creationId xmlns:a16="http://schemas.microsoft.com/office/drawing/2014/main" id="{E4B2BEFB-6864-4FB8-B375-DC7369368069}"/>
              </a:ext>
            </a:extLst>
          </p:cNvPr>
          <p:cNvSpPr/>
          <p:nvPr/>
        </p:nvSpPr>
        <p:spPr>
          <a:xfrm rot="16200000">
            <a:off x="1193639" y="1827794"/>
            <a:ext cx="1580683" cy="1519959"/>
          </a:xfrm>
          <a:prstGeom prst="hexagon">
            <a:avLst/>
          </a:prstGeom>
          <a:solidFill>
            <a:srgbClr val="8F60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a:ea typeface="+mn-ea"/>
              <a:cs typeface="+mn-cs"/>
            </a:endParaRPr>
          </a:p>
        </p:txBody>
      </p:sp>
      <p:sp>
        <p:nvSpPr>
          <p:cNvPr id="38" name="Hexagon 37">
            <a:extLst>
              <a:ext uri="{FF2B5EF4-FFF2-40B4-BE49-F238E27FC236}">
                <a16:creationId xmlns:a16="http://schemas.microsoft.com/office/drawing/2014/main" id="{DB26DF1F-D374-4F1B-B3F3-23DA08651063}"/>
              </a:ext>
            </a:extLst>
          </p:cNvPr>
          <p:cNvSpPr/>
          <p:nvPr/>
        </p:nvSpPr>
        <p:spPr>
          <a:xfrm rot="16200000">
            <a:off x="1797680" y="2398175"/>
            <a:ext cx="1580683" cy="1519959"/>
          </a:xfrm>
          <a:prstGeom prst="hexagon">
            <a:avLst/>
          </a:prstGeom>
          <a:solidFill>
            <a:srgbClr val="3448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a:ea typeface="+mn-ea"/>
              <a:cs typeface="+mn-cs"/>
            </a:endParaRPr>
          </a:p>
        </p:txBody>
      </p:sp>
      <p:sp>
        <p:nvSpPr>
          <p:cNvPr id="39" name="Rectangle 38">
            <a:extLst>
              <a:ext uri="{FF2B5EF4-FFF2-40B4-BE49-F238E27FC236}">
                <a16:creationId xmlns:a16="http://schemas.microsoft.com/office/drawing/2014/main" id="{C79CC739-5ACD-4922-B21F-4756CDF2D0BB}"/>
              </a:ext>
            </a:extLst>
          </p:cNvPr>
          <p:cNvSpPr/>
          <p:nvPr/>
        </p:nvSpPr>
        <p:spPr>
          <a:xfrm>
            <a:off x="1512783" y="1921655"/>
            <a:ext cx="942242" cy="3316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1</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 Organizations</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 &amp; People</a:t>
            </a:r>
          </a:p>
        </p:txBody>
      </p:sp>
      <p:sp>
        <p:nvSpPr>
          <p:cNvPr id="40" name="Rectangle 39">
            <a:extLst>
              <a:ext uri="{FF2B5EF4-FFF2-40B4-BE49-F238E27FC236}">
                <a16:creationId xmlns:a16="http://schemas.microsoft.com/office/drawing/2014/main" id="{8612107F-4483-4C66-AACA-7F6748099595}"/>
              </a:ext>
            </a:extLst>
          </p:cNvPr>
          <p:cNvSpPr/>
          <p:nvPr/>
        </p:nvSpPr>
        <p:spPr>
          <a:xfrm>
            <a:off x="2029899" y="2520039"/>
            <a:ext cx="1116243" cy="24959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Products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&amp; services</a:t>
            </a:r>
          </a:p>
        </p:txBody>
      </p:sp>
      <p:sp>
        <p:nvSpPr>
          <p:cNvPr id="41" name="Hexagon 40">
            <a:extLst>
              <a:ext uri="{FF2B5EF4-FFF2-40B4-BE49-F238E27FC236}">
                <a16:creationId xmlns:a16="http://schemas.microsoft.com/office/drawing/2014/main" id="{67E3E185-347B-4FC1-A2EC-FAEF643B6CFD}"/>
              </a:ext>
            </a:extLst>
          </p:cNvPr>
          <p:cNvSpPr/>
          <p:nvPr/>
        </p:nvSpPr>
        <p:spPr>
          <a:xfrm rot="16200000">
            <a:off x="2252229" y="2746889"/>
            <a:ext cx="698118" cy="858246"/>
          </a:xfrm>
          <a:prstGeom prst="hexagon">
            <a:avLst/>
          </a:prstGeom>
          <a:solidFill>
            <a:srgbClr val="AE2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a:ea typeface="+mn-ea"/>
              <a:cs typeface="+mn-cs"/>
            </a:endParaRPr>
          </a:p>
        </p:txBody>
      </p:sp>
      <p:sp>
        <p:nvSpPr>
          <p:cNvPr id="44" name="Rectangle 43">
            <a:extLst>
              <a:ext uri="{FF2B5EF4-FFF2-40B4-BE49-F238E27FC236}">
                <a16:creationId xmlns:a16="http://schemas.microsoft.com/office/drawing/2014/main" id="{247296D0-7A0F-4503-AB80-EFFB08BD1CC5}"/>
              </a:ext>
            </a:extLst>
          </p:cNvPr>
          <p:cNvSpPr/>
          <p:nvPr/>
        </p:nvSpPr>
        <p:spPr>
          <a:xfrm>
            <a:off x="2355527" y="2851668"/>
            <a:ext cx="507104" cy="23362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Value</a:t>
            </a:r>
          </a:p>
        </p:txBody>
      </p:sp>
      <p:sp>
        <p:nvSpPr>
          <p:cNvPr id="49" name="Rounded Rectangle 38">
            <a:extLst>
              <a:ext uri="{FF2B5EF4-FFF2-40B4-BE49-F238E27FC236}">
                <a16:creationId xmlns:a16="http://schemas.microsoft.com/office/drawing/2014/main" id="{521FF168-40AE-48FF-995D-B5BA1EB53CFC}"/>
              </a:ext>
            </a:extLst>
          </p:cNvPr>
          <p:cNvSpPr>
            <a:spLocks noChangeArrowheads="1"/>
          </p:cNvSpPr>
          <p:nvPr/>
        </p:nvSpPr>
        <p:spPr bwMode="auto">
          <a:xfrm>
            <a:off x="402040" y="1401904"/>
            <a:ext cx="1219680" cy="396000"/>
          </a:xfrm>
          <a:prstGeom prst="roundRect">
            <a:avLst>
              <a:gd name="adj" fmla="val 8452"/>
            </a:avLst>
          </a:prstGeom>
          <a:solidFill>
            <a:schemeClr val="accent1"/>
          </a:solidFill>
          <a:ln w="12700" algn="ctr">
            <a:noFill/>
            <a:prstDash val="sysDot"/>
            <a:round/>
            <a:headEnd/>
            <a:tailEnd/>
          </a:ln>
        </p:spPr>
        <p:txBody>
          <a:bodyPr lIns="36000" tIns="0" rIns="72000" bIns="0" anchor="ctr"/>
          <a:lstStyle/>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000" b="1" i="0" u="none" strike="noStrike" kern="0" cap="none" spc="0" normalizeH="0" baseline="0" noProof="0">
                <a:ln>
                  <a:noFill/>
                </a:ln>
                <a:solidFill>
                  <a:srgbClr val="FFFFFF"/>
                </a:solidFill>
                <a:effectLst/>
                <a:uLnTx/>
                <a:uFillTx/>
                <a:latin typeface="Arial Narrow" panose="020B0606020202030204" pitchFamily="34" charset="0"/>
                <a:ea typeface="+mn-ea"/>
                <a:cs typeface="+mn-cs"/>
              </a:rPr>
              <a:t>Formal organizational structure</a:t>
            </a:r>
          </a:p>
        </p:txBody>
      </p:sp>
      <p:sp>
        <p:nvSpPr>
          <p:cNvPr id="52" name="Rounded Rectangle 38">
            <a:extLst>
              <a:ext uri="{FF2B5EF4-FFF2-40B4-BE49-F238E27FC236}">
                <a16:creationId xmlns:a16="http://schemas.microsoft.com/office/drawing/2014/main" id="{D2904BFB-19CD-49D0-974B-77B0F9419567}"/>
              </a:ext>
            </a:extLst>
          </p:cNvPr>
          <p:cNvSpPr>
            <a:spLocks noChangeArrowheads="1"/>
          </p:cNvSpPr>
          <p:nvPr/>
        </p:nvSpPr>
        <p:spPr bwMode="auto">
          <a:xfrm>
            <a:off x="2950280" y="1401904"/>
            <a:ext cx="1219680" cy="396000"/>
          </a:xfrm>
          <a:prstGeom prst="roundRect">
            <a:avLst>
              <a:gd name="adj" fmla="val 8452"/>
            </a:avLst>
          </a:prstGeom>
          <a:solidFill>
            <a:schemeClr val="accent1"/>
          </a:solidFill>
          <a:ln w="12700" algn="ctr">
            <a:noFill/>
            <a:prstDash val="sysDot"/>
            <a:round/>
            <a:headEnd/>
            <a:tailEnd/>
          </a:ln>
        </p:spPr>
        <p:txBody>
          <a:bodyPr lIns="36000" tIns="0" rIns="72000" bIns="0" anchor="ctr"/>
          <a:lstStyle/>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000" b="1" i="0" u="none" strike="noStrike" kern="0" cap="none" spc="0" normalizeH="0" baseline="0" noProof="0">
                <a:ln>
                  <a:noFill/>
                </a:ln>
                <a:solidFill>
                  <a:srgbClr val="FFFFFF"/>
                </a:solidFill>
                <a:effectLst/>
                <a:uLnTx/>
                <a:uFillTx/>
                <a:latin typeface="Arial Narrow" panose="020B0606020202030204" pitchFamily="34" charset="0"/>
                <a:ea typeface="+mn-ea"/>
                <a:cs typeface="+mn-cs"/>
              </a:rPr>
              <a:t>Culture</a:t>
            </a:r>
          </a:p>
        </p:txBody>
      </p:sp>
      <p:sp>
        <p:nvSpPr>
          <p:cNvPr id="53" name="Rounded Rectangle 38">
            <a:extLst>
              <a:ext uri="{FF2B5EF4-FFF2-40B4-BE49-F238E27FC236}">
                <a16:creationId xmlns:a16="http://schemas.microsoft.com/office/drawing/2014/main" id="{CC82AA49-59B8-4C89-9BAF-2679317CD531}"/>
              </a:ext>
            </a:extLst>
          </p:cNvPr>
          <p:cNvSpPr>
            <a:spLocks noChangeArrowheads="1"/>
          </p:cNvSpPr>
          <p:nvPr/>
        </p:nvSpPr>
        <p:spPr bwMode="auto">
          <a:xfrm>
            <a:off x="402040" y="3834616"/>
            <a:ext cx="1219680" cy="396000"/>
          </a:xfrm>
          <a:prstGeom prst="roundRect">
            <a:avLst>
              <a:gd name="adj" fmla="val 8452"/>
            </a:avLst>
          </a:prstGeom>
          <a:solidFill>
            <a:schemeClr val="accent1"/>
          </a:solidFill>
          <a:ln w="12700" algn="ctr">
            <a:noFill/>
            <a:prstDash val="sysDot"/>
            <a:round/>
            <a:headEnd/>
            <a:tailEnd/>
          </a:ln>
        </p:spPr>
        <p:txBody>
          <a:bodyPr lIns="36000" tIns="0" rIns="72000" bIns="0" anchor="ctr"/>
          <a:lstStyle/>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000" b="1" i="0" u="none" strike="noStrike" kern="0" cap="none" spc="0" normalizeH="0" baseline="0" noProof="0">
                <a:ln>
                  <a:noFill/>
                </a:ln>
                <a:solidFill>
                  <a:srgbClr val="FFFFFF"/>
                </a:solidFill>
                <a:effectLst/>
                <a:uLnTx/>
                <a:uFillTx/>
                <a:latin typeface="Arial Narrow" panose="020B0606020202030204" pitchFamily="34" charset="0"/>
                <a:ea typeface="+mn-ea"/>
                <a:cs typeface="+mn-cs"/>
              </a:rPr>
              <a:t>Required staffing and competencies</a:t>
            </a:r>
          </a:p>
        </p:txBody>
      </p:sp>
      <p:sp>
        <p:nvSpPr>
          <p:cNvPr id="54" name="Rounded Rectangle 38">
            <a:extLst>
              <a:ext uri="{FF2B5EF4-FFF2-40B4-BE49-F238E27FC236}">
                <a16:creationId xmlns:a16="http://schemas.microsoft.com/office/drawing/2014/main" id="{75A708EF-C663-40C8-84FD-71DEFADE4FCC}"/>
              </a:ext>
            </a:extLst>
          </p:cNvPr>
          <p:cNvSpPr>
            <a:spLocks noChangeArrowheads="1"/>
          </p:cNvSpPr>
          <p:nvPr/>
        </p:nvSpPr>
        <p:spPr bwMode="auto">
          <a:xfrm>
            <a:off x="2950280" y="3834616"/>
            <a:ext cx="1219680" cy="396000"/>
          </a:xfrm>
          <a:prstGeom prst="roundRect">
            <a:avLst>
              <a:gd name="adj" fmla="val 8452"/>
            </a:avLst>
          </a:prstGeom>
          <a:solidFill>
            <a:schemeClr val="accent1"/>
          </a:solidFill>
          <a:ln w="12700" algn="ctr">
            <a:noFill/>
            <a:prstDash val="sysDot"/>
            <a:round/>
            <a:headEnd/>
            <a:tailEnd/>
          </a:ln>
        </p:spPr>
        <p:txBody>
          <a:bodyPr lIns="36000" tIns="0" rIns="72000" bIns="0" anchor="ctr"/>
          <a:lstStyle/>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000" b="1" i="0" u="none" strike="noStrike" kern="0" cap="none" spc="0" normalizeH="0" baseline="0" noProof="0">
                <a:ln>
                  <a:noFill/>
                </a:ln>
                <a:solidFill>
                  <a:srgbClr val="FFFFFF"/>
                </a:solidFill>
                <a:effectLst/>
                <a:uLnTx/>
                <a:uFillTx/>
                <a:latin typeface="Arial Narrow" panose="020B0606020202030204" pitchFamily="34" charset="0"/>
                <a:ea typeface="+mn-ea"/>
                <a:cs typeface="+mn-cs"/>
              </a:rPr>
              <a:t>Roles and responsibilities</a:t>
            </a:r>
          </a:p>
        </p:txBody>
      </p:sp>
      <p:sp>
        <p:nvSpPr>
          <p:cNvPr id="7" name="Slide Number Placeholder 6">
            <a:extLst>
              <a:ext uri="{FF2B5EF4-FFF2-40B4-BE49-F238E27FC236}">
                <a16:creationId xmlns:a16="http://schemas.microsoft.com/office/drawing/2014/main" id="{3D386249-AF27-46E1-8CAE-08C64E6D0A9E}"/>
              </a:ext>
            </a:extLst>
          </p:cNvPr>
          <p:cNvSpPr>
            <a:spLocks noGrp="1"/>
          </p:cNvSpPr>
          <p:nvPr>
            <p:ph type="sldNum" sz="quarter" idx="35"/>
          </p:nvPr>
        </p:nvSpPr>
        <p:spPr/>
        <p:txBody>
          <a:bodyPr/>
          <a:lstStyle/>
          <a:p>
            <a:fld id="{9C18EA95-C3D3-214C-9452-EF8527DBCD86}" type="slidenum">
              <a:rPr lang="it-IT" smtClean="0"/>
              <a:pPr/>
              <a:t>18</a:t>
            </a:fld>
            <a:endParaRPr lang="it-IT"/>
          </a:p>
        </p:txBody>
      </p:sp>
      <p:pic>
        <p:nvPicPr>
          <p:cNvPr id="48" name="Picture 47" descr="Icon&#10;&#10;Description automatically generated">
            <a:hlinkClick r:id="rId12" action="ppaction://hlinksldjump"/>
            <a:extLst>
              <a:ext uri="{FF2B5EF4-FFF2-40B4-BE49-F238E27FC236}">
                <a16:creationId xmlns:a16="http://schemas.microsoft.com/office/drawing/2014/main" id="{FBD31056-CAA0-478A-B099-1C3DBA6FEC0C}"/>
              </a:ext>
            </a:extLst>
          </p:cNvPr>
          <p:cNvPicPr>
            <a:picLocks noChangeAspect="1"/>
          </p:cNvPicPr>
          <p:nvPr/>
        </p:nvPicPr>
        <p:blipFill>
          <a:blip r:embed="rId13"/>
          <a:stretch>
            <a:fillRect/>
          </a:stretch>
        </p:blipFill>
        <p:spPr>
          <a:xfrm>
            <a:off x="6825696" y="4945825"/>
            <a:ext cx="144000" cy="144000"/>
          </a:xfrm>
          <a:prstGeom prst="rect">
            <a:avLst/>
          </a:prstGeom>
        </p:spPr>
      </p:pic>
      <p:sp>
        <p:nvSpPr>
          <p:cNvPr id="50" name="Rectangle 210">
            <a:extLst>
              <a:ext uri="{FF2B5EF4-FFF2-40B4-BE49-F238E27FC236}">
                <a16:creationId xmlns:a16="http://schemas.microsoft.com/office/drawing/2014/main" id="{90EC08DF-B619-4088-9483-84A489D076DC}"/>
              </a:ext>
            </a:extLst>
          </p:cNvPr>
          <p:cNvSpPr/>
          <p:nvPr/>
        </p:nvSpPr>
        <p:spPr>
          <a:xfrm>
            <a:off x="6920036" y="4910103"/>
            <a:ext cx="1697379" cy="215444"/>
          </a:xfrm>
          <a:prstGeom prst="rect">
            <a:avLst/>
          </a:prstGeom>
        </p:spPr>
        <p:txBody>
          <a:bodyPr wrap="square">
            <a:spAutoFit/>
          </a:bodyPr>
          <a:lstStyle/>
          <a:p>
            <a:pPr marR="0" lvl="0" algn="l" defTabSz="914400" rtl="0" eaLnBrk="1" fontAlgn="auto" latinLnBrk="0" hangingPunct="1">
              <a:spcBef>
                <a:spcPts val="0"/>
              </a:spcBef>
              <a:buClr>
                <a:srgbClr val="DA291C"/>
              </a:buClr>
              <a:buSzTx/>
              <a:tabLst/>
              <a:defRPr/>
            </a:pPr>
            <a:r>
              <a:rPr lang="en-GB" sz="800" kern="0">
                <a:solidFill>
                  <a:srgbClr val="0C2340"/>
                </a:solidFill>
                <a:latin typeface="Arial Narrow" panose="020B0606020202030204" pitchFamily="34" charset="0"/>
              </a:rPr>
              <a:t>Link</a:t>
            </a:r>
            <a:r>
              <a:rPr kumimoji="0" lang="en-GB" sz="800" i="0" u="none" strike="noStrike" kern="0" cap="none" spc="0" normalizeH="0" baseline="0">
                <a:ln>
                  <a:noFill/>
                </a:ln>
                <a:solidFill>
                  <a:srgbClr val="0C2340"/>
                </a:solidFill>
                <a:effectLst/>
                <a:uLnTx/>
                <a:uFillTx/>
                <a:latin typeface="Arial Narrow" panose="020B0606020202030204" pitchFamily="34" charset="0"/>
              </a:rPr>
              <a:t> back to multiple-choice question</a:t>
            </a:r>
          </a:p>
        </p:txBody>
      </p:sp>
      <p:sp>
        <p:nvSpPr>
          <p:cNvPr id="46" name="Rectangle 210">
            <a:extLst>
              <a:ext uri="{FF2B5EF4-FFF2-40B4-BE49-F238E27FC236}">
                <a16:creationId xmlns:a16="http://schemas.microsoft.com/office/drawing/2014/main" id="{6D9B3519-8F1F-40B9-B426-C8CA23DEDDF7}"/>
              </a:ext>
            </a:extLst>
          </p:cNvPr>
          <p:cNvSpPr/>
          <p:nvPr/>
        </p:nvSpPr>
        <p:spPr>
          <a:xfrm>
            <a:off x="640323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34639702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Isosceles Triangle 6">
            <a:extLst>
              <a:ext uri="{FF2B5EF4-FFF2-40B4-BE49-F238E27FC236}">
                <a16:creationId xmlns:a16="http://schemas.microsoft.com/office/drawing/2014/main" id="{6083231D-14E1-42AE-AB2E-97257F04DC73}"/>
              </a:ext>
            </a:extLst>
          </p:cNvPr>
          <p:cNvSpPr/>
          <p:nvPr/>
        </p:nvSpPr>
        <p:spPr>
          <a:xfrm rot="4515971">
            <a:off x="2083187" y="1964278"/>
            <a:ext cx="2638589" cy="2283919"/>
          </a:xfrm>
          <a:prstGeom prst="triangle">
            <a:avLst>
              <a:gd name="adj" fmla="val 59213"/>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The four dimensions of IT Service Management | </a:t>
            </a:r>
            <a:r>
              <a:rPr lang="en-US">
                <a:solidFill>
                  <a:schemeClr val="accent3"/>
                </a:solidFill>
                <a:latin typeface="Arial Narrow" panose="020B0606020202030204" pitchFamily="34" charset="0"/>
              </a:rPr>
              <a:t>Organization &amp; People 2/2</a:t>
            </a:r>
            <a:endParaRPr lang="en-GB">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a:xfrm>
            <a:off x="425945" y="512635"/>
            <a:ext cx="8359468" cy="334800"/>
          </a:xfrm>
        </p:spPr>
        <p:txBody>
          <a:bodyPr/>
          <a:lstStyle/>
          <a:p>
            <a:r>
              <a:rPr lang="en-GB">
                <a:latin typeface="Arial Narrow" panose="020B0606020202030204" pitchFamily="34" charset="0"/>
              </a:rPr>
              <a:t>Organization’s structures and internal environments should be clearly defined for a successful IT Service Management, this because all of them are vital for the establishment of the previously mentioned guiding principles</a:t>
            </a:r>
          </a:p>
        </p:txBody>
      </p:sp>
      <p:grpSp>
        <p:nvGrpSpPr>
          <p:cNvPr id="8" name="Group 7">
            <a:extLst>
              <a:ext uri="{FF2B5EF4-FFF2-40B4-BE49-F238E27FC236}">
                <a16:creationId xmlns:a16="http://schemas.microsoft.com/office/drawing/2014/main" id="{E8C6BC83-B4F0-48A0-BBE6-533380D7C1E8}"/>
              </a:ext>
            </a:extLst>
          </p:cNvPr>
          <p:cNvGrpSpPr/>
          <p:nvPr/>
        </p:nvGrpSpPr>
        <p:grpSpPr>
          <a:xfrm>
            <a:off x="474751" y="989366"/>
            <a:ext cx="2039498" cy="1598100"/>
            <a:chOff x="184469" y="941741"/>
            <a:chExt cx="2039498" cy="1598100"/>
          </a:xfrm>
          <a:solidFill>
            <a:schemeClr val="bg1">
              <a:lumMod val="75000"/>
            </a:schemeClr>
          </a:solidFill>
        </p:grpSpPr>
        <p:sp>
          <p:nvSpPr>
            <p:cNvPr id="4" name="Rectangle 3">
              <a:extLst>
                <a:ext uri="{FF2B5EF4-FFF2-40B4-BE49-F238E27FC236}">
                  <a16:creationId xmlns:a16="http://schemas.microsoft.com/office/drawing/2014/main" id="{2E430D7D-9DA4-488A-891B-DCA79D9C0D7F}"/>
                </a:ext>
              </a:extLst>
            </p:cNvPr>
            <p:cNvSpPr/>
            <p:nvPr/>
          </p:nvSpPr>
          <p:spPr>
            <a:xfrm flipH="1">
              <a:off x="184469" y="941741"/>
              <a:ext cx="1019749" cy="799050"/>
            </a:xfrm>
            <a:prstGeom prst="rect">
              <a:avLst/>
            </a:prstGeom>
            <a:grp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Systems of authority</a:t>
              </a:r>
            </a:p>
          </p:txBody>
        </p:sp>
        <p:sp>
          <p:nvSpPr>
            <p:cNvPr id="36" name="Rectangle 35">
              <a:extLst>
                <a:ext uri="{FF2B5EF4-FFF2-40B4-BE49-F238E27FC236}">
                  <a16:creationId xmlns:a16="http://schemas.microsoft.com/office/drawing/2014/main" id="{4BE8FFA8-2508-4295-A3DF-5F943BA30053}"/>
                </a:ext>
              </a:extLst>
            </p:cNvPr>
            <p:cNvSpPr/>
            <p:nvPr/>
          </p:nvSpPr>
          <p:spPr>
            <a:xfrm>
              <a:off x="1204218" y="941741"/>
              <a:ext cx="1019749" cy="799050"/>
            </a:xfrm>
            <a:prstGeom prst="rect">
              <a:avLst/>
            </a:prstGeom>
            <a:grp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Roles </a:t>
              </a:r>
              <a:br>
                <a:rPr kumimoji="0" lang="en-GB" sz="10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br>
              <a:r>
                <a:rPr kumimoji="0" lang="en-GB" sz="10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&amp; Responsibilities</a:t>
              </a:r>
            </a:p>
          </p:txBody>
        </p:sp>
        <p:sp>
          <p:nvSpPr>
            <p:cNvPr id="37" name="Rectangle 36">
              <a:extLst>
                <a:ext uri="{FF2B5EF4-FFF2-40B4-BE49-F238E27FC236}">
                  <a16:creationId xmlns:a16="http://schemas.microsoft.com/office/drawing/2014/main" id="{6E540DAB-2053-4597-99DA-0B0EE628CB68}"/>
                </a:ext>
              </a:extLst>
            </p:cNvPr>
            <p:cNvSpPr/>
            <p:nvPr/>
          </p:nvSpPr>
          <p:spPr>
            <a:xfrm rot="10800000" flipV="1">
              <a:off x="1204218" y="1740791"/>
              <a:ext cx="1019749" cy="799050"/>
            </a:xfrm>
            <a:prstGeom prst="rect">
              <a:avLst/>
            </a:prstGeom>
            <a:grp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Ins="180000" rtlCol="0" anchor="b"/>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Culture</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Arial"/>
                <a:ea typeface="+mn-ea"/>
                <a:cs typeface="+mn-cs"/>
              </a:endParaRPr>
            </a:p>
          </p:txBody>
        </p:sp>
        <p:sp>
          <p:nvSpPr>
            <p:cNvPr id="38" name="Rectangle 37">
              <a:extLst>
                <a:ext uri="{FF2B5EF4-FFF2-40B4-BE49-F238E27FC236}">
                  <a16:creationId xmlns:a16="http://schemas.microsoft.com/office/drawing/2014/main" id="{88C59DC7-9DAE-4B3B-BE80-336601DCDDB0}"/>
                </a:ext>
              </a:extLst>
            </p:cNvPr>
            <p:cNvSpPr/>
            <p:nvPr/>
          </p:nvSpPr>
          <p:spPr>
            <a:xfrm rot="10800000" flipH="1" flipV="1">
              <a:off x="184469" y="1740791"/>
              <a:ext cx="1019749" cy="799050"/>
            </a:xfrm>
            <a:prstGeom prst="rect">
              <a:avLst/>
            </a:prstGeom>
            <a:grp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lIns="36000" rIns="36000" rtlCol="0" anchor="b"/>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Workforce capacity and competence</a:t>
              </a:r>
            </a:p>
          </p:txBody>
        </p:sp>
      </p:grpSp>
      <p:sp>
        <p:nvSpPr>
          <p:cNvPr id="10" name="Rectangle: Rounded Corners 9">
            <a:extLst>
              <a:ext uri="{FF2B5EF4-FFF2-40B4-BE49-F238E27FC236}">
                <a16:creationId xmlns:a16="http://schemas.microsoft.com/office/drawing/2014/main" id="{560BDF7F-BF78-4591-AF72-81BA1DB9D2B7}"/>
              </a:ext>
            </a:extLst>
          </p:cNvPr>
          <p:cNvSpPr/>
          <p:nvPr/>
        </p:nvSpPr>
        <p:spPr>
          <a:xfrm>
            <a:off x="984626" y="1464016"/>
            <a:ext cx="1019749" cy="648801"/>
          </a:xfrm>
          <a:prstGeom prst="round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Organization</a:t>
            </a:r>
          </a:p>
        </p:txBody>
      </p:sp>
      <p:grpSp>
        <p:nvGrpSpPr>
          <p:cNvPr id="9" name="Group 8">
            <a:extLst>
              <a:ext uri="{FF2B5EF4-FFF2-40B4-BE49-F238E27FC236}">
                <a16:creationId xmlns:a16="http://schemas.microsoft.com/office/drawing/2014/main" id="{F349EEB8-8DFE-4FF9-A61F-DA21DF08D508}"/>
              </a:ext>
            </a:extLst>
          </p:cNvPr>
          <p:cNvGrpSpPr/>
          <p:nvPr/>
        </p:nvGrpSpPr>
        <p:grpSpPr>
          <a:xfrm>
            <a:off x="2563995" y="3055433"/>
            <a:ext cx="2039498" cy="1598101"/>
            <a:chOff x="2273713" y="3007808"/>
            <a:chExt cx="2039498" cy="1598101"/>
          </a:xfrm>
        </p:grpSpPr>
        <p:sp>
          <p:nvSpPr>
            <p:cNvPr id="39" name="Rectangle 38">
              <a:extLst>
                <a:ext uri="{FF2B5EF4-FFF2-40B4-BE49-F238E27FC236}">
                  <a16:creationId xmlns:a16="http://schemas.microsoft.com/office/drawing/2014/main" id="{4E5AFE7B-B9CD-4234-8403-D3CE8F298FAA}"/>
                </a:ext>
              </a:extLst>
            </p:cNvPr>
            <p:cNvSpPr/>
            <p:nvPr/>
          </p:nvSpPr>
          <p:spPr>
            <a:xfrm flipH="1">
              <a:off x="2273713" y="3007808"/>
              <a:ext cx="1019749" cy="799050"/>
            </a:xfrm>
            <a:prstGeom prst="rect">
              <a:avLst/>
            </a:prstGeom>
            <a:solidFill>
              <a:schemeClr val="accent2"/>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Shared values &amp; attitudes</a:t>
              </a:r>
            </a:p>
          </p:txBody>
        </p:sp>
        <p:sp>
          <p:nvSpPr>
            <p:cNvPr id="40" name="Rectangle 39">
              <a:extLst>
                <a:ext uri="{FF2B5EF4-FFF2-40B4-BE49-F238E27FC236}">
                  <a16:creationId xmlns:a16="http://schemas.microsoft.com/office/drawing/2014/main" id="{46A359C0-BAA9-496D-8E82-CCB8505CB063}"/>
                </a:ext>
              </a:extLst>
            </p:cNvPr>
            <p:cNvSpPr/>
            <p:nvPr/>
          </p:nvSpPr>
          <p:spPr>
            <a:xfrm>
              <a:off x="3293462" y="3007808"/>
              <a:ext cx="1019749" cy="799050"/>
            </a:xfrm>
            <a:prstGeom prst="rect">
              <a:avLst/>
            </a:prstGeom>
            <a:solidFill>
              <a:schemeClr val="accent2"/>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lIns="72000" rIns="72000"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Leaders &amp; advocates of value</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Arial"/>
                <a:ea typeface="+mn-ea"/>
                <a:cs typeface="+mn-cs"/>
              </a:endParaRPr>
            </a:p>
          </p:txBody>
        </p:sp>
        <p:sp>
          <p:nvSpPr>
            <p:cNvPr id="41" name="Rectangle 40">
              <a:extLst>
                <a:ext uri="{FF2B5EF4-FFF2-40B4-BE49-F238E27FC236}">
                  <a16:creationId xmlns:a16="http://schemas.microsoft.com/office/drawing/2014/main" id="{ED4C7A67-C458-47D4-A3DF-C2509DB05153}"/>
                </a:ext>
              </a:extLst>
            </p:cNvPr>
            <p:cNvSpPr/>
            <p:nvPr/>
          </p:nvSpPr>
          <p:spPr>
            <a:xfrm rot="10800000" flipV="1">
              <a:off x="3293462" y="3806859"/>
              <a:ext cx="1019749" cy="799050"/>
            </a:xfrm>
            <a:prstGeom prst="rect">
              <a:avLst/>
            </a:prstGeom>
            <a:solidFill>
              <a:schemeClr val="accent2"/>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b"/>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Trust &amp; transparency</a:t>
              </a:r>
            </a:p>
          </p:txBody>
        </p:sp>
        <p:sp>
          <p:nvSpPr>
            <p:cNvPr id="42" name="Rectangle 41">
              <a:extLst>
                <a:ext uri="{FF2B5EF4-FFF2-40B4-BE49-F238E27FC236}">
                  <a16:creationId xmlns:a16="http://schemas.microsoft.com/office/drawing/2014/main" id="{B43428F5-6CEB-4801-A582-F65CD2A6B7FC}"/>
                </a:ext>
              </a:extLst>
            </p:cNvPr>
            <p:cNvSpPr/>
            <p:nvPr/>
          </p:nvSpPr>
          <p:spPr>
            <a:xfrm rot="10800000" flipH="1" flipV="1">
              <a:off x="2273713" y="3806859"/>
              <a:ext cx="1019749" cy="799050"/>
            </a:xfrm>
            <a:prstGeom prst="rect">
              <a:avLst/>
            </a:prstGeom>
            <a:solidFill>
              <a:schemeClr val="accent2"/>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b"/>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Communications</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grpSp>
      <p:sp>
        <p:nvSpPr>
          <p:cNvPr id="43" name="Rectangle: Rounded Corners 42">
            <a:extLst>
              <a:ext uri="{FF2B5EF4-FFF2-40B4-BE49-F238E27FC236}">
                <a16:creationId xmlns:a16="http://schemas.microsoft.com/office/drawing/2014/main" id="{0A1EBA9D-162E-4C82-8633-692E01F4DD5C}"/>
              </a:ext>
            </a:extLst>
          </p:cNvPr>
          <p:cNvSpPr/>
          <p:nvPr/>
        </p:nvSpPr>
        <p:spPr>
          <a:xfrm>
            <a:off x="3073870" y="3530083"/>
            <a:ext cx="1019749" cy="648801"/>
          </a:xfrm>
          <a:prstGeom prst="roundRect">
            <a:avLst/>
          </a:prstGeom>
          <a:solidFill>
            <a:srgbClr val="BFBFBF"/>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Arial Narrow" panose="020B0606020202030204" pitchFamily="34" charset="0"/>
                <a:ea typeface="+mn-ea"/>
                <a:cs typeface="+mn-cs"/>
              </a:rPr>
              <a:t>Culture</a:t>
            </a:r>
          </a:p>
        </p:txBody>
      </p:sp>
      <p:cxnSp>
        <p:nvCxnSpPr>
          <p:cNvPr id="33" name="Straight Connector 12">
            <a:extLst>
              <a:ext uri="{FF2B5EF4-FFF2-40B4-BE49-F238E27FC236}">
                <a16:creationId xmlns:a16="http://schemas.microsoft.com/office/drawing/2014/main" id="{3DAE8A66-86D8-4A3A-9AC7-11AC341F3382}"/>
              </a:ext>
            </a:extLst>
          </p:cNvPr>
          <p:cNvCxnSpPr>
            <a:cxnSpLocks/>
          </p:cNvCxnSpPr>
          <p:nvPr/>
        </p:nvCxnSpPr>
        <p:spPr>
          <a:xfrm>
            <a:off x="5168382" y="1064296"/>
            <a:ext cx="372728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4" name="TextBox 11">
            <a:extLst>
              <a:ext uri="{FF2B5EF4-FFF2-40B4-BE49-F238E27FC236}">
                <a16:creationId xmlns:a16="http://schemas.microsoft.com/office/drawing/2014/main" id="{3C80A9C7-48E9-433E-8A91-27AF8426705E}"/>
              </a:ext>
            </a:extLst>
          </p:cNvPr>
          <p:cNvSpPr txBox="1"/>
          <p:nvPr/>
        </p:nvSpPr>
        <p:spPr>
          <a:xfrm>
            <a:off x="6200812" y="910408"/>
            <a:ext cx="1662428" cy="307777"/>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Highlights</a:t>
            </a:r>
            <a:endParaRPr kumimoji="0" lang="en-GB" sz="14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grpSp>
        <p:nvGrpSpPr>
          <p:cNvPr id="56" name="Group 55">
            <a:extLst>
              <a:ext uri="{FF2B5EF4-FFF2-40B4-BE49-F238E27FC236}">
                <a16:creationId xmlns:a16="http://schemas.microsoft.com/office/drawing/2014/main" id="{790BA0C6-6B75-4AAA-B6AB-7D3D3058CC9C}"/>
              </a:ext>
            </a:extLst>
          </p:cNvPr>
          <p:cNvGrpSpPr/>
          <p:nvPr/>
        </p:nvGrpSpPr>
        <p:grpSpPr>
          <a:xfrm>
            <a:off x="2091037" y="2279253"/>
            <a:ext cx="576000" cy="576000"/>
            <a:chOff x="8322322" y="4482569"/>
            <a:chExt cx="360000" cy="360858"/>
          </a:xfrm>
        </p:grpSpPr>
        <p:sp>
          <p:nvSpPr>
            <p:cNvPr id="57" name="Oval 56">
              <a:extLst>
                <a:ext uri="{FF2B5EF4-FFF2-40B4-BE49-F238E27FC236}">
                  <a16:creationId xmlns:a16="http://schemas.microsoft.com/office/drawing/2014/main" id="{64E17526-544F-48B1-9730-FE1B5533DF3C}"/>
                </a:ext>
              </a:extLst>
            </p:cNvPr>
            <p:cNvSpPr>
              <a:spLocks noChangeAspect="1"/>
            </p:cNvSpPr>
            <p:nvPr/>
          </p:nvSpPr>
          <p:spPr>
            <a:xfrm>
              <a:off x="8322322" y="4482569"/>
              <a:ext cx="360000" cy="360858"/>
            </a:xfrm>
            <a:prstGeom prst="ellipse">
              <a:avLst/>
            </a:prstGeom>
            <a:solidFill>
              <a:schemeClr val="bg1"/>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a:ln>
                  <a:noFill/>
                </a:ln>
                <a:solidFill>
                  <a:srgbClr val="000000"/>
                </a:solidFill>
                <a:effectLst/>
                <a:uLnTx/>
                <a:uFillTx/>
                <a:latin typeface="Arial"/>
                <a:ea typeface="+mn-ea"/>
                <a:cs typeface="+mn-cs"/>
              </a:endParaRPr>
            </a:p>
          </p:txBody>
        </p:sp>
        <p:pic>
          <p:nvPicPr>
            <p:cNvPr id="58" name="Graphic 57" descr="Magnifying glass with solid fill">
              <a:extLst>
                <a:ext uri="{FF2B5EF4-FFF2-40B4-BE49-F238E27FC236}">
                  <a16:creationId xmlns:a16="http://schemas.microsoft.com/office/drawing/2014/main" id="{945755D5-91A1-4EE9-874B-4259E9B079C1}"/>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6534" y="4547210"/>
              <a:ext cx="231576" cy="231576"/>
            </a:xfrm>
            <a:prstGeom prst="rect">
              <a:avLst/>
            </a:prstGeom>
          </p:spPr>
        </p:pic>
      </p:grpSp>
      <p:sp>
        <p:nvSpPr>
          <p:cNvPr id="24" name="TextBox 23">
            <a:extLst>
              <a:ext uri="{FF2B5EF4-FFF2-40B4-BE49-F238E27FC236}">
                <a16:creationId xmlns:a16="http://schemas.microsoft.com/office/drawing/2014/main" id="{12C945B0-FEE8-4FE3-AE9F-D6C33DE3C892}"/>
              </a:ext>
            </a:extLst>
          </p:cNvPr>
          <p:cNvSpPr txBox="1"/>
          <p:nvPr/>
        </p:nvSpPr>
        <p:spPr>
          <a:xfrm>
            <a:off x="5074174" y="1294684"/>
            <a:ext cx="3821496" cy="266226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60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An organization may have rigid structures of authority, roles and competencies but it will not provide results without having:</a:t>
            </a:r>
          </a:p>
          <a:p>
            <a:pPr marL="171450" marR="0" lvl="0" indent="-171450" algn="l" defTabSz="9144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People prepared to lead and to be advocates for the chosen way of working, with the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proper management and leadership style</a:t>
            </a:r>
          </a:p>
          <a:p>
            <a:pPr marL="171450" marR="0" lvl="0" indent="-171450" algn="l" defTabSz="9144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Shared values, attitudes and objectives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amongst all stakeholders</a:t>
            </a:r>
          </a:p>
          <a:p>
            <a:pPr marL="171450" marR="0" lvl="0" indent="-171450" algn="l" defTabSz="9144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Good communication and collaboration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between all stakeholders, breaking down silos</a:t>
            </a:r>
          </a:p>
          <a:p>
            <a:pPr marL="171450" marR="0" lvl="0" indent="-171450" algn="l" defTabSz="9144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Trust</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between stakeholders and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transparency of action</a:t>
            </a:r>
          </a:p>
          <a:p>
            <a:pPr marL="171450" marR="0" lvl="0" indent="-171450" algn="l" defTabSz="9144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broad knowledge sharing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and a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deep specialization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among staff</a:t>
            </a:r>
          </a:p>
          <a:p>
            <a:pPr marL="171450" marR="0" lvl="0" indent="-171450" algn="l" defTabSz="9144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endPar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a:p>
            <a:pPr marL="171450" marR="0" lvl="0" indent="-171450" algn="l" defTabSz="9144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endPar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11" name="Slide Number Placeholder 10">
            <a:extLst>
              <a:ext uri="{FF2B5EF4-FFF2-40B4-BE49-F238E27FC236}">
                <a16:creationId xmlns:a16="http://schemas.microsoft.com/office/drawing/2014/main" id="{5A0DE890-A138-41ED-867B-0CBCF8BADB47}"/>
              </a:ext>
            </a:extLst>
          </p:cNvPr>
          <p:cNvSpPr>
            <a:spLocks noGrp="1"/>
          </p:cNvSpPr>
          <p:nvPr>
            <p:ph type="sldNum" sz="quarter" idx="35"/>
          </p:nvPr>
        </p:nvSpPr>
        <p:spPr/>
        <p:txBody>
          <a:bodyPr/>
          <a:lstStyle/>
          <a:p>
            <a:fld id="{9C18EA95-C3D3-214C-9452-EF8527DBCD86}" type="slidenum">
              <a:rPr lang="it-IT" smtClean="0"/>
              <a:pPr/>
              <a:t>19</a:t>
            </a:fld>
            <a:endParaRPr lang="it-IT"/>
          </a:p>
        </p:txBody>
      </p:sp>
    </p:spTree>
    <p:extLst>
      <p:ext uri="{BB962C8B-B14F-4D97-AF65-F5344CB8AC3E}">
        <p14:creationId xmlns:p14="http://schemas.microsoft.com/office/powerpoint/2010/main" val="15575924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The four dimensions of IT Service Management | </a:t>
            </a:r>
            <a:r>
              <a:rPr lang="en-US">
                <a:solidFill>
                  <a:schemeClr val="accent3"/>
                </a:solidFill>
                <a:latin typeface="Arial Narrow" panose="020B0606020202030204" pitchFamily="34" charset="0"/>
              </a:rPr>
              <a:t>Information &amp; technology 1/2</a:t>
            </a:r>
            <a:endParaRPr lang="en-GB">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a:xfrm>
            <a:off x="425945" y="512635"/>
            <a:ext cx="8359468" cy="334800"/>
          </a:xfrm>
        </p:spPr>
        <p:txBody>
          <a:bodyPr/>
          <a:lstStyle/>
          <a:p>
            <a:r>
              <a:rPr lang="en-GB">
                <a:latin typeface="Arial Narrow" panose="020B0606020202030204" pitchFamily="34" charset="0"/>
              </a:rPr>
              <a:t>“Information &amp; technology” dimension includes the information created and managed during a service provision and consumption and the technologies that support and enable that specific service</a:t>
            </a:r>
          </a:p>
        </p:txBody>
      </p:sp>
      <p:sp>
        <p:nvSpPr>
          <p:cNvPr id="33" name="Isosceles Triangle 4">
            <a:extLst>
              <a:ext uri="{FF2B5EF4-FFF2-40B4-BE49-F238E27FC236}">
                <a16:creationId xmlns:a16="http://schemas.microsoft.com/office/drawing/2014/main" id="{7B136C43-8CEC-4CC9-95AE-74169B357242}"/>
              </a:ext>
            </a:extLst>
          </p:cNvPr>
          <p:cNvSpPr/>
          <p:nvPr/>
        </p:nvSpPr>
        <p:spPr>
          <a:xfrm rot="5400000">
            <a:off x="3838930" y="2653200"/>
            <a:ext cx="1466140" cy="221707"/>
          </a:xfrm>
          <a:prstGeom prst="triangle">
            <a:avLst/>
          </a:prstGeom>
          <a:solidFill>
            <a:schemeClr val="bg1">
              <a:lumMod val="85000"/>
            </a:schemeClr>
          </a:solidFill>
          <a:ln w="25400" cap="flat" cmpd="sng" algn="ctr">
            <a:noFill/>
            <a:prstDash val="solid"/>
          </a:ln>
          <a:effectLst/>
          <a:extLst>
            <a:ext uri="{91240B29-F687-4F45-9708-019B960494DF}">
              <a14:hiddenLine xmlns:a14="http://schemas.microsoft.com/office/drawing/2010/main" w="25400" cap="flat" cmpd="sng" algn="ctr">
                <a:solidFill>
                  <a:prstClr val="black"/>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grpSp>
        <p:nvGrpSpPr>
          <p:cNvPr id="22" name="Group 21">
            <a:extLst>
              <a:ext uri="{FF2B5EF4-FFF2-40B4-BE49-F238E27FC236}">
                <a16:creationId xmlns:a16="http://schemas.microsoft.com/office/drawing/2014/main" id="{C1013552-CA1B-485D-AEB1-870B78805697}"/>
              </a:ext>
            </a:extLst>
          </p:cNvPr>
          <p:cNvGrpSpPr/>
          <p:nvPr/>
        </p:nvGrpSpPr>
        <p:grpSpPr>
          <a:xfrm>
            <a:off x="5176377" y="1293381"/>
            <a:ext cx="3719293" cy="600164"/>
            <a:chOff x="5176377" y="1293381"/>
            <a:chExt cx="3719293" cy="600164"/>
          </a:xfrm>
        </p:grpSpPr>
        <p:sp>
          <p:nvSpPr>
            <p:cNvPr id="21" name="Rectangle 210">
              <a:extLst>
                <a:ext uri="{FF2B5EF4-FFF2-40B4-BE49-F238E27FC236}">
                  <a16:creationId xmlns:a16="http://schemas.microsoft.com/office/drawing/2014/main" id="{D9EF5EDA-261F-48A9-8B2E-8A0673E278C8}"/>
                </a:ext>
              </a:extLst>
            </p:cNvPr>
            <p:cNvSpPr/>
            <p:nvPr/>
          </p:nvSpPr>
          <p:spPr>
            <a:xfrm>
              <a:off x="5727439" y="1293381"/>
              <a:ext cx="3168231" cy="600164"/>
            </a:xfrm>
            <a:prstGeom prst="rect">
              <a:avLst/>
            </a:prstGeom>
          </p:spPr>
          <p:txBody>
            <a:bodyPr wrap="square" anchor="t">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Information technology is the study or the use of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systems</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(especially computers and telecommunications)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for storing, retrieving information</a:t>
              </a:r>
            </a:p>
          </p:txBody>
        </p:sp>
        <p:grpSp>
          <p:nvGrpSpPr>
            <p:cNvPr id="17" name="Group 16">
              <a:extLst>
                <a:ext uri="{FF2B5EF4-FFF2-40B4-BE49-F238E27FC236}">
                  <a16:creationId xmlns:a16="http://schemas.microsoft.com/office/drawing/2014/main" id="{5FA678B2-6133-4BE3-BF6A-1EC06C7E1655}"/>
                </a:ext>
              </a:extLst>
            </p:cNvPr>
            <p:cNvGrpSpPr/>
            <p:nvPr/>
          </p:nvGrpSpPr>
          <p:grpSpPr>
            <a:xfrm>
              <a:off x="5176377" y="1335861"/>
              <a:ext cx="540000" cy="540000"/>
              <a:chOff x="5157327" y="1465250"/>
              <a:chExt cx="540000" cy="540000"/>
            </a:xfrm>
          </p:grpSpPr>
          <p:sp>
            <p:nvSpPr>
              <p:cNvPr id="19" name="Oval 37">
                <a:extLst>
                  <a:ext uri="{FF2B5EF4-FFF2-40B4-BE49-F238E27FC236}">
                    <a16:creationId xmlns:a16="http://schemas.microsoft.com/office/drawing/2014/main" id="{0E4349A7-438E-4940-BF83-644462C5F912}"/>
                  </a:ext>
                </a:extLst>
              </p:cNvPr>
              <p:cNvSpPr/>
              <p:nvPr/>
            </p:nvSpPr>
            <p:spPr>
              <a:xfrm>
                <a:off x="5157327" y="1465250"/>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107" name="Graphic 106" descr="Plug with solid fill">
                <a:extLst>
                  <a:ext uri="{FF2B5EF4-FFF2-40B4-BE49-F238E27FC236}">
                    <a16:creationId xmlns:a16="http://schemas.microsoft.com/office/drawing/2014/main" id="{5497AC20-90B3-4B83-8812-8BCBAFD0C02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86708" y="1494631"/>
                <a:ext cx="481237" cy="481237"/>
              </a:xfrm>
              <a:prstGeom prst="rect">
                <a:avLst/>
              </a:prstGeom>
            </p:spPr>
          </p:pic>
        </p:grpSp>
      </p:grpSp>
      <p:grpSp>
        <p:nvGrpSpPr>
          <p:cNvPr id="20" name="Group 19">
            <a:extLst>
              <a:ext uri="{FF2B5EF4-FFF2-40B4-BE49-F238E27FC236}">
                <a16:creationId xmlns:a16="http://schemas.microsoft.com/office/drawing/2014/main" id="{60C899FB-2855-4B31-B4E4-852A4E947818}"/>
              </a:ext>
            </a:extLst>
          </p:cNvPr>
          <p:cNvGrpSpPr/>
          <p:nvPr/>
        </p:nvGrpSpPr>
        <p:grpSpPr>
          <a:xfrm>
            <a:off x="5176377" y="2057955"/>
            <a:ext cx="3719293" cy="769441"/>
            <a:chOff x="5176377" y="3266166"/>
            <a:chExt cx="3719293" cy="769441"/>
          </a:xfrm>
        </p:grpSpPr>
        <p:sp>
          <p:nvSpPr>
            <p:cNvPr id="23" name="Rectangle 210">
              <a:extLst>
                <a:ext uri="{FF2B5EF4-FFF2-40B4-BE49-F238E27FC236}">
                  <a16:creationId xmlns:a16="http://schemas.microsoft.com/office/drawing/2014/main" id="{4E816468-5F84-4612-8E32-8EE655428A50}"/>
                </a:ext>
              </a:extLst>
            </p:cNvPr>
            <p:cNvSpPr/>
            <p:nvPr/>
          </p:nvSpPr>
          <p:spPr>
            <a:xfrm>
              <a:off x="5727439" y="3266166"/>
              <a:ext cx="3168231" cy="769441"/>
            </a:xfrm>
            <a:prstGeom prst="rect">
              <a:avLst/>
            </a:prstGeom>
          </p:spPr>
          <p:txBody>
            <a:bodyPr wrap="square" anchor="ctr">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IT includes hardware, software</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middleware, operating systems, databases, file-store, management information systems and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all tools used to deliver and manage the products and services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(from any source)</a:t>
              </a:r>
            </a:p>
          </p:txBody>
        </p:sp>
        <p:grpSp>
          <p:nvGrpSpPr>
            <p:cNvPr id="18" name="Group 17">
              <a:extLst>
                <a:ext uri="{FF2B5EF4-FFF2-40B4-BE49-F238E27FC236}">
                  <a16:creationId xmlns:a16="http://schemas.microsoft.com/office/drawing/2014/main" id="{074CB47C-E732-4064-A252-146884353C95}"/>
                </a:ext>
              </a:extLst>
            </p:cNvPr>
            <p:cNvGrpSpPr/>
            <p:nvPr/>
          </p:nvGrpSpPr>
          <p:grpSpPr>
            <a:xfrm>
              <a:off x="5176377" y="3380885"/>
              <a:ext cx="540000" cy="540000"/>
              <a:chOff x="5199099" y="3380885"/>
              <a:chExt cx="540000" cy="540000"/>
            </a:xfrm>
          </p:grpSpPr>
          <p:sp>
            <p:nvSpPr>
              <p:cNvPr id="29" name="Oval 37">
                <a:extLst>
                  <a:ext uri="{FF2B5EF4-FFF2-40B4-BE49-F238E27FC236}">
                    <a16:creationId xmlns:a16="http://schemas.microsoft.com/office/drawing/2014/main" id="{0043B141-973C-49A8-A9C7-5FFBF9ABF5A3}"/>
                  </a:ext>
                </a:extLst>
              </p:cNvPr>
              <p:cNvSpPr/>
              <p:nvPr/>
            </p:nvSpPr>
            <p:spPr>
              <a:xfrm>
                <a:off x="5199099" y="3380885"/>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10" name="Graphic 9" descr="Internet Of Things outline">
                <a:extLst>
                  <a:ext uri="{FF2B5EF4-FFF2-40B4-BE49-F238E27FC236}">
                    <a16:creationId xmlns:a16="http://schemas.microsoft.com/office/drawing/2014/main" id="{EF9F4019-3F8C-4DBE-9658-9F8BE192A03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66244" y="3448030"/>
                <a:ext cx="405710" cy="405710"/>
              </a:xfrm>
              <a:prstGeom prst="rect">
                <a:avLst/>
              </a:prstGeom>
            </p:spPr>
          </p:pic>
        </p:grpSp>
      </p:grpSp>
      <p:cxnSp>
        <p:nvCxnSpPr>
          <p:cNvPr id="68" name="Straight Connector 12">
            <a:extLst>
              <a:ext uri="{FF2B5EF4-FFF2-40B4-BE49-F238E27FC236}">
                <a16:creationId xmlns:a16="http://schemas.microsoft.com/office/drawing/2014/main" id="{62E743FE-0B23-49B3-ACAE-0D41CB2D6282}"/>
              </a:ext>
            </a:extLst>
          </p:cNvPr>
          <p:cNvCxnSpPr>
            <a:cxnSpLocks/>
          </p:cNvCxnSpPr>
          <p:nvPr/>
        </p:nvCxnSpPr>
        <p:spPr>
          <a:xfrm>
            <a:off x="5168382" y="1064296"/>
            <a:ext cx="372728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9" name="TextBox 11">
            <a:extLst>
              <a:ext uri="{FF2B5EF4-FFF2-40B4-BE49-F238E27FC236}">
                <a16:creationId xmlns:a16="http://schemas.microsoft.com/office/drawing/2014/main" id="{E8C5EF50-C47C-4E71-9F44-64FF137ACCF2}"/>
              </a:ext>
            </a:extLst>
          </p:cNvPr>
          <p:cNvSpPr txBox="1"/>
          <p:nvPr/>
        </p:nvSpPr>
        <p:spPr>
          <a:xfrm>
            <a:off x="6200812" y="910408"/>
            <a:ext cx="1662428" cy="307777"/>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Highlights</a:t>
            </a:r>
            <a:endParaRPr kumimoji="0" lang="en-GB" sz="14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grpSp>
        <p:nvGrpSpPr>
          <p:cNvPr id="30" name="Group 29">
            <a:extLst>
              <a:ext uri="{FF2B5EF4-FFF2-40B4-BE49-F238E27FC236}">
                <a16:creationId xmlns:a16="http://schemas.microsoft.com/office/drawing/2014/main" id="{1A01D1DE-51C3-49C7-AC21-AC72B1512F6D}"/>
              </a:ext>
            </a:extLst>
          </p:cNvPr>
          <p:cNvGrpSpPr/>
          <p:nvPr/>
        </p:nvGrpSpPr>
        <p:grpSpPr>
          <a:xfrm>
            <a:off x="5176377" y="2990437"/>
            <a:ext cx="3719293" cy="540000"/>
            <a:chOff x="5176377" y="2876137"/>
            <a:chExt cx="3719293" cy="540000"/>
          </a:xfrm>
        </p:grpSpPr>
        <p:sp>
          <p:nvSpPr>
            <p:cNvPr id="84" name="Rectangle 210">
              <a:extLst>
                <a:ext uri="{FF2B5EF4-FFF2-40B4-BE49-F238E27FC236}">
                  <a16:creationId xmlns:a16="http://schemas.microsoft.com/office/drawing/2014/main" id="{4773E297-A123-49DB-951D-5FEA4322B9F0}"/>
                </a:ext>
              </a:extLst>
            </p:cNvPr>
            <p:cNvSpPr/>
            <p:nvPr/>
          </p:nvSpPr>
          <p:spPr>
            <a:xfrm>
              <a:off x="5727439" y="2930695"/>
              <a:ext cx="3168231" cy="430887"/>
            </a:xfrm>
            <a:prstGeom prst="rect">
              <a:avLst/>
            </a:prstGeom>
          </p:spPr>
          <p:txBody>
            <a:bodyPr wrap="square" anchor="ctr">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The specific information and technologies depend on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the nature of the services</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provided</a:t>
              </a:r>
            </a:p>
          </p:txBody>
        </p:sp>
        <p:sp>
          <p:nvSpPr>
            <p:cNvPr id="86" name="Oval 37">
              <a:extLst>
                <a:ext uri="{FF2B5EF4-FFF2-40B4-BE49-F238E27FC236}">
                  <a16:creationId xmlns:a16="http://schemas.microsoft.com/office/drawing/2014/main" id="{E6138AB3-856A-4FE6-A548-0C05935234C4}"/>
                </a:ext>
              </a:extLst>
            </p:cNvPr>
            <p:cNvSpPr/>
            <p:nvPr/>
          </p:nvSpPr>
          <p:spPr>
            <a:xfrm>
              <a:off x="5176377" y="2876137"/>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25" name="Graphic 24" descr="Clipboard with solid fill">
              <a:extLst>
                <a:ext uri="{FF2B5EF4-FFF2-40B4-BE49-F238E27FC236}">
                  <a16:creationId xmlns:a16="http://schemas.microsoft.com/office/drawing/2014/main" id="{25D27637-14A3-4E67-A718-D9BB6EC8317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241177" y="2940937"/>
              <a:ext cx="410400" cy="410400"/>
            </a:xfrm>
            <a:prstGeom prst="rect">
              <a:avLst/>
            </a:prstGeom>
          </p:spPr>
        </p:pic>
      </p:grpSp>
      <p:grpSp>
        <p:nvGrpSpPr>
          <p:cNvPr id="28" name="Group 27">
            <a:extLst>
              <a:ext uri="{FF2B5EF4-FFF2-40B4-BE49-F238E27FC236}">
                <a16:creationId xmlns:a16="http://schemas.microsoft.com/office/drawing/2014/main" id="{701FD1F0-A863-4EA0-B395-FB68999BB061}"/>
              </a:ext>
            </a:extLst>
          </p:cNvPr>
          <p:cNvGrpSpPr/>
          <p:nvPr/>
        </p:nvGrpSpPr>
        <p:grpSpPr>
          <a:xfrm>
            <a:off x="5176377" y="3698173"/>
            <a:ext cx="3719293" cy="600164"/>
            <a:chOff x="5176377" y="3593398"/>
            <a:chExt cx="3719293" cy="600164"/>
          </a:xfrm>
        </p:grpSpPr>
        <p:sp>
          <p:nvSpPr>
            <p:cNvPr id="127" name="Rectangle 210">
              <a:extLst>
                <a:ext uri="{FF2B5EF4-FFF2-40B4-BE49-F238E27FC236}">
                  <a16:creationId xmlns:a16="http://schemas.microsoft.com/office/drawing/2014/main" id="{18256607-A771-4B75-93D1-A7AE0B8CD462}"/>
                </a:ext>
              </a:extLst>
            </p:cNvPr>
            <p:cNvSpPr/>
            <p:nvPr/>
          </p:nvSpPr>
          <p:spPr>
            <a:xfrm>
              <a:off x="5727439" y="3593398"/>
              <a:ext cx="3168231" cy="600164"/>
            </a:xfrm>
            <a:prstGeom prst="rect">
              <a:avLst/>
            </a:prstGeom>
          </p:spPr>
          <p:txBody>
            <a:bodyPr wrap="square" anchor="ctr">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Organizations should consider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multiple aspects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before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applying a technology</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including risks, constraints, information needed, compliancy</a:t>
              </a:r>
            </a:p>
          </p:txBody>
        </p:sp>
        <p:sp>
          <p:nvSpPr>
            <p:cNvPr id="129" name="Oval 37">
              <a:extLst>
                <a:ext uri="{FF2B5EF4-FFF2-40B4-BE49-F238E27FC236}">
                  <a16:creationId xmlns:a16="http://schemas.microsoft.com/office/drawing/2014/main" id="{71529434-FBC3-45AC-B316-3DF17C7C82B4}"/>
                </a:ext>
              </a:extLst>
            </p:cNvPr>
            <p:cNvSpPr/>
            <p:nvPr/>
          </p:nvSpPr>
          <p:spPr>
            <a:xfrm>
              <a:off x="5176377" y="3623478"/>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27" name="Graphic 26" descr="Clipboard Checked with solid fill">
              <a:extLst>
                <a:ext uri="{FF2B5EF4-FFF2-40B4-BE49-F238E27FC236}">
                  <a16:creationId xmlns:a16="http://schemas.microsoft.com/office/drawing/2014/main" id="{F90C5964-1B18-45B4-94C9-6CF169A8433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241177" y="3688278"/>
              <a:ext cx="410400" cy="410400"/>
            </a:xfrm>
            <a:prstGeom prst="rect">
              <a:avLst/>
            </a:prstGeom>
          </p:spPr>
        </p:pic>
      </p:grpSp>
      <p:sp>
        <p:nvSpPr>
          <p:cNvPr id="72" name="Hexagon 71">
            <a:extLst>
              <a:ext uri="{FF2B5EF4-FFF2-40B4-BE49-F238E27FC236}">
                <a16:creationId xmlns:a16="http://schemas.microsoft.com/office/drawing/2014/main" id="{E38B49E1-916D-4421-8CD8-35445AE7FD45}"/>
              </a:ext>
            </a:extLst>
          </p:cNvPr>
          <p:cNvSpPr/>
          <p:nvPr/>
        </p:nvSpPr>
        <p:spPr>
          <a:xfrm rot="16200000">
            <a:off x="2083076" y="1715788"/>
            <a:ext cx="1580400" cy="1519204"/>
          </a:xfrm>
          <a:prstGeom prst="hexagon">
            <a:avLst/>
          </a:prstGeom>
          <a:solidFill>
            <a:srgbClr val="8F60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73" name="Hexagon 72">
            <a:extLst>
              <a:ext uri="{FF2B5EF4-FFF2-40B4-BE49-F238E27FC236}">
                <a16:creationId xmlns:a16="http://schemas.microsoft.com/office/drawing/2014/main" id="{C1AB617F-8382-47B4-9460-28154CA771B5}"/>
              </a:ext>
            </a:extLst>
          </p:cNvPr>
          <p:cNvSpPr/>
          <p:nvPr/>
        </p:nvSpPr>
        <p:spPr>
          <a:xfrm rot="16200000">
            <a:off x="851206" y="1715789"/>
            <a:ext cx="1580400" cy="1519200"/>
          </a:xfrm>
          <a:prstGeom prst="hexagon">
            <a:avLst/>
          </a:prstGeom>
          <a:solidFill>
            <a:srgbClr val="8F60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75" name="Rectangle 74">
            <a:extLst>
              <a:ext uri="{FF2B5EF4-FFF2-40B4-BE49-F238E27FC236}">
                <a16:creationId xmlns:a16="http://schemas.microsoft.com/office/drawing/2014/main" id="{5D6AAA02-9EE7-43DC-B716-5FE14397C4A2}"/>
              </a:ext>
            </a:extLst>
          </p:cNvPr>
          <p:cNvSpPr/>
          <p:nvPr/>
        </p:nvSpPr>
        <p:spPr>
          <a:xfrm>
            <a:off x="1166966" y="1830623"/>
            <a:ext cx="948881" cy="331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1</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 Organizations</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 &amp; People</a:t>
            </a:r>
          </a:p>
        </p:txBody>
      </p:sp>
      <p:sp>
        <p:nvSpPr>
          <p:cNvPr id="76" name="Rectangle 75">
            <a:extLst>
              <a:ext uri="{FF2B5EF4-FFF2-40B4-BE49-F238E27FC236}">
                <a16:creationId xmlns:a16="http://schemas.microsoft.com/office/drawing/2014/main" id="{1E300EB2-9D61-4740-99A0-7E8F80FC8953}"/>
              </a:ext>
            </a:extLst>
          </p:cNvPr>
          <p:cNvSpPr/>
          <p:nvPr/>
        </p:nvSpPr>
        <p:spPr>
          <a:xfrm>
            <a:off x="2398836" y="1830623"/>
            <a:ext cx="948881" cy="331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2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Information</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 &amp; technology</a:t>
            </a:r>
          </a:p>
        </p:txBody>
      </p:sp>
      <p:sp>
        <p:nvSpPr>
          <p:cNvPr id="48" name="Hexagon 47">
            <a:extLst>
              <a:ext uri="{FF2B5EF4-FFF2-40B4-BE49-F238E27FC236}">
                <a16:creationId xmlns:a16="http://schemas.microsoft.com/office/drawing/2014/main" id="{60ADB36B-9ED9-4FF5-B7A9-0CCD2F7FF342}"/>
              </a:ext>
            </a:extLst>
          </p:cNvPr>
          <p:cNvSpPr/>
          <p:nvPr/>
        </p:nvSpPr>
        <p:spPr>
          <a:xfrm rot="16200000">
            <a:off x="1930331" y="2169309"/>
            <a:ext cx="654018" cy="309097"/>
          </a:xfrm>
          <a:prstGeom prst="hexagon">
            <a:avLst/>
          </a:prstGeom>
          <a:solidFill>
            <a:srgbClr val="6D30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a:ea typeface="+mn-ea"/>
              <a:cs typeface="+mn-cs"/>
            </a:endParaRPr>
          </a:p>
        </p:txBody>
      </p:sp>
      <p:grpSp>
        <p:nvGrpSpPr>
          <p:cNvPr id="13" name="Group 12">
            <a:extLst>
              <a:ext uri="{FF2B5EF4-FFF2-40B4-BE49-F238E27FC236}">
                <a16:creationId xmlns:a16="http://schemas.microsoft.com/office/drawing/2014/main" id="{7E547AD4-FA43-4EE7-8C95-2012E7A8EF33}"/>
              </a:ext>
            </a:extLst>
          </p:cNvPr>
          <p:cNvGrpSpPr/>
          <p:nvPr/>
        </p:nvGrpSpPr>
        <p:grpSpPr>
          <a:xfrm>
            <a:off x="1497740" y="2255852"/>
            <a:ext cx="1519200" cy="1580400"/>
            <a:chOff x="872671" y="1287467"/>
            <a:chExt cx="1519200" cy="1580400"/>
          </a:xfrm>
        </p:grpSpPr>
        <p:sp>
          <p:nvSpPr>
            <p:cNvPr id="74" name="Hexagon 73">
              <a:extLst>
                <a:ext uri="{FF2B5EF4-FFF2-40B4-BE49-F238E27FC236}">
                  <a16:creationId xmlns:a16="http://schemas.microsoft.com/office/drawing/2014/main" id="{7497F5FF-29CA-4350-9B5A-87ABD7EF3F0C}"/>
                </a:ext>
              </a:extLst>
            </p:cNvPr>
            <p:cNvSpPr/>
            <p:nvPr/>
          </p:nvSpPr>
          <p:spPr>
            <a:xfrm rot="16200000">
              <a:off x="842071" y="1318067"/>
              <a:ext cx="1580400" cy="1519200"/>
            </a:xfrm>
            <a:prstGeom prst="hexagon">
              <a:avLst/>
            </a:prstGeom>
            <a:solidFill>
              <a:srgbClr val="3448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80" name="Hexagon 79">
              <a:extLst>
                <a:ext uri="{FF2B5EF4-FFF2-40B4-BE49-F238E27FC236}">
                  <a16:creationId xmlns:a16="http://schemas.microsoft.com/office/drawing/2014/main" id="{11A8A801-D876-4D6C-8DBC-23A659A357F8}"/>
                </a:ext>
              </a:extLst>
            </p:cNvPr>
            <p:cNvSpPr/>
            <p:nvPr/>
          </p:nvSpPr>
          <p:spPr>
            <a:xfrm rot="16200000">
              <a:off x="1283071" y="1666842"/>
              <a:ext cx="698400" cy="856800"/>
            </a:xfrm>
            <a:prstGeom prst="hexagon">
              <a:avLst/>
            </a:prstGeom>
            <a:solidFill>
              <a:srgbClr val="AE2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grpSp>
      <p:sp>
        <p:nvSpPr>
          <p:cNvPr id="81" name="Rectangle 80">
            <a:extLst>
              <a:ext uri="{FF2B5EF4-FFF2-40B4-BE49-F238E27FC236}">
                <a16:creationId xmlns:a16="http://schemas.microsoft.com/office/drawing/2014/main" id="{C35984A0-B7A2-4CAB-9AE4-AA8D3C87B8BA}"/>
              </a:ext>
            </a:extLst>
          </p:cNvPr>
          <p:cNvSpPr/>
          <p:nvPr/>
        </p:nvSpPr>
        <p:spPr>
          <a:xfrm>
            <a:off x="2002002" y="2737780"/>
            <a:ext cx="510677" cy="23527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Value</a:t>
            </a:r>
          </a:p>
        </p:txBody>
      </p:sp>
      <p:sp>
        <p:nvSpPr>
          <p:cNvPr id="43" name="Rectangle 42">
            <a:extLst>
              <a:ext uri="{FF2B5EF4-FFF2-40B4-BE49-F238E27FC236}">
                <a16:creationId xmlns:a16="http://schemas.microsoft.com/office/drawing/2014/main" id="{B08C8A5B-5724-4B7C-A25E-CFA9F0A0A2FA}"/>
              </a:ext>
            </a:extLst>
          </p:cNvPr>
          <p:cNvSpPr/>
          <p:nvPr/>
        </p:nvSpPr>
        <p:spPr>
          <a:xfrm>
            <a:off x="1699219" y="2407795"/>
            <a:ext cx="1116243" cy="24959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Products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&amp; services</a:t>
            </a:r>
          </a:p>
        </p:txBody>
      </p:sp>
      <p:sp>
        <p:nvSpPr>
          <p:cNvPr id="6" name="Slide Number Placeholder 5">
            <a:extLst>
              <a:ext uri="{FF2B5EF4-FFF2-40B4-BE49-F238E27FC236}">
                <a16:creationId xmlns:a16="http://schemas.microsoft.com/office/drawing/2014/main" id="{23AD9459-C323-4294-95D3-8E4BBCD56E33}"/>
              </a:ext>
            </a:extLst>
          </p:cNvPr>
          <p:cNvSpPr>
            <a:spLocks noGrp="1"/>
          </p:cNvSpPr>
          <p:nvPr>
            <p:ph type="sldNum" sz="quarter" idx="35"/>
          </p:nvPr>
        </p:nvSpPr>
        <p:spPr/>
        <p:txBody>
          <a:bodyPr/>
          <a:lstStyle/>
          <a:p>
            <a:fld id="{9C18EA95-C3D3-214C-9452-EF8527DBCD86}" type="slidenum">
              <a:rPr lang="it-IT" smtClean="0"/>
              <a:pPr/>
              <a:t>20</a:t>
            </a:fld>
            <a:endParaRPr lang="it-IT"/>
          </a:p>
        </p:txBody>
      </p:sp>
      <p:pic>
        <p:nvPicPr>
          <p:cNvPr id="52" name="Picture 51" descr="Icon&#10;&#10;Description automatically generated">
            <a:hlinkClick r:id="rId11" action="ppaction://hlinksldjump"/>
            <a:extLst>
              <a:ext uri="{FF2B5EF4-FFF2-40B4-BE49-F238E27FC236}">
                <a16:creationId xmlns:a16="http://schemas.microsoft.com/office/drawing/2014/main" id="{44CC032A-33FB-4C82-BCBD-0FA8BD3E7568}"/>
              </a:ext>
            </a:extLst>
          </p:cNvPr>
          <p:cNvPicPr>
            <a:picLocks noChangeAspect="1"/>
          </p:cNvPicPr>
          <p:nvPr/>
        </p:nvPicPr>
        <p:blipFill>
          <a:blip r:embed="rId12"/>
          <a:stretch>
            <a:fillRect/>
          </a:stretch>
        </p:blipFill>
        <p:spPr>
          <a:xfrm>
            <a:off x="6825696" y="4945825"/>
            <a:ext cx="144000" cy="144000"/>
          </a:xfrm>
          <a:prstGeom prst="rect">
            <a:avLst/>
          </a:prstGeom>
        </p:spPr>
      </p:pic>
      <p:sp>
        <p:nvSpPr>
          <p:cNvPr id="53" name="Rectangle 210">
            <a:extLst>
              <a:ext uri="{FF2B5EF4-FFF2-40B4-BE49-F238E27FC236}">
                <a16:creationId xmlns:a16="http://schemas.microsoft.com/office/drawing/2014/main" id="{10849833-CA50-4664-B099-E1C26A4603B9}"/>
              </a:ext>
            </a:extLst>
          </p:cNvPr>
          <p:cNvSpPr/>
          <p:nvPr/>
        </p:nvSpPr>
        <p:spPr>
          <a:xfrm>
            <a:off x="6920036" y="4910103"/>
            <a:ext cx="1697379" cy="215444"/>
          </a:xfrm>
          <a:prstGeom prst="rect">
            <a:avLst/>
          </a:prstGeom>
        </p:spPr>
        <p:txBody>
          <a:bodyPr wrap="square">
            <a:spAutoFit/>
          </a:bodyPr>
          <a:lstStyle/>
          <a:p>
            <a:pPr marR="0" lvl="0" algn="l" defTabSz="914400" rtl="0" eaLnBrk="1" fontAlgn="auto" latinLnBrk="0" hangingPunct="1">
              <a:spcBef>
                <a:spcPts val="0"/>
              </a:spcBef>
              <a:buClr>
                <a:srgbClr val="DA291C"/>
              </a:buClr>
              <a:buSzTx/>
              <a:tabLst/>
              <a:defRPr/>
            </a:pPr>
            <a:r>
              <a:rPr lang="en-GB" sz="800" kern="0">
                <a:solidFill>
                  <a:srgbClr val="0C2340"/>
                </a:solidFill>
                <a:latin typeface="Arial Narrow" panose="020B0606020202030204" pitchFamily="34" charset="0"/>
              </a:rPr>
              <a:t>Link</a:t>
            </a:r>
            <a:r>
              <a:rPr kumimoji="0" lang="en-GB" sz="800" i="0" u="none" strike="noStrike" kern="0" cap="none" spc="0" normalizeH="0" baseline="0">
                <a:ln>
                  <a:noFill/>
                </a:ln>
                <a:solidFill>
                  <a:srgbClr val="0C2340"/>
                </a:solidFill>
                <a:effectLst/>
                <a:uLnTx/>
                <a:uFillTx/>
                <a:latin typeface="Arial Narrow" panose="020B0606020202030204" pitchFamily="34" charset="0"/>
              </a:rPr>
              <a:t> back to multiple-choice question</a:t>
            </a:r>
          </a:p>
        </p:txBody>
      </p:sp>
      <p:sp>
        <p:nvSpPr>
          <p:cNvPr id="40" name="Rectangle 210">
            <a:extLst>
              <a:ext uri="{FF2B5EF4-FFF2-40B4-BE49-F238E27FC236}">
                <a16:creationId xmlns:a16="http://schemas.microsoft.com/office/drawing/2014/main" id="{17E0D2E5-15BF-4EA5-9371-A5D0D337A78E}"/>
              </a:ext>
            </a:extLst>
          </p:cNvPr>
          <p:cNvSpPr/>
          <p:nvPr/>
        </p:nvSpPr>
        <p:spPr>
          <a:xfrm>
            <a:off x="640323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29639433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The four dimensions of IT Service Management | </a:t>
            </a:r>
            <a:r>
              <a:rPr lang="en-US">
                <a:solidFill>
                  <a:schemeClr val="accent3"/>
                </a:solidFill>
                <a:latin typeface="Arial Narrow" panose="020B0606020202030204" pitchFamily="34" charset="0"/>
              </a:rPr>
              <a:t>Information &amp; technology 2/2</a:t>
            </a:r>
            <a:endParaRPr lang="en-GB">
              <a:solidFill>
                <a:schemeClr val="accent3"/>
              </a:solidFill>
              <a:latin typeface="Arial Narrow" panose="020B0606020202030204" pitchFamily="34" charset="0"/>
            </a:endParaRPr>
          </a:p>
        </p:txBody>
      </p:sp>
      <p:sp>
        <p:nvSpPr>
          <p:cNvPr id="30" name="Esagono 29">
            <a:extLst>
              <a:ext uri="{FF2B5EF4-FFF2-40B4-BE49-F238E27FC236}">
                <a16:creationId xmlns:a16="http://schemas.microsoft.com/office/drawing/2014/main" id="{65663D7B-E315-46A0-95B5-FC1A8FE1CED6}"/>
              </a:ext>
            </a:extLst>
          </p:cNvPr>
          <p:cNvSpPr/>
          <p:nvPr/>
        </p:nvSpPr>
        <p:spPr>
          <a:xfrm>
            <a:off x="4690459" y="1326870"/>
            <a:ext cx="1083600" cy="770400"/>
          </a:xfrm>
          <a:prstGeom prst="hexagon">
            <a:avLst/>
          </a:prstGeom>
          <a:solidFill>
            <a:schemeClr val="accent5">
              <a:lumMod val="50000"/>
            </a:schemeClr>
          </a:solidFill>
          <a:ln>
            <a:solidFill>
              <a:schemeClr val="accent5">
                <a:lumMod val="50000"/>
              </a:schemeClr>
            </a:solid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FFFFFF"/>
                </a:solidFill>
                <a:effectLst/>
                <a:uLnTx/>
                <a:uFillTx/>
                <a:latin typeface="Arial Narrow" panose="020B0606020202030204" pitchFamily="34" charset="0"/>
                <a:ea typeface="+mn-ea"/>
                <a:cs typeface="+mn-cs"/>
              </a:rPr>
              <a:t>Timeliness</a:t>
            </a:r>
          </a:p>
        </p:txBody>
      </p:sp>
      <p:sp>
        <p:nvSpPr>
          <p:cNvPr id="21" name="Esagono 20">
            <a:extLst>
              <a:ext uri="{FF2B5EF4-FFF2-40B4-BE49-F238E27FC236}">
                <a16:creationId xmlns:a16="http://schemas.microsoft.com/office/drawing/2014/main" id="{43C97488-AA27-4E7C-BB5F-3ECAD87CAFBC}"/>
              </a:ext>
            </a:extLst>
          </p:cNvPr>
          <p:cNvSpPr/>
          <p:nvPr/>
        </p:nvSpPr>
        <p:spPr>
          <a:xfrm>
            <a:off x="3323393" y="1326870"/>
            <a:ext cx="1083600" cy="770400"/>
          </a:xfrm>
          <a:prstGeom prst="hexag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FFFFFF"/>
                </a:solidFill>
                <a:effectLst/>
                <a:uLnTx/>
                <a:uFillTx/>
                <a:latin typeface="Arial Narrow" panose="020B0606020202030204" pitchFamily="34" charset="0"/>
                <a:ea typeface="+mn-ea"/>
                <a:cs typeface="+mn-cs"/>
              </a:rPr>
              <a:t>Availability</a:t>
            </a:r>
          </a:p>
        </p:txBody>
      </p:sp>
      <p:sp>
        <p:nvSpPr>
          <p:cNvPr id="35" name="Rectangle 210">
            <a:extLst>
              <a:ext uri="{FF2B5EF4-FFF2-40B4-BE49-F238E27FC236}">
                <a16:creationId xmlns:a16="http://schemas.microsoft.com/office/drawing/2014/main" id="{7EE80FA6-B4C4-4B50-85E1-864A79274CC3}"/>
              </a:ext>
            </a:extLst>
          </p:cNvPr>
          <p:cNvSpPr/>
          <p:nvPr/>
        </p:nvSpPr>
        <p:spPr>
          <a:xfrm>
            <a:off x="122728" y="1542793"/>
            <a:ext cx="3060000" cy="338554"/>
          </a:xfrm>
          <a:prstGeom prst="rect">
            <a:avLst/>
          </a:prstGeom>
        </p:spPr>
        <p:txBody>
          <a:bodyPr wrap="square" lIns="0" tIns="0" rIns="108000" bIns="0">
            <a:spAutoFit/>
          </a:bodyPr>
          <a:lstStyle/>
          <a:p>
            <a:pPr marL="0" marR="0" lvl="0" indent="0" algn="r"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Information should be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available</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to those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who are authorized</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to access it</a:t>
            </a:r>
          </a:p>
        </p:txBody>
      </p:sp>
      <p:sp>
        <p:nvSpPr>
          <p:cNvPr id="28" name="Esagono 27">
            <a:extLst>
              <a:ext uri="{FF2B5EF4-FFF2-40B4-BE49-F238E27FC236}">
                <a16:creationId xmlns:a16="http://schemas.microsoft.com/office/drawing/2014/main" id="{F5F64E3F-14D3-4CB9-8386-B285EB1EAB4A}"/>
              </a:ext>
            </a:extLst>
          </p:cNvPr>
          <p:cNvSpPr/>
          <p:nvPr/>
        </p:nvSpPr>
        <p:spPr>
          <a:xfrm>
            <a:off x="3323393" y="2315376"/>
            <a:ext cx="1083600" cy="770400"/>
          </a:xfrm>
          <a:prstGeom prst="hexagon">
            <a:avLst/>
          </a:prstGeom>
          <a:solidFill>
            <a:schemeClr val="accent3"/>
          </a:solidFill>
          <a:ln>
            <a:solidFill>
              <a:schemeClr val="accent3"/>
            </a:solid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FFFFFF"/>
                </a:solidFill>
                <a:effectLst/>
                <a:uLnTx/>
                <a:uFillTx/>
                <a:latin typeface="Arial Narrow" panose="020B0606020202030204" pitchFamily="34" charset="0"/>
                <a:ea typeface="+mn-ea"/>
                <a:cs typeface="+mn-cs"/>
              </a:rPr>
              <a:t>Reliability</a:t>
            </a:r>
          </a:p>
        </p:txBody>
      </p:sp>
      <p:sp>
        <p:nvSpPr>
          <p:cNvPr id="32" name="Esagono 31">
            <a:extLst>
              <a:ext uri="{FF2B5EF4-FFF2-40B4-BE49-F238E27FC236}">
                <a16:creationId xmlns:a16="http://schemas.microsoft.com/office/drawing/2014/main" id="{9C2F41F3-F34D-458C-AF64-BE368D6928E6}"/>
              </a:ext>
            </a:extLst>
          </p:cNvPr>
          <p:cNvSpPr/>
          <p:nvPr/>
        </p:nvSpPr>
        <p:spPr>
          <a:xfrm>
            <a:off x="4690459" y="2315376"/>
            <a:ext cx="1083600" cy="770400"/>
          </a:xfrm>
          <a:prstGeom prst="hexagon">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FFFFFF"/>
                </a:solidFill>
                <a:effectLst/>
                <a:uLnTx/>
                <a:uFillTx/>
                <a:latin typeface="Arial Narrow" panose="020B0606020202030204" pitchFamily="34" charset="0"/>
                <a:ea typeface="+mn-ea"/>
                <a:cs typeface="+mn-cs"/>
              </a:rPr>
              <a:t>Accuracy</a:t>
            </a:r>
          </a:p>
        </p:txBody>
      </p:sp>
      <p:sp>
        <p:nvSpPr>
          <p:cNvPr id="36" name="Rectangle 210">
            <a:extLst>
              <a:ext uri="{FF2B5EF4-FFF2-40B4-BE49-F238E27FC236}">
                <a16:creationId xmlns:a16="http://schemas.microsoft.com/office/drawing/2014/main" id="{63EF37F2-BFB8-49FE-8017-E9079E3CAE37}"/>
              </a:ext>
            </a:extLst>
          </p:cNvPr>
          <p:cNvSpPr/>
          <p:nvPr/>
        </p:nvSpPr>
        <p:spPr>
          <a:xfrm>
            <a:off x="122728" y="2531299"/>
            <a:ext cx="3060000" cy="338554"/>
          </a:xfrm>
          <a:prstGeom prst="rect">
            <a:avLst/>
          </a:prstGeom>
        </p:spPr>
        <p:txBody>
          <a:bodyPr wrap="square" lIns="0" tIns="0" rIns="108000" bIns="0">
            <a:spAutoFit/>
          </a:bodyPr>
          <a:lstStyle/>
          <a:p>
            <a:pPr marL="0" marR="0" lvl="0" indent="0" algn="r"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The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provision of information</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and information itself should be reliable</a:t>
            </a:r>
          </a:p>
        </p:txBody>
      </p:sp>
      <p:sp>
        <p:nvSpPr>
          <p:cNvPr id="40" name="Rectangle 210">
            <a:extLst>
              <a:ext uri="{FF2B5EF4-FFF2-40B4-BE49-F238E27FC236}">
                <a16:creationId xmlns:a16="http://schemas.microsoft.com/office/drawing/2014/main" id="{B625C420-63F0-4548-BDF2-3E712B9CEF3C}"/>
              </a:ext>
            </a:extLst>
          </p:cNvPr>
          <p:cNvSpPr/>
          <p:nvPr/>
        </p:nvSpPr>
        <p:spPr>
          <a:xfrm>
            <a:off x="5929029" y="2531299"/>
            <a:ext cx="3060000" cy="338554"/>
          </a:xfrm>
          <a:prstGeom prst="rect">
            <a:avLst/>
          </a:prstGeom>
        </p:spPr>
        <p:txBody>
          <a:bodyPr wrap="square" lIns="108000" tIns="0" rIns="0" bIns="0">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US"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Information must be accurate</a:t>
            </a:r>
            <a:r>
              <a:rPr kumimoji="0" lang="en-US"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 correct and without any mistake, </a:t>
            </a:r>
            <a:r>
              <a:rPr kumimoji="0" lang="en-US"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since organization depends on that</a:t>
            </a:r>
            <a:endPar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37" name="Rectangle 210">
            <a:extLst>
              <a:ext uri="{FF2B5EF4-FFF2-40B4-BE49-F238E27FC236}">
                <a16:creationId xmlns:a16="http://schemas.microsoft.com/office/drawing/2014/main" id="{10ECDF13-E207-42D2-94AD-7CE3FD9DB7B8}"/>
              </a:ext>
            </a:extLst>
          </p:cNvPr>
          <p:cNvSpPr/>
          <p:nvPr/>
        </p:nvSpPr>
        <p:spPr>
          <a:xfrm>
            <a:off x="122728" y="3519803"/>
            <a:ext cx="3060000" cy="338554"/>
          </a:xfrm>
          <a:prstGeom prst="rect">
            <a:avLst/>
          </a:prstGeom>
        </p:spPr>
        <p:txBody>
          <a:bodyPr wrap="square" lIns="0" tIns="0" rIns="108000" bIns="0">
            <a:spAutoFit/>
          </a:bodyPr>
          <a:lstStyle/>
          <a:p>
            <a:pPr marL="0" marR="0" lvl="0" indent="0" algn="r"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Information should be accessible for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authorised users</a:t>
            </a:r>
            <a:endPar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29" name="Esagono 28">
            <a:extLst>
              <a:ext uri="{FF2B5EF4-FFF2-40B4-BE49-F238E27FC236}">
                <a16:creationId xmlns:a16="http://schemas.microsoft.com/office/drawing/2014/main" id="{D11F4213-9E61-432B-928E-3A17003A638F}"/>
              </a:ext>
            </a:extLst>
          </p:cNvPr>
          <p:cNvSpPr/>
          <p:nvPr/>
        </p:nvSpPr>
        <p:spPr>
          <a:xfrm>
            <a:off x="3323393" y="3303880"/>
            <a:ext cx="1083600" cy="770400"/>
          </a:xfrm>
          <a:prstGeom prst="hexagon">
            <a:avLst/>
          </a:prstGeom>
          <a:solidFill>
            <a:schemeClr val="accent4"/>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lIns="36000" tIns="36000" rIns="36000" bIns="360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FFFFFF"/>
                </a:solidFill>
                <a:effectLst/>
                <a:uLnTx/>
                <a:uFillTx/>
                <a:latin typeface="Arial Narrow" panose="020B0606020202030204" pitchFamily="34" charset="0"/>
                <a:ea typeface="+mn-ea"/>
                <a:cs typeface="+mn-cs"/>
              </a:rPr>
              <a:t>Accessibility</a:t>
            </a:r>
          </a:p>
        </p:txBody>
      </p:sp>
      <p:sp>
        <p:nvSpPr>
          <p:cNvPr id="33" name="Esagono 32">
            <a:extLst>
              <a:ext uri="{FF2B5EF4-FFF2-40B4-BE49-F238E27FC236}">
                <a16:creationId xmlns:a16="http://schemas.microsoft.com/office/drawing/2014/main" id="{D20779EC-5107-4C81-B0AE-8E0079FA4E27}"/>
              </a:ext>
            </a:extLst>
          </p:cNvPr>
          <p:cNvSpPr/>
          <p:nvPr/>
        </p:nvSpPr>
        <p:spPr>
          <a:xfrm>
            <a:off x="4698573" y="3303880"/>
            <a:ext cx="1083600" cy="770400"/>
          </a:xfrm>
          <a:prstGeom prst="hexagon">
            <a:avLst/>
          </a:prstGeom>
          <a:solidFill>
            <a:srgbClr val="3D8065"/>
          </a:solidFill>
          <a:ln w="19050" cap="flat" cmpd="sng" algn="ctr">
            <a:noFill/>
            <a:prstDash val="solid"/>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FFFFFF"/>
                </a:solidFill>
                <a:effectLst/>
                <a:uLnTx/>
                <a:uFillTx/>
                <a:latin typeface="Arial Narrow" panose="020B0606020202030204" pitchFamily="34" charset="0"/>
                <a:ea typeface="+mn-ea"/>
                <a:cs typeface="+mn-cs"/>
              </a:rPr>
              <a:t>Relevance</a:t>
            </a:r>
          </a:p>
        </p:txBody>
      </p:sp>
      <p:cxnSp>
        <p:nvCxnSpPr>
          <p:cNvPr id="48" name="Straight Connector 12">
            <a:extLst>
              <a:ext uri="{FF2B5EF4-FFF2-40B4-BE49-F238E27FC236}">
                <a16:creationId xmlns:a16="http://schemas.microsoft.com/office/drawing/2014/main" id="{52312BF5-9636-4945-B450-B044AAF473E0}"/>
              </a:ext>
            </a:extLst>
          </p:cNvPr>
          <p:cNvCxnSpPr>
            <a:cxnSpLocks/>
          </p:cNvCxnSpPr>
          <p:nvPr/>
        </p:nvCxnSpPr>
        <p:spPr>
          <a:xfrm>
            <a:off x="4547659" y="1001896"/>
            <a:ext cx="0" cy="3735913"/>
          </a:xfrm>
          <a:prstGeom prst="line">
            <a:avLst/>
          </a:prstGeom>
          <a:ln w="12700">
            <a:solidFill>
              <a:schemeClr val="bg1">
                <a:lumMod val="65000"/>
              </a:schemeClr>
            </a:solidFill>
            <a:prstDash val="sysDot"/>
          </a:ln>
          <a:effectLst/>
        </p:spPr>
        <p:style>
          <a:lnRef idx="2">
            <a:schemeClr val="accent1"/>
          </a:lnRef>
          <a:fillRef idx="0">
            <a:schemeClr val="accent1"/>
          </a:fillRef>
          <a:effectRef idx="1">
            <a:schemeClr val="accent1"/>
          </a:effectRef>
          <a:fontRef idx="minor">
            <a:schemeClr val="tx1"/>
          </a:fontRef>
        </p:style>
      </p:cxnSp>
      <p:sp>
        <p:nvSpPr>
          <p:cNvPr id="25" name="Rectangle 210">
            <a:extLst>
              <a:ext uri="{FF2B5EF4-FFF2-40B4-BE49-F238E27FC236}">
                <a16:creationId xmlns:a16="http://schemas.microsoft.com/office/drawing/2014/main" id="{B1E217C6-3217-4835-B423-18A25FCB1B9C}"/>
              </a:ext>
            </a:extLst>
          </p:cNvPr>
          <p:cNvSpPr/>
          <p:nvPr/>
        </p:nvSpPr>
        <p:spPr>
          <a:xfrm>
            <a:off x="5929030" y="1542793"/>
            <a:ext cx="3060000" cy="338554"/>
          </a:xfrm>
          <a:prstGeom prst="rect">
            <a:avLst/>
          </a:prstGeom>
        </p:spPr>
        <p:txBody>
          <a:bodyPr wrap="square" lIns="108000" tIns="0" rIns="0" bIns="0">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Information must be available and accessible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when it is needed, at the right time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and/ or at the right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speed</a:t>
            </a:r>
          </a:p>
        </p:txBody>
      </p:sp>
      <p:sp>
        <p:nvSpPr>
          <p:cNvPr id="26" name="Rectangle 210">
            <a:extLst>
              <a:ext uri="{FF2B5EF4-FFF2-40B4-BE49-F238E27FC236}">
                <a16:creationId xmlns:a16="http://schemas.microsoft.com/office/drawing/2014/main" id="{8B55D833-1E99-4BBD-A485-F4EFA37FF4DC}"/>
              </a:ext>
            </a:extLst>
          </p:cNvPr>
          <p:cNvSpPr/>
          <p:nvPr/>
        </p:nvSpPr>
        <p:spPr>
          <a:xfrm>
            <a:off x="5933087" y="3519803"/>
            <a:ext cx="3060000" cy="338554"/>
          </a:xfrm>
          <a:prstGeom prst="rect">
            <a:avLst/>
          </a:prstGeom>
        </p:spPr>
        <p:txBody>
          <a:bodyPr wrap="square" lIns="108000" tIns="0" rIns="0" bIns="0">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US"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Information must be relevant </a:t>
            </a:r>
            <a:r>
              <a:rPr kumimoji="0" lang="en-US"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for the business task </a:t>
            </a:r>
            <a:r>
              <a:rPr kumimoji="0" lang="en-US"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in hand</a:t>
            </a:r>
            <a:endPar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4" name="Text Placeholder 3">
            <a:extLst>
              <a:ext uri="{FF2B5EF4-FFF2-40B4-BE49-F238E27FC236}">
                <a16:creationId xmlns:a16="http://schemas.microsoft.com/office/drawing/2014/main" id="{5AB80416-6FD0-41DA-846D-D3946D045041}"/>
              </a:ext>
            </a:extLst>
          </p:cNvPr>
          <p:cNvSpPr>
            <a:spLocks noGrp="1"/>
          </p:cNvSpPr>
          <p:nvPr>
            <p:ph type="body" sz="quarter" idx="37"/>
          </p:nvPr>
        </p:nvSpPr>
        <p:spPr>
          <a:xfrm>
            <a:off x="425648" y="512635"/>
            <a:ext cx="8359765" cy="334800"/>
          </a:xfrm>
        </p:spPr>
        <p:txBody>
          <a:bodyPr/>
          <a:lstStyle/>
          <a:p>
            <a:r>
              <a:rPr lang="en-US">
                <a:latin typeface="Arial Narrow" panose="020B0606020202030204" pitchFamily="34" charset="0"/>
              </a:rPr>
              <a:t>Business information should respect specific criteria to be properly managed by the specific technologies and contribute to the overall value creation</a:t>
            </a:r>
          </a:p>
          <a:p>
            <a:endParaRPr lang="en-US"/>
          </a:p>
        </p:txBody>
      </p:sp>
      <p:cxnSp>
        <p:nvCxnSpPr>
          <p:cNvPr id="34" name="Straight Connector 12">
            <a:extLst>
              <a:ext uri="{FF2B5EF4-FFF2-40B4-BE49-F238E27FC236}">
                <a16:creationId xmlns:a16="http://schemas.microsoft.com/office/drawing/2014/main" id="{87F5EE35-4876-4A3F-B826-D3CFD097A530}"/>
              </a:ext>
            </a:extLst>
          </p:cNvPr>
          <p:cNvCxnSpPr>
            <a:cxnSpLocks/>
          </p:cNvCxnSpPr>
          <p:nvPr/>
        </p:nvCxnSpPr>
        <p:spPr>
          <a:xfrm>
            <a:off x="9144000" y="481218"/>
            <a:ext cx="0" cy="3735913"/>
          </a:xfrm>
          <a:prstGeom prst="line">
            <a:avLst/>
          </a:prstGeom>
          <a:ln w="12700">
            <a:solidFill>
              <a:schemeClr val="bg1">
                <a:lumMod val="85000"/>
              </a:schemeClr>
            </a:solidFill>
            <a:prstDash val="sysDot"/>
          </a:ln>
          <a:effectLst/>
        </p:spPr>
        <p:style>
          <a:lnRef idx="2">
            <a:schemeClr val="accent1"/>
          </a:lnRef>
          <a:fillRef idx="0">
            <a:schemeClr val="accent1"/>
          </a:fillRef>
          <a:effectRef idx="1">
            <a:schemeClr val="accent1"/>
          </a:effectRef>
          <a:fontRef idx="minor">
            <a:schemeClr val="tx1"/>
          </a:fontRef>
        </p:style>
      </p:cxnSp>
      <p:sp>
        <p:nvSpPr>
          <p:cNvPr id="5" name="Slide Number Placeholder 4">
            <a:extLst>
              <a:ext uri="{FF2B5EF4-FFF2-40B4-BE49-F238E27FC236}">
                <a16:creationId xmlns:a16="http://schemas.microsoft.com/office/drawing/2014/main" id="{113BDAE8-31D5-499F-A53B-E026B195958E}"/>
              </a:ext>
            </a:extLst>
          </p:cNvPr>
          <p:cNvSpPr>
            <a:spLocks noGrp="1"/>
          </p:cNvSpPr>
          <p:nvPr>
            <p:ph type="sldNum" sz="quarter" idx="35"/>
          </p:nvPr>
        </p:nvSpPr>
        <p:spPr/>
        <p:txBody>
          <a:bodyPr/>
          <a:lstStyle/>
          <a:p>
            <a:fld id="{9C18EA95-C3D3-214C-9452-EF8527DBCD86}" type="slidenum">
              <a:rPr lang="it-IT" smtClean="0"/>
              <a:pPr/>
              <a:t>21</a:t>
            </a:fld>
            <a:endParaRPr lang="it-IT"/>
          </a:p>
        </p:txBody>
      </p:sp>
    </p:spTree>
    <p:extLst>
      <p:ext uri="{BB962C8B-B14F-4D97-AF65-F5344CB8AC3E}">
        <p14:creationId xmlns:p14="http://schemas.microsoft.com/office/powerpoint/2010/main" val="38384385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dirty="0">
                <a:latin typeface="Arial Narrow" panose="020B0606020202030204" pitchFamily="34" charset="0"/>
              </a:rPr>
              <a:t>The four dimensions of IT Service Management | </a:t>
            </a:r>
            <a:r>
              <a:rPr lang="en-US" dirty="0">
                <a:solidFill>
                  <a:schemeClr val="accent3"/>
                </a:solidFill>
                <a:latin typeface="Arial Narrow" panose="020B0606020202030204" pitchFamily="34" charset="0"/>
              </a:rPr>
              <a:t>Partners &amp; suppliers</a:t>
            </a:r>
            <a:endParaRPr lang="en-GB" dirty="0">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a:xfrm>
            <a:off x="425945" y="512635"/>
            <a:ext cx="8359468" cy="334800"/>
          </a:xfrm>
        </p:spPr>
        <p:txBody>
          <a:bodyPr vert="horz" lIns="0" tIns="0" rIns="0" bIns="0" rtlCol="0" anchor="t">
            <a:noAutofit/>
          </a:bodyPr>
          <a:lstStyle/>
          <a:p>
            <a:r>
              <a:rPr lang="en-GB">
                <a:latin typeface="Arial Narrow"/>
              </a:rPr>
              <a:t>“Partners &amp; suppliers” dimension focuses on the collaboration with third parties, relying on suppliers’ resources and skills to provide services. In order to be fruitful, </a:t>
            </a:r>
            <a:r>
              <a:rPr lang="en-US">
                <a:latin typeface="Arial Narrow"/>
              </a:rPr>
              <a:t>the relationship with each partner/supplier must be managed specifically</a:t>
            </a:r>
            <a:endParaRPr lang="en-GB">
              <a:latin typeface="Arial Narrow"/>
            </a:endParaRPr>
          </a:p>
        </p:txBody>
      </p:sp>
      <p:sp>
        <p:nvSpPr>
          <p:cNvPr id="33" name="Isosceles Triangle 4">
            <a:extLst>
              <a:ext uri="{FF2B5EF4-FFF2-40B4-BE49-F238E27FC236}">
                <a16:creationId xmlns:a16="http://schemas.microsoft.com/office/drawing/2014/main" id="{7B136C43-8CEC-4CC9-95AE-74169B357242}"/>
              </a:ext>
            </a:extLst>
          </p:cNvPr>
          <p:cNvSpPr/>
          <p:nvPr/>
        </p:nvSpPr>
        <p:spPr>
          <a:xfrm rot="5400000">
            <a:off x="3838930" y="2653200"/>
            <a:ext cx="1466140" cy="221707"/>
          </a:xfrm>
          <a:prstGeom prst="triangle">
            <a:avLst/>
          </a:prstGeom>
          <a:solidFill>
            <a:schemeClr val="bg1">
              <a:lumMod val="85000"/>
            </a:schemeClr>
          </a:solidFill>
          <a:ln w="25400" cap="flat" cmpd="sng" algn="ctr">
            <a:noFill/>
            <a:prstDash val="solid"/>
          </a:ln>
          <a:effectLst/>
          <a:extLst>
            <a:ext uri="{91240B29-F687-4F45-9708-019B960494DF}">
              <a14:hiddenLine xmlns:a14="http://schemas.microsoft.com/office/drawing/2010/main" w="25400" cap="flat" cmpd="sng" algn="ctr">
                <a:solidFill>
                  <a:prstClr val="black"/>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grpSp>
        <p:nvGrpSpPr>
          <p:cNvPr id="14" name="Group 13">
            <a:extLst>
              <a:ext uri="{FF2B5EF4-FFF2-40B4-BE49-F238E27FC236}">
                <a16:creationId xmlns:a16="http://schemas.microsoft.com/office/drawing/2014/main" id="{06FE35F4-F5FE-4AEE-BD64-07707F7C3D1E}"/>
              </a:ext>
            </a:extLst>
          </p:cNvPr>
          <p:cNvGrpSpPr/>
          <p:nvPr/>
        </p:nvGrpSpPr>
        <p:grpSpPr>
          <a:xfrm>
            <a:off x="5168381" y="910408"/>
            <a:ext cx="3589200" cy="307777"/>
            <a:chOff x="5168381" y="910408"/>
            <a:chExt cx="3589200" cy="307777"/>
          </a:xfrm>
        </p:grpSpPr>
        <p:cxnSp>
          <p:nvCxnSpPr>
            <p:cNvPr id="136" name="Straight Connector 12">
              <a:extLst>
                <a:ext uri="{FF2B5EF4-FFF2-40B4-BE49-F238E27FC236}">
                  <a16:creationId xmlns:a16="http://schemas.microsoft.com/office/drawing/2014/main" id="{8A2141A4-8AFE-45DE-AE19-435B78537468}"/>
                </a:ext>
              </a:extLst>
            </p:cNvPr>
            <p:cNvCxnSpPr>
              <a:cxnSpLocks/>
            </p:cNvCxnSpPr>
            <p:nvPr/>
          </p:nvCxnSpPr>
          <p:spPr>
            <a:xfrm>
              <a:off x="5168381" y="1064296"/>
              <a:ext cx="35892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7" name="TextBox 11">
              <a:extLst>
                <a:ext uri="{FF2B5EF4-FFF2-40B4-BE49-F238E27FC236}">
                  <a16:creationId xmlns:a16="http://schemas.microsoft.com/office/drawing/2014/main" id="{0BE953AF-338D-4E97-819A-054DB4147E8C}"/>
                </a:ext>
              </a:extLst>
            </p:cNvPr>
            <p:cNvSpPr txBox="1"/>
            <p:nvPr/>
          </p:nvSpPr>
          <p:spPr>
            <a:xfrm>
              <a:off x="6162562" y="910408"/>
              <a:ext cx="1600839" cy="307777"/>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Highlights</a:t>
              </a:r>
              <a:endParaRPr kumimoji="0" lang="en-GB" sz="14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grpSp>
      <p:grpSp>
        <p:nvGrpSpPr>
          <p:cNvPr id="18" name="Group 17">
            <a:extLst>
              <a:ext uri="{FF2B5EF4-FFF2-40B4-BE49-F238E27FC236}">
                <a16:creationId xmlns:a16="http://schemas.microsoft.com/office/drawing/2014/main" id="{CEA97728-B1CD-471B-8461-CB7A3424755E}"/>
              </a:ext>
            </a:extLst>
          </p:cNvPr>
          <p:cNvGrpSpPr/>
          <p:nvPr/>
        </p:nvGrpSpPr>
        <p:grpSpPr>
          <a:xfrm>
            <a:off x="5176636" y="2718975"/>
            <a:ext cx="3588965" cy="540000"/>
            <a:chOff x="5176636" y="2982118"/>
            <a:chExt cx="3588965" cy="540000"/>
          </a:xfrm>
        </p:grpSpPr>
        <p:sp>
          <p:nvSpPr>
            <p:cNvPr id="31" name="Rectangle 210">
              <a:extLst>
                <a:ext uri="{FF2B5EF4-FFF2-40B4-BE49-F238E27FC236}">
                  <a16:creationId xmlns:a16="http://schemas.microsoft.com/office/drawing/2014/main" id="{4E644CF2-CC8E-4ADD-AAC7-E103798695FF}"/>
                </a:ext>
              </a:extLst>
            </p:cNvPr>
            <p:cNvSpPr/>
            <p:nvPr/>
          </p:nvSpPr>
          <p:spPr>
            <a:xfrm>
              <a:off x="5727439" y="3036675"/>
              <a:ext cx="3038162" cy="430887"/>
            </a:xfrm>
            <a:prstGeom prst="rect">
              <a:avLst/>
            </a:prstGeom>
          </p:spPr>
          <p:txBody>
            <a:bodyPr wrap="square" anchor="ctr">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Suppliers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may be engaged to supply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rare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resources and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skills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or to provide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flexible resources</a:t>
              </a:r>
            </a:p>
          </p:txBody>
        </p:sp>
        <p:grpSp>
          <p:nvGrpSpPr>
            <p:cNvPr id="13" name="Group 12">
              <a:extLst>
                <a:ext uri="{FF2B5EF4-FFF2-40B4-BE49-F238E27FC236}">
                  <a16:creationId xmlns:a16="http://schemas.microsoft.com/office/drawing/2014/main" id="{A95E01EF-FDF8-4D8A-A8EB-A358854E7A84}"/>
                </a:ext>
              </a:extLst>
            </p:cNvPr>
            <p:cNvGrpSpPr/>
            <p:nvPr/>
          </p:nvGrpSpPr>
          <p:grpSpPr>
            <a:xfrm>
              <a:off x="5176636" y="2982118"/>
              <a:ext cx="540000" cy="540000"/>
              <a:chOff x="5176636" y="2982118"/>
              <a:chExt cx="540000" cy="540000"/>
            </a:xfrm>
          </p:grpSpPr>
          <p:sp>
            <p:nvSpPr>
              <p:cNvPr id="30" name="Oval 37">
                <a:extLst>
                  <a:ext uri="{FF2B5EF4-FFF2-40B4-BE49-F238E27FC236}">
                    <a16:creationId xmlns:a16="http://schemas.microsoft.com/office/drawing/2014/main" id="{2573BABF-4674-43DE-9E8D-6726EF6ECF08}"/>
                  </a:ext>
                </a:extLst>
              </p:cNvPr>
              <p:cNvSpPr/>
              <p:nvPr/>
            </p:nvSpPr>
            <p:spPr>
              <a:xfrm>
                <a:off x="5176636" y="2982118"/>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6" name="Graphic 5" descr="Lightbulb and gear with solid fill">
                <a:extLst>
                  <a:ext uri="{FF2B5EF4-FFF2-40B4-BE49-F238E27FC236}">
                    <a16:creationId xmlns:a16="http://schemas.microsoft.com/office/drawing/2014/main" id="{5E4996B8-B0D7-4D24-9AD5-E585F87CDCB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66251" y="3071733"/>
                <a:ext cx="360770" cy="360770"/>
              </a:xfrm>
              <a:prstGeom prst="rect">
                <a:avLst/>
              </a:prstGeom>
            </p:spPr>
          </p:pic>
        </p:grpSp>
      </p:grpSp>
      <p:grpSp>
        <p:nvGrpSpPr>
          <p:cNvPr id="17" name="Group 16">
            <a:extLst>
              <a:ext uri="{FF2B5EF4-FFF2-40B4-BE49-F238E27FC236}">
                <a16:creationId xmlns:a16="http://schemas.microsoft.com/office/drawing/2014/main" id="{F7226C32-E910-4B94-85EB-D7B0C0DE2E87}"/>
              </a:ext>
            </a:extLst>
          </p:cNvPr>
          <p:cNvGrpSpPr/>
          <p:nvPr/>
        </p:nvGrpSpPr>
        <p:grpSpPr>
          <a:xfrm>
            <a:off x="5176636" y="1952315"/>
            <a:ext cx="3588965" cy="600164"/>
            <a:chOff x="5176636" y="2057090"/>
            <a:chExt cx="3588965" cy="600164"/>
          </a:xfrm>
        </p:grpSpPr>
        <p:sp>
          <p:nvSpPr>
            <p:cNvPr id="35" name="Rectangle 210">
              <a:extLst>
                <a:ext uri="{FF2B5EF4-FFF2-40B4-BE49-F238E27FC236}">
                  <a16:creationId xmlns:a16="http://schemas.microsoft.com/office/drawing/2014/main" id="{C90C646D-0623-419C-A6F3-E64B435665B4}"/>
                </a:ext>
              </a:extLst>
            </p:cNvPr>
            <p:cNvSpPr/>
            <p:nvPr/>
          </p:nvSpPr>
          <p:spPr>
            <a:xfrm>
              <a:off x="5727439" y="2057090"/>
              <a:ext cx="3038162" cy="600164"/>
            </a:xfrm>
            <a:prstGeom prst="rect">
              <a:avLst/>
            </a:prstGeom>
          </p:spPr>
          <p:txBody>
            <a:bodyPr wrap="square" anchor="ctr">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Appropriate relationships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with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partner organizations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should be always maintained, this avoiding to manage the in the same way</a:t>
              </a:r>
            </a:p>
          </p:txBody>
        </p:sp>
        <p:grpSp>
          <p:nvGrpSpPr>
            <p:cNvPr id="15" name="Group 14">
              <a:extLst>
                <a:ext uri="{FF2B5EF4-FFF2-40B4-BE49-F238E27FC236}">
                  <a16:creationId xmlns:a16="http://schemas.microsoft.com/office/drawing/2014/main" id="{4118432A-2154-4005-AE6F-F1862A95C33B}"/>
                </a:ext>
              </a:extLst>
            </p:cNvPr>
            <p:cNvGrpSpPr/>
            <p:nvPr/>
          </p:nvGrpSpPr>
          <p:grpSpPr>
            <a:xfrm>
              <a:off x="5176636" y="2085665"/>
              <a:ext cx="540000" cy="540000"/>
              <a:chOff x="5176636" y="2085665"/>
              <a:chExt cx="540000" cy="540000"/>
            </a:xfrm>
          </p:grpSpPr>
          <p:sp>
            <p:nvSpPr>
              <p:cNvPr id="34" name="Oval 37">
                <a:extLst>
                  <a:ext uri="{FF2B5EF4-FFF2-40B4-BE49-F238E27FC236}">
                    <a16:creationId xmlns:a16="http://schemas.microsoft.com/office/drawing/2014/main" id="{A4A14745-1219-462F-B354-1C93C67AE6E7}"/>
                  </a:ext>
                </a:extLst>
              </p:cNvPr>
              <p:cNvSpPr/>
              <p:nvPr/>
            </p:nvSpPr>
            <p:spPr>
              <a:xfrm>
                <a:off x="5176636" y="2085665"/>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grpSp>
            <p:nvGrpSpPr>
              <p:cNvPr id="10" name="Group 9">
                <a:extLst>
                  <a:ext uri="{FF2B5EF4-FFF2-40B4-BE49-F238E27FC236}">
                    <a16:creationId xmlns:a16="http://schemas.microsoft.com/office/drawing/2014/main" id="{2DAC221D-1891-4B49-9957-362F0F4B8F84}"/>
                  </a:ext>
                </a:extLst>
              </p:cNvPr>
              <p:cNvGrpSpPr/>
              <p:nvPr/>
            </p:nvGrpSpPr>
            <p:grpSpPr>
              <a:xfrm>
                <a:off x="5246800" y="2138833"/>
                <a:ext cx="399672" cy="433661"/>
                <a:chOff x="5224337" y="2126373"/>
                <a:chExt cx="399672" cy="433661"/>
              </a:xfrm>
            </p:grpSpPr>
            <p:pic>
              <p:nvPicPr>
                <p:cNvPr id="39" name="Elemento grafico 59" descr="Impiegata con riempimento a tinta unita">
                  <a:extLst>
                    <a:ext uri="{FF2B5EF4-FFF2-40B4-BE49-F238E27FC236}">
                      <a16:creationId xmlns:a16="http://schemas.microsoft.com/office/drawing/2014/main" id="{9126F299-0070-4727-87DA-1BF439DB02A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24337" y="2237318"/>
                  <a:ext cx="168879" cy="215145"/>
                </a:xfrm>
                <a:prstGeom prst="rect">
                  <a:avLst/>
                </a:prstGeom>
              </p:spPr>
            </p:pic>
            <p:grpSp>
              <p:nvGrpSpPr>
                <p:cNvPr id="40" name="Gruppo 62">
                  <a:extLst>
                    <a:ext uri="{FF2B5EF4-FFF2-40B4-BE49-F238E27FC236}">
                      <a16:creationId xmlns:a16="http://schemas.microsoft.com/office/drawing/2014/main" id="{9DE01446-F284-43EA-9B82-8CB6CB993D84}"/>
                    </a:ext>
                  </a:extLst>
                </p:cNvPr>
                <p:cNvGrpSpPr/>
                <p:nvPr/>
              </p:nvGrpSpPr>
              <p:grpSpPr>
                <a:xfrm rot="19587569">
                  <a:off x="5363391" y="2246138"/>
                  <a:ext cx="108833" cy="80386"/>
                  <a:chOff x="6495307" y="2315521"/>
                  <a:chExt cx="725501" cy="429537"/>
                </a:xfrm>
              </p:grpSpPr>
              <p:sp>
                <p:nvSpPr>
                  <p:cNvPr id="41" name="Arrow: Right 121">
                    <a:extLst>
                      <a:ext uri="{FF2B5EF4-FFF2-40B4-BE49-F238E27FC236}">
                        <a16:creationId xmlns:a16="http://schemas.microsoft.com/office/drawing/2014/main" id="{8CC01A29-51AD-432F-9145-E3DAA3A0CD09}"/>
                      </a:ext>
                    </a:extLst>
                  </p:cNvPr>
                  <p:cNvSpPr/>
                  <p:nvPr/>
                </p:nvSpPr>
                <p:spPr>
                  <a:xfrm>
                    <a:off x="6495307" y="2546416"/>
                    <a:ext cx="725501" cy="198642"/>
                  </a:xfrm>
                  <a:prstGeom prst="rightArrow">
                    <a:avLst>
                      <a:gd name="adj1" fmla="val 68778"/>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42" name="Arrow: Right 121">
                    <a:extLst>
                      <a:ext uri="{FF2B5EF4-FFF2-40B4-BE49-F238E27FC236}">
                        <a16:creationId xmlns:a16="http://schemas.microsoft.com/office/drawing/2014/main" id="{6C465A59-CDC4-4575-A5E1-3078CE1FF13E}"/>
                      </a:ext>
                    </a:extLst>
                  </p:cNvPr>
                  <p:cNvSpPr/>
                  <p:nvPr/>
                </p:nvSpPr>
                <p:spPr>
                  <a:xfrm rot="10800000">
                    <a:off x="6495307" y="2315521"/>
                    <a:ext cx="725501" cy="198642"/>
                  </a:xfrm>
                  <a:prstGeom prst="rightArrow">
                    <a:avLst>
                      <a:gd name="adj1" fmla="val 68778"/>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grpSp>
            <p:grpSp>
              <p:nvGrpSpPr>
                <p:cNvPr id="49" name="Group 48">
                  <a:extLst>
                    <a:ext uri="{FF2B5EF4-FFF2-40B4-BE49-F238E27FC236}">
                      <a16:creationId xmlns:a16="http://schemas.microsoft.com/office/drawing/2014/main" id="{CBC1761E-BD9E-47FC-86A7-D876C4EA724D}"/>
                    </a:ext>
                  </a:extLst>
                </p:cNvPr>
                <p:cNvGrpSpPr/>
                <p:nvPr/>
              </p:nvGrpSpPr>
              <p:grpSpPr>
                <a:xfrm>
                  <a:off x="5455130" y="2126373"/>
                  <a:ext cx="168879" cy="433661"/>
                  <a:chOff x="4242397" y="2660975"/>
                  <a:chExt cx="597462" cy="1425943"/>
                </a:xfrm>
              </p:grpSpPr>
              <p:pic>
                <p:nvPicPr>
                  <p:cNvPr id="50" name="Elemento grafico 58" descr="Impiegato con riempimento a tinta unita">
                    <a:extLst>
                      <a:ext uri="{FF2B5EF4-FFF2-40B4-BE49-F238E27FC236}">
                        <a16:creationId xmlns:a16="http://schemas.microsoft.com/office/drawing/2014/main" id="{8E48F6B5-3FE4-4076-A6C6-A8F4D79991D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242397" y="2660975"/>
                    <a:ext cx="597462" cy="707429"/>
                  </a:xfrm>
                  <a:prstGeom prst="rect">
                    <a:avLst/>
                  </a:prstGeom>
                </p:spPr>
              </p:pic>
              <p:pic>
                <p:nvPicPr>
                  <p:cNvPr id="52" name="Elemento grafico 58" descr="Impiegato con riempimento a tinta unita">
                    <a:extLst>
                      <a:ext uri="{FF2B5EF4-FFF2-40B4-BE49-F238E27FC236}">
                        <a16:creationId xmlns:a16="http://schemas.microsoft.com/office/drawing/2014/main" id="{2A6FC7B9-54AD-4631-BD3C-E23C0D7B54A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242397" y="3379489"/>
                    <a:ext cx="597462" cy="707429"/>
                  </a:xfrm>
                  <a:prstGeom prst="rect">
                    <a:avLst/>
                  </a:prstGeom>
                </p:spPr>
              </p:pic>
            </p:grpSp>
          </p:grpSp>
          <p:grpSp>
            <p:nvGrpSpPr>
              <p:cNvPr id="53" name="Gruppo 62">
                <a:extLst>
                  <a:ext uri="{FF2B5EF4-FFF2-40B4-BE49-F238E27FC236}">
                    <a16:creationId xmlns:a16="http://schemas.microsoft.com/office/drawing/2014/main" id="{DF07F523-A998-4167-9E74-5E34B84C81A9}"/>
                  </a:ext>
                </a:extLst>
              </p:cNvPr>
              <p:cNvGrpSpPr/>
              <p:nvPr/>
            </p:nvGrpSpPr>
            <p:grpSpPr>
              <a:xfrm rot="2012431" flipV="1">
                <a:off x="5363391" y="2431441"/>
                <a:ext cx="108833" cy="80386"/>
                <a:chOff x="6495307" y="2315521"/>
                <a:chExt cx="725501" cy="429537"/>
              </a:xfrm>
            </p:grpSpPr>
            <p:sp>
              <p:nvSpPr>
                <p:cNvPr id="54" name="Arrow: Right 121">
                  <a:extLst>
                    <a:ext uri="{FF2B5EF4-FFF2-40B4-BE49-F238E27FC236}">
                      <a16:creationId xmlns:a16="http://schemas.microsoft.com/office/drawing/2014/main" id="{EEEB86A1-11C6-41EA-990B-FD51DD530159}"/>
                    </a:ext>
                  </a:extLst>
                </p:cNvPr>
                <p:cNvSpPr/>
                <p:nvPr/>
              </p:nvSpPr>
              <p:spPr>
                <a:xfrm>
                  <a:off x="6495307" y="2546416"/>
                  <a:ext cx="725501" cy="198642"/>
                </a:xfrm>
                <a:prstGeom prst="rightArrow">
                  <a:avLst>
                    <a:gd name="adj1" fmla="val 68778"/>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55" name="Arrow: Right 121">
                  <a:extLst>
                    <a:ext uri="{FF2B5EF4-FFF2-40B4-BE49-F238E27FC236}">
                      <a16:creationId xmlns:a16="http://schemas.microsoft.com/office/drawing/2014/main" id="{301352C0-BF49-4E78-9F2A-7E830256FD31}"/>
                    </a:ext>
                  </a:extLst>
                </p:cNvPr>
                <p:cNvSpPr/>
                <p:nvPr/>
              </p:nvSpPr>
              <p:spPr>
                <a:xfrm rot="10800000">
                  <a:off x="6495307" y="2315521"/>
                  <a:ext cx="725501" cy="198642"/>
                </a:xfrm>
                <a:prstGeom prst="rightArrow">
                  <a:avLst>
                    <a:gd name="adj1" fmla="val 68778"/>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grpSp>
        </p:grpSp>
      </p:grpSp>
      <p:grpSp>
        <p:nvGrpSpPr>
          <p:cNvPr id="19" name="Group 18">
            <a:extLst>
              <a:ext uri="{FF2B5EF4-FFF2-40B4-BE49-F238E27FC236}">
                <a16:creationId xmlns:a16="http://schemas.microsoft.com/office/drawing/2014/main" id="{72CFF344-CEFE-4C83-987C-7898FC8D50DF}"/>
              </a:ext>
            </a:extLst>
          </p:cNvPr>
          <p:cNvGrpSpPr/>
          <p:nvPr/>
        </p:nvGrpSpPr>
        <p:grpSpPr>
          <a:xfrm>
            <a:off x="5176636" y="1249376"/>
            <a:ext cx="3588965" cy="540000"/>
            <a:chOff x="5176636" y="1249376"/>
            <a:chExt cx="3588965" cy="540000"/>
          </a:xfrm>
        </p:grpSpPr>
        <p:sp>
          <p:nvSpPr>
            <p:cNvPr id="141" name="Rectangle 210">
              <a:extLst>
                <a:ext uri="{FF2B5EF4-FFF2-40B4-BE49-F238E27FC236}">
                  <a16:creationId xmlns:a16="http://schemas.microsoft.com/office/drawing/2014/main" id="{57DF1FBE-0224-47CC-B743-BB340D739650}"/>
                </a:ext>
              </a:extLst>
            </p:cNvPr>
            <p:cNvSpPr/>
            <p:nvPr/>
          </p:nvSpPr>
          <p:spPr>
            <a:xfrm>
              <a:off x="5727439" y="1303933"/>
              <a:ext cx="3038162" cy="430887"/>
            </a:xfrm>
            <a:prstGeom prst="rect">
              <a:avLst/>
            </a:prstGeom>
          </p:spPr>
          <p:txBody>
            <a:bodyPr wrap="square" anchor="ctr">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Every organization and every service depends, to some extent, on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services provided by other organizations</a:t>
              </a:r>
            </a:p>
          </p:txBody>
        </p:sp>
        <p:grpSp>
          <p:nvGrpSpPr>
            <p:cNvPr id="16" name="Group 15">
              <a:extLst>
                <a:ext uri="{FF2B5EF4-FFF2-40B4-BE49-F238E27FC236}">
                  <a16:creationId xmlns:a16="http://schemas.microsoft.com/office/drawing/2014/main" id="{A40594C3-A219-4B73-85D9-950B8D83A5B0}"/>
                </a:ext>
              </a:extLst>
            </p:cNvPr>
            <p:cNvGrpSpPr/>
            <p:nvPr/>
          </p:nvGrpSpPr>
          <p:grpSpPr>
            <a:xfrm>
              <a:off x="5176636" y="1249376"/>
              <a:ext cx="540000" cy="540000"/>
              <a:chOff x="5176636" y="1249376"/>
              <a:chExt cx="540000" cy="540000"/>
            </a:xfrm>
          </p:grpSpPr>
          <p:sp>
            <p:nvSpPr>
              <p:cNvPr id="140" name="Oval 37">
                <a:extLst>
                  <a:ext uri="{FF2B5EF4-FFF2-40B4-BE49-F238E27FC236}">
                    <a16:creationId xmlns:a16="http://schemas.microsoft.com/office/drawing/2014/main" id="{7606C82F-1B70-41E2-A827-366A3063172D}"/>
                  </a:ext>
                </a:extLst>
              </p:cNvPr>
              <p:cNvSpPr/>
              <p:nvPr/>
            </p:nvSpPr>
            <p:spPr>
              <a:xfrm>
                <a:off x="5176636" y="1249376"/>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138" name="Picture 137" descr="A picture containing text, tableware, dishware&#10;&#10;Description automatically generated">
                <a:extLst>
                  <a:ext uri="{FF2B5EF4-FFF2-40B4-BE49-F238E27FC236}">
                    <a16:creationId xmlns:a16="http://schemas.microsoft.com/office/drawing/2014/main" id="{FDEDF54B-C0CC-435A-91EA-BC520FB8D8D9}"/>
                  </a:ext>
                </a:extLst>
              </p:cNvPr>
              <p:cNvPicPr>
                <a:picLocks noChangeAspect="1"/>
              </p:cNvPicPr>
              <p:nvPr/>
            </p:nvPicPr>
            <p:blipFill>
              <a:blip r:embed="rId9"/>
              <a:stretch>
                <a:fillRect/>
              </a:stretch>
            </p:blipFill>
            <p:spPr>
              <a:xfrm>
                <a:off x="5271729" y="1344469"/>
                <a:ext cx="349815" cy="349815"/>
              </a:xfrm>
              <a:prstGeom prst="rect">
                <a:avLst/>
              </a:prstGeom>
              <a:effectLst/>
            </p:spPr>
          </p:pic>
        </p:grpSp>
      </p:grpSp>
      <p:sp>
        <p:nvSpPr>
          <p:cNvPr id="95" name="Hexagon 94">
            <a:extLst>
              <a:ext uri="{FF2B5EF4-FFF2-40B4-BE49-F238E27FC236}">
                <a16:creationId xmlns:a16="http://schemas.microsoft.com/office/drawing/2014/main" id="{FA013EE6-B158-4214-A2BF-2355DBBC775D}"/>
              </a:ext>
            </a:extLst>
          </p:cNvPr>
          <p:cNvSpPr/>
          <p:nvPr/>
        </p:nvSpPr>
        <p:spPr>
          <a:xfrm rot="16200000">
            <a:off x="851444" y="2549004"/>
            <a:ext cx="1580683" cy="1519959"/>
          </a:xfrm>
          <a:prstGeom prst="hexagon">
            <a:avLst/>
          </a:prstGeom>
          <a:solidFill>
            <a:srgbClr val="8F60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FFFFFF"/>
              </a:solidFill>
              <a:effectLst/>
              <a:uLnTx/>
              <a:uFillTx/>
              <a:latin typeface="Arial"/>
              <a:ea typeface="+mn-ea"/>
              <a:cs typeface="+mn-cs"/>
            </a:endParaRPr>
          </a:p>
        </p:txBody>
      </p:sp>
      <p:sp>
        <p:nvSpPr>
          <p:cNvPr id="133" name="Rectangle 132">
            <a:extLst>
              <a:ext uri="{FF2B5EF4-FFF2-40B4-BE49-F238E27FC236}">
                <a16:creationId xmlns:a16="http://schemas.microsoft.com/office/drawing/2014/main" id="{30613925-778E-43F3-B794-5D529651C33E}"/>
              </a:ext>
            </a:extLst>
          </p:cNvPr>
          <p:cNvSpPr/>
          <p:nvPr/>
        </p:nvSpPr>
        <p:spPr>
          <a:xfrm>
            <a:off x="1167346" y="3519244"/>
            <a:ext cx="948881" cy="331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3</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 Partners &amp; Suppliers</a:t>
            </a:r>
          </a:p>
        </p:txBody>
      </p:sp>
      <p:sp>
        <p:nvSpPr>
          <p:cNvPr id="129" name="Hexagon 128">
            <a:extLst>
              <a:ext uri="{FF2B5EF4-FFF2-40B4-BE49-F238E27FC236}">
                <a16:creationId xmlns:a16="http://schemas.microsoft.com/office/drawing/2014/main" id="{BA3C879C-4D5C-4268-BB9C-99D635D1B701}"/>
              </a:ext>
            </a:extLst>
          </p:cNvPr>
          <p:cNvSpPr/>
          <p:nvPr/>
        </p:nvSpPr>
        <p:spPr>
          <a:xfrm rot="16200000">
            <a:off x="2090696" y="1407916"/>
            <a:ext cx="1580400" cy="1519204"/>
          </a:xfrm>
          <a:prstGeom prst="hexagon">
            <a:avLst/>
          </a:prstGeom>
          <a:solidFill>
            <a:srgbClr val="8F60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30" name="Hexagon 129">
            <a:extLst>
              <a:ext uri="{FF2B5EF4-FFF2-40B4-BE49-F238E27FC236}">
                <a16:creationId xmlns:a16="http://schemas.microsoft.com/office/drawing/2014/main" id="{8BD1BC47-72A1-4644-BBE9-1680518570C1}"/>
              </a:ext>
            </a:extLst>
          </p:cNvPr>
          <p:cNvSpPr/>
          <p:nvPr/>
        </p:nvSpPr>
        <p:spPr>
          <a:xfrm rot="16200000">
            <a:off x="851206" y="1407917"/>
            <a:ext cx="1580400" cy="1519200"/>
          </a:xfrm>
          <a:prstGeom prst="hexagon">
            <a:avLst/>
          </a:prstGeom>
          <a:solidFill>
            <a:srgbClr val="8F60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31" name="Rectangle 130">
            <a:extLst>
              <a:ext uri="{FF2B5EF4-FFF2-40B4-BE49-F238E27FC236}">
                <a16:creationId xmlns:a16="http://schemas.microsoft.com/office/drawing/2014/main" id="{3701E445-D4F1-4898-9C77-C48FA316B8A2}"/>
              </a:ext>
            </a:extLst>
          </p:cNvPr>
          <p:cNvSpPr/>
          <p:nvPr/>
        </p:nvSpPr>
        <p:spPr>
          <a:xfrm>
            <a:off x="1166966" y="1522751"/>
            <a:ext cx="948881" cy="331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1</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 Organizations</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 &amp; People</a:t>
            </a:r>
          </a:p>
        </p:txBody>
      </p:sp>
      <p:sp>
        <p:nvSpPr>
          <p:cNvPr id="132" name="Rectangle 131">
            <a:extLst>
              <a:ext uri="{FF2B5EF4-FFF2-40B4-BE49-F238E27FC236}">
                <a16:creationId xmlns:a16="http://schemas.microsoft.com/office/drawing/2014/main" id="{8055646E-B095-46AB-A5E9-21B8D59345BC}"/>
              </a:ext>
            </a:extLst>
          </p:cNvPr>
          <p:cNvSpPr/>
          <p:nvPr/>
        </p:nvSpPr>
        <p:spPr>
          <a:xfrm>
            <a:off x="2406456" y="1522751"/>
            <a:ext cx="948881" cy="331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2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Information</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 &amp; technology</a:t>
            </a:r>
          </a:p>
        </p:txBody>
      </p:sp>
      <p:sp>
        <p:nvSpPr>
          <p:cNvPr id="135" name="Hexagon 134">
            <a:extLst>
              <a:ext uri="{FF2B5EF4-FFF2-40B4-BE49-F238E27FC236}">
                <a16:creationId xmlns:a16="http://schemas.microsoft.com/office/drawing/2014/main" id="{5AC94E09-913F-4960-90CA-4F1B55EE72B1}"/>
              </a:ext>
            </a:extLst>
          </p:cNvPr>
          <p:cNvSpPr/>
          <p:nvPr/>
        </p:nvSpPr>
        <p:spPr>
          <a:xfrm rot="16200000">
            <a:off x="1934141" y="1861437"/>
            <a:ext cx="654018" cy="309097"/>
          </a:xfrm>
          <a:prstGeom prst="hexagon">
            <a:avLst/>
          </a:prstGeom>
          <a:solidFill>
            <a:srgbClr val="6D30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a:ea typeface="+mn-ea"/>
              <a:cs typeface="+mn-cs"/>
            </a:endParaRPr>
          </a:p>
        </p:txBody>
      </p:sp>
      <p:sp>
        <p:nvSpPr>
          <p:cNvPr id="12" name="Isosceles Triangle 11">
            <a:extLst>
              <a:ext uri="{FF2B5EF4-FFF2-40B4-BE49-F238E27FC236}">
                <a16:creationId xmlns:a16="http://schemas.microsoft.com/office/drawing/2014/main" id="{DF95E23C-07D2-4129-A655-B92C0C4D40DC}"/>
              </a:ext>
            </a:extLst>
          </p:cNvPr>
          <p:cNvSpPr/>
          <p:nvPr/>
        </p:nvSpPr>
        <p:spPr>
          <a:xfrm rot="16200000">
            <a:off x="1197149" y="2576180"/>
            <a:ext cx="324000" cy="324000"/>
          </a:xfrm>
          <a:prstGeom prst="triangl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grpSp>
        <p:nvGrpSpPr>
          <p:cNvPr id="4" name="Group 3">
            <a:extLst>
              <a:ext uri="{FF2B5EF4-FFF2-40B4-BE49-F238E27FC236}">
                <a16:creationId xmlns:a16="http://schemas.microsoft.com/office/drawing/2014/main" id="{132D6951-DAEC-4796-A92B-47B9EEF79F20}"/>
              </a:ext>
            </a:extLst>
          </p:cNvPr>
          <p:cNvGrpSpPr/>
          <p:nvPr/>
        </p:nvGrpSpPr>
        <p:grpSpPr>
          <a:xfrm>
            <a:off x="1501550" y="1947980"/>
            <a:ext cx="1519200" cy="1580400"/>
            <a:chOff x="1501550" y="1947980"/>
            <a:chExt cx="1519200" cy="1580400"/>
          </a:xfrm>
        </p:grpSpPr>
        <p:grpSp>
          <p:nvGrpSpPr>
            <p:cNvPr id="139" name="Group 138">
              <a:extLst>
                <a:ext uri="{FF2B5EF4-FFF2-40B4-BE49-F238E27FC236}">
                  <a16:creationId xmlns:a16="http://schemas.microsoft.com/office/drawing/2014/main" id="{C9FC5DE7-EA15-41EE-9E15-00606C555A91}"/>
                </a:ext>
              </a:extLst>
            </p:cNvPr>
            <p:cNvGrpSpPr/>
            <p:nvPr/>
          </p:nvGrpSpPr>
          <p:grpSpPr>
            <a:xfrm>
              <a:off x="1501550" y="1947980"/>
              <a:ext cx="1519200" cy="1580400"/>
              <a:chOff x="882673" y="1287467"/>
              <a:chExt cx="1519200" cy="1580400"/>
            </a:xfrm>
          </p:grpSpPr>
          <p:sp>
            <p:nvSpPr>
              <p:cNvPr id="143" name="Hexagon 142">
                <a:extLst>
                  <a:ext uri="{FF2B5EF4-FFF2-40B4-BE49-F238E27FC236}">
                    <a16:creationId xmlns:a16="http://schemas.microsoft.com/office/drawing/2014/main" id="{4280C3A5-3045-42BD-B941-669F7710DF7D}"/>
                  </a:ext>
                </a:extLst>
              </p:cNvPr>
              <p:cNvSpPr/>
              <p:nvPr/>
            </p:nvSpPr>
            <p:spPr>
              <a:xfrm rot="16200000">
                <a:off x="852073" y="1318067"/>
                <a:ext cx="1580400" cy="1519200"/>
              </a:xfrm>
              <a:prstGeom prst="hexagon">
                <a:avLst/>
              </a:prstGeom>
              <a:solidFill>
                <a:srgbClr val="3448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44" name="Hexagon 143">
                <a:extLst>
                  <a:ext uri="{FF2B5EF4-FFF2-40B4-BE49-F238E27FC236}">
                    <a16:creationId xmlns:a16="http://schemas.microsoft.com/office/drawing/2014/main" id="{9867A2ED-FCCE-4F35-9829-7034976443B9}"/>
                  </a:ext>
                </a:extLst>
              </p:cNvPr>
              <p:cNvSpPr/>
              <p:nvPr/>
            </p:nvSpPr>
            <p:spPr>
              <a:xfrm rot="16200000">
                <a:off x="1293073" y="1666842"/>
                <a:ext cx="698400" cy="856800"/>
              </a:xfrm>
              <a:prstGeom prst="hexagon">
                <a:avLst/>
              </a:prstGeom>
              <a:solidFill>
                <a:srgbClr val="AE2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grpSp>
        <p:sp>
          <p:nvSpPr>
            <p:cNvPr id="142" name="Rectangle 141">
              <a:extLst>
                <a:ext uri="{FF2B5EF4-FFF2-40B4-BE49-F238E27FC236}">
                  <a16:creationId xmlns:a16="http://schemas.microsoft.com/office/drawing/2014/main" id="{3D45EEA2-BE0F-400E-9857-BB9DCFA7831C}"/>
                </a:ext>
              </a:extLst>
            </p:cNvPr>
            <p:cNvSpPr/>
            <p:nvPr/>
          </p:nvSpPr>
          <p:spPr>
            <a:xfrm>
              <a:off x="2005812" y="2429908"/>
              <a:ext cx="510677" cy="23527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Value</a:t>
              </a:r>
            </a:p>
          </p:txBody>
        </p:sp>
        <p:sp>
          <p:nvSpPr>
            <p:cNvPr id="124" name="Rectangle 123">
              <a:extLst>
                <a:ext uri="{FF2B5EF4-FFF2-40B4-BE49-F238E27FC236}">
                  <a16:creationId xmlns:a16="http://schemas.microsoft.com/office/drawing/2014/main" id="{308BF8AC-E516-41DE-9AC3-3686FFA382FC}"/>
                </a:ext>
              </a:extLst>
            </p:cNvPr>
            <p:cNvSpPr/>
            <p:nvPr/>
          </p:nvSpPr>
          <p:spPr>
            <a:xfrm>
              <a:off x="1703029" y="2099346"/>
              <a:ext cx="1116243" cy="24959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Products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&amp; services</a:t>
              </a:r>
            </a:p>
          </p:txBody>
        </p:sp>
      </p:grpSp>
      <p:sp>
        <p:nvSpPr>
          <p:cNvPr id="8" name="Slide Number Placeholder 7">
            <a:extLst>
              <a:ext uri="{FF2B5EF4-FFF2-40B4-BE49-F238E27FC236}">
                <a16:creationId xmlns:a16="http://schemas.microsoft.com/office/drawing/2014/main" id="{5581C7D4-6F5E-42BD-A9DD-C3A5099E8DFF}"/>
              </a:ext>
            </a:extLst>
          </p:cNvPr>
          <p:cNvSpPr>
            <a:spLocks noGrp="1"/>
          </p:cNvSpPr>
          <p:nvPr>
            <p:ph type="sldNum" sz="quarter" idx="35"/>
          </p:nvPr>
        </p:nvSpPr>
        <p:spPr/>
        <p:txBody>
          <a:bodyPr/>
          <a:lstStyle/>
          <a:p>
            <a:fld id="{9C18EA95-C3D3-214C-9452-EF8527DBCD86}" type="slidenum">
              <a:rPr lang="it-IT" smtClean="0"/>
              <a:pPr/>
              <a:t>22</a:t>
            </a:fld>
            <a:endParaRPr lang="it-IT"/>
          </a:p>
        </p:txBody>
      </p:sp>
    </p:spTree>
    <p:extLst>
      <p:ext uri="{BB962C8B-B14F-4D97-AF65-F5344CB8AC3E}">
        <p14:creationId xmlns:p14="http://schemas.microsoft.com/office/powerpoint/2010/main" val="208369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The four dimensions of IT Service Management | </a:t>
            </a:r>
            <a:r>
              <a:rPr lang="en-US">
                <a:solidFill>
                  <a:schemeClr val="accent3"/>
                </a:solidFill>
                <a:latin typeface="Arial Narrow" panose="020B0606020202030204" pitchFamily="34" charset="0"/>
              </a:rPr>
              <a:t>Value streams &amp; processes 1/2</a:t>
            </a:r>
            <a:endParaRPr lang="en-GB">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a:xfrm>
            <a:off x="425945" y="512635"/>
            <a:ext cx="8359468" cy="334800"/>
          </a:xfrm>
        </p:spPr>
        <p:txBody>
          <a:bodyPr vert="horz" lIns="0" tIns="0" rIns="0" bIns="0" rtlCol="0" anchor="t">
            <a:noAutofit/>
          </a:bodyPr>
          <a:lstStyle/>
          <a:p>
            <a:r>
              <a:rPr lang="en-GB">
                <a:latin typeface="Arial Narrow"/>
              </a:rPr>
              <a:t>“Value streams &amp; processes” dimension</a:t>
            </a:r>
            <a:r>
              <a:rPr lang="en-US">
                <a:latin typeface="Arial Narrow"/>
              </a:rPr>
              <a:t> </a:t>
            </a:r>
            <a:r>
              <a:rPr lang="en-GB">
                <a:latin typeface="Arial Narrow"/>
              </a:rPr>
              <a:t>focuses on</a:t>
            </a:r>
            <a:r>
              <a:rPr lang="en-US">
                <a:latin typeface="Arial Narrow"/>
              </a:rPr>
              <a:t> how the different parts of the organization work in a coordinated manner to guarantee value creation. Therefore, the target is not only on the activities as such but also on their organization, which enables the creation of value for stakeholders</a:t>
            </a:r>
          </a:p>
          <a:p>
            <a:endParaRPr lang="en-GB">
              <a:latin typeface="Arial Narrow" panose="020B0606020202030204" pitchFamily="34" charset="0"/>
            </a:endParaRPr>
          </a:p>
        </p:txBody>
      </p:sp>
      <p:sp>
        <p:nvSpPr>
          <p:cNvPr id="33" name="Isosceles Triangle 4">
            <a:extLst>
              <a:ext uri="{FF2B5EF4-FFF2-40B4-BE49-F238E27FC236}">
                <a16:creationId xmlns:a16="http://schemas.microsoft.com/office/drawing/2014/main" id="{7B136C43-8CEC-4CC9-95AE-74169B357242}"/>
              </a:ext>
            </a:extLst>
          </p:cNvPr>
          <p:cNvSpPr/>
          <p:nvPr/>
        </p:nvSpPr>
        <p:spPr>
          <a:xfrm rot="5400000">
            <a:off x="3824506" y="2653200"/>
            <a:ext cx="1466140" cy="221707"/>
          </a:xfrm>
          <a:prstGeom prst="triangle">
            <a:avLst/>
          </a:prstGeom>
          <a:solidFill>
            <a:schemeClr val="bg1">
              <a:lumMod val="85000"/>
            </a:schemeClr>
          </a:solidFill>
          <a:ln w="25400" cap="flat" cmpd="sng" algn="ctr">
            <a:noFill/>
            <a:prstDash val="solid"/>
          </a:ln>
          <a:effectLst/>
          <a:extLst>
            <a:ext uri="{91240B29-F687-4F45-9708-019B960494DF}">
              <a14:hiddenLine xmlns:a14="http://schemas.microsoft.com/office/drawing/2010/main" w="25400" cap="flat" cmpd="sng" algn="ctr">
                <a:solidFill>
                  <a:prstClr val="black"/>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51" name="Hexagon 50">
            <a:extLst>
              <a:ext uri="{FF2B5EF4-FFF2-40B4-BE49-F238E27FC236}">
                <a16:creationId xmlns:a16="http://schemas.microsoft.com/office/drawing/2014/main" id="{129F9C0B-8B55-4BE1-973D-A0DA65165514}"/>
              </a:ext>
            </a:extLst>
          </p:cNvPr>
          <p:cNvSpPr/>
          <p:nvPr/>
        </p:nvSpPr>
        <p:spPr>
          <a:xfrm rot="16200000">
            <a:off x="2090932" y="2550484"/>
            <a:ext cx="1580683" cy="1519959"/>
          </a:xfrm>
          <a:prstGeom prst="hexagon">
            <a:avLst/>
          </a:prstGeom>
          <a:solidFill>
            <a:srgbClr val="8F60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FFFFFF"/>
              </a:solidFill>
              <a:effectLst/>
              <a:uLnTx/>
              <a:uFillTx/>
              <a:latin typeface="Arial"/>
              <a:ea typeface="+mn-ea"/>
              <a:cs typeface="+mn-cs"/>
            </a:endParaRPr>
          </a:p>
        </p:txBody>
      </p:sp>
      <p:sp>
        <p:nvSpPr>
          <p:cNvPr id="65" name="Rectangle 64">
            <a:extLst>
              <a:ext uri="{FF2B5EF4-FFF2-40B4-BE49-F238E27FC236}">
                <a16:creationId xmlns:a16="http://schemas.microsoft.com/office/drawing/2014/main" id="{B37A0088-6D0B-423A-A2C0-4B34FDD7BB67}"/>
              </a:ext>
            </a:extLst>
          </p:cNvPr>
          <p:cNvSpPr/>
          <p:nvPr/>
        </p:nvSpPr>
        <p:spPr>
          <a:xfrm>
            <a:off x="2406834" y="3521300"/>
            <a:ext cx="948881" cy="331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4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Value streams</a:t>
            </a:r>
            <a:b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b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&amp; processes</a:t>
            </a:r>
          </a:p>
        </p:txBody>
      </p:sp>
      <p:sp>
        <p:nvSpPr>
          <p:cNvPr id="44" name="Hexagon 43">
            <a:extLst>
              <a:ext uri="{FF2B5EF4-FFF2-40B4-BE49-F238E27FC236}">
                <a16:creationId xmlns:a16="http://schemas.microsoft.com/office/drawing/2014/main" id="{EB373C02-0C77-4940-AD67-A21C95023F4B}"/>
              </a:ext>
            </a:extLst>
          </p:cNvPr>
          <p:cNvSpPr/>
          <p:nvPr/>
        </p:nvSpPr>
        <p:spPr>
          <a:xfrm rot="16200000">
            <a:off x="851444" y="2550483"/>
            <a:ext cx="1580683" cy="1519959"/>
          </a:xfrm>
          <a:prstGeom prst="hexagon">
            <a:avLst/>
          </a:prstGeom>
          <a:solidFill>
            <a:srgbClr val="8F60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FFFFFF"/>
              </a:solidFill>
              <a:effectLst/>
              <a:uLnTx/>
              <a:uFillTx/>
              <a:latin typeface="Arial"/>
              <a:ea typeface="+mn-ea"/>
              <a:cs typeface="+mn-cs"/>
            </a:endParaRPr>
          </a:p>
        </p:txBody>
      </p:sp>
      <p:sp>
        <p:nvSpPr>
          <p:cNvPr id="45" name="Rectangle 44">
            <a:extLst>
              <a:ext uri="{FF2B5EF4-FFF2-40B4-BE49-F238E27FC236}">
                <a16:creationId xmlns:a16="http://schemas.microsoft.com/office/drawing/2014/main" id="{41EC4C23-4D4D-4860-8941-E4347D62714C}"/>
              </a:ext>
            </a:extLst>
          </p:cNvPr>
          <p:cNvSpPr/>
          <p:nvPr/>
        </p:nvSpPr>
        <p:spPr>
          <a:xfrm>
            <a:off x="1167346" y="3521300"/>
            <a:ext cx="948881" cy="331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3</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 Partners &amp; Suppliers</a:t>
            </a:r>
          </a:p>
        </p:txBody>
      </p:sp>
      <p:sp>
        <p:nvSpPr>
          <p:cNvPr id="46" name="Hexagon 45">
            <a:extLst>
              <a:ext uri="{FF2B5EF4-FFF2-40B4-BE49-F238E27FC236}">
                <a16:creationId xmlns:a16="http://schemas.microsoft.com/office/drawing/2014/main" id="{6CC0D57B-62C7-4AF5-8871-D4B937D5CFF1}"/>
              </a:ext>
            </a:extLst>
          </p:cNvPr>
          <p:cNvSpPr/>
          <p:nvPr/>
        </p:nvSpPr>
        <p:spPr>
          <a:xfrm rot="16200000">
            <a:off x="2090696" y="1409395"/>
            <a:ext cx="1580400" cy="1519204"/>
          </a:xfrm>
          <a:prstGeom prst="hexagon">
            <a:avLst/>
          </a:prstGeom>
          <a:solidFill>
            <a:srgbClr val="8F60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7" name="Hexagon 46">
            <a:extLst>
              <a:ext uri="{FF2B5EF4-FFF2-40B4-BE49-F238E27FC236}">
                <a16:creationId xmlns:a16="http://schemas.microsoft.com/office/drawing/2014/main" id="{87440DE5-A820-4DB5-BBDA-B5B8A1611963}"/>
              </a:ext>
            </a:extLst>
          </p:cNvPr>
          <p:cNvSpPr/>
          <p:nvPr/>
        </p:nvSpPr>
        <p:spPr>
          <a:xfrm rot="16200000">
            <a:off x="851206" y="1409396"/>
            <a:ext cx="1580400" cy="1519200"/>
          </a:xfrm>
          <a:prstGeom prst="hexagon">
            <a:avLst/>
          </a:prstGeom>
          <a:solidFill>
            <a:srgbClr val="8F60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8" name="Rectangle 47">
            <a:extLst>
              <a:ext uri="{FF2B5EF4-FFF2-40B4-BE49-F238E27FC236}">
                <a16:creationId xmlns:a16="http://schemas.microsoft.com/office/drawing/2014/main" id="{3CBB26BD-5348-43C2-9920-A542E8EB5A2A}"/>
              </a:ext>
            </a:extLst>
          </p:cNvPr>
          <p:cNvSpPr/>
          <p:nvPr/>
        </p:nvSpPr>
        <p:spPr>
          <a:xfrm>
            <a:off x="1166966" y="1524230"/>
            <a:ext cx="948881" cy="331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1</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 Organizations</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 &amp; People</a:t>
            </a:r>
          </a:p>
        </p:txBody>
      </p:sp>
      <p:sp>
        <p:nvSpPr>
          <p:cNvPr id="49" name="Rectangle 48">
            <a:extLst>
              <a:ext uri="{FF2B5EF4-FFF2-40B4-BE49-F238E27FC236}">
                <a16:creationId xmlns:a16="http://schemas.microsoft.com/office/drawing/2014/main" id="{D5A5AADC-1A6C-4210-A73C-6A7921D0CA93}"/>
              </a:ext>
            </a:extLst>
          </p:cNvPr>
          <p:cNvSpPr/>
          <p:nvPr/>
        </p:nvSpPr>
        <p:spPr>
          <a:xfrm>
            <a:off x="2406456" y="1524230"/>
            <a:ext cx="948881" cy="331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2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Information</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 &amp; technology</a:t>
            </a:r>
          </a:p>
        </p:txBody>
      </p:sp>
      <p:sp>
        <p:nvSpPr>
          <p:cNvPr id="50" name="Hexagon 49">
            <a:extLst>
              <a:ext uri="{FF2B5EF4-FFF2-40B4-BE49-F238E27FC236}">
                <a16:creationId xmlns:a16="http://schemas.microsoft.com/office/drawing/2014/main" id="{335AE50D-DE3C-45C3-920E-A076BC9C13AD}"/>
              </a:ext>
            </a:extLst>
          </p:cNvPr>
          <p:cNvSpPr/>
          <p:nvPr/>
        </p:nvSpPr>
        <p:spPr>
          <a:xfrm rot="16200000">
            <a:off x="1934141" y="1862916"/>
            <a:ext cx="654018" cy="309097"/>
          </a:xfrm>
          <a:prstGeom prst="hexagon">
            <a:avLst/>
          </a:prstGeom>
          <a:solidFill>
            <a:srgbClr val="6D30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a:ea typeface="+mn-ea"/>
              <a:cs typeface="+mn-cs"/>
            </a:endParaRPr>
          </a:p>
        </p:txBody>
      </p:sp>
      <p:sp>
        <p:nvSpPr>
          <p:cNvPr id="52" name="Isosceles Triangle 51">
            <a:extLst>
              <a:ext uri="{FF2B5EF4-FFF2-40B4-BE49-F238E27FC236}">
                <a16:creationId xmlns:a16="http://schemas.microsoft.com/office/drawing/2014/main" id="{E9923348-242A-42E9-9983-ADF74CD1511D}"/>
              </a:ext>
            </a:extLst>
          </p:cNvPr>
          <p:cNvSpPr/>
          <p:nvPr/>
        </p:nvSpPr>
        <p:spPr>
          <a:xfrm rot="16200000">
            <a:off x="1197149" y="2577659"/>
            <a:ext cx="324000" cy="324000"/>
          </a:xfrm>
          <a:prstGeom prst="triangle">
            <a:avLst/>
          </a:prstGeom>
          <a:solidFill>
            <a:srgbClr val="6D30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sp>
        <p:nvSpPr>
          <p:cNvPr id="59" name="Isosceles Triangle 58">
            <a:extLst>
              <a:ext uri="{FF2B5EF4-FFF2-40B4-BE49-F238E27FC236}">
                <a16:creationId xmlns:a16="http://schemas.microsoft.com/office/drawing/2014/main" id="{A9338A39-4678-4463-B911-760921DE36CC}"/>
              </a:ext>
            </a:extLst>
          </p:cNvPr>
          <p:cNvSpPr/>
          <p:nvPr/>
        </p:nvSpPr>
        <p:spPr>
          <a:xfrm rot="5400000">
            <a:off x="3000731" y="2577659"/>
            <a:ext cx="324000" cy="324000"/>
          </a:xfrm>
          <a:prstGeom prst="triangle">
            <a:avLst/>
          </a:prstGeom>
          <a:solidFill>
            <a:srgbClr val="6D30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sp>
        <p:nvSpPr>
          <p:cNvPr id="42" name="Hexagon 41">
            <a:extLst>
              <a:ext uri="{FF2B5EF4-FFF2-40B4-BE49-F238E27FC236}">
                <a16:creationId xmlns:a16="http://schemas.microsoft.com/office/drawing/2014/main" id="{4E38B41A-7062-494A-8498-474FABDEB2F1}"/>
              </a:ext>
            </a:extLst>
          </p:cNvPr>
          <p:cNvSpPr/>
          <p:nvPr/>
        </p:nvSpPr>
        <p:spPr>
          <a:xfrm rot="16200000">
            <a:off x="1934141" y="3307519"/>
            <a:ext cx="654018" cy="309097"/>
          </a:xfrm>
          <a:prstGeom prst="hexagon">
            <a:avLst/>
          </a:prstGeom>
          <a:solidFill>
            <a:srgbClr val="6D30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a:ea typeface="+mn-ea"/>
              <a:cs typeface="+mn-cs"/>
            </a:endParaRPr>
          </a:p>
        </p:txBody>
      </p:sp>
      <p:grpSp>
        <p:nvGrpSpPr>
          <p:cNvPr id="93" name="Group 92">
            <a:extLst>
              <a:ext uri="{FF2B5EF4-FFF2-40B4-BE49-F238E27FC236}">
                <a16:creationId xmlns:a16="http://schemas.microsoft.com/office/drawing/2014/main" id="{C35D278E-6101-4C09-917C-4E9D83621AEF}"/>
              </a:ext>
            </a:extLst>
          </p:cNvPr>
          <p:cNvGrpSpPr/>
          <p:nvPr/>
        </p:nvGrpSpPr>
        <p:grpSpPr>
          <a:xfrm>
            <a:off x="5168381" y="910408"/>
            <a:ext cx="3589200" cy="307777"/>
            <a:chOff x="5168381" y="910408"/>
            <a:chExt cx="3589200" cy="307777"/>
          </a:xfrm>
        </p:grpSpPr>
        <p:cxnSp>
          <p:nvCxnSpPr>
            <p:cNvPr id="94" name="Straight Connector 12">
              <a:extLst>
                <a:ext uri="{FF2B5EF4-FFF2-40B4-BE49-F238E27FC236}">
                  <a16:creationId xmlns:a16="http://schemas.microsoft.com/office/drawing/2014/main" id="{4F57375B-436C-4423-8F18-18695A1A2A88}"/>
                </a:ext>
              </a:extLst>
            </p:cNvPr>
            <p:cNvCxnSpPr>
              <a:cxnSpLocks/>
            </p:cNvCxnSpPr>
            <p:nvPr/>
          </p:nvCxnSpPr>
          <p:spPr>
            <a:xfrm>
              <a:off x="5168381" y="1064296"/>
              <a:ext cx="35892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96" name="TextBox 11">
              <a:extLst>
                <a:ext uri="{FF2B5EF4-FFF2-40B4-BE49-F238E27FC236}">
                  <a16:creationId xmlns:a16="http://schemas.microsoft.com/office/drawing/2014/main" id="{EA62F765-B622-42DE-9441-F020015EE970}"/>
                </a:ext>
              </a:extLst>
            </p:cNvPr>
            <p:cNvSpPr txBox="1"/>
            <p:nvPr/>
          </p:nvSpPr>
          <p:spPr>
            <a:xfrm>
              <a:off x="6162562" y="910408"/>
              <a:ext cx="1600839" cy="307777"/>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Highlights</a:t>
              </a:r>
              <a:endParaRPr kumimoji="0" lang="en-GB" sz="14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grpSp>
      <p:grpSp>
        <p:nvGrpSpPr>
          <p:cNvPr id="12" name="Group 11">
            <a:extLst>
              <a:ext uri="{FF2B5EF4-FFF2-40B4-BE49-F238E27FC236}">
                <a16:creationId xmlns:a16="http://schemas.microsoft.com/office/drawing/2014/main" id="{D7964F46-BF67-4FD2-BAFB-21EDE57B7BED}"/>
              </a:ext>
            </a:extLst>
          </p:cNvPr>
          <p:cNvGrpSpPr/>
          <p:nvPr/>
        </p:nvGrpSpPr>
        <p:grpSpPr>
          <a:xfrm>
            <a:off x="5176636" y="1249376"/>
            <a:ext cx="3588965" cy="540000"/>
            <a:chOff x="5176636" y="1249376"/>
            <a:chExt cx="3588965" cy="540000"/>
          </a:xfrm>
        </p:grpSpPr>
        <p:sp>
          <p:nvSpPr>
            <p:cNvPr id="124" name="Rectangle 210">
              <a:extLst>
                <a:ext uri="{FF2B5EF4-FFF2-40B4-BE49-F238E27FC236}">
                  <a16:creationId xmlns:a16="http://schemas.microsoft.com/office/drawing/2014/main" id="{5E199EA2-4611-46CA-BD2E-7F26FF05B13A}"/>
                </a:ext>
              </a:extLst>
            </p:cNvPr>
            <p:cNvSpPr/>
            <p:nvPr/>
          </p:nvSpPr>
          <p:spPr>
            <a:xfrm>
              <a:off x="5727439" y="1303933"/>
              <a:ext cx="3038162" cy="430887"/>
            </a:xfrm>
            <a:prstGeom prst="rect">
              <a:avLst/>
            </a:prstGeom>
          </p:spPr>
          <p:txBody>
            <a:bodyPr wrap="square" anchor="ctr">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Value streams &amp; processes define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how</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different teams or roles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will work together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to create value</a:t>
              </a:r>
            </a:p>
          </p:txBody>
        </p:sp>
        <p:grpSp>
          <p:nvGrpSpPr>
            <p:cNvPr id="11" name="Group 10">
              <a:extLst>
                <a:ext uri="{FF2B5EF4-FFF2-40B4-BE49-F238E27FC236}">
                  <a16:creationId xmlns:a16="http://schemas.microsoft.com/office/drawing/2014/main" id="{61E03E43-68BB-41E4-AE59-5EB350763FCB}"/>
                </a:ext>
              </a:extLst>
            </p:cNvPr>
            <p:cNvGrpSpPr/>
            <p:nvPr/>
          </p:nvGrpSpPr>
          <p:grpSpPr>
            <a:xfrm>
              <a:off x="5176636" y="1249376"/>
              <a:ext cx="540000" cy="540000"/>
              <a:chOff x="5176636" y="1249376"/>
              <a:chExt cx="540000" cy="540000"/>
            </a:xfrm>
          </p:grpSpPr>
          <p:sp>
            <p:nvSpPr>
              <p:cNvPr id="126" name="Oval 37">
                <a:extLst>
                  <a:ext uri="{FF2B5EF4-FFF2-40B4-BE49-F238E27FC236}">
                    <a16:creationId xmlns:a16="http://schemas.microsoft.com/office/drawing/2014/main" id="{FB1A7BC8-9854-4667-AD00-FE66B2E1DEA8}"/>
                  </a:ext>
                </a:extLst>
              </p:cNvPr>
              <p:cNvSpPr/>
              <p:nvPr/>
            </p:nvSpPr>
            <p:spPr>
              <a:xfrm>
                <a:off x="5176636" y="1249376"/>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66" name="Graphic 65" descr="Meeting with solid fill">
                <a:extLst>
                  <a:ext uri="{FF2B5EF4-FFF2-40B4-BE49-F238E27FC236}">
                    <a16:creationId xmlns:a16="http://schemas.microsoft.com/office/drawing/2014/main" id="{9A611516-967C-426D-BA10-005E6EB49F7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59301" y="1332041"/>
                <a:ext cx="374671" cy="374671"/>
              </a:xfrm>
              <a:prstGeom prst="rect">
                <a:avLst/>
              </a:prstGeom>
            </p:spPr>
          </p:pic>
        </p:grpSp>
      </p:grpSp>
      <p:grpSp>
        <p:nvGrpSpPr>
          <p:cNvPr id="13" name="Group 12">
            <a:extLst>
              <a:ext uri="{FF2B5EF4-FFF2-40B4-BE49-F238E27FC236}">
                <a16:creationId xmlns:a16="http://schemas.microsoft.com/office/drawing/2014/main" id="{76037BFA-6DE7-4E47-9DA4-28E35DA54FB1}"/>
              </a:ext>
            </a:extLst>
          </p:cNvPr>
          <p:cNvGrpSpPr/>
          <p:nvPr/>
        </p:nvGrpSpPr>
        <p:grpSpPr>
          <a:xfrm>
            <a:off x="5176636" y="1881434"/>
            <a:ext cx="3588965" cy="600164"/>
            <a:chOff x="5176636" y="1952315"/>
            <a:chExt cx="3588965" cy="600164"/>
          </a:xfrm>
        </p:grpSpPr>
        <p:sp>
          <p:nvSpPr>
            <p:cNvPr id="105" name="Rectangle 210">
              <a:extLst>
                <a:ext uri="{FF2B5EF4-FFF2-40B4-BE49-F238E27FC236}">
                  <a16:creationId xmlns:a16="http://schemas.microsoft.com/office/drawing/2014/main" id="{4A139B5E-1CB9-47BF-A354-4922B875082C}"/>
                </a:ext>
              </a:extLst>
            </p:cNvPr>
            <p:cNvSpPr/>
            <p:nvPr/>
          </p:nvSpPr>
          <p:spPr>
            <a:xfrm>
              <a:off x="5727439" y="1952315"/>
              <a:ext cx="3038162" cy="600164"/>
            </a:xfrm>
            <a:prstGeom prst="rect">
              <a:avLst/>
            </a:prstGeom>
          </p:spPr>
          <p:txBody>
            <a:bodyPr wrap="square" anchor="ctr">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The dimension focuses what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activities</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are undertaken, how they are organized and coordinated to both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assure and ensure value</a:t>
              </a:r>
            </a:p>
          </p:txBody>
        </p:sp>
        <p:grpSp>
          <p:nvGrpSpPr>
            <p:cNvPr id="10" name="Group 9">
              <a:extLst>
                <a:ext uri="{FF2B5EF4-FFF2-40B4-BE49-F238E27FC236}">
                  <a16:creationId xmlns:a16="http://schemas.microsoft.com/office/drawing/2014/main" id="{2110ABB2-CF47-4EDB-92FF-0BFCE5AF6635}"/>
                </a:ext>
              </a:extLst>
            </p:cNvPr>
            <p:cNvGrpSpPr/>
            <p:nvPr/>
          </p:nvGrpSpPr>
          <p:grpSpPr>
            <a:xfrm>
              <a:off x="5176636" y="1974601"/>
              <a:ext cx="540000" cy="540000"/>
              <a:chOff x="5176636" y="1974601"/>
              <a:chExt cx="540000" cy="540000"/>
            </a:xfrm>
          </p:grpSpPr>
          <p:sp>
            <p:nvSpPr>
              <p:cNvPr id="110" name="Oval 37">
                <a:extLst>
                  <a:ext uri="{FF2B5EF4-FFF2-40B4-BE49-F238E27FC236}">
                    <a16:creationId xmlns:a16="http://schemas.microsoft.com/office/drawing/2014/main" id="{C74B2806-6833-40C3-92D7-99931681102B}"/>
                  </a:ext>
                </a:extLst>
              </p:cNvPr>
              <p:cNvSpPr/>
              <p:nvPr/>
            </p:nvSpPr>
            <p:spPr>
              <a:xfrm>
                <a:off x="5176636" y="1974601"/>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67" name="Graphic 66" descr="Continuous Improvement with solid fill">
                <a:extLst>
                  <a:ext uri="{FF2B5EF4-FFF2-40B4-BE49-F238E27FC236}">
                    <a16:creationId xmlns:a16="http://schemas.microsoft.com/office/drawing/2014/main" id="{8C75B783-6CAB-4DFE-849F-45F2EA71BAC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97032" y="1994997"/>
                <a:ext cx="499209" cy="499209"/>
              </a:xfrm>
              <a:prstGeom prst="rect">
                <a:avLst/>
              </a:prstGeom>
            </p:spPr>
          </p:pic>
        </p:grpSp>
      </p:grpSp>
      <p:grpSp>
        <p:nvGrpSpPr>
          <p:cNvPr id="15" name="Group 14">
            <a:extLst>
              <a:ext uri="{FF2B5EF4-FFF2-40B4-BE49-F238E27FC236}">
                <a16:creationId xmlns:a16="http://schemas.microsoft.com/office/drawing/2014/main" id="{AA20961C-7B46-402E-9432-D583F439029A}"/>
              </a:ext>
            </a:extLst>
          </p:cNvPr>
          <p:cNvGrpSpPr/>
          <p:nvPr/>
        </p:nvGrpSpPr>
        <p:grpSpPr>
          <a:xfrm>
            <a:off x="5176636" y="2568814"/>
            <a:ext cx="3588965" cy="769441"/>
            <a:chOff x="5176636" y="2604255"/>
            <a:chExt cx="3588965" cy="769441"/>
          </a:xfrm>
        </p:grpSpPr>
        <p:sp>
          <p:nvSpPr>
            <p:cNvPr id="98" name="Rectangle 210">
              <a:extLst>
                <a:ext uri="{FF2B5EF4-FFF2-40B4-BE49-F238E27FC236}">
                  <a16:creationId xmlns:a16="http://schemas.microsoft.com/office/drawing/2014/main" id="{F44C2C66-ADDF-4A06-A8B3-4477BA5AD93F}"/>
                </a:ext>
              </a:extLst>
            </p:cNvPr>
            <p:cNvSpPr/>
            <p:nvPr/>
          </p:nvSpPr>
          <p:spPr>
            <a:xfrm>
              <a:off x="5727439" y="2604255"/>
              <a:ext cx="3038162" cy="769441"/>
            </a:xfrm>
            <a:prstGeom prst="rect">
              <a:avLst/>
            </a:prstGeom>
          </p:spPr>
          <p:txBody>
            <a:bodyPr wrap="square" anchor="ctr">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Many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management</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frameworks</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focuses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on processes</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and they provide a consistent and easily-understood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approach to work,</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but this is just a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part of the overall picture</a:t>
              </a:r>
            </a:p>
          </p:txBody>
        </p:sp>
        <p:grpSp>
          <p:nvGrpSpPr>
            <p:cNvPr id="8" name="Group 7">
              <a:extLst>
                <a:ext uri="{FF2B5EF4-FFF2-40B4-BE49-F238E27FC236}">
                  <a16:creationId xmlns:a16="http://schemas.microsoft.com/office/drawing/2014/main" id="{7E48000C-1C57-428A-B21A-AAF8DDD93D9A}"/>
                </a:ext>
              </a:extLst>
            </p:cNvPr>
            <p:cNvGrpSpPr/>
            <p:nvPr/>
          </p:nvGrpSpPr>
          <p:grpSpPr>
            <a:xfrm>
              <a:off x="5176636" y="2718975"/>
              <a:ext cx="540000" cy="540000"/>
              <a:chOff x="5176636" y="2718975"/>
              <a:chExt cx="540000" cy="540000"/>
            </a:xfrm>
          </p:grpSpPr>
          <p:sp>
            <p:nvSpPr>
              <p:cNvPr id="100" name="Oval 37">
                <a:extLst>
                  <a:ext uri="{FF2B5EF4-FFF2-40B4-BE49-F238E27FC236}">
                    <a16:creationId xmlns:a16="http://schemas.microsoft.com/office/drawing/2014/main" id="{182BE293-94E8-407F-A45F-EF8B1ED679C5}"/>
                  </a:ext>
                </a:extLst>
              </p:cNvPr>
              <p:cNvSpPr/>
              <p:nvPr/>
            </p:nvSpPr>
            <p:spPr>
              <a:xfrm>
                <a:off x="5176636" y="2718975"/>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9" name="Graphic 8" descr="Play with solid fill">
                <a:extLst>
                  <a:ext uri="{FF2B5EF4-FFF2-40B4-BE49-F238E27FC236}">
                    <a16:creationId xmlns:a16="http://schemas.microsoft.com/office/drawing/2014/main" id="{A3BA42CC-45F6-437B-8DAD-4E65ED7A121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287515" y="2808590"/>
                <a:ext cx="360770" cy="360770"/>
              </a:xfrm>
              <a:prstGeom prst="rect">
                <a:avLst/>
              </a:prstGeom>
            </p:spPr>
          </p:pic>
        </p:grpSp>
      </p:grpSp>
      <p:grpSp>
        <p:nvGrpSpPr>
          <p:cNvPr id="58" name="Group 57">
            <a:extLst>
              <a:ext uri="{FF2B5EF4-FFF2-40B4-BE49-F238E27FC236}">
                <a16:creationId xmlns:a16="http://schemas.microsoft.com/office/drawing/2014/main" id="{7D95489B-E6B8-493A-9DC1-1C57F066E0E7}"/>
              </a:ext>
            </a:extLst>
          </p:cNvPr>
          <p:cNvGrpSpPr/>
          <p:nvPr/>
        </p:nvGrpSpPr>
        <p:grpSpPr>
          <a:xfrm>
            <a:off x="1501550" y="1947980"/>
            <a:ext cx="1519200" cy="1580400"/>
            <a:chOff x="1501550" y="1947980"/>
            <a:chExt cx="1519200" cy="1580400"/>
          </a:xfrm>
        </p:grpSpPr>
        <p:grpSp>
          <p:nvGrpSpPr>
            <p:cNvPr id="60" name="Group 59">
              <a:extLst>
                <a:ext uri="{FF2B5EF4-FFF2-40B4-BE49-F238E27FC236}">
                  <a16:creationId xmlns:a16="http://schemas.microsoft.com/office/drawing/2014/main" id="{BAB6E48B-ADDA-4F4C-929F-69EB00DD2F20}"/>
                </a:ext>
              </a:extLst>
            </p:cNvPr>
            <p:cNvGrpSpPr/>
            <p:nvPr/>
          </p:nvGrpSpPr>
          <p:grpSpPr>
            <a:xfrm>
              <a:off x="1501550" y="1947980"/>
              <a:ext cx="1519200" cy="1580400"/>
              <a:chOff x="882673" y="1287467"/>
              <a:chExt cx="1519200" cy="1580400"/>
            </a:xfrm>
          </p:grpSpPr>
          <p:sp>
            <p:nvSpPr>
              <p:cNvPr id="63" name="Hexagon 62">
                <a:extLst>
                  <a:ext uri="{FF2B5EF4-FFF2-40B4-BE49-F238E27FC236}">
                    <a16:creationId xmlns:a16="http://schemas.microsoft.com/office/drawing/2014/main" id="{E2A720E4-FC9C-4740-BCED-F25B9D870FF6}"/>
                  </a:ext>
                </a:extLst>
              </p:cNvPr>
              <p:cNvSpPr/>
              <p:nvPr/>
            </p:nvSpPr>
            <p:spPr>
              <a:xfrm rot="16200000">
                <a:off x="852073" y="1318067"/>
                <a:ext cx="1580400" cy="1519200"/>
              </a:xfrm>
              <a:prstGeom prst="hexagon">
                <a:avLst/>
              </a:prstGeom>
              <a:solidFill>
                <a:srgbClr val="3448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64" name="Hexagon 63">
                <a:extLst>
                  <a:ext uri="{FF2B5EF4-FFF2-40B4-BE49-F238E27FC236}">
                    <a16:creationId xmlns:a16="http://schemas.microsoft.com/office/drawing/2014/main" id="{6932852A-A6FD-44C0-8670-76F0994D704F}"/>
                  </a:ext>
                </a:extLst>
              </p:cNvPr>
              <p:cNvSpPr/>
              <p:nvPr/>
            </p:nvSpPr>
            <p:spPr>
              <a:xfrm rot="16200000">
                <a:off x="1293073" y="1666842"/>
                <a:ext cx="698400" cy="856800"/>
              </a:xfrm>
              <a:prstGeom prst="hexagon">
                <a:avLst/>
              </a:prstGeom>
              <a:solidFill>
                <a:srgbClr val="AE2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grpSp>
        <p:sp>
          <p:nvSpPr>
            <p:cNvPr id="61" name="Rectangle 60">
              <a:extLst>
                <a:ext uri="{FF2B5EF4-FFF2-40B4-BE49-F238E27FC236}">
                  <a16:creationId xmlns:a16="http://schemas.microsoft.com/office/drawing/2014/main" id="{84D7FD8D-218D-4A5E-85C1-954F9119A082}"/>
                </a:ext>
              </a:extLst>
            </p:cNvPr>
            <p:cNvSpPr/>
            <p:nvPr/>
          </p:nvSpPr>
          <p:spPr>
            <a:xfrm>
              <a:off x="2005812" y="2429908"/>
              <a:ext cx="510677" cy="23527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Value</a:t>
              </a:r>
            </a:p>
          </p:txBody>
        </p:sp>
        <p:sp>
          <p:nvSpPr>
            <p:cNvPr id="62" name="Rectangle 61">
              <a:extLst>
                <a:ext uri="{FF2B5EF4-FFF2-40B4-BE49-F238E27FC236}">
                  <a16:creationId xmlns:a16="http://schemas.microsoft.com/office/drawing/2014/main" id="{6319D55C-06FB-4C50-9848-CAC81B7ABA40}"/>
                </a:ext>
              </a:extLst>
            </p:cNvPr>
            <p:cNvSpPr/>
            <p:nvPr/>
          </p:nvSpPr>
          <p:spPr>
            <a:xfrm>
              <a:off x="1703029" y="2099346"/>
              <a:ext cx="1116243" cy="24959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Products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&amp; services</a:t>
              </a:r>
            </a:p>
          </p:txBody>
        </p:sp>
      </p:grpSp>
      <p:sp>
        <p:nvSpPr>
          <p:cNvPr id="6" name="Slide Number Placeholder 5">
            <a:extLst>
              <a:ext uri="{FF2B5EF4-FFF2-40B4-BE49-F238E27FC236}">
                <a16:creationId xmlns:a16="http://schemas.microsoft.com/office/drawing/2014/main" id="{F1451687-64AC-41C1-BE8F-ECBEC9A5BBA8}"/>
              </a:ext>
            </a:extLst>
          </p:cNvPr>
          <p:cNvSpPr>
            <a:spLocks noGrp="1"/>
          </p:cNvSpPr>
          <p:nvPr>
            <p:ph type="sldNum" sz="quarter" idx="35"/>
          </p:nvPr>
        </p:nvSpPr>
        <p:spPr/>
        <p:txBody>
          <a:bodyPr/>
          <a:lstStyle/>
          <a:p>
            <a:fld id="{9C18EA95-C3D3-214C-9452-EF8527DBCD86}" type="slidenum">
              <a:rPr lang="it-IT" smtClean="0"/>
              <a:pPr/>
              <a:t>23</a:t>
            </a:fld>
            <a:endParaRPr lang="it-IT"/>
          </a:p>
        </p:txBody>
      </p:sp>
      <p:pic>
        <p:nvPicPr>
          <p:cNvPr id="54" name="Picture 53" descr="Icon&#10;&#10;Description automatically generated">
            <a:hlinkClick r:id="rId9" action="ppaction://hlinksldjump"/>
            <a:extLst>
              <a:ext uri="{FF2B5EF4-FFF2-40B4-BE49-F238E27FC236}">
                <a16:creationId xmlns:a16="http://schemas.microsoft.com/office/drawing/2014/main" id="{6EBE0339-0200-4619-A524-9C3BDB937414}"/>
              </a:ext>
            </a:extLst>
          </p:cNvPr>
          <p:cNvPicPr>
            <a:picLocks noChangeAspect="1"/>
          </p:cNvPicPr>
          <p:nvPr/>
        </p:nvPicPr>
        <p:blipFill>
          <a:blip r:embed="rId10"/>
          <a:stretch>
            <a:fillRect/>
          </a:stretch>
        </p:blipFill>
        <p:spPr>
          <a:xfrm>
            <a:off x="6825696" y="4945825"/>
            <a:ext cx="144000" cy="144000"/>
          </a:xfrm>
          <a:prstGeom prst="rect">
            <a:avLst/>
          </a:prstGeom>
        </p:spPr>
      </p:pic>
      <p:sp>
        <p:nvSpPr>
          <p:cNvPr id="55" name="Rectangle 210">
            <a:extLst>
              <a:ext uri="{FF2B5EF4-FFF2-40B4-BE49-F238E27FC236}">
                <a16:creationId xmlns:a16="http://schemas.microsoft.com/office/drawing/2014/main" id="{3600E4BD-3FC8-472A-8AE6-7393A0B22DE2}"/>
              </a:ext>
            </a:extLst>
          </p:cNvPr>
          <p:cNvSpPr/>
          <p:nvPr/>
        </p:nvSpPr>
        <p:spPr>
          <a:xfrm>
            <a:off x="6920036" y="4910103"/>
            <a:ext cx="1697379" cy="215444"/>
          </a:xfrm>
          <a:prstGeom prst="rect">
            <a:avLst/>
          </a:prstGeom>
        </p:spPr>
        <p:txBody>
          <a:bodyPr wrap="square">
            <a:spAutoFit/>
          </a:bodyPr>
          <a:lstStyle/>
          <a:p>
            <a:pPr marR="0" lvl="0" algn="l" defTabSz="914400" rtl="0" eaLnBrk="1" fontAlgn="auto" latinLnBrk="0" hangingPunct="1">
              <a:spcBef>
                <a:spcPts val="0"/>
              </a:spcBef>
              <a:buClr>
                <a:srgbClr val="DA291C"/>
              </a:buClr>
              <a:buSzTx/>
              <a:tabLst/>
              <a:defRPr/>
            </a:pPr>
            <a:r>
              <a:rPr lang="en-GB" sz="800" kern="0">
                <a:solidFill>
                  <a:srgbClr val="0C2340"/>
                </a:solidFill>
                <a:latin typeface="Arial Narrow" panose="020B0606020202030204" pitchFamily="34" charset="0"/>
              </a:rPr>
              <a:t>Link</a:t>
            </a:r>
            <a:r>
              <a:rPr kumimoji="0" lang="en-GB" sz="800" i="0" u="none" strike="noStrike" kern="0" cap="none" spc="0" normalizeH="0" baseline="0">
                <a:ln>
                  <a:noFill/>
                </a:ln>
                <a:solidFill>
                  <a:srgbClr val="0C2340"/>
                </a:solidFill>
                <a:effectLst/>
                <a:uLnTx/>
                <a:uFillTx/>
                <a:latin typeface="Arial Narrow" panose="020B0606020202030204" pitchFamily="34" charset="0"/>
              </a:rPr>
              <a:t> back to multiple-choice question</a:t>
            </a:r>
          </a:p>
        </p:txBody>
      </p:sp>
      <p:sp>
        <p:nvSpPr>
          <p:cNvPr id="57" name="Rectangle 210">
            <a:extLst>
              <a:ext uri="{FF2B5EF4-FFF2-40B4-BE49-F238E27FC236}">
                <a16:creationId xmlns:a16="http://schemas.microsoft.com/office/drawing/2014/main" id="{F51CDF25-7D8C-4E40-BDA7-53873ADC343D}"/>
              </a:ext>
            </a:extLst>
          </p:cNvPr>
          <p:cNvSpPr/>
          <p:nvPr/>
        </p:nvSpPr>
        <p:spPr>
          <a:xfrm>
            <a:off x="640323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15405646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The four dimensions of IT Service Management | </a:t>
            </a:r>
            <a:r>
              <a:rPr lang="en-US">
                <a:solidFill>
                  <a:schemeClr val="accent3"/>
                </a:solidFill>
                <a:latin typeface="Arial Narrow" panose="020B0606020202030204" pitchFamily="34" charset="0"/>
              </a:rPr>
              <a:t>Value streams &amp; processes 2/2</a:t>
            </a:r>
            <a:endParaRPr lang="en-GB">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a:xfrm>
            <a:off x="425945" y="512635"/>
            <a:ext cx="8359468" cy="334800"/>
          </a:xfrm>
        </p:spPr>
        <p:txBody>
          <a:bodyPr/>
          <a:lstStyle/>
          <a:p>
            <a:r>
              <a:rPr lang="en-GB">
                <a:latin typeface="Arial Narrow" panose="020B0606020202030204" pitchFamily="34" charset="0"/>
              </a:rPr>
              <a:t>Processes aim at transforming input into outputs, they are a key element and together with other processes and value stream components enable the creation of value for the customers</a:t>
            </a:r>
          </a:p>
        </p:txBody>
      </p:sp>
      <p:sp>
        <p:nvSpPr>
          <p:cNvPr id="68" name="Arrow: Right 35">
            <a:extLst>
              <a:ext uri="{FF2B5EF4-FFF2-40B4-BE49-F238E27FC236}">
                <a16:creationId xmlns:a16="http://schemas.microsoft.com/office/drawing/2014/main" id="{83A43ABE-5CCC-49AC-89AA-AE5BC94E21DA}"/>
              </a:ext>
            </a:extLst>
          </p:cNvPr>
          <p:cNvSpPr/>
          <p:nvPr/>
        </p:nvSpPr>
        <p:spPr>
          <a:xfrm>
            <a:off x="1079728" y="2874972"/>
            <a:ext cx="648151" cy="178800"/>
          </a:xfrm>
          <a:prstGeom prst="rightArrow">
            <a:avLst>
              <a:gd name="adj1" fmla="val 68778"/>
              <a:gd name="adj2" fmla="val 50000"/>
            </a:avLst>
          </a:prstGeom>
          <a:solidFill>
            <a:schemeClr val="bg1">
              <a:lumMod val="85000"/>
            </a:schemeClr>
          </a:solidFill>
          <a:ln w="25400" cap="flat" cmpd="sng" algn="ctr">
            <a:noFill/>
            <a:prstDash val="solid"/>
          </a:ln>
          <a:effectLst/>
          <a:extLst>
            <a:ext uri="{91240B29-F687-4F45-9708-019B960494DF}">
              <a14:hiddenLine xmlns:a14="http://schemas.microsoft.com/office/drawing/2010/main" w="25400" cap="flat" cmpd="sng" algn="ctr">
                <a:solidFill>
                  <a:prstClr val="black"/>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6" name="Rectangle: Rounded Corners 5">
            <a:extLst>
              <a:ext uri="{FF2B5EF4-FFF2-40B4-BE49-F238E27FC236}">
                <a16:creationId xmlns:a16="http://schemas.microsoft.com/office/drawing/2014/main" id="{2108BCF7-4A25-492E-A8C3-C561F60E883C}"/>
              </a:ext>
            </a:extLst>
          </p:cNvPr>
          <p:cNvSpPr/>
          <p:nvPr/>
        </p:nvSpPr>
        <p:spPr>
          <a:xfrm>
            <a:off x="120464" y="2809446"/>
            <a:ext cx="838800" cy="309853"/>
          </a:xfrm>
          <a:prstGeom prst="round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Developed service</a:t>
            </a:r>
          </a:p>
        </p:txBody>
      </p:sp>
      <p:sp>
        <p:nvSpPr>
          <p:cNvPr id="26" name="Rectangle: Rounded Corners 25">
            <a:extLst>
              <a:ext uri="{FF2B5EF4-FFF2-40B4-BE49-F238E27FC236}">
                <a16:creationId xmlns:a16="http://schemas.microsoft.com/office/drawing/2014/main" id="{86D0FCEC-FA79-478D-BEA7-905BE1C9C4B2}"/>
              </a:ext>
            </a:extLst>
          </p:cNvPr>
          <p:cNvSpPr/>
          <p:nvPr/>
        </p:nvSpPr>
        <p:spPr>
          <a:xfrm>
            <a:off x="3576222" y="2809446"/>
            <a:ext cx="838800" cy="309853"/>
          </a:xfrm>
          <a:prstGeom prst="round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Tested service</a:t>
            </a:r>
          </a:p>
        </p:txBody>
      </p:sp>
      <p:sp>
        <p:nvSpPr>
          <p:cNvPr id="27" name="Arrow: Right 35">
            <a:extLst>
              <a:ext uri="{FF2B5EF4-FFF2-40B4-BE49-F238E27FC236}">
                <a16:creationId xmlns:a16="http://schemas.microsoft.com/office/drawing/2014/main" id="{AF963E0F-8759-4560-BC0B-7332CB072E2C}"/>
              </a:ext>
            </a:extLst>
          </p:cNvPr>
          <p:cNvSpPr/>
          <p:nvPr/>
        </p:nvSpPr>
        <p:spPr>
          <a:xfrm>
            <a:off x="2807607" y="2874972"/>
            <a:ext cx="648151" cy="178800"/>
          </a:xfrm>
          <a:prstGeom prst="rightArrow">
            <a:avLst>
              <a:gd name="adj1" fmla="val 68778"/>
              <a:gd name="adj2" fmla="val 50000"/>
            </a:avLst>
          </a:prstGeom>
          <a:solidFill>
            <a:schemeClr val="bg1">
              <a:lumMod val="85000"/>
            </a:schemeClr>
          </a:solidFill>
          <a:ln w="25400" cap="flat" cmpd="sng" algn="ctr">
            <a:noFill/>
            <a:prstDash val="solid"/>
          </a:ln>
          <a:effectLst/>
          <a:extLst>
            <a:ext uri="{91240B29-F687-4F45-9708-019B960494DF}">
              <a14:hiddenLine xmlns:a14="http://schemas.microsoft.com/office/drawing/2010/main" w="25400" cap="flat" cmpd="sng" algn="ctr">
                <a:solidFill>
                  <a:prstClr val="black"/>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grpSp>
        <p:nvGrpSpPr>
          <p:cNvPr id="15" name="Group 14">
            <a:extLst>
              <a:ext uri="{FF2B5EF4-FFF2-40B4-BE49-F238E27FC236}">
                <a16:creationId xmlns:a16="http://schemas.microsoft.com/office/drawing/2014/main" id="{11276749-D6D8-476E-8A5D-8BB923D19069}"/>
              </a:ext>
            </a:extLst>
          </p:cNvPr>
          <p:cNvGrpSpPr/>
          <p:nvPr/>
        </p:nvGrpSpPr>
        <p:grpSpPr>
          <a:xfrm>
            <a:off x="491400" y="910408"/>
            <a:ext cx="3589200" cy="307777"/>
            <a:chOff x="565317" y="832812"/>
            <a:chExt cx="3589200" cy="307777"/>
          </a:xfrm>
        </p:grpSpPr>
        <p:cxnSp>
          <p:nvCxnSpPr>
            <p:cNvPr id="39" name="Straight Connector 12">
              <a:extLst>
                <a:ext uri="{FF2B5EF4-FFF2-40B4-BE49-F238E27FC236}">
                  <a16:creationId xmlns:a16="http://schemas.microsoft.com/office/drawing/2014/main" id="{9CD6CB82-50BB-4B9B-A877-4ED485F9CAED}"/>
                </a:ext>
              </a:extLst>
            </p:cNvPr>
            <p:cNvCxnSpPr>
              <a:cxnSpLocks/>
            </p:cNvCxnSpPr>
            <p:nvPr/>
          </p:nvCxnSpPr>
          <p:spPr>
            <a:xfrm>
              <a:off x="565317" y="986700"/>
              <a:ext cx="35892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1" name="TextBox 11">
              <a:extLst>
                <a:ext uri="{FF2B5EF4-FFF2-40B4-BE49-F238E27FC236}">
                  <a16:creationId xmlns:a16="http://schemas.microsoft.com/office/drawing/2014/main" id="{0348C63C-C2F0-465F-AD64-14831B3876C4}"/>
                </a:ext>
              </a:extLst>
            </p:cNvPr>
            <p:cNvSpPr txBox="1"/>
            <p:nvPr/>
          </p:nvSpPr>
          <p:spPr>
            <a:xfrm>
              <a:off x="1462086" y="832812"/>
              <a:ext cx="1795663" cy="307777"/>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Process</a:t>
              </a:r>
              <a:endParaRPr kumimoji="0" lang="en-GB" sz="14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grpSp>
      <p:grpSp>
        <p:nvGrpSpPr>
          <p:cNvPr id="7" name="Group 6">
            <a:extLst>
              <a:ext uri="{FF2B5EF4-FFF2-40B4-BE49-F238E27FC236}">
                <a16:creationId xmlns:a16="http://schemas.microsoft.com/office/drawing/2014/main" id="{AA83FB9A-FD88-4A9D-A93C-F3E0B20C10B3}"/>
              </a:ext>
            </a:extLst>
          </p:cNvPr>
          <p:cNvGrpSpPr/>
          <p:nvPr/>
        </p:nvGrpSpPr>
        <p:grpSpPr>
          <a:xfrm>
            <a:off x="185250" y="1324504"/>
            <a:ext cx="4164987" cy="540000"/>
            <a:chOff x="203038" y="1324504"/>
            <a:chExt cx="4164987" cy="540000"/>
          </a:xfrm>
        </p:grpSpPr>
        <p:sp>
          <p:nvSpPr>
            <p:cNvPr id="43" name="Rounded Rectangle 38">
              <a:extLst>
                <a:ext uri="{FF2B5EF4-FFF2-40B4-BE49-F238E27FC236}">
                  <a16:creationId xmlns:a16="http://schemas.microsoft.com/office/drawing/2014/main" id="{DD9C22D4-EB04-4EC2-8BAF-31A35ECE3487}"/>
                </a:ext>
              </a:extLst>
            </p:cNvPr>
            <p:cNvSpPr>
              <a:spLocks noChangeArrowheads="1"/>
            </p:cNvSpPr>
            <p:nvPr/>
          </p:nvSpPr>
          <p:spPr bwMode="auto">
            <a:xfrm>
              <a:off x="439810" y="1363982"/>
              <a:ext cx="3928215" cy="468000"/>
            </a:xfrm>
            <a:prstGeom prst="roundRect">
              <a:avLst>
                <a:gd name="adj" fmla="val 8452"/>
              </a:avLst>
            </a:prstGeom>
            <a:solidFill>
              <a:srgbClr val="FFFFFF"/>
            </a:solidFill>
            <a:ln w="12700" algn="ctr">
              <a:solidFill>
                <a:schemeClr val="accent1"/>
              </a:solidFill>
              <a:prstDash val="sysDot"/>
              <a:round/>
              <a:headEnd/>
              <a:tailEnd/>
            </a:ln>
          </p:spPr>
          <p:txBody>
            <a:bodyPr lIns="504000" tIns="0" rIns="216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US" sz="12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 process is a </a:t>
              </a:r>
              <a:r>
                <a:rPr kumimoji="0" lang="en-US" sz="12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set</a:t>
              </a:r>
              <a:r>
                <a:rPr kumimoji="0" lang="en-US" sz="12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of interrelated or interacting</a:t>
              </a:r>
              <a:r>
                <a:rPr kumimoji="0" lang="en-US" sz="12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activities </a:t>
              </a:r>
              <a:r>
                <a:rPr kumimoji="0" lang="en-US" sz="12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that transforms </a:t>
              </a:r>
              <a:r>
                <a:rPr kumimoji="0" lang="en-US" sz="12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inputs into outputs</a:t>
              </a:r>
              <a:endParaRPr kumimoji="0" lang="en-US" sz="1200" b="0"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grpSp>
          <p:nvGrpSpPr>
            <p:cNvPr id="11" name="Group 10">
              <a:extLst>
                <a:ext uri="{FF2B5EF4-FFF2-40B4-BE49-F238E27FC236}">
                  <a16:creationId xmlns:a16="http://schemas.microsoft.com/office/drawing/2014/main" id="{316F1356-87A3-4261-BD7F-852CB04EFB7C}"/>
                </a:ext>
              </a:extLst>
            </p:cNvPr>
            <p:cNvGrpSpPr/>
            <p:nvPr/>
          </p:nvGrpSpPr>
          <p:grpSpPr>
            <a:xfrm>
              <a:off x="203038" y="1324504"/>
              <a:ext cx="540000" cy="540000"/>
              <a:chOff x="203038" y="1112848"/>
              <a:chExt cx="540000" cy="540000"/>
            </a:xfrm>
          </p:grpSpPr>
          <p:sp>
            <p:nvSpPr>
              <p:cNvPr id="44" name="Oval 37">
                <a:extLst>
                  <a:ext uri="{FF2B5EF4-FFF2-40B4-BE49-F238E27FC236}">
                    <a16:creationId xmlns:a16="http://schemas.microsoft.com/office/drawing/2014/main" id="{86D348FB-AFB2-40D4-817C-6C7415B8C1FC}"/>
                  </a:ext>
                </a:extLst>
              </p:cNvPr>
              <p:cNvSpPr/>
              <p:nvPr/>
            </p:nvSpPr>
            <p:spPr>
              <a:xfrm>
                <a:off x="203038" y="1112848"/>
                <a:ext cx="540000" cy="540000"/>
              </a:xfrm>
              <a:prstGeom prst="ellipse">
                <a:avLst/>
              </a:prstGeom>
              <a:solidFill>
                <a:schemeClr val="accent1"/>
              </a:solid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2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45" name="Elemento grafico 89" descr="Idea con riempimento a tinta unita">
                <a:extLst>
                  <a:ext uri="{FF2B5EF4-FFF2-40B4-BE49-F238E27FC236}">
                    <a16:creationId xmlns:a16="http://schemas.microsoft.com/office/drawing/2014/main" id="{EF6C3C62-42A3-462A-A80E-DFFB95A8FCB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3166" y="1160116"/>
                <a:ext cx="428400" cy="428400"/>
              </a:xfrm>
              <a:prstGeom prst="rect">
                <a:avLst/>
              </a:prstGeom>
            </p:spPr>
          </p:pic>
        </p:grpSp>
      </p:grpSp>
      <p:sp>
        <p:nvSpPr>
          <p:cNvPr id="47" name="Arrow: Right 35">
            <a:extLst>
              <a:ext uri="{FF2B5EF4-FFF2-40B4-BE49-F238E27FC236}">
                <a16:creationId xmlns:a16="http://schemas.microsoft.com/office/drawing/2014/main" id="{9E76D772-F618-44B0-8FF2-9F15B85A7C86}"/>
              </a:ext>
            </a:extLst>
          </p:cNvPr>
          <p:cNvSpPr/>
          <p:nvPr/>
        </p:nvSpPr>
        <p:spPr>
          <a:xfrm>
            <a:off x="5546939" y="2852033"/>
            <a:ext cx="215277" cy="224678"/>
          </a:xfrm>
          <a:prstGeom prst="rightArrow">
            <a:avLst>
              <a:gd name="adj1" fmla="val 68778"/>
              <a:gd name="adj2" fmla="val 50000"/>
            </a:avLst>
          </a:prstGeom>
          <a:solidFill>
            <a:schemeClr val="bg1">
              <a:lumMod val="85000"/>
            </a:schemeClr>
          </a:solidFill>
          <a:ln w="25400" cap="flat" cmpd="sng" algn="ctr">
            <a:noFill/>
            <a:prstDash val="solid"/>
          </a:ln>
          <a:effectLst/>
          <a:extLst>
            <a:ext uri="{91240B29-F687-4F45-9708-019B960494DF}">
              <a14:hiddenLine xmlns:a14="http://schemas.microsoft.com/office/drawing/2010/main" w="25400" cap="flat" cmpd="sng" algn="ctr">
                <a:solidFill>
                  <a:prstClr val="black"/>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52" name="Arrow: Right 35">
            <a:extLst>
              <a:ext uri="{FF2B5EF4-FFF2-40B4-BE49-F238E27FC236}">
                <a16:creationId xmlns:a16="http://schemas.microsoft.com/office/drawing/2014/main" id="{0EA7487D-E151-4AFF-A1DD-1D45CBC893FD}"/>
              </a:ext>
            </a:extLst>
          </p:cNvPr>
          <p:cNvSpPr/>
          <p:nvPr/>
        </p:nvSpPr>
        <p:spPr>
          <a:xfrm>
            <a:off x="6752886" y="2852033"/>
            <a:ext cx="215277" cy="224678"/>
          </a:xfrm>
          <a:prstGeom prst="rightArrow">
            <a:avLst>
              <a:gd name="adj1" fmla="val 68778"/>
              <a:gd name="adj2" fmla="val 50000"/>
            </a:avLst>
          </a:prstGeom>
          <a:solidFill>
            <a:schemeClr val="bg1">
              <a:lumMod val="85000"/>
            </a:schemeClr>
          </a:solidFill>
          <a:ln w="25400" cap="flat" cmpd="sng" algn="ctr">
            <a:noFill/>
            <a:prstDash val="solid"/>
          </a:ln>
          <a:effectLst/>
          <a:extLst>
            <a:ext uri="{91240B29-F687-4F45-9708-019B960494DF}">
              <a14:hiddenLine xmlns:a14="http://schemas.microsoft.com/office/drawing/2010/main" w="25400" cap="flat" cmpd="sng" algn="ctr">
                <a:solidFill>
                  <a:prstClr val="black"/>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53" name="Arrow: Right 35">
            <a:extLst>
              <a:ext uri="{FF2B5EF4-FFF2-40B4-BE49-F238E27FC236}">
                <a16:creationId xmlns:a16="http://schemas.microsoft.com/office/drawing/2014/main" id="{06508876-1D8A-4B9B-A5AC-EEAD60123C99}"/>
              </a:ext>
            </a:extLst>
          </p:cNvPr>
          <p:cNvSpPr/>
          <p:nvPr/>
        </p:nvSpPr>
        <p:spPr>
          <a:xfrm>
            <a:off x="7958833" y="2852033"/>
            <a:ext cx="215277" cy="224678"/>
          </a:xfrm>
          <a:prstGeom prst="rightArrow">
            <a:avLst>
              <a:gd name="adj1" fmla="val 68778"/>
              <a:gd name="adj2" fmla="val 50000"/>
            </a:avLst>
          </a:prstGeom>
          <a:solidFill>
            <a:schemeClr val="bg1">
              <a:lumMod val="85000"/>
            </a:schemeClr>
          </a:solidFill>
          <a:ln w="25400" cap="flat" cmpd="sng" algn="ctr">
            <a:noFill/>
            <a:prstDash val="solid"/>
          </a:ln>
          <a:effectLst/>
          <a:extLst>
            <a:ext uri="{91240B29-F687-4F45-9708-019B960494DF}">
              <a14:hiddenLine xmlns:a14="http://schemas.microsoft.com/office/drawing/2010/main" w="25400" cap="flat" cmpd="sng" algn="ctr">
                <a:solidFill>
                  <a:prstClr val="black"/>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56" name="Rectangle: Rounded Corners 3">
            <a:extLst>
              <a:ext uri="{FF2B5EF4-FFF2-40B4-BE49-F238E27FC236}">
                <a16:creationId xmlns:a16="http://schemas.microsoft.com/office/drawing/2014/main" id="{C070BF2A-A1CC-4975-B958-F0326794582E}"/>
              </a:ext>
            </a:extLst>
          </p:cNvPr>
          <p:cNvSpPr/>
          <p:nvPr/>
        </p:nvSpPr>
        <p:spPr>
          <a:xfrm>
            <a:off x="8250045" y="2627568"/>
            <a:ext cx="838800" cy="673608"/>
          </a:xfrm>
          <a:prstGeom prst="roundRect">
            <a:avLst>
              <a:gd name="adj" fmla="val 8749"/>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User able to work</a:t>
            </a:r>
          </a:p>
        </p:txBody>
      </p:sp>
      <p:sp>
        <p:nvSpPr>
          <p:cNvPr id="85" name="Rectangle 210">
            <a:extLst>
              <a:ext uri="{FF2B5EF4-FFF2-40B4-BE49-F238E27FC236}">
                <a16:creationId xmlns:a16="http://schemas.microsoft.com/office/drawing/2014/main" id="{2728266B-AF18-4BDF-B433-5671258A1E6C}"/>
              </a:ext>
            </a:extLst>
          </p:cNvPr>
          <p:cNvSpPr/>
          <p:nvPr/>
        </p:nvSpPr>
        <p:spPr>
          <a:xfrm>
            <a:off x="6928298" y="4916723"/>
            <a:ext cx="2172905"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Concept to be clearly understood</a:t>
            </a:r>
            <a:endPar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grpSp>
        <p:nvGrpSpPr>
          <p:cNvPr id="86" name="Gruppo 8">
            <a:extLst>
              <a:ext uri="{FF2B5EF4-FFF2-40B4-BE49-F238E27FC236}">
                <a16:creationId xmlns:a16="http://schemas.microsoft.com/office/drawing/2014/main" id="{2462E871-18B0-4CE5-AA05-8FAE653ED54C}"/>
              </a:ext>
            </a:extLst>
          </p:cNvPr>
          <p:cNvGrpSpPr/>
          <p:nvPr/>
        </p:nvGrpSpPr>
        <p:grpSpPr>
          <a:xfrm>
            <a:off x="6841340" y="4969080"/>
            <a:ext cx="108000" cy="108000"/>
            <a:chOff x="5184274" y="4913664"/>
            <a:chExt cx="180000" cy="180000"/>
          </a:xfrm>
        </p:grpSpPr>
        <p:sp>
          <p:nvSpPr>
            <p:cNvPr id="87" name="Oval 37">
              <a:extLst>
                <a:ext uri="{FF2B5EF4-FFF2-40B4-BE49-F238E27FC236}">
                  <a16:creationId xmlns:a16="http://schemas.microsoft.com/office/drawing/2014/main" id="{9257B75C-FFCB-48CC-8EE9-1DBFE105DC1F}"/>
                </a:ext>
              </a:extLst>
            </p:cNvPr>
            <p:cNvSpPr/>
            <p:nvPr/>
          </p:nvSpPr>
          <p:spPr>
            <a:xfrm>
              <a:off x="5184274" y="4913664"/>
              <a:ext cx="180000" cy="180000"/>
            </a:xfrm>
            <a:prstGeom prst="ellipse">
              <a:avLst/>
            </a:prstGeom>
            <a:solidFill>
              <a:schemeClr val="accent1"/>
            </a:solid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88" name="Elemento grafico 60" descr="Idea con riempimento a tinta unita">
              <a:extLst>
                <a:ext uri="{FF2B5EF4-FFF2-40B4-BE49-F238E27FC236}">
                  <a16:creationId xmlns:a16="http://schemas.microsoft.com/office/drawing/2014/main" id="{FFFF7D71-56E8-4439-BDED-E7995FAFD2F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8258" y="4928220"/>
              <a:ext cx="144000" cy="144000"/>
            </a:xfrm>
            <a:prstGeom prst="rect">
              <a:avLst/>
            </a:prstGeom>
          </p:spPr>
        </p:pic>
      </p:grpSp>
      <p:grpSp>
        <p:nvGrpSpPr>
          <p:cNvPr id="2" name="Group 1">
            <a:extLst>
              <a:ext uri="{FF2B5EF4-FFF2-40B4-BE49-F238E27FC236}">
                <a16:creationId xmlns:a16="http://schemas.microsoft.com/office/drawing/2014/main" id="{76D9B690-068D-4261-A9A1-DAA18FA3084E}"/>
              </a:ext>
            </a:extLst>
          </p:cNvPr>
          <p:cNvGrpSpPr/>
          <p:nvPr/>
        </p:nvGrpSpPr>
        <p:grpSpPr>
          <a:xfrm>
            <a:off x="4757250" y="1327982"/>
            <a:ext cx="4164987" cy="540000"/>
            <a:chOff x="4705847" y="1327982"/>
            <a:chExt cx="4164987" cy="540000"/>
          </a:xfrm>
        </p:grpSpPr>
        <p:sp>
          <p:nvSpPr>
            <p:cNvPr id="59" name="Rounded Rectangle 38">
              <a:extLst>
                <a:ext uri="{FF2B5EF4-FFF2-40B4-BE49-F238E27FC236}">
                  <a16:creationId xmlns:a16="http://schemas.microsoft.com/office/drawing/2014/main" id="{C608CC9C-E7C4-41E3-9C09-2FEBA0FD9D90}"/>
                </a:ext>
              </a:extLst>
            </p:cNvPr>
            <p:cNvSpPr>
              <a:spLocks noChangeArrowheads="1"/>
            </p:cNvSpPr>
            <p:nvPr/>
          </p:nvSpPr>
          <p:spPr bwMode="auto">
            <a:xfrm>
              <a:off x="4942619" y="1363982"/>
              <a:ext cx="3928215" cy="468000"/>
            </a:xfrm>
            <a:prstGeom prst="roundRect">
              <a:avLst>
                <a:gd name="adj" fmla="val 8452"/>
              </a:avLst>
            </a:prstGeom>
            <a:solidFill>
              <a:srgbClr val="FFFFFF"/>
            </a:solidFill>
            <a:ln w="12700" algn="ctr">
              <a:solidFill>
                <a:schemeClr val="accent1"/>
              </a:solidFill>
              <a:prstDash val="sysDot"/>
              <a:round/>
              <a:headEnd/>
              <a:tailEnd/>
            </a:ln>
          </p:spPr>
          <p:txBody>
            <a:bodyPr lIns="288000" tIns="0" rIns="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US" sz="12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 value stream is a </a:t>
              </a:r>
              <a:r>
                <a:rPr kumimoji="0" lang="en-US" sz="12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series of steps </a:t>
              </a:r>
              <a:r>
                <a:rPr kumimoji="0" lang="en-US" sz="12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an organization undertakes to </a:t>
              </a:r>
              <a:r>
                <a:rPr kumimoji="0" lang="en-US" sz="12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create and deliver products and services </a:t>
              </a:r>
              <a:r>
                <a:rPr kumimoji="0" lang="en-US" sz="12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to consumers</a:t>
              </a:r>
            </a:p>
          </p:txBody>
        </p:sp>
        <p:grpSp>
          <p:nvGrpSpPr>
            <p:cNvPr id="61" name="Group 60">
              <a:extLst>
                <a:ext uri="{FF2B5EF4-FFF2-40B4-BE49-F238E27FC236}">
                  <a16:creationId xmlns:a16="http://schemas.microsoft.com/office/drawing/2014/main" id="{F6833F20-D1D3-495D-A3E5-E5279C8522C7}"/>
                </a:ext>
              </a:extLst>
            </p:cNvPr>
            <p:cNvGrpSpPr/>
            <p:nvPr/>
          </p:nvGrpSpPr>
          <p:grpSpPr>
            <a:xfrm>
              <a:off x="4705847" y="1327982"/>
              <a:ext cx="540000" cy="540000"/>
              <a:chOff x="203038" y="1112848"/>
              <a:chExt cx="540000" cy="540000"/>
            </a:xfrm>
          </p:grpSpPr>
          <p:sp>
            <p:nvSpPr>
              <p:cNvPr id="62" name="Oval 37">
                <a:extLst>
                  <a:ext uri="{FF2B5EF4-FFF2-40B4-BE49-F238E27FC236}">
                    <a16:creationId xmlns:a16="http://schemas.microsoft.com/office/drawing/2014/main" id="{D83FD647-E38C-4FCC-8F22-331E7F0A12BF}"/>
                  </a:ext>
                </a:extLst>
              </p:cNvPr>
              <p:cNvSpPr/>
              <p:nvPr/>
            </p:nvSpPr>
            <p:spPr>
              <a:xfrm>
                <a:off x="203038" y="1112848"/>
                <a:ext cx="540000" cy="540000"/>
              </a:xfrm>
              <a:prstGeom prst="ellipse">
                <a:avLst/>
              </a:prstGeom>
              <a:solidFill>
                <a:schemeClr val="accent1"/>
              </a:solid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2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63" name="Elemento grafico 89" descr="Idea con riempimento a tinta unita">
                <a:extLst>
                  <a:ext uri="{FF2B5EF4-FFF2-40B4-BE49-F238E27FC236}">
                    <a16:creationId xmlns:a16="http://schemas.microsoft.com/office/drawing/2014/main" id="{0460904E-A3F8-400F-99A0-767126DE73A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3166" y="1160116"/>
                <a:ext cx="428400" cy="428400"/>
              </a:xfrm>
              <a:prstGeom prst="rect">
                <a:avLst/>
              </a:prstGeom>
            </p:spPr>
          </p:pic>
        </p:grpSp>
      </p:grpSp>
      <p:cxnSp>
        <p:nvCxnSpPr>
          <p:cNvPr id="16" name="Straight Connector 15">
            <a:extLst>
              <a:ext uri="{FF2B5EF4-FFF2-40B4-BE49-F238E27FC236}">
                <a16:creationId xmlns:a16="http://schemas.microsoft.com/office/drawing/2014/main" id="{FB04EFED-A4D5-4B41-803B-00BEC82ECD46}"/>
              </a:ext>
            </a:extLst>
          </p:cNvPr>
          <p:cNvCxnSpPr>
            <a:cxnSpLocks/>
          </p:cNvCxnSpPr>
          <p:nvPr/>
        </p:nvCxnSpPr>
        <p:spPr>
          <a:xfrm>
            <a:off x="4572000" y="905774"/>
            <a:ext cx="0" cy="3915466"/>
          </a:xfrm>
          <a:prstGeom prst="line">
            <a:avLst/>
          </a:prstGeom>
          <a:ln w="12700">
            <a:solidFill>
              <a:schemeClr val="bg1">
                <a:lumMod val="65000"/>
              </a:schemeClr>
            </a:solidFill>
            <a:prstDash val="sysDot"/>
          </a:ln>
          <a:effectLst/>
        </p:spPr>
        <p:style>
          <a:lnRef idx="2">
            <a:schemeClr val="accent1"/>
          </a:lnRef>
          <a:fillRef idx="0">
            <a:schemeClr val="accent1"/>
          </a:fillRef>
          <a:effectRef idx="1">
            <a:schemeClr val="accent1"/>
          </a:effectRef>
          <a:fontRef idx="minor">
            <a:schemeClr val="tx1"/>
          </a:fontRef>
        </p:style>
      </p:cxnSp>
      <p:sp>
        <p:nvSpPr>
          <p:cNvPr id="65" name="Rectangle 64">
            <a:extLst>
              <a:ext uri="{FF2B5EF4-FFF2-40B4-BE49-F238E27FC236}">
                <a16:creationId xmlns:a16="http://schemas.microsoft.com/office/drawing/2014/main" id="{5C5AC7DF-F7A3-4B67-9066-349C87B8833F}"/>
              </a:ext>
            </a:extLst>
          </p:cNvPr>
          <p:cNvSpPr/>
          <p:nvPr/>
        </p:nvSpPr>
        <p:spPr>
          <a:xfrm>
            <a:off x="312829" y="3633160"/>
            <a:ext cx="4091955" cy="673200"/>
          </a:xfrm>
          <a:prstGeom prst="rect">
            <a:avLst/>
          </a:prstGeom>
          <a:solidFill>
            <a:schemeClr val="bg1"/>
          </a:solidFill>
          <a:ln>
            <a:solidFill>
              <a:srgbClr val="6A97BE"/>
            </a:solidFill>
          </a:ln>
          <a:effectLst/>
        </p:spPr>
        <p:style>
          <a:lnRef idx="1">
            <a:schemeClr val="accent1"/>
          </a:lnRef>
          <a:fillRef idx="3">
            <a:schemeClr val="accent1"/>
          </a:fillRef>
          <a:effectRef idx="2">
            <a:schemeClr val="accent1"/>
          </a:effectRef>
          <a:fontRef idx="minor">
            <a:schemeClr val="lt1"/>
          </a:fontRef>
        </p:style>
        <p:txBody>
          <a:bodyPr lIns="288000" rtlCol="0" anchor="ctr"/>
          <a:lstStyle/>
          <a:p>
            <a:pPr marL="171450" marR="0" lvl="0" indent="-171450" algn="l" defTabSz="457200" rtl="0" eaLnBrk="1" fontAlgn="auto" latinLnBrk="0" hangingPunct="1">
              <a:lnSpc>
                <a:spcPct val="100000"/>
              </a:lnSpc>
              <a:spcBef>
                <a:spcPts val="0"/>
              </a:spcBef>
              <a:spcAft>
                <a:spcPts val="0"/>
              </a:spcAft>
              <a:buClr>
                <a:srgbClr val="DA291C"/>
              </a:buClr>
              <a:buSzTx/>
              <a:buFont typeface="Wingdings" panose="05000000000000000000" pitchFamily="2" charset="2"/>
              <a:buChar char="§"/>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It</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defines the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sequence of actions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and their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dependencies</a:t>
            </a:r>
            <a:endPar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a:p>
            <a:pPr marL="171450" marR="0" lvl="0" indent="-171450" algn="l" defTabSz="457200" rtl="0" eaLnBrk="1" fontAlgn="auto" latinLnBrk="0" hangingPunct="1">
              <a:lnSpc>
                <a:spcPct val="100000"/>
              </a:lnSpc>
              <a:spcBef>
                <a:spcPts val="0"/>
              </a:spcBef>
              <a:spcAft>
                <a:spcPts val="0"/>
              </a:spcAft>
              <a:buClr>
                <a:srgbClr val="DA291C"/>
              </a:buClr>
              <a:buSzTx/>
              <a:buFont typeface="Wingdings" panose="05000000000000000000" pitchFamily="2" charset="2"/>
              <a:buChar char="§"/>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It may be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included a in value stream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or be part of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many value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chains</a:t>
            </a:r>
            <a:endParaRPr kumimoji="0" lang="en-US" sz="1100" b="0" i="0" u="none" strike="noStrike" kern="1200" cap="none" spc="0" normalizeH="0" baseline="0" noProof="0">
              <a:ln>
                <a:noFill/>
              </a:ln>
              <a:solidFill>
                <a:srgbClr val="FFFFFF"/>
              </a:solidFill>
              <a:effectLst/>
              <a:uLnTx/>
              <a:uFillTx/>
              <a:latin typeface="Arial"/>
              <a:ea typeface="+mn-ea"/>
              <a:cs typeface="+mn-cs"/>
            </a:endParaRPr>
          </a:p>
        </p:txBody>
      </p:sp>
      <p:grpSp>
        <p:nvGrpSpPr>
          <p:cNvPr id="67" name="Group 66">
            <a:extLst>
              <a:ext uri="{FF2B5EF4-FFF2-40B4-BE49-F238E27FC236}">
                <a16:creationId xmlns:a16="http://schemas.microsoft.com/office/drawing/2014/main" id="{02812D66-C0EA-4BC2-ABE7-22A9A8947447}"/>
              </a:ext>
            </a:extLst>
          </p:cNvPr>
          <p:cNvGrpSpPr/>
          <p:nvPr/>
        </p:nvGrpSpPr>
        <p:grpSpPr>
          <a:xfrm>
            <a:off x="123777" y="3780809"/>
            <a:ext cx="378000" cy="377903"/>
            <a:chOff x="8322322" y="4482569"/>
            <a:chExt cx="360000" cy="360858"/>
          </a:xfrm>
          <a:effectLst/>
        </p:grpSpPr>
        <p:sp>
          <p:nvSpPr>
            <p:cNvPr id="70" name="Oval 69">
              <a:extLst>
                <a:ext uri="{FF2B5EF4-FFF2-40B4-BE49-F238E27FC236}">
                  <a16:creationId xmlns:a16="http://schemas.microsoft.com/office/drawing/2014/main" id="{3C9D72DD-7524-4FF1-9AC9-4319356A776D}"/>
                </a:ext>
              </a:extLst>
            </p:cNvPr>
            <p:cNvSpPr>
              <a:spLocks noChangeAspect="1"/>
            </p:cNvSpPr>
            <p:nvPr/>
          </p:nvSpPr>
          <p:spPr>
            <a:xfrm>
              <a:off x="8322322" y="4482569"/>
              <a:ext cx="360000" cy="360858"/>
            </a:xfrm>
            <a:prstGeom prst="ellipse">
              <a:avLst/>
            </a:prstGeom>
            <a:solidFill>
              <a:schemeClr val="bg1"/>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a:ln>
                  <a:noFill/>
                </a:ln>
                <a:solidFill>
                  <a:srgbClr val="000000"/>
                </a:solidFill>
                <a:effectLst/>
                <a:uLnTx/>
                <a:uFillTx/>
                <a:latin typeface="Arial"/>
                <a:ea typeface="+mn-ea"/>
                <a:cs typeface="+mn-cs"/>
              </a:endParaRPr>
            </a:p>
          </p:txBody>
        </p:sp>
        <p:pic>
          <p:nvPicPr>
            <p:cNvPr id="72" name="Graphic 71" descr="Magnifying glass with solid fill">
              <a:extLst>
                <a:ext uri="{FF2B5EF4-FFF2-40B4-BE49-F238E27FC236}">
                  <a16:creationId xmlns:a16="http://schemas.microsoft.com/office/drawing/2014/main" id="{AAC5CDAF-572F-43B1-9863-7F9EC77CD49B}"/>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6534" y="4547210"/>
              <a:ext cx="231576" cy="231576"/>
            </a:xfrm>
            <a:prstGeom prst="rect">
              <a:avLst/>
            </a:prstGeom>
          </p:spPr>
        </p:pic>
      </p:grpSp>
      <p:sp>
        <p:nvSpPr>
          <p:cNvPr id="66" name="Rectangle 65">
            <a:extLst>
              <a:ext uri="{FF2B5EF4-FFF2-40B4-BE49-F238E27FC236}">
                <a16:creationId xmlns:a16="http://schemas.microsoft.com/office/drawing/2014/main" id="{AD5FCF40-D140-4307-B00B-92432929B8FF}"/>
              </a:ext>
            </a:extLst>
          </p:cNvPr>
          <p:cNvSpPr/>
          <p:nvPr/>
        </p:nvSpPr>
        <p:spPr>
          <a:xfrm>
            <a:off x="4887219" y="3633160"/>
            <a:ext cx="4091955" cy="673608"/>
          </a:xfrm>
          <a:prstGeom prst="rect">
            <a:avLst/>
          </a:prstGeom>
          <a:solidFill>
            <a:schemeClr val="bg1"/>
          </a:solidFill>
          <a:ln>
            <a:solidFill>
              <a:srgbClr val="6A97BE"/>
            </a:solidFill>
          </a:ln>
          <a:effectLst/>
        </p:spPr>
        <p:style>
          <a:lnRef idx="1">
            <a:schemeClr val="accent1"/>
          </a:lnRef>
          <a:fillRef idx="3">
            <a:schemeClr val="accent1"/>
          </a:fillRef>
          <a:effectRef idx="2">
            <a:schemeClr val="accent1"/>
          </a:effectRef>
          <a:fontRef idx="minor">
            <a:schemeClr val="lt1"/>
          </a:fontRef>
        </p:style>
        <p:txBody>
          <a:bodyPr lIns="288000" rtlCol="0" anchor="ctr"/>
          <a:lstStyle/>
          <a:p>
            <a:pPr marL="171450" marR="0" lvl="0" indent="-171450" algn="l" defTabSz="457200" rtl="0" eaLnBrk="1" fontAlgn="auto" latinLnBrk="0" hangingPunct="1">
              <a:lnSpc>
                <a:spcPct val="100000"/>
              </a:lnSpc>
              <a:spcBef>
                <a:spcPts val="0"/>
              </a:spcBef>
              <a:spcAft>
                <a:spcPts val="0"/>
              </a:spcAft>
              <a:buClr>
                <a:srgbClr val="DA291C"/>
              </a:buClr>
              <a:buSzTx/>
              <a:buFont typeface="Wingdings" panose="05000000000000000000" pitchFamily="2" charset="2"/>
              <a:buChar char="§"/>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 value stream may contain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many processes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and other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value stream components</a:t>
            </a:r>
          </a:p>
        </p:txBody>
      </p:sp>
      <p:grpSp>
        <p:nvGrpSpPr>
          <p:cNvPr id="58" name="Group 57">
            <a:extLst>
              <a:ext uri="{FF2B5EF4-FFF2-40B4-BE49-F238E27FC236}">
                <a16:creationId xmlns:a16="http://schemas.microsoft.com/office/drawing/2014/main" id="{95848FE6-101D-48DD-B526-5FDA424CB9DB}"/>
              </a:ext>
            </a:extLst>
          </p:cNvPr>
          <p:cNvGrpSpPr/>
          <p:nvPr/>
        </p:nvGrpSpPr>
        <p:grpSpPr>
          <a:xfrm>
            <a:off x="4707240" y="3781013"/>
            <a:ext cx="378000" cy="377903"/>
            <a:chOff x="8322322" y="4482569"/>
            <a:chExt cx="360000" cy="360858"/>
          </a:xfrm>
          <a:effectLst/>
        </p:grpSpPr>
        <p:sp>
          <p:nvSpPr>
            <p:cNvPr id="60" name="Oval 59">
              <a:extLst>
                <a:ext uri="{FF2B5EF4-FFF2-40B4-BE49-F238E27FC236}">
                  <a16:creationId xmlns:a16="http://schemas.microsoft.com/office/drawing/2014/main" id="{228524B4-C282-415D-B27D-9788955A715A}"/>
                </a:ext>
              </a:extLst>
            </p:cNvPr>
            <p:cNvSpPr>
              <a:spLocks noChangeAspect="1"/>
            </p:cNvSpPr>
            <p:nvPr/>
          </p:nvSpPr>
          <p:spPr>
            <a:xfrm>
              <a:off x="8322322" y="4482569"/>
              <a:ext cx="360000" cy="360858"/>
            </a:xfrm>
            <a:prstGeom prst="ellipse">
              <a:avLst/>
            </a:prstGeom>
            <a:solidFill>
              <a:schemeClr val="bg1"/>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a:ln>
                  <a:noFill/>
                </a:ln>
                <a:solidFill>
                  <a:srgbClr val="000000"/>
                </a:solidFill>
                <a:effectLst/>
                <a:uLnTx/>
                <a:uFillTx/>
                <a:latin typeface="Arial"/>
                <a:ea typeface="+mn-ea"/>
                <a:cs typeface="+mn-cs"/>
              </a:endParaRPr>
            </a:p>
          </p:txBody>
        </p:sp>
        <p:pic>
          <p:nvPicPr>
            <p:cNvPr id="64" name="Graphic 63" descr="Magnifying glass with solid fill">
              <a:extLst>
                <a:ext uri="{FF2B5EF4-FFF2-40B4-BE49-F238E27FC236}">
                  <a16:creationId xmlns:a16="http://schemas.microsoft.com/office/drawing/2014/main" id="{85DC2198-7799-4FF8-A16F-44375FC60E3D}"/>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6534" y="4547210"/>
              <a:ext cx="231576" cy="231576"/>
            </a:xfrm>
            <a:prstGeom prst="rect">
              <a:avLst/>
            </a:prstGeom>
          </p:spPr>
        </p:pic>
      </p:grpSp>
      <p:grpSp>
        <p:nvGrpSpPr>
          <p:cNvPr id="76" name="Group 75">
            <a:extLst>
              <a:ext uri="{FF2B5EF4-FFF2-40B4-BE49-F238E27FC236}">
                <a16:creationId xmlns:a16="http://schemas.microsoft.com/office/drawing/2014/main" id="{F4D24C01-25A9-4437-B533-1C8E5F185C8F}"/>
              </a:ext>
            </a:extLst>
          </p:cNvPr>
          <p:cNvGrpSpPr/>
          <p:nvPr/>
        </p:nvGrpSpPr>
        <p:grpSpPr>
          <a:xfrm>
            <a:off x="5045144" y="910408"/>
            <a:ext cx="3589200" cy="307777"/>
            <a:chOff x="5168381" y="910408"/>
            <a:chExt cx="3589200" cy="307777"/>
          </a:xfrm>
        </p:grpSpPr>
        <p:cxnSp>
          <p:nvCxnSpPr>
            <p:cNvPr id="77" name="Straight Connector 12">
              <a:extLst>
                <a:ext uri="{FF2B5EF4-FFF2-40B4-BE49-F238E27FC236}">
                  <a16:creationId xmlns:a16="http://schemas.microsoft.com/office/drawing/2014/main" id="{0F096534-359C-4EBD-8D5D-11CA87B646D2}"/>
                </a:ext>
              </a:extLst>
            </p:cNvPr>
            <p:cNvCxnSpPr>
              <a:cxnSpLocks/>
            </p:cNvCxnSpPr>
            <p:nvPr/>
          </p:nvCxnSpPr>
          <p:spPr>
            <a:xfrm>
              <a:off x="5168381" y="1064296"/>
              <a:ext cx="35892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78" name="TextBox 11">
              <a:extLst>
                <a:ext uri="{FF2B5EF4-FFF2-40B4-BE49-F238E27FC236}">
                  <a16:creationId xmlns:a16="http://schemas.microsoft.com/office/drawing/2014/main" id="{D741388C-D180-451B-BC39-854E3A5D05C0}"/>
                </a:ext>
              </a:extLst>
            </p:cNvPr>
            <p:cNvSpPr txBox="1"/>
            <p:nvPr/>
          </p:nvSpPr>
          <p:spPr>
            <a:xfrm>
              <a:off x="6162562" y="910408"/>
              <a:ext cx="1600839" cy="307777"/>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Value streams</a:t>
              </a:r>
              <a:endParaRPr kumimoji="0" lang="en-GB" sz="14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grpSp>
      <p:sp>
        <p:nvSpPr>
          <p:cNvPr id="82" name="Isosceles Triangle 4">
            <a:extLst>
              <a:ext uri="{FF2B5EF4-FFF2-40B4-BE49-F238E27FC236}">
                <a16:creationId xmlns:a16="http://schemas.microsoft.com/office/drawing/2014/main" id="{03E55BCD-C1E0-40F2-BC1C-37EAD83A3B81}"/>
              </a:ext>
            </a:extLst>
          </p:cNvPr>
          <p:cNvSpPr/>
          <p:nvPr/>
        </p:nvSpPr>
        <p:spPr>
          <a:xfrm rot="10800000">
            <a:off x="1552931" y="2059542"/>
            <a:ext cx="1466140" cy="221707"/>
          </a:xfrm>
          <a:prstGeom prst="triangle">
            <a:avLst/>
          </a:prstGeom>
          <a:solidFill>
            <a:schemeClr val="bg1">
              <a:lumMod val="85000"/>
            </a:schemeClr>
          </a:solidFill>
          <a:ln w="25400" cap="flat" cmpd="sng" algn="ctr">
            <a:noFill/>
            <a:prstDash val="solid"/>
          </a:ln>
          <a:effectLst/>
          <a:extLst>
            <a:ext uri="{91240B29-F687-4F45-9708-019B960494DF}">
              <a14:hiddenLine xmlns:a14="http://schemas.microsoft.com/office/drawing/2010/main" w="25400" cap="flat" cmpd="sng" algn="ctr">
                <a:solidFill>
                  <a:prstClr val="black"/>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83" name="Isosceles Triangle 4">
            <a:extLst>
              <a:ext uri="{FF2B5EF4-FFF2-40B4-BE49-F238E27FC236}">
                <a16:creationId xmlns:a16="http://schemas.microsoft.com/office/drawing/2014/main" id="{407FA391-937D-4B95-9FEF-32A988BD3E3D}"/>
              </a:ext>
            </a:extLst>
          </p:cNvPr>
          <p:cNvSpPr/>
          <p:nvPr/>
        </p:nvSpPr>
        <p:spPr>
          <a:xfrm rot="10800000">
            <a:off x="6124930" y="2059543"/>
            <a:ext cx="1466140" cy="221707"/>
          </a:xfrm>
          <a:prstGeom prst="triangle">
            <a:avLst/>
          </a:prstGeom>
          <a:solidFill>
            <a:schemeClr val="bg1">
              <a:lumMod val="85000"/>
            </a:schemeClr>
          </a:solidFill>
          <a:ln w="25400" cap="flat" cmpd="sng" algn="ctr">
            <a:noFill/>
            <a:prstDash val="solid"/>
          </a:ln>
          <a:effectLst/>
          <a:extLst>
            <a:ext uri="{91240B29-F687-4F45-9708-019B960494DF}">
              <a14:hiddenLine xmlns:a14="http://schemas.microsoft.com/office/drawing/2010/main" w="25400" cap="flat" cmpd="sng" algn="ctr">
                <a:solidFill>
                  <a:prstClr val="black"/>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grpSp>
        <p:nvGrpSpPr>
          <p:cNvPr id="13" name="Group 12">
            <a:extLst>
              <a:ext uri="{FF2B5EF4-FFF2-40B4-BE49-F238E27FC236}">
                <a16:creationId xmlns:a16="http://schemas.microsoft.com/office/drawing/2014/main" id="{5124A69E-B44D-4ADA-BD96-264BD92E9E33}"/>
              </a:ext>
            </a:extLst>
          </p:cNvPr>
          <p:cNvGrpSpPr/>
          <p:nvPr/>
        </p:nvGrpSpPr>
        <p:grpSpPr>
          <a:xfrm>
            <a:off x="1848343" y="2439969"/>
            <a:ext cx="838800" cy="861003"/>
            <a:chOff x="1935201" y="2439969"/>
            <a:chExt cx="828000" cy="861003"/>
          </a:xfrm>
        </p:grpSpPr>
        <p:sp>
          <p:nvSpPr>
            <p:cNvPr id="57" name="Rectangle: Rounded Corners 3">
              <a:extLst>
                <a:ext uri="{FF2B5EF4-FFF2-40B4-BE49-F238E27FC236}">
                  <a16:creationId xmlns:a16="http://schemas.microsoft.com/office/drawing/2014/main" id="{8AA583B5-9C88-41C0-9211-E7A8F0A9A484}"/>
                </a:ext>
              </a:extLst>
            </p:cNvPr>
            <p:cNvSpPr/>
            <p:nvPr/>
          </p:nvSpPr>
          <p:spPr>
            <a:xfrm>
              <a:off x="1935201" y="2627772"/>
              <a:ext cx="828000" cy="673200"/>
            </a:xfrm>
            <a:prstGeom prst="roundRect">
              <a:avLst>
                <a:gd name="adj" fmla="val 8744"/>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Service validation &amp; testing process</a:t>
              </a:r>
            </a:p>
          </p:txBody>
        </p:sp>
        <p:grpSp>
          <p:nvGrpSpPr>
            <p:cNvPr id="10" name="Group 9">
              <a:extLst>
                <a:ext uri="{FF2B5EF4-FFF2-40B4-BE49-F238E27FC236}">
                  <a16:creationId xmlns:a16="http://schemas.microsoft.com/office/drawing/2014/main" id="{BE8AE185-CB8F-4A8A-BC24-A4ED03B7061C}"/>
                </a:ext>
              </a:extLst>
            </p:cNvPr>
            <p:cNvGrpSpPr/>
            <p:nvPr/>
          </p:nvGrpSpPr>
          <p:grpSpPr>
            <a:xfrm>
              <a:off x="1950720" y="2439969"/>
              <a:ext cx="792000" cy="123111"/>
              <a:chOff x="1950720" y="2409489"/>
              <a:chExt cx="792000" cy="123111"/>
            </a:xfrm>
          </p:grpSpPr>
          <p:sp>
            <p:nvSpPr>
              <p:cNvPr id="9" name="Right Brace 8">
                <a:extLst>
                  <a:ext uri="{FF2B5EF4-FFF2-40B4-BE49-F238E27FC236}">
                    <a16:creationId xmlns:a16="http://schemas.microsoft.com/office/drawing/2014/main" id="{58A14172-246E-477A-B598-A9B6D610C4DD}"/>
                  </a:ext>
                </a:extLst>
              </p:cNvPr>
              <p:cNvSpPr/>
              <p:nvPr/>
            </p:nvSpPr>
            <p:spPr>
              <a:xfrm rot="16200000">
                <a:off x="2301720" y="2090822"/>
                <a:ext cx="90000" cy="792000"/>
              </a:xfrm>
              <a:prstGeom prst="rightBrace">
                <a:avLst/>
              </a:prstGeom>
              <a:ln w="9525">
                <a:prstDash val="sysDot"/>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94" name="TextBox 11">
                <a:extLst>
                  <a:ext uri="{FF2B5EF4-FFF2-40B4-BE49-F238E27FC236}">
                    <a16:creationId xmlns:a16="http://schemas.microsoft.com/office/drawing/2014/main" id="{85970F9A-AF9B-4FF2-B5D4-2C7F85027DD3}"/>
                  </a:ext>
                </a:extLst>
              </p:cNvPr>
              <p:cNvSpPr txBox="1"/>
              <p:nvPr/>
            </p:nvSpPr>
            <p:spPr>
              <a:xfrm>
                <a:off x="2093606" y="2409489"/>
                <a:ext cx="511190" cy="123111"/>
              </a:xfrm>
              <a:prstGeom prst="rect">
                <a:avLst/>
              </a:prstGeom>
              <a:solidFill>
                <a:schemeClr val="bg1"/>
              </a:solidFill>
            </p:spPr>
            <p:txBody>
              <a:bodyPr wrap="square" t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Process</a:t>
                </a:r>
                <a:endParaRPr kumimoji="0" lang="en-GB" sz="8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endParaRPr>
              </a:p>
            </p:txBody>
          </p:sp>
        </p:grpSp>
      </p:grpSp>
      <p:grpSp>
        <p:nvGrpSpPr>
          <p:cNvPr id="14" name="Group 13">
            <a:extLst>
              <a:ext uri="{FF2B5EF4-FFF2-40B4-BE49-F238E27FC236}">
                <a16:creationId xmlns:a16="http://schemas.microsoft.com/office/drawing/2014/main" id="{B343D992-4ABE-48AD-B22F-152EADDA440F}"/>
              </a:ext>
            </a:extLst>
          </p:cNvPr>
          <p:cNvGrpSpPr/>
          <p:nvPr/>
        </p:nvGrpSpPr>
        <p:grpSpPr>
          <a:xfrm>
            <a:off x="4632204" y="2439969"/>
            <a:ext cx="838800" cy="861207"/>
            <a:chOff x="4877460" y="2439969"/>
            <a:chExt cx="838800" cy="861207"/>
          </a:xfrm>
        </p:grpSpPr>
        <p:sp>
          <p:nvSpPr>
            <p:cNvPr id="24" name="Rectangle: Rounded Corners 3">
              <a:extLst>
                <a:ext uri="{FF2B5EF4-FFF2-40B4-BE49-F238E27FC236}">
                  <a16:creationId xmlns:a16="http://schemas.microsoft.com/office/drawing/2014/main" id="{D6F51010-05E6-4393-A563-D04A52901A95}"/>
                </a:ext>
              </a:extLst>
            </p:cNvPr>
            <p:cNvSpPr/>
            <p:nvPr/>
          </p:nvSpPr>
          <p:spPr>
            <a:xfrm>
              <a:off x="4877460" y="2627568"/>
              <a:ext cx="838800" cy="673608"/>
            </a:xfrm>
            <a:prstGeom prst="roundRect">
              <a:avLst>
                <a:gd name="adj" fmla="val 7617"/>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Service design &amp; build</a:t>
              </a:r>
            </a:p>
          </p:txBody>
        </p:sp>
        <p:grpSp>
          <p:nvGrpSpPr>
            <p:cNvPr id="95" name="Group 94">
              <a:extLst>
                <a:ext uri="{FF2B5EF4-FFF2-40B4-BE49-F238E27FC236}">
                  <a16:creationId xmlns:a16="http://schemas.microsoft.com/office/drawing/2014/main" id="{0534EA3F-B98D-4FCB-92BA-BE612050D1E8}"/>
                </a:ext>
              </a:extLst>
            </p:cNvPr>
            <p:cNvGrpSpPr/>
            <p:nvPr/>
          </p:nvGrpSpPr>
          <p:grpSpPr>
            <a:xfrm>
              <a:off x="4894557" y="2439969"/>
              <a:ext cx="792000" cy="123111"/>
              <a:chOff x="1950720" y="2409489"/>
              <a:chExt cx="792000" cy="123111"/>
            </a:xfrm>
          </p:grpSpPr>
          <p:sp>
            <p:nvSpPr>
              <p:cNvPr id="96" name="Right Brace 95">
                <a:extLst>
                  <a:ext uri="{FF2B5EF4-FFF2-40B4-BE49-F238E27FC236}">
                    <a16:creationId xmlns:a16="http://schemas.microsoft.com/office/drawing/2014/main" id="{68D19F0B-7284-4123-AB0D-D854825DF527}"/>
                  </a:ext>
                </a:extLst>
              </p:cNvPr>
              <p:cNvSpPr/>
              <p:nvPr/>
            </p:nvSpPr>
            <p:spPr>
              <a:xfrm rot="16200000">
                <a:off x="2301720" y="2090822"/>
                <a:ext cx="90000" cy="792000"/>
              </a:xfrm>
              <a:prstGeom prst="rightBrace">
                <a:avLst/>
              </a:prstGeom>
              <a:ln w="9525">
                <a:prstDash val="sysDot"/>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97" name="TextBox 11">
                <a:extLst>
                  <a:ext uri="{FF2B5EF4-FFF2-40B4-BE49-F238E27FC236}">
                    <a16:creationId xmlns:a16="http://schemas.microsoft.com/office/drawing/2014/main" id="{25548FF1-7977-45CD-884A-9FE03AEB28CC}"/>
                  </a:ext>
                </a:extLst>
              </p:cNvPr>
              <p:cNvSpPr txBox="1"/>
              <p:nvPr/>
            </p:nvSpPr>
            <p:spPr>
              <a:xfrm>
                <a:off x="2093606" y="2409489"/>
                <a:ext cx="511190" cy="123111"/>
              </a:xfrm>
              <a:prstGeom prst="rect">
                <a:avLst/>
              </a:prstGeom>
              <a:solidFill>
                <a:schemeClr val="bg1"/>
              </a:solidFill>
            </p:spPr>
            <p:txBody>
              <a:bodyPr wrap="square" t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Process</a:t>
                </a:r>
                <a:endParaRPr kumimoji="0" lang="en-GB" sz="8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endParaRPr>
              </a:p>
            </p:txBody>
          </p:sp>
        </p:grpSp>
      </p:grpSp>
      <p:grpSp>
        <p:nvGrpSpPr>
          <p:cNvPr id="18" name="Group 17">
            <a:extLst>
              <a:ext uri="{FF2B5EF4-FFF2-40B4-BE49-F238E27FC236}">
                <a16:creationId xmlns:a16="http://schemas.microsoft.com/office/drawing/2014/main" id="{7B927891-FDFF-4E12-AE2C-397226FFFC04}"/>
              </a:ext>
            </a:extLst>
          </p:cNvPr>
          <p:cNvGrpSpPr/>
          <p:nvPr/>
        </p:nvGrpSpPr>
        <p:grpSpPr>
          <a:xfrm>
            <a:off x="5838151" y="2439969"/>
            <a:ext cx="838800" cy="861207"/>
            <a:chOff x="6009186" y="2439969"/>
            <a:chExt cx="838800" cy="861207"/>
          </a:xfrm>
        </p:grpSpPr>
        <p:sp>
          <p:nvSpPr>
            <p:cNvPr id="54" name="Rectangle: Rounded Corners 3">
              <a:extLst>
                <a:ext uri="{FF2B5EF4-FFF2-40B4-BE49-F238E27FC236}">
                  <a16:creationId xmlns:a16="http://schemas.microsoft.com/office/drawing/2014/main" id="{A5C6BCB7-662F-43FC-A439-E604165A6277}"/>
                </a:ext>
              </a:extLst>
            </p:cNvPr>
            <p:cNvSpPr/>
            <p:nvPr/>
          </p:nvSpPr>
          <p:spPr>
            <a:xfrm>
              <a:off x="6009186" y="2627568"/>
              <a:ext cx="838800" cy="673608"/>
            </a:xfrm>
            <a:prstGeom prst="roundRect">
              <a:avLst>
                <a:gd name="adj" fmla="val 6486"/>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Service validation &amp; testing process</a:t>
              </a:r>
            </a:p>
          </p:txBody>
        </p:sp>
        <p:grpSp>
          <p:nvGrpSpPr>
            <p:cNvPr id="98" name="Group 97">
              <a:extLst>
                <a:ext uri="{FF2B5EF4-FFF2-40B4-BE49-F238E27FC236}">
                  <a16:creationId xmlns:a16="http://schemas.microsoft.com/office/drawing/2014/main" id="{A396BBE0-C417-48D1-AF37-5B298001A2E0}"/>
                </a:ext>
              </a:extLst>
            </p:cNvPr>
            <p:cNvGrpSpPr/>
            <p:nvPr/>
          </p:nvGrpSpPr>
          <p:grpSpPr>
            <a:xfrm>
              <a:off x="6023085" y="2439969"/>
              <a:ext cx="792000" cy="123111"/>
              <a:chOff x="1950720" y="2409489"/>
              <a:chExt cx="792000" cy="123111"/>
            </a:xfrm>
          </p:grpSpPr>
          <p:sp>
            <p:nvSpPr>
              <p:cNvPr id="99" name="Right Brace 98">
                <a:extLst>
                  <a:ext uri="{FF2B5EF4-FFF2-40B4-BE49-F238E27FC236}">
                    <a16:creationId xmlns:a16="http://schemas.microsoft.com/office/drawing/2014/main" id="{DD27C9FC-D2FA-4CD7-8AE4-CF0B87791719}"/>
                  </a:ext>
                </a:extLst>
              </p:cNvPr>
              <p:cNvSpPr/>
              <p:nvPr/>
            </p:nvSpPr>
            <p:spPr>
              <a:xfrm rot="16200000">
                <a:off x="2301720" y="2090822"/>
                <a:ext cx="90000" cy="792000"/>
              </a:xfrm>
              <a:prstGeom prst="rightBrace">
                <a:avLst/>
              </a:prstGeom>
              <a:ln w="9525">
                <a:prstDash val="sysDot"/>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100" name="TextBox 11">
                <a:extLst>
                  <a:ext uri="{FF2B5EF4-FFF2-40B4-BE49-F238E27FC236}">
                    <a16:creationId xmlns:a16="http://schemas.microsoft.com/office/drawing/2014/main" id="{E66FAE88-B20C-40EF-98F1-BD7A978B18BB}"/>
                  </a:ext>
                </a:extLst>
              </p:cNvPr>
              <p:cNvSpPr txBox="1"/>
              <p:nvPr/>
            </p:nvSpPr>
            <p:spPr>
              <a:xfrm>
                <a:off x="2093606" y="2409489"/>
                <a:ext cx="511190" cy="123111"/>
              </a:xfrm>
              <a:prstGeom prst="rect">
                <a:avLst/>
              </a:prstGeom>
              <a:solidFill>
                <a:schemeClr val="bg1"/>
              </a:solidFill>
            </p:spPr>
            <p:txBody>
              <a:bodyPr wrap="square" t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Process</a:t>
                </a:r>
                <a:endParaRPr kumimoji="0" lang="en-GB" sz="8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endParaRPr>
              </a:p>
            </p:txBody>
          </p:sp>
        </p:grpSp>
      </p:grpSp>
      <p:grpSp>
        <p:nvGrpSpPr>
          <p:cNvPr id="19" name="Group 18">
            <a:extLst>
              <a:ext uri="{FF2B5EF4-FFF2-40B4-BE49-F238E27FC236}">
                <a16:creationId xmlns:a16="http://schemas.microsoft.com/office/drawing/2014/main" id="{6A014C63-4D18-422B-B78C-115A20060A6E}"/>
              </a:ext>
            </a:extLst>
          </p:cNvPr>
          <p:cNvGrpSpPr/>
          <p:nvPr/>
        </p:nvGrpSpPr>
        <p:grpSpPr>
          <a:xfrm>
            <a:off x="7044098" y="2439969"/>
            <a:ext cx="838800" cy="861207"/>
            <a:chOff x="7140912" y="2439969"/>
            <a:chExt cx="838800" cy="861207"/>
          </a:xfrm>
        </p:grpSpPr>
        <p:sp>
          <p:nvSpPr>
            <p:cNvPr id="55" name="Rectangle: Rounded Corners 3">
              <a:extLst>
                <a:ext uri="{FF2B5EF4-FFF2-40B4-BE49-F238E27FC236}">
                  <a16:creationId xmlns:a16="http://schemas.microsoft.com/office/drawing/2014/main" id="{A8F84038-17E5-436F-95CA-F572FDC0EC86}"/>
                </a:ext>
              </a:extLst>
            </p:cNvPr>
            <p:cNvSpPr/>
            <p:nvPr/>
          </p:nvSpPr>
          <p:spPr>
            <a:xfrm>
              <a:off x="7140912" y="2627568"/>
              <a:ext cx="838800" cy="673608"/>
            </a:xfrm>
            <a:prstGeom prst="roundRect">
              <a:avLst>
                <a:gd name="adj" fmla="val 8748"/>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Release processes</a:t>
              </a:r>
            </a:p>
          </p:txBody>
        </p:sp>
        <p:grpSp>
          <p:nvGrpSpPr>
            <p:cNvPr id="101" name="Group 100">
              <a:extLst>
                <a:ext uri="{FF2B5EF4-FFF2-40B4-BE49-F238E27FC236}">
                  <a16:creationId xmlns:a16="http://schemas.microsoft.com/office/drawing/2014/main" id="{1BBF414A-3E79-405E-A233-97A65CCB0B38}"/>
                </a:ext>
              </a:extLst>
            </p:cNvPr>
            <p:cNvGrpSpPr/>
            <p:nvPr/>
          </p:nvGrpSpPr>
          <p:grpSpPr>
            <a:xfrm>
              <a:off x="7162711" y="2439969"/>
              <a:ext cx="792000" cy="123111"/>
              <a:chOff x="1950720" y="2409489"/>
              <a:chExt cx="792000" cy="123111"/>
            </a:xfrm>
          </p:grpSpPr>
          <p:sp>
            <p:nvSpPr>
              <p:cNvPr id="102" name="Right Brace 101">
                <a:extLst>
                  <a:ext uri="{FF2B5EF4-FFF2-40B4-BE49-F238E27FC236}">
                    <a16:creationId xmlns:a16="http://schemas.microsoft.com/office/drawing/2014/main" id="{3819EA4E-42FE-4DF4-8B16-5C578EF3D5FD}"/>
                  </a:ext>
                </a:extLst>
              </p:cNvPr>
              <p:cNvSpPr/>
              <p:nvPr/>
            </p:nvSpPr>
            <p:spPr>
              <a:xfrm rot="16200000">
                <a:off x="2301720" y="2090822"/>
                <a:ext cx="90000" cy="792000"/>
              </a:xfrm>
              <a:prstGeom prst="rightBrace">
                <a:avLst/>
              </a:prstGeom>
              <a:ln w="9525">
                <a:prstDash val="sysDot"/>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103" name="TextBox 11">
                <a:extLst>
                  <a:ext uri="{FF2B5EF4-FFF2-40B4-BE49-F238E27FC236}">
                    <a16:creationId xmlns:a16="http://schemas.microsoft.com/office/drawing/2014/main" id="{95FE4706-22C5-485D-A2B8-93B29819EE8E}"/>
                  </a:ext>
                </a:extLst>
              </p:cNvPr>
              <p:cNvSpPr txBox="1"/>
              <p:nvPr/>
            </p:nvSpPr>
            <p:spPr>
              <a:xfrm>
                <a:off x="2093606" y="2409489"/>
                <a:ext cx="511190" cy="123111"/>
              </a:xfrm>
              <a:prstGeom prst="rect">
                <a:avLst/>
              </a:prstGeom>
              <a:solidFill>
                <a:schemeClr val="bg1"/>
              </a:solidFill>
            </p:spPr>
            <p:txBody>
              <a:bodyPr wrap="square" t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Process</a:t>
                </a:r>
                <a:endParaRPr kumimoji="0" lang="en-GB" sz="8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endParaRPr>
              </a:p>
            </p:txBody>
          </p:sp>
        </p:grpSp>
      </p:grpSp>
      <p:sp>
        <p:nvSpPr>
          <p:cNvPr id="8" name="Slide Number Placeholder 7">
            <a:extLst>
              <a:ext uri="{FF2B5EF4-FFF2-40B4-BE49-F238E27FC236}">
                <a16:creationId xmlns:a16="http://schemas.microsoft.com/office/drawing/2014/main" id="{B75F23E3-29D0-4B63-B53D-6474833A38DB}"/>
              </a:ext>
            </a:extLst>
          </p:cNvPr>
          <p:cNvSpPr>
            <a:spLocks noGrp="1"/>
          </p:cNvSpPr>
          <p:nvPr>
            <p:ph type="sldNum" sz="quarter" idx="35"/>
          </p:nvPr>
        </p:nvSpPr>
        <p:spPr/>
        <p:txBody>
          <a:bodyPr/>
          <a:lstStyle/>
          <a:p>
            <a:fld id="{9C18EA95-C3D3-214C-9452-EF8527DBCD86}" type="slidenum">
              <a:rPr lang="it-IT" smtClean="0"/>
              <a:pPr/>
              <a:t>24</a:t>
            </a:fld>
            <a:endParaRPr lang="it-IT"/>
          </a:p>
        </p:txBody>
      </p:sp>
      <p:sp>
        <p:nvSpPr>
          <p:cNvPr id="71" name="Rectangle 210">
            <a:extLst>
              <a:ext uri="{FF2B5EF4-FFF2-40B4-BE49-F238E27FC236}">
                <a16:creationId xmlns:a16="http://schemas.microsoft.com/office/drawing/2014/main" id="{82801C3A-EE11-418F-AB84-E0C9BC00EE51}"/>
              </a:ext>
            </a:extLst>
          </p:cNvPr>
          <p:cNvSpPr/>
          <p:nvPr/>
        </p:nvSpPr>
        <p:spPr>
          <a:xfrm>
            <a:off x="640323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3887270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The four dimensions of IT Service Management | </a:t>
            </a:r>
            <a:r>
              <a:rPr lang="en-US">
                <a:solidFill>
                  <a:schemeClr val="accent3"/>
                </a:solidFill>
                <a:latin typeface="Arial Narrow" panose="020B0606020202030204" pitchFamily="34" charset="0"/>
              </a:rPr>
              <a:t>Factors affecting service provision</a:t>
            </a:r>
            <a:endParaRPr lang="en-GB">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a:xfrm>
            <a:off x="425945" y="512635"/>
            <a:ext cx="8359468" cy="334800"/>
          </a:xfrm>
        </p:spPr>
        <p:txBody>
          <a:bodyPr/>
          <a:lstStyle/>
          <a:p>
            <a:r>
              <a:rPr lang="en-GB">
                <a:latin typeface="Arial Narrow" panose="020B0606020202030204" pitchFamily="34" charset="0"/>
              </a:rPr>
              <a:t>Multiple macro-environmental factors could influence the four dimensions and ITIL 4 suggest the use of the acronym “PESTLE” to facilitate their representation. The PESTLE analysis consists of six questions that allow understanding how the factors can affect our enterprise structure</a:t>
            </a:r>
          </a:p>
        </p:txBody>
      </p:sp>
      <p:sp>
        <p:nvSpPr>
          <p:cNvPr id="33" name="Isosceles Triangle 4">
            <a:extLst>
              <a:ext uri="{FF2B5EF4-FFF2-40B4-BE49-F238E27FC236}">
                <a16:creationId xmlns:a16="http://schemas.microsoft.com/office/drawing/2014/main" id="{7B136C43-8CEC-4CC9-95AE-74169B357242}"/>
              </a:ext>
            </a:extLst>
          </p:cNvPr>
          <p:cNvSpPr/>
          <p:nvPr/>
        </p:nvSpPr>
        <p:spPr>
          <a:xfrm rot="5400000">
            <a:off x="3838930" y="2653200"/>
            <a:ext cx="1466140" cy="221707"/>
          </a:xfrm>
          <a:prstGeom prst="triangle">
            <a:avLst/>
          </a:prstGeom>
          <a:solidFill>
            <a:schemeClr val="bg1">
              <a:lumMod val="85000"/>
            </a:schemeClr>
          </a:solidFill>
          <a:ln w="25400" cap="flat" cmpd="sng" algn="ctr">
            <a:noFill/>
            <a:prstDash val="solid"/>
          </a:ln>
          <a:effectLst/>
          <a:extLst>
            <a:ext uri="{91240B29-F687-4F45-9708-019B960494DF}">
              <a14:hiddenLine xmlns:a14="http://schemas.microsoft.com/office/drawing/2010/main" w="25400" cap="flat" cmpd="sng" algn="ctr">
                <a:solidFill>
                  <a:prstClr val="black"/>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19" name="Oval 37">
            <a:extLst>
              <a:ext uri="{FF2B5EF4-FFF2-40B4-BE49-F238E27FC236}">
                <a16:creationId xmlns:a16="http://schemas.microsoft.com/office/drawing/2014/main" id="{0E4349A7-438E-4940-BF83-644462C5F912}"/>
              </a:ext>
            </a:extLst>
          </p:cNvPr>
          <p:cNvSpPr/>
          <p:nvPr/>
        </p:nvSpPr>
        <p:spPr>
          <a:xfrm>
            <a:off x="5220313" y="1295457"/>
            <a:ext cx="446281" cy="446281"/>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r>
              <a:rPr kumimoji="0" lang="en-GB" sz="1600" b="1" i="0" u="none" strike="noStrike" kern="1200" cap="none" spc="0" normalizeH="0" baseline="0" noProof="0">
                <a:ln>
                  <a:noFill/>
                </a:ln>
                <a:solidFill>
                  <a:srgbClr val="0B233E"/>
                </a:solidFill>
                <a:effectLst/>
                <a:uLnTx/>
                <a:uFillTx/>
                <a:latin typeface="Arial Narrow" panose="020B0606020202030204" pitchFamily="34" charset="0"/>
                <a:ea typeface="+mn-ea"/>
                <a:cs typeface="+mn-cs"/>
              </a:rPr>
              <a:t>P</a:t>
            </a:r>
          </a:p>
        </p:txBody>
      </p:sp>
      <p:sp>
        <p:nvSpPr>
          <p:cNvPr id="21" name="Rectangle 210">
            <a:extLst>
              <a:ext uri="{FF2B5EF4-FFF2-40B4-BE49-F238E27FC236}">
                <a16:creationId xmlns:a16="http://schemas.microsoft.com/office/drawing/2014/main" id="{D9EF5EDA-261F-48A9-8B2E-8A0673E278C8}"/>
              </a:ext>
            </a:extLst>
          </p:cNvPr>
          <p:cNvSpPr/>
          <p:nvPr/>
        </p:nvSpPr>
        <p:spPr>
          <a:xfrm>
            <a:off x="5724017" y="1303154"/>
            <a:ext cx="3315471" cy="430887"/>
          </a:xfrm>
          <a:prstGeom prst="rect">
            <a:avLst/>
          </a:prstGeom>
        </p:spPr>
        <p:txBody>
          <a:bodyPr wrap="square" anchor="ctr">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What is the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political situation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of the country/region/district and how can it affect the organization?</a:t>
            </a:r>
          </a:p>
        </p:txBody>
      </p:sp>
      <p:grpSp>
        <p:nvGrpSpPr>
          <p:cNvPr id="35" name="Group 34">
            <a:extLst>
              <a:ext uri="{FF2B5EF4-FFF2-40B4-BE49-F238E27FC236}">
                <a16:creationId xmlns:a16="http://schemas.microsoft.com/office/drawing/2014/main" id="{8E755A25-466F-4DAF-AB99-234FE1C127C5}"/>
              </a:ext>
            </a:extLst>
          </p:cNvPr>
          <p:cNvGrpSpPr>
            <a:grpSpLocks noChangeAspect="1"/>
          </p:cNvGrpSpPr>
          <p:nvPr/>
        </p:nvGrpSpPr>
        <p:grpSpPr>
          <a:xfrm>
            <a:off x="320616" y="1739038"/>
            <a:ext cx="3924000" cy="2045436"/>
            <a:chOff x="1326871" y="877102"/>
            <a:chExt cx="6166298" cy="3589208"/>
          </a:xfrm>
        </p:grpSpPr>
        <p:pic>
          <p:nvPicPr>
            <p:cNvPr id="37" name="Picture 2">
              <a:extLst>
                <a:ext uri="{FF2B5EF4-FFF2-40B4-BE49-F238E27FC236}">
                  <a16:creationId xmlns:a16="http://schemas.microsoft.com/office/drawing/2014/main" id="{31081233-C315-44A6-88C9-781D44974C7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65" b="11192"/>
            <a:stretch/>
          </p:blipFill>
          <p:spPr bwMode="auto">
            <a:xfrm>
              <a:off x="1326871" y="877102"/>
              <a:ext cx="6166298" cy="3589208"/>
            </a:xfrm>
            <a:prstGeom prst="rect">
              <a:avLst/>
            </a:prstGeom>
            <a:noFill/>
            <a:extLst>
              <a:ext uri="{909E8E84-426E-40DD-AFC4-6F175D3DCCD1}">
                <a14:hiddenFill xmlns:a14="http://schemas.microsoft.com/office/drawing/2010/main">
                  <a:solidFill>
                    <a:srgbClr val="FFFFFF"/>
                  </a:solidFill>
                </a14:hiddenFill>
              </a:ext>
            </a:extLst>
          </p:spPr>
        </p:pic>
        <p:sp>
          <p:nvSpPr>
            <p:cNvPr id="38" name="Rectangle 37">
              <a:extLst>
                <a:ext uri="{FF2B5EF4-FFF2-40B4-BE49-F238E27FC236}">
                  <a16:creationId xmlns:a16="http://schemas.microsoft.com/office/drawing/2014/main" id="{FC180546-6993-42BA-A692-073BB72129A7}"/>
                </a:ext>
              </a:extLst>
            </p:cNvPr>
            <p:cNvSpPr/>
            <p:nvPr/>
          </p:nvSpPr>
          <p:spPr>
            <a:xfrm>
              <a:off x="1650831" y="4339310"/>
              <a:ext cx="508000" cy="127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grpSp>
      <p:sp>
        <p:nvSpPr>
          <p:cNvPr id="27" name="Oval 37">
            <a:extLst>
              <a:ext uri="{FF2B5EF4-FFF2-40B4-BE49-F238E27FC236}">
                <a16:creationId xmlns:a16="http://schemas.microsoft.com/office/drawing/2014/main" id="{E39B493C-6CDB-40C3-9681-C8682C35CAFE}"/>
              </a:ext>
            </a:extLst>
          </p:cNvPr>
          <p:cNvSpPr/>
          <p:nvPr/>
        </p:nvSpPr>
        <p:spPr>
          <a:xfrm>
            <a:off x="5220313" y="1896620"/>
            <a:ext cx="446281" cy="446281"/>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r>
              <a:rPr kumimoji="0" lang="en-GB" sz="1600" b="1" i="0" u="none" strike="noStrike" kern="1200" cap="none" spc="0" normalizeH="0" baseline="0" noProof="0">
                <a:ln>
                  <a:noFill/>
                </a:ln>
                <a:solidFill>
                  <a:srgbClr val="0B233E"/>
                </a:solidFill>
                <a:effectLst/>
                <a:uLnTx/>
                <a:uFillTx/>
                <a:latin typeface="Arial Narrow" panose="020B0606020202030204" pitchFamily="34" charset="0"/>
                <a:ea typeface="+mn-ea"/>
                <a:cs typeface="+mn-cs"/>
              </a:rPr>
              <a:t>E</a:t>
            </a:r>
          </a:p>
        </p:txBody>
      </p:sp>
      <p:sp>
        <p:nvSpPr>
          <p:cNvPr id="48" name="Rectangle 210">
            <a:extLst>
              <a:ext uri="{FF2B5EF4-FFF2-40B4-BE49-F238E27FC236}">
                <a16:creationId xmlns:a16="http://schemas.microsoft.com/office/drawing/2014/main" id="{62250FBD-50C9-4807-B707-5DE5B81962AE}"/>
              </a:ext>
            </a:extLst>
          </p:cNvPr>
          <p:cNvSpPr/>
          <p:nvPr/>
        </p:nvSpPr>
        <p:spPr>
          <a:xfrm>
            <a:off x="5724018" y="1988332"/>
            <a:ext cx="3038400" cy="261610"/>
          </a:xfrm>
          <a:prstGeom prst="rect">
            <a:avLst/>
          </a:prstGeom>
        </p:spPr>
        <p:txBody>
          <a:bodyPr wrap="square" anchor="ctr">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What are the prevalent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economic factors</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t>
            </a:r>
          </a:p>
        </p:txBody>
      </p:sp>
      <p:sp>
        <p:nvSpPr>
          <p:cNvPr id="45" name="Oval 37">
            <a:extLst>
              <a:ext uri="{FF2B5EF4-FFF2-40B4-BE49-F238E27FC236}">
                <a16:creationId xmlns:a16="http://schemas.microsoft.com/office/drawing/2014/main" id="{8A1E4C21-6067-44C0-947D-4BEEAC3A28A8}"/>
              </a:ext>
            </a:extLst>
          </p:cNvPr>
          <p:cNvSpPr/>
          <p:nvPr/>
        </p:nvSpPr>
        <p:spPr>
          <a:xfrm>
            <a:off x="5220313" y="2497783"/>
            <a:ext cx="446281" cy="446281"/>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r>
              <a:rPr kumimoji="0" lang="en-GB" sz="16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S</a:t>
            </a:r>
          </a:p>
        </p:txBody>
      </p:sp>
      <p:sp>
        <p:nvSpPr>
          <p:cNvPr id="49" name="Rectangle 210">
            <a:extLst>
              <a:ext uri="{FF2B5EF4-FFF2-40B4-BE49-F238E27FC236}">
                <a16:creationId xmlns:a16="http://schemas.microsoft.com/office/drawing/2014/main" id="{A0E80C26-E57C-4C4C-82B1-9CEA16F92044}"/>
              </a:ext>
            </a:extLst>
          </p:cNvPr>
          <p:cNvSpPr/>
          <p:nvPr/>
        </p:nvSpPr>
        <p:spPr>
          <a:xfrm>
            <a:off x="5724018" y="2427596"/>
            <a:ext cx="3038400" cy="600164"/>
          </a:xfrm>
          <a:prstGeom prst="rect">
            <a:avLst/>
          </a:prstGeom>
        </p:spPr>
        <p:txBody>
          <a:bodyPr wrap="square" anchor="ctr">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How much importance does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culture and the social environment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have in the business and what are its determinants?</a:t>
            </a:r>
          </a:p>
        </p:txBody>
      </p:sp>
      <p:sp>
        <p:nvSpPr>
          <p:cNvPr id="29" name="Oval 37">
            <a:extLst>
              <a:ext uri="{FF2B5EF4-FFF2-40B4-BE49-F238E27FC236}">
                <a16:creationId xmlns:a16="http://schemas.microsoft.com/office/drawing/2014/main" id="{0043B141-973C-49A8-A9C7-5FFBF9ABF5A3}"/>
              </a:ext>
            </a:extLst>
          </p:cNvPr>
          <p:cNvSpPr/>
          <p:nvPr/>
        </p:nvSpPr>
        <p:spPr>
          <a:xfrm>
            <a:off x="5220313" y="3098946"/>
            <a:ext cx="446281" cy="446281"/>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r>
              <a:rPr kumimoji="0" lang="en-GB" sz="1600" b="1" i="0" u="none" strike="noStrike" kern="1200" cap="none" spc="0" normalizeH="0" baseline="0" noProof="0">
                <a:ln>
                  <a:noFill/>
                </a:ln>
                <a:solidFill>
                  <a:srgbClr val="0B233E"/>
                </a:solidFill>
                <a:effectLst/>
                <a:uLnTx/>
                <a:uFillTx/>
                <a:latin typeface="Arial Narrow" panose="020B0606020202030204" pitchFamily="34" charset="0"/>
                <a:ea typeface="+mn-ea"/>
                <a:cs typeface="+mn-cs"/>
              </a:rPr>
              <a:t>T</a:t>
            </a:r>
          </a:p>
        </p:txBody>
      </p:sp>
      <p:sp>
        <p:nvSpPr>
          <p:cNvPr id="50" name="Rectangle 210">
            <a:extLst>
              <a:ext uri="{FF2B5EF4-FFF2-40B4-BE49-F238E27FC236}">
                <a16:creationId xmlns:a16="http://schemas.microsoft.com/office/drawing/2014/main" id="{49B82681-9D83-4B8C-8DAF-4538AD6C7D95}"/>
              </a:ext>
            </a:extLst>
          </p:cNvPr>
          <p:cNvSpPr/>
          <p:nvPr/>
        </p:nvSpPr>
        <p:spPr>
          <a:xfrm>
            <a:off x="5724018" y="3106332"/>
            <a:ext cx="3038400" cy="430887"/>
          </a:xfrm>
          <a:prstGeom prst="rect">
            <a:avLst/>
          </a:prstGeom>
        </p:spPr>
        <p:txBody>
          <a:bodyPr wrap="square" anchor="ctr">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What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technological innovations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are likely to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arise</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and affect the business structure?</a:t>
            </a:r>
          </a:p>
        </p:txBody>
      </p:sp>
      <p:sp>
        <p:nvSpPr>
          <p:cNvPr id="43" name="Oval 37">
            <a:extLst>
              <a:ext uri="{FF2B5EF4-FFF2-40B4-BE49-F238E27FC236}">
                <a16:creationId xmlns:a16="http://schemas.microsoft.com/office/drawing/2014/main" id="{22E21009-C3D4-44BF-A91D-4C850675A27D}"/>
              </a:ext>
            </a:extLst>
          </p:cNvPr>
          <p:cNvSpPr/>
          <p:nvPr/>
        </p:nvSpPr>
        <p:spPr>
          <a:xfrm>
            <a:off x="5220313" y="3700109"/>
            <a:ext cx="446281" cy="446281"/>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r>
              <a:rPr kumimoji="0" lang="en-GB" sz="1600" b="1" i="0" u="none" strike="noStrike" kern="1200" cap="none" spc="0" normalizeH="0" baseline="0" noProof="0">
                <a:ln>
                  <a:noFill/>
                </a:ln>
                <a:solidFill>
                  <a:srgbClr val="34342B"/>
                </a:solidFill>
                <a:effectLst/>
                <a:uLnTx/>
                <a:uFillTx/>
                <a:latin typeface="Arial Narrow" panose="020B0606020202030204" pitchFamily="34" charset="0"/>
                <a:ea typeface="+mn-ea"/>
                <a:cs typeface="+mn-cs"/>
              </a:rPr>
              <a:t>L</a:t>
            </a:r>
          </a:p>
        </p:txBody>
      </p:sp>
      <p:sp>
        <p:nvSpPr>
          <p:cNvPr id="53" name="Rectangle 210">
            <a:extLst>
              <a:ext uri="{FF2B5EF4-FFF2-40B4-BE49-F238E27FC236}">
                <a16:creationId xmlns:a16="http://schemas.microsoft.com/office/drawing/2014/main" id="{A29E8A19-CEB9-4175-AE79-022C62D8B1D7}"/>
              </a:ext>
            </a:extLst>
          </p:cNvPr>
          <p:cNvSpPr/>
          <p:nvPr/>
        </p:nvSpPr>
        <p:spPr>
          <a:xfrm>
            <a:off x="5724018" y="3622614"/>
            <a:ext cx="3038400" cy="600164"/>
          </a:xfrm>
          <a:prstGeom prst="rect">
            <a:avLst/>
          </a:prstGeom>
        </p:spPr>
        <p:txBody>
          <a:bodyPr wrap="square" anchor="ctr">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Are there any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current legislations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that regulate the organization or can there be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any change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in the legislations for the organization?</a:t>
            </a:r>
          </a:p>
        </p:txBody>
      </p:sp>
      <p:sp>
        <p:nvSpPr>
          <p:cNvPr id="46" name="Oval 37">
            <a:extLst>
              <a:ext uri="{FF2B5EF4-FFF2-40B4-BE49-F238E27FC236}">
                <a16:creationId xmlns:a16="http://schemas.microsoft.com/office/drawing/2014/main" id="{794EDCD3-9D18-4F0E-BC31-F521091013BF}"/>
              </a:ext>
            </a:extLst>
          </p:cNvPr>
          <p:cNvSpPr/>
          <p:nvPr/>
        </p:nvSpPr>
        <p:spPr>
          <a:xfrm>
            <a:off x="5220313" y="4301273"/>
            <a:ext cx="446281" cy="446281"/>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r>
              <a:rPr kumimoji="0" lang="en-GB" sz="1600" b="1" i="0" u="none" strike="noStrike" kern="1200" cap="none" spc="0" normalizeH="0" baseline="0" noProof="0">
                <a:ln>
                  <a:noFill/>
                </a:ln>
                <a:solidFill>
                  <a:srgbClr val="0B233E"/>
                </a:solidFill>
                <a:effectLst/>
                <a:uLnTx/>
                <a:uFillTx/>
                <a:latin typeface="Arial Narrow" panose="020B0606020202030204" pitchFamily="34" charset="0"/>
                <a:ea typeface="+mn-ea"/>
                <a:cs typeface="+mn-cs"/>
              </a:rPr>
              <a:t>E</a:t>
            </a:r>
          </a:p>
        </p:txBody>
      </p:sp>
      <p:sp>
        <p:nvSpPr>
          <p:cNvPr id="54" name="Rectangle 210">
            <a:extLst>
              <a:ext uri="{FF2B5EF4-FFF2-40B4-BE49-F238E27FC236}">
                <a16:creationId xmlns:a16="http://schemas.microsoft.com/office/drawing/2014/main" id="{03E38979-D12F-4B30-8A7C-66EE5285D044}"/>
              </a:ext>
            </a:extLst>
          </p:cNvPr>
          <p:cNvSpPr/>
          <p:nvPr/>
        </p:nvSpPr>
        <p:spPr>
          <a:xfrm>
            <a:off x="5724018" y="4308970"/>
            <a:ext cx="3038400" cy="430887"/>
          </a:xfrm>
          <a:prstGeom prst="rect">
            <a:avLst/>
          </a:prstGeom>
        </p:spPr>
        <p:txBody>
          <a:bodyPr wrap="square" anchor="ctr">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What are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the environmental concerns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for the organization?</a:t>
            </a:r>
          </a:p>
        </p:txBody>
      </p:sp>
      <p:grpSp>
        <p:nvGrpSpPr>
          <p:cNvPr id="28" name="Group 27">
            <a:extLst>
              <a:ext uri="{FF2B5EF4-FFF2-40B4-BE49-F238E27FC236}">
                <a16:creationId xmlns:a16="http://schemas.microsoft.com/office/drawing/2014/main" id="{0BAEC0FD-18C8-4066-9201-974A5ABA33CC}"/>
              </a:ext>
            </a:extLst>
          </p:cNvPr>
          <p:cNvGrpSpPr/>
          <p:nvPr/>
        </p:nvGrpSpPr>
        <p:grpSpPr>
          <a:xfrm>
            <a:off x="5168381" y="910408"/>
            <a:ext cx="3589200" cy="307777"/>
            <a:chOff x="5168381" y="910408"/>
            <a:chExt cx="3589200" cy="307777"/>
          </a:xfrm>
        </p:grpSpPr>
        <p:cxnSp>
          <p:nvCxnSpPr>
            <p:cNvPr id="32" name="Straight Connector 12">
              <a:extLst>
                <a:ext uri="{FF2B5EF4-FFF2-40B4-BE49-F238E27FC236}">
                  <a16:creationId xmlns:a16="http://schemas.microsoft.com/office/drawing/2014/main" id="{37BACF72-1303-4C4F-9BD0-30F5C792A849}"/>
                </a:ext>
              </a:extLst>
            </p:cNvPr>
            <p:cNvCxnSpPr>
              <a:cxnSpLocks/>
            </p:cNvCxnSpPr>
            <p:nvPr/>
          </p:nvCxnSpPr>
          <p:spPr>
            <a:xfrm>
              <a:off x="5168381" y="1064296"/>
              <a:ext cx="35892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4" name="TextBox 11">
              <a:extLst>
                <a:ext uri="{FF2B5EF4-FFF2-40B4-BE49-F238E27FC236}">
                  <a16:creationId xmlns:a16="http://schemas.microsoft.com/office/drawing/2014/main" id="{D96F07F9-0845-42B3-B3D2-8CD06438A93B}"/>
                </a:ext>
              </a:extLst>
            </p:cNvPr>
            <p:cNvSpPr txBox="1"/>
            <p:nvPr/>
          </p:nvSpPr>
          <p:spPr>
            <a:xfrm>
              <a:off x="6162562" y="910408"/>
              <a:ext cx="1600839" cy="307777"/>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Highlights</a:t>
              </a:r>
              <a:endParaRPr kumimoji="0" lang="en-GB" sz="14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grpSp>
      <p:sp>
        <p:nvSpPr>
          <p:cNvPr id="52" name="Oval 37">
            <a:extLst>
              <a:ext uri="{FF2B5EF4-FFF2-40B4-BE49-F238E27FC236}">
                <a16:creationId xmlns:a16="http://schemas.microsoft.com/office/drawing/2014/main" id="{AB7A079B-ABFE-4478-802A-35E67E5DAFBC}"/>
              </a:ext>
            </a:extLst>
          </p:cNvPr>
          <p:cNvSpPr/>
          <p:nvPr/>
        </p:nvSpPr>
        <p:spPr>
          <a:xfrm>
            <a:off x="1212033" y="1649664"/>
            <a:ext cx="172061" cy="172061"/>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r>
              <a:rPr kumimoji="0" lang="en-GB" sz="1000" b="1" i="0" u="none" strike="noStrike" kern="1200" cap="none" spc="0" normalizeH="0" baseline="0" noProof="0">
                <a:ln>
                  <a:noFill/>
                </a:ln>
                <a:solidFill>
                  <a:srgbClr val="0B233E"/>
                </a:solidFill>
                <a:effectLst/>
                <a:uLnTx/>
                <a:uFillTx/>
                <a:latin typeface="Arial Narrow" panose="020B0606020202030204" pitchFamily="34" charset="0"/>
                <a:ea typeface="+mn-ea"/>
                <a:cs typeface="+mn-cs"/>
              </a:rPr>
              <a:t>P</a:t>
            </a:r>
          </a:p>
        </p:txBody>
      </p:sp>
      <p:sp>
        <p:nvSpPr>
          <p:cNvPr id="55" name="Oval 37">
            <a:extLst>
              <a:ext uri="{FF2B5EF4-FFF2-40B4-BE49-F238E27FC236}">
                <a16:creationId xmlns:a16="http://schemas.microsoft.com/office/drawing/2014/main" id="{35930351-34CE-4E9E-8717-211068DDF246}"/>
              </a:ext>
            </a:extLst>
          </p:cNvPr>
          <p:cNvSpPr/>
          <p:nvPr/>
        </p:nvSpPr>
        <p:spPr>
          <a:xfrm>
            <a:off x="3360873" y="1649664"/>
            <a:ext cx="172061" cy="172061"/>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r>
              <a:rPr kumimoji="0" lang="en-GB" sz="1000" b="1" i="0" u="none" strike="noStrike" kern="1200" cap="none" spc="0" normalizeH="0" baseline="0" noProof="0">
                <a:ln>
                  <a:noFill/>
                </a:ln>
                <a:solidFill>
                  <a:srgbClr val="0B233E"/>
                </a:solidFill>
                <a:effectLst/>
                <a:uLnTx/>
                <a:uFillTx/>
                <a:latin typeface="Arial Narrow" panose="020B0606020202030204" pitchFamily="34" charset="0"/>
                <a:ea typeface="+mn-ea"/>
                <a:cs typeface="+mn-cs"/>
              </a:rPr>
              <a:t>E</a:t>
            </a:r>
          </a:p>
        </p:txBody>
      </p:sp>
      <p:sp>
        <p:nvSpPr>
          <p:cNvPr id="56" name="Oval 37">
            <a:extLst>
              <a:ext uri="{FF2B5EF4-FFF2-40B4-BE49-F238E27FC236}">
                <a16:creationId xmlns:a16="http://schemas.microsoft.com/office/drawing/2014/main" id="{DC996330-3CA1-4BE5-A964-CB43D79BA256}"/>
              </a:ext>
            </a:extLst>
          </p:cNvPr>
          <p:cNvSpPr/>
          <p:nvPr/>
        </p:nvSpPr>
        <p:spPr>
          <a:xfrm>
            <a:off x="4228750" y="2673652"/>
            <a:ext cx="172061" cy="172061"/>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r>
              <a:rPr kumimoji="0" lang="en-GB" sz="10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S</a:t>
            </a:r>
          </a:p>
        </p:txBody>
      </p:sp>
      <p:sp>
        <p:nvSpPr>
          <p:cNvPr id="57" name="Oval 37">
            <a:extLst>
              <a:ext uri="{FF2B5EF4-FFF2-40B4-BE49-F238E27FC236}">
                <a16:creationId xmlns:a16="http://schemas.microsoft.com/office/drawing/2014/main" id="{47661ADE-EADF-4666-81FE-8EE6F0385928}"/>
              </a:ext>
            </a:extLst>
          </p:cNvPr>
          <p:cNvSpPr/>
          <p:nvPr/>
        </p:nvSpPr>
        <p:spPr>
          <a:xfrm>
            <a:off x="3391353" y="3728514"/>
            <a:ext cx="172061" cy="172061"/>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r>
              <a:rPr kumimoji="0" lang="en-GB" sz="1000" b="1" i="0" u="none" strike="noStrike" kern="1200" cap="none" spc="0" normalizeH="0" baseline="0" noProof="0">
                <a:ln>
                  <a:noFill/>
                </a:ln>
                <a:solidFill>
                  <a:srgbClr val="0B233E"/>
                </a:solidFill>
                <a:effectLst/>
                <a:uLnTx/>
                <a:uFillTx/>
                <a:latin typeface="Arial Narrow" panose="020B0606020202030204" pitchFamily="34" charset="0"/>
                <a:ea typeface="+mn-ea"/>
                <a:cs typeface="+mn-cs"/>
              </a:rPr>
              <a:t>T</a:t>
            </a:r>
          </a:p>
        </p:txBody>
      </p:sp>
      <p:sp>
        <p:nvSpPr>
          <p:cNvPr id="58" name="Oval 37">
            <a:extLst>
              <a:ext uri="{FF2B5EF4-FFF2-40B4-BE49-F238E27FC236}">
                <a16:creationId xmlns:a16="http://schemas.microsoft.com/office/drawing/2014/main" id="{CD219E24-BECE-426B-94A1-4AE5E8059565}"/>
              </a:ext>
            </a:extLst>
          </p:cNvPr>
          <p:cNvSpPr/>
          <p:nvPr/>
        </p:nvSpPr>
        <p:spPr>
          <a:xfrm>
            <a:off x="1212033" y="3728514"/>
            <a:ext cx="172061" cy="172061"/>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r>
              <a:rPr kumimoji="0" lang="en-GB" sz="1000" b="1" i="0" u="none" strike="noStrike" kern="1200" cap="none" spc="0" normalizeH="0" baseline="0" noProof="0">
                <a:ln>
                  <a:noFill/>
                </a:ln>
                <a:solidFill>
                  <a:srgbClr val="34342B"/>
                </a:solidFill>
                <a:effectLst/>
                <a:uLnTx/>
                <a:uFillTx/>
                <a:latin typeface="Arial Narrow" panose="020B0606020202030204" pitchFamily="34" charset="0"/>
                <a:ea typeface="+mn-ea"/>
                <a:cs typeface="+mn-cs"/>
              </a:rPr>
              <a:t>L</a:t>
            </a:r>
          </a:p>
        </p:txBody>
      </p:sp>
      <p:sp>
        <p:nvSpPr>
          <p:cNvPr id="63" name="Oval 37">
            <a:extLst>
              <a:ext uri="{FF2B5EF4-FFF2-40B4-BE49-F238E27FC236}">
                <a16:creationId xmlns:a16="http://schemas.microsoft.com/office/drawing/2014/main" id="{00A2BC9C-A204-4C42-9C70-089D5DB1512A}"/>
              </a:ext>
            </a:extLst>
          </p:cNvPr>
          <p:cNvSpPr/>
          <p:nvPr/>
        </p:nvSpPr>
        <p:spPr>
          <a:xfrm>
            <a:off x="106680" y="2673652"/>
            <a:ext cx="172061" cy="172061"/>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r>
              <a:rPr kumimoji="0" lang="en-GB" sz="1000" b="1" i="0" u="none" strike="noStrike" kern="1200" cap="none" spc="0" normalizeH="0" baseline="0" noProof="0">
                <a:ln>
                  <a:noFill/>
                </a:ln>
                <a:solidFill>
                  <a:srgbClr val="0B233E"/>
                </a:solidFill>
                <a:effectLst/>
                <a:uLnTx/>
                <a:uFillTx/>
                <a:latin typeface="Arial Narrow" panose="020B0606020202030204" pitchFamily="34" charset="0"/>
                <a:ea typeface="+mn-ea"/>
                <a:cs typeface="+mn-cs"/>
              </a:rPr>
              <a:t>E</a:t>
            </a:r>
          </a:p>
        </p:txBody>
      </p:sp>
      <p:sp>
        <p:nvSpPr>
          <p:cNvPr id="6" name="Slide Number Placeholder 5">
            <a:extLst>
              <a:ext uri="{FF2B5EF4-FFF2-40B4-BE49-F238E27FC236}">
                <a16:creationId xmlns:a16="http://schemas.microsoft.com/office/drawing/2014/main" id="{8C97E93C-F0E1-4299-BF65-5ACD1B46ED72}"/>
              </a:ext>
            </a:extLst>
          </p:cNvPr>
          <p:cNvSpPr>
            <a:spLocks noGrp="1"/>
          </p:cNvSpPr>
          <p:nvPr>
            <p:ph type="sldNum" sz="quarter" idx="35"/>
          </p:nvPr>
        </p:nvSpPr>
        <p:spPr/>
        <p:txBody>
          <a:bodyPr/>
          <a:lstStyle/>
          <a:p>
            <a:fld id="{9C18EA95-C3D3-214C-9452-EF8527DBCD86}" type="slidenum">
              <a:rPr lang="it-IT" smtClean="0"/>
              <a:pPr/>
              <a:t>25</a:t>
            </a:fld>
            <a:endParaRPr lang="it-IT"/>
          </a:p>
        </p:txBody>
      </p:sp>
      <p:sp>
        <p:nvSpPr>
          <p:cNvPr id="41" name="Rectangle 210">
            <a:extLst>
              <a:ext uri="{FF2B5EF4-FFF2-40B4-BE49-F238E27FC236}">
                <a16:creationId xmlns:a16="http://schemas.microsoft.com/office/drawing/2014/main" id="{F05F6A93-ACC2-48F1-B063-7A9DE4F87329}"/>
              </a:ext>
            </a:extLst>
          </p:cNvPr>
          <p:cNvSpPr/>
          <p:nvPr/>
        </p:nvSpPr>
        <p:spPr>
          <a:xfrm>
            <a:off x="4944310" y="4954731"/>
            <a:ext cx="1296000" cy="123111"/>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lIns="36000" tIns="0" rIns="36000" bIns="0">
            <a:noAutofit/>
          </a:bodyPr>
          <a:lstStyle/>
          <a:p>
            <a:pPr lvl="0" defTabSz="914400">
              <a:buClr>
                <a:srgbClr val="DA291C"/>
              </a:buClr>
              <a:defRPr/>
            </a:pPr>
            <a:r>
              <a:rPr lang="en-GB" sz="800" b="1" kern="0">
                <a:solidFill>
                  <a:srgbClr val="0C2340"/>
                </a:solidFill>
                <a:latin typeface="Arial Narrow" panose="020B0606020202030204" pitchFamily="34" charset="0"/>
              </a:rPr>
              <a:t>Source: </a:t>
            </a:r>
            <a:r>
              <a:rPr lang="en-GB" sz="800" kern="0">
                <a:solidFill>
                  <a:srgbClr val="0C2340"/>
                </a:solidFill>
                <a:latin typeface="Arial Narrow" panose="020B0606020202030204" pitchFamily="34" charset="0"/>
              </a:rPr>
              <a:t>AXELOS limited 2019</a:t>
            </a:r>
            <a:endParaRPr kumimoji="0" lang="en-GB" sz="800"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59" name="Rectangle 210">
            <a:extLst>
              <a:ext uri="{FF2B5EF4-FFF2-40B4-BE49-F238E27FC236}">
                <a16:creationId xmlns:a16="http://schemas.microsoft.com/office/drawing/2014/main" id="{7DD0D8F7-216D-4AA8-BD73-9620AE98D567}"/>
              </a:ext>
            </a:extLst>
          </p:cNvPr>
          <p:cNvSpPr/>
          <p:nvPr/>
        </p:nvSpPr>
        <p:spPr>
          <a:xfrm>
            <a:off x="7076250" y="4958810"/>
            <a:ext cx="1778905" cy="123111"/>
          </a:xfrm>
          <a:prstGeom prst="rect">
            <a:avLst/>
          </a:prstGeom>
        </p:spPr>
        <p:txBody>
          <a:bodyPr wrap="square" lIns="36000" tIns="0" rIns="36000" bIns="0">
            <a:spAutoFit/>
          </a:bodyPr>
          <a:lstStyle/>
          <a:p>
            <a:pPr defTabSz="914400">
              <a:buClr>
                <a:srgbClr val="DA291C"/>
              </a:buClr>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Each dimension is affected by multiple factors</a:t>
            </a:r>
            <a:endPar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grpSp>
        <p:nvGrpSpPr>
          <p:cNvPr id="60" name="Group 59">
            <a:extLst>
              <a:ext uri="{FF2B5EF4-FFF2-40B4-BE49-F238E27FC236}">
                <a16:creationId xmlns:a16="http://schemas.microsoft.com/office/drawing/2014/main" id="{17140089-25C4-4F44-A0EB-A7C05E5FC507}"/>
              </a:ext>
            </a:extLst>
          </p:cNvPr>
          <p:cNvGrpSpPr/>
          <p:nvPr/>
        </p:nvGrpSpPr>
        <p:grpSpPr>
          <a:xfrm>
            <a:off x="6836669" y="4976179"/>
            <a:ext cx="235951" cy="88374"/>
            <a:chOff x="6798569" y="4976179"/>
            <a:chExt cx="235951" cy="88374"/>
          </a:xfrm>
        </p:grpSpPr>
        <p:sp>
          <p:nvSpPr>
            <p:cNvPr id="61" name="Hexagon 60">
              <a:extLst>
                <a:ext uri="{FF2B5EF4-FFF2-40B4-BE49-F238E27FC236}">
                  <a16:creationId xmlns:a16="http://schemas.microsoft.com/office/drawing/2014/main" id="{A5F634A3-73A5-4D4B-9ED4-D66460977766}"/>
                </a:ext>
              </a:extLst>
            </p:cNvPr>
            <p:cNvSpPr/>
            <p:nvPr/>
          </p:nvSpPr>
          <p:spPr>
            <a:xfrm rot="16200000">
              <a:off x="6931264" y="4961297"/>
              <a:ext cx="88374" cy="118138"/>
            </a:xfrm>
            <a:prstGeom prst="hexagon">
              <a:avLst/>
            </a:prstGeom>
            <a:noFill/>
            <a:ln w="12700">
              <a:solidFill>
                <a:srgbClr val="8F608F"/>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62" name="Hexagon 61">
              <a:extLst>
                <a:ext uri="{FF2B5EF4-FFF2-40B4-BE49-F238E27FC236}">
                  <a16:creationId xmlns:a16="http://schemas.microsoft.com/office/drawing/2014/main" id="{17B6CF5C-62F6-4D62-9E42-B8C8208CA243}"/>
                </a:ext>
              </a:extLst>
            </p:cNvPr>
            <p:cNvSpPr/>
            <p:nvPr/>
          </p:nvSpPr>
          <p:spPr>
            <a:xfrm rot="16200000">
              <a:off x="6813451" y="4961297"/>
              <a:ext cx="88374" cy="118138"/>
            </a:xfrm>
            <a:prstGeom prst="hexagon">
              <a:avLst/>
            </a:prstGeom>
            <a:noFill/>
            <a:ln w="12700">
              <a:solidFill>
                <a:srgbClr val="8F608F"/>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grpSp>
      <p:sp>
        <p:nvSpPr>
          <p:cNvPr id="64" name="Rectangle 210">
            <a:extLst>
              <a:ext uri="{FF2B5EF4-FFF2-40B4-BE49-F238E27FC236}">
                <a16:creationId xmlns:a16="http://schemas.microsoft.com/office/drawing/2014/main" id="{832103E4-E1FE-47C8-818F-091503066F3D}"/>
              </a:ext>
            </a:extLst>
          </p:cNvPr>
          <p:cNvSpPr/>
          <p:nvPr/>
        </p:nvSpPr>
        <p:spPr>
          <a:xfrm>
            <a:off x="640323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15305382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The four dimensions of IT Service Management | </a:t>
            </a:r>
            <a:r>
              <a:rPr lang="en-US">
                <a:solidFill>
                  <a:schemeClr val="accent3"/>
                </a:solidFill>
                <a:latin typeface="Arial Narrow" panose="020B0606020202030204" pitchFamily="34" charset="0"/>
              </a:rPr>
              <a:t>Questions &amp; answers</a:t>
            </a:r>
            <a:endParaRPr lang="en-GB">
              <a:solidFill>
                <a:schemeClr val="accent3"/>
              </a:solidFill>
              <a:latin typeface="Arial Narrow" panose="020B0606020202030204" pitchFamily="34" charset="0"/>
            </a:endParaRPr>
          </a:p>
        </p:txBody>
      </p:sp>
      <p:sp>
        <p:nvSpPr>
          <p:cNvPr id="65" name="Rectangle 64">
            <a:extLst>
              <a:ext uri="{FF2B5EF4-FFF2-40B4-BE49-F238E27FC236}">
                <a16:creationId xmlns:a16="http://schemas.microsoft.com/office/drawing/2014/main" id="{878EA7A7-5B7A-4717-99DB-E475DA6EB023}"/>
              </a:ext>
            </a:extLst>
          </p:cNvPr>
          <p:cNvSpPr/>
          <p:nvPr/>
        </p:nvSpPr>
        <p:spPr>
          <a:xfrm>
            <a:off x="540000" y="950720"/>
            <a:ext cx="8059202" cy="165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92000" tIns="189000" rtlCol="0" anchor="t" anchorCtr="0"/>
          <a:lstStyle/>
          <a:p>
            <a:pPr marL="0" marR="0" lvl="0" indent="0" algn="l" defTabSz="457200" rtl="0" eaLnBrk="1" fontAlgn="auto" latinLnBrk="0" hangingPunct="1">
              <a:lnSpc>
                <a:spcPct val="100000"/>
              </a:lnSpc>
              <a:spcBef>
                <a:spcPts val="0"/>
              </a:spcBef>
              <a:spcAft>
                <a:spcPts val="200"/>
              </a:spcAft>
              <a:buClrTx/>
              <a:buSzPts val="1000"/>
              <a:buFontTx/>
              <a:buNone/>
              <a:tabLst>
                <a:tab pos="250984" algn="l"/>
                <a:tab pos="251460" algn="l"/>
              </a:tabLst>
              <a:defRPr/>
            </a:pPr>
            <a:r>
              <a:rPr kumimoji="0" lang="en-US" sz="1100" b="1" i="0" u="none" strike="noStrike" kern="1200" cap="none" spc="-4" normalizeH="0" baseline="0" noProof="0" dirty="0">
                <a:ln>
                  <a:noFill/>
                </a:ln>
                <a:solidFill>
                  <a:srgbClr val="0C2340"/>
                </a:solidFill>
                <a:effectLst/>
                <a:uLnTx/>
                <a:uFillTx/>
                <a:latin typeface="Arial Narrow" panose="020B0606020202030204" pitchFamily="34" charset="0"/>
                <a:ea typeface="+mn-ea"/>
                <a:cs typeface="+mn-cs"/>
              </a:rPr>
              <a:t>Which of these are a key focus of the “Organization &amp; People” dimension?</a:t>
            </a:r>
          </a:p>
          <a:p>
            <a:pPr marL="557213" marR="0" lvl="1" indent="-214313" algn="l" defTabSz="457200" rtl="0" eaLnBrk="1" fontAlgn="auto" latinLnBrk="0" hangingPunct="1">
              <a:lnSpc>
                <a:spcPct val="100000"/>
              </a:lnSpc>
              <a:spcBef>
                <a:spcPts val="200"/>
              </a:spcBef>
              <a:spcAft>
                <a:spcPts val="200"/>
              </a:spcAft>
              <a:buClrTx/>
              <a:buSzPts val="1000"/>
              <a:buFont typeface="Arial MT"/>
              <a:buAutoNum type="alphaUcPeriod"/>
              <a:tabLst>
                <a:tab pos="385286" algn="l"/>
              </a:tabLst>
              <a:defRPr/>
            </a:pPr>
            <a:r>
              <a:rPr kumimoji="0" lang="en-US" sz="1100" b="0" i="0" u="none" strike="noStrike" kern="1200" cap="none" spc="-4" normalizeH="0" baseline="0" noProof="0" dirty="0">
                <a:ln>
                  <a:noFill/>
                </a:ln>
                <a:solidFill>
                  <a:srgbClr val="0C2340"/>
                </a:solidFill>
                <a:effectLst/>
                <a:uLnTx/>
                <a:uFillTx/>
                <a:latin typeface="Arial Narrow" panose="020B0606020202030204" pitchFamily="34" charset="0"/>
                <a:ea typeface="+mn-ea"/>
                <a:cs typeface="+mn-cs"/>
              </a:rPr>
              <a:t>Security and compliance</a:t>
            </a:r>
          </a:p>
          <a:p>
            <a:pPr marL="557213" marR="0" lvl="1" indent="-214313" algn="l" defTabSz="457200" rtl="0" eaLnBrk="1" fontAlgn="auto" latinLnBrk="0" hangingPunct="1">
              <a:lnSpc>
                <a:spcPct val="100000"/>
              </a:lnSpc>
              <a:spcBef>
                <a:spcPts val="200"/>
              </a:spcBef>
              <a:spcAft>
                <a:spcPts val="200"/>
              </a:spcAft>
              <a:buClrTx/>
              <a:buSzPts val="1000"/>
              <a:buFont typeface="Arial MT"/>
              <a:buAutoNum type="alphaUcPeriod"/>
              <a:tabLst>
                <a:tab pos="385286" algn="l"/>
              </a:tabLst>
              <a:defRPr/>
            </a:pPr>
            <a:r>
              <a:rPr kumimoji="0" lang="en-US" sz="1100" b="0" i="0" u="none" strike="noStrike" kern="1200" cap="none" spc="-4" normalizeH="0" baseline="0" noProof="0" dirty="0">
                <a:ln>
                  <a:noFill/>
                </a:ln>
                <a:solidFill>
                  <a:srgbClr val="0C2340"/>
                </a:solidFill>
                <a:effectLst/>
                <a:uLnTx/>
                <a:uFillTx/>
                <a:latin typeface="Arial Narrow" panose="020B0606020202030204" pitchFamily="34" charset="0"/>
                <a:ea typeface="+mn-ea"/>
                <a:cs typeface="+mn-cs"/>
              </a:rPr>
              <a:t>Activities that transform inputs into outputs</a:t>
            </a:r>
          </a:p>
          <a:p>
            <a:pPr marL="557213" marR="0" lvl="1" indent="-214313" algn="l" defTabSz="457200" rtl="0" eaLnBrk="1" fontAlgn="auto" latinLnBrk="0" hangingPunct="1">
              <a:lnSpc>
                <a:spcPct val="100000"/>
              </a:lnSpc>
              <a:spcBef>
                <a:spcPts val="200"/>
              </a:spcBef>
              <a:spcAft>
                <a:spcPts val="200"/>
              </a:spcAft>
              <a:buClrTx/>
              <a:buSzPts val="1000"/>
              <a:buFont typeface="Arial MT"/>
              <a:buAutoNum type="alphaUcPeriod"/>
              <a:tabLst>
                <a:tab pos="385286" algn="l"/>
              </a:tabLst>
              <a:defRPr/>
            </a:pPr>
            <a:r>
              <a:rPr kumimoji="0" lang="en-US" sz="1100" b="0" i="0" u="none" strike="noStrike" kern="1200" cap="none" spc="-4" normalizeH="0" baseline="0" noProof="0" dirty="0">
                <a:ln>
                  <a:noFill/>
                </a:ln>
                <a:solidFill>
                  <a:srgbClr val="0C2340"/>
                </a:solidFill>
                <a:effectLst/>
                <a:uLnTx/>
                <a:uFillTx/>
                <a:latin typeface="Arial Narrow" panose="020B0606020202030204" pitchFamily="34" charset="0"/>
                <a:ea typeface="+mn-ea"/>
                <a:cs typeface="+mn-cs"/>
              </a:rPr>
              <a:t>Roles and responsibilities</a:t>
            </a:r>
          </a:p>
          <a:p>
            <a:pPr marL="557213" marR="0" lvl="1" indent="-214313" algn="l" defTabSz="457200" rtl="0" eaLnBrk="1" fontAlgn="auto" latinLnBrk="0" hangingPunct="1">
              <a:lnSpc>
                <a:spcPct val="100000"/>
              </a:lnSpc>
              <a:spcBef>
                <a:spcPts val="200"/>
              </a:spcBef>
              <a:spcAft>
                <a:spcPts val="200"/>
              </a:spcAft>
              <a:buClrTx/>
              <a:buSzPts val="1000"/>
              <a:buFont typeface="Arial MT"/>
              <a:buAutoNum type="alphaUcPeriod"/>
              <a:tabLst>
                <a:tab pos="385286" algn="l"/>
              </a:tabLst>
              <a:defRPr/>
            </a:pPr>
            <a:r>
              <a:rPr kumimoji="0" lang="en-US" sz="1100" b="0" i="0" u="none" strike="noStrike" kern="1200" cap="none" spc="-4" normalizeH="0" baseline="0" noProof="0" dirty="0">
                <a:ln>
                  <a:noFill/>
                </a:ln>
                <a:solidFill>
                  <a:srgbClr val="0C2340"/>
                </a:solidFill>
                <a:effectLst/>
                <a:uLnTx/>
                <a:uFillTx/>
                <a:latin typeface="Arial Narrow" panose="020B0606020202030204" pitchFamily="34" charset="0"/>
                <a:ea typeface="+mn-ea"/>
                <a:cs typeface="+mn-cs"/>
              </a:rPr>
              <a:t>Contracts and agreements</a:t>
            </a:r>
          </a:p>
        </p:txBody>
      </p:sp>
      <p:sp>
        <p:nvSpPr>
          <p:cNvPr id="66" name="Rectangle 65">
            <a:extLst>
              <a:ext uri="{FF2B5EF4-FFF2-40B4-BE49-F238E27FC236}">
                <a16:creationId xmlns:a16="http://schemas.microsoft.com/office/drawing/2014/main" id="{F4E85B15-7A7D-44E3-813A-BA1800E94CAF}"/>
              </a:ext>
            </a:extLst>
          </p:cNvPr>
          <p:cNvSpPr/>
          <p:nvPr/>
        </p:nvSpPr>
        <p:spPr>
          <a:xfrm>
            <a:off x="540000" y="954936"/>
            <a:ext cx="8059202" cy="1843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46800" rIns="18000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white"/>
                </a:solidFill>
                <a:effectLst/>
                <a:uLnTx/>
                <a:uFillTx/>
                <a:latin typeface="Arial Narrow" panose="020B0606020202030204" pitchFamily="34" charset="0"/>
                <a:ea typeface="+mn-ea"/>
                <a:cs typeface="+mn-cs"/>
              </a:rPr>
              <a:t>Question 1</a:t>
            </a:r>
          </a:p>
        </p:txBody>
      </p:sp>
      <p:sp>
        <p:nvSpPr>
          <p:cNvPr id="63" name="Oval 8">
            <a:extLst>
              <a:ext uri="{FF2B5EF4-FFF2-40B4-BE49-F238E27FC236}">
                <a16:creationId xmlns:a16="http://schemas.microsoft.com/office/drawing/2014/main" id="{8922BC66-AE2A-4A03-BBE9-047F06C689A8}"/>
              </a:ext>
            </a:extLst>
          </p:cNvPr>
          <p:cNvSpPr/>
          <p:nvPr/>
        </p:nvSpPr>
        <p:spPr>
          <a:xfrm>
            <a:off x="296705" y="878931"/>
            <a:ext cx="356400" cy="356400"/>
          </a:xfrm>
          <a:prstGeom prst="ellipse">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pic>
        <p:nvPicPr>
          <p:cNvPr id="64" name="Graphic 63" descr="List outline">
            <a:extLst>
              <a:ext uri="{FF2B5EF4-FFF2-40B4-BE49-F238E27FC236}">
                <a16:creationId xmlns:a16="http://schemas.microsoft.com/office/drawing/2014/main" id="{6659F140-812D-497B-ACE4-0265209AEC3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3063" y="923348"/>
            <a:ext cx="261947" cy="262800"/>
          </a:xfrm>
          <a:prstGeom prst="rect">
            <a:avLst/>
          </a:prstGeom>
        </p:spPr>
      </p:pic>
      <p:grpSp>
        <p:nvGrpSpPr>
          <p:cNvPr id="2" name="Group 1">
            <a:extLst>
              <a:ext uri="{FF2B5EF4-FFF2-40B4-BE49-F238E27FC236}">
                <a16:creationId xmlns:a16="http://schemas.microsoft.com/office/drawing/2014/main" id="{F0E1784F-5693-4236-88BA-A7BF0928C8C0}"/>
              </a:ext>
            </a:extLst>
          </p:cNvPr>
          <p:cNvGrpSpPr/>
          <p:nvPr/>
        </p:nvGrpSpPr>
        <p:grpSpPr>
          <a:xfrm>
            <a:off x="542250" y="1707637"/>
            <a:ext cx="8353905" cy="288000"/>
            <a:chOff x="542250" y="1707637"/>
            <a:chExt cx="8353905" cy="288000"/>
          </a:xfrm>
        </p:grpSpPr>
        <p:sp>
          <p:nvSpPr>
            <p:cNvPr id="67" name="Rectangle 66">
              <a:extLst>
                <a:ext uri="{FF2B5EF4-FFF2-40B4-BE49-F238E27FC236}">
                  <a16:creationId xmlns:a16="http://schemas.microsoft.com/office/drawing/2014/main" id="{C290C30B-27BF-4344-B81F-18539C478B88}"/>
                </a:ext>
              </a:extLst>
            </p:cNvPr>
            <p:cNvSpPr/>
            <p:nvPr/>
          </p:nvSpPr>
          <p:spPr>
            <a:xfrm>
              <a:off x="542250" y="1795169"/>
              <a:ext cx="8059500" cy="183600"/>
            </a:xfrm>
            <a:prstGeom prst="rect">
              <a:avLst/>
            </a:prstGeom>
            <a:solidFill>
              <a:srgbClr val="3D8065">
                <a:alpha val="20000"/>
              </a:srgbClr>
            </a:solidFill>
            <a:ln w="19050">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Arial"/>
                <a:ea typeface="+mn-ea"/>
                <a:cs typeface="+mn-cs"/>
              </a:endParaRPr>
            </a:p>
          </p:txBody>
        </p:sp>
        <p:pic>
          <p:nvPicPr>
            <p:cNvPr id="12" name="Picture 11" descr="Icon&#10;&#10;Description automatically generated">
              <a:hlinkClick r:id="rId5" action="ppaction://hlinksldjump"/>
              <a:extLst>
                <a:ext uri="{FF2B5EF4-FFF2-40B4-BE49-F238E27FC236}">
                  <a16:creationId xmlns:a16="http://schemas.microsoft.com/office/drawing/2014/main" id="{40DA9893-D856-4A56-8D10-3D94AD23BD91}"/>
                </a:ext>
              </a:extLst>
            </p:cNvPr>
            <p:cNvPicPr>
              <a:picLocks noChangeAspect="1"/>
            </p:cNvPicPr>
            <p:nvPr/>
          </p:nvPicPr>
          <p:blipFill>
            <a:blip r:embed="rId6"/>
            <a:stretch>
              <a:fillRect/>
            </a:stretch>
          </p:blipFill>
          <p:spPr>
            <a:xfrm>
              <a:off x="8608155" y="1707637"/>
              <a:ext cx="288000" cy="288000"/>
            </a:xfrm>
            <a:prstGeom prst="rect">
              <a:avLst/>
            </a:prstGeom>
          </p:spPr>
        </p:pic>
      </p:grpSp>
      <p:grpSp>
        <p:nvGrpSpPr>
          <p:cNvPr id="7" name="Group 6">
            <a:extLst>
              <a:ext uri="{FF2B5EF4-FFF2-40B4-BE49-F238E27FC236}">
                <a16:creationId xmlns:a16="http://schemas.microsoft.com/office/drawing/2014/main" id="{783FA2B4-13C9-4DBA-AF33-B22EBE9F1E75}"/>
              </a:ext>
            </a:extLst>
          </p:cNvPr>
          <p:cNvGrpSpPr/>
          <p:nvPr/>
        </p:nvGrpSpPr>
        <p:grpSpPr>
          <a:xfrm>
            <a:off x="292941" y="2792879"/>
            <a:ext cx="8306261" cy="1736974"/>
            <a:chOff x="292941" y="2792879"/>
            <a:chExt cx="8306261" cy="1736974"/>
          </a:xfrm>
        </p:grpSpPr>
        <p:sp>
          <p:nvSpPr>
            <p:cNvPr id="44" name="Rectangle 43">
              <a:extLst>
                <a:ext uri="{FF2B5EF4-FFF2-40B4-BE49-F238E27FC236}">
                  <a16:creationId xmlns:a16="http://schemas.microsoft.com/office/drawing/2014/main" id="{02C0F018-F0A1-4BB5-93B4-8D2E800D4898}"/>
                </a:ext>
              </a:extLst>
            </p:cNvPr>
            <p:cNvSpPr/>
            <p:nvPr/>
          </p:nvSpPr>
          <p:spPr>
            <a:xfrm>
              <a:off x="540000" y="2873853"/>
              <a:ext cx="8059202" cy="165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92000" tIns="189000" rtlCol="0" anchor="t" anchorCtr="0"/>
            <a:lstStyle/>
            <a:p>
              <a:pPr marL="0" marR="0" lvl="0" indent="0" algn="l" defTabSz="457200" rtl="0" eaLnBrk="1" fontAlgn="auto" latinLnBrk="0" hangingPunct="1">
                <a:lnSpc>
                  <a:spcPct val="100000"/>
                </a:lnSpc>
                <a:spcBef>
                  <a:spcPts val="0"/>
                </a:spcBef>
                <a:spcAft>
                  <a:spcPts val="200"/>
                </a:spcAft>
                <a:buClrTx/>
                <a:buSzPts val="1000"/>
                <a:buFontTx/>
                <a:buNone/>
                <a:tabLst>
                  <a:tab pos="250984" algn="l"/>
                  <a:tab pos="251460" algn="l"/>
                </a:tabLst>
                <a:defRPr/>
              </a:pPr>
              <a:r>
                <a:rPr kumimoji="0" lang="en-US" sz="1100" b="1"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Which service management dimension is focused on the communication systems and knowledge bases used by employees?</a:t>
              </a:r>
            </a:p>
            <a:p>
              <a:pPr marL="557213" marR="0" lvl="1" indent="-214313" algn="l" defTabSz="457200" rtl="0" eaLnBrk="1" fontAlgn="auto" latinLnBrk="0" hangingPunct="1">
                <a:lnSpc>
                  <a:spcPct val="100000"/>
                </a:lnSpc>
                <a:spcBef>
                  <a:spcPts val="200"/>
                </a:spcBef>
                <a:spcAft>
                  <a:spcPts val="200"/>
                </a:spcAft>
                <a:buClrTx/>
                <a:buSzPts val="1000"/>
                <a:buFont typeface="Arial MT"/>
                <a:buAutoNum type="alphaUcPeriod"/>
                <a:tabLst>
                  <a:tab pos="385286" algn="l"/>
                </a:tabLst>
                <a:defRPr/>
              </a:pPr>
              <a:r>
                <a:rPr kumimoji="0" lang="en-US" sz="1100" b="0"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Organizations &amp; People</a:t>
              </a:r>
            </a:p>
            <a:p>
              <a:pPr marL="557213" marR="0" lvl="1" indent="-214313" algn="l" defTabSz="457200" rtl="0" eaLnBrk="1" fontAlgn="auto" latinLnBrk="0" hangingPunct="1">
                <a:lnSpc>
                  <a:spcPct val="100000"/>
                </a:lnSpc>
                <a:spcBef>
                  <a:spcPts val="200"/>
                </a:spcBef>
                <a:spcAft>
                  <a:spcPts val="200"/>
                </a:spcAft>
                <a:buClrTx/>
                <a:buSzPts val="1000"/>
                <a:buFont typeface="Arial MT"/>
                <a:buAutoNum type="alphaUcPeriod"/>
                <a:tabLst>
                  <a:tab pos="385286" algn="l"/>
                </a:tabLst>
                <a:defRPr/>
              </a:pPr>
              <a:r>
                <a:rPr kumimoji="0" lang="en-US" sz="1100" b="0"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Information &amp; Technology</a:t>
              </a:r>
            </a:p>
            <a:p>
              <a:pPr marL="557213" marR="0" lvl="1" indent="-214313" algn="l" defTabSz="457200" rtl="0" eaLnBrk="1" fontAlgn="auto" latinLnBrk="0" hangingPunct="1">
                <a:lnSpc>
                  <a:spcPct val="100000"/>
                </a:lnSpc>
                <a:spcBef>
                  <a:spcPts val="200"/>
                </a:spcBef>
                <a:spcAft>
                  <a:spcPts val="200"/>
                </a:spcAft>
                <a:buClrTx/>
                <a:buSzPts val="1000"/>
                <a:buFont typeface="Arial MT"/>
                <a:buAutoNum type="alphaUcPeriod"/>
                <a:tabLst>
                  <a:tab pos="385286" algn="l"/>
                </a:tabLst>
                <a:defRPr/>
              </a:pPr>
              <a:r>
                <a:rPr kumimoji="0" lang="en-US" sz="1100" b="0"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Partners &amp; Suppliers</a:t>
              </a:r>
            </a:p>
            <a:p>
              <a:pPr marL="557213" marR="0" lvl="1" indent="-214313" algn="l" defTabSz="457200" rtl="0" eaLnBrk="1" fontAlgn="auto" latinLnBrk="0" hangingPunct="1">
                <a:lnSpc>
                  <a:spcPct val="100000"/>
                </a:lnSpc>
                <a:spcBef>
                  <a:spcPts val="200"/>
                </a:spcBef>
                <a:spcAft>
                  <a:spcPts val="200"/>
                </a:spcAft>
                <a:buClrTx/>
                <a:buSzPts val="1000"/>
                <a:buFont typeface="Arial MT"/>
                <a:buAutoNum type="alphaUcPeriod"/>
                <a:tabLst>
                  <a:tab pos="385286" algn="l"/>
                </a:tabLst>
                <a:defRPr/>
              </a:pPr>
              <a:r>
                <a:rPr kumimoji="0" lang="en-US" sz="1100" b="0"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Value streams &amp; Processes</a:t>
              </a:r>
            </a:p>
          </p:txBody>
        </p:sp>
        <p:sp>
          <p:nvSpPr>
            <p:cNvPr id="46" name="Rectangle 45">
              <a:extLst>
                <a:ext uri="{FF2B5EF4-FFF2-40B4-BE49-F238E27FC236}">
                  <a16:creationId xmlns:a16="http://schemas.microsoft.com/office/drawing/2014/main" id="{33573ED2-4D7A-4117-9693-27BCF58A34C5}"/>
                </a:ext>
              </a:extLst>
            </p:cNvPr>
            <p:cNvSpPr/>
            <p:nvPr/>
          </p:nvSpPr>
          <p:spPr>
            <a:xfrm>
              <a:off x="540000" y="2878068"/>
              <a:ext cx="8059202" cy="1849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46800" rIns="18000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white"/>
                  </a:solidFill>
                  <a:effectLst/>
                  <a:uLnTx/>
                  <a:uFillTx/>
                  <a:latin typeface="Arial Narrow" panose="020B0606020202030204" pitchFamily="34" charset="0"/>
                  <a:ea typeface="+mn-ea"/>
                  <a:cs typeface="+mn-cs"/>
                </a:rPr>
                <a:t>Question 2</a:t>
              </a:r>
            </a:p>
          </p:txBody>
        </p:sp>
        <p:grpSp>
          <p:nvGrpSpPr>
            <p:cNvPr id="6" name="Group 5">
              <a:extLst>
                <a:ext uri="{FF2B5EF4-FFF2-40B4-BE49-F238E27FC236}">
                  <a16:creationId xmlns:a16="http://schemas.microsoft.com/office/drawing/2014/main" id="{2DB2A4A0-6D69-4383-8EC3-DF2D1C9FE717}"/>
                </a:ext>
              </a:extLst>
            </p:cNvPr>
            <p:cNvGrpSpPr/>
            <p:nvPr/>
          </p:nvGrpSpPr>
          <p:grpSpPr>
            <a:xfrm>
              <a:off x="292941" y="2792879"/>
              <a:ext cx="356400" cy="356400"/>
              <a:chOff x="296705" y="3374304"/>
              <a:chExt cx="356400" cy="356400"/>
            </a:xfrm>
          </p:grpSpPr>
          <p:sp>
            <p:nvSpPr>
              <p:cNvPr id="20" name="Oval 8">
                <a:extLst>
                  <a:ext uri="{FF2B5EF4-FFF2-40B4-BE49-F238E27FC236}">
                    <a16:creationId xmlns:a16="http://schemas.microsoft.com/office/drawing/2014/main" id="{7A017817-025B-4B39-954F-1F093019EAFD}"/>
                  </a:ext>
                </a:extLst>
              </p:cNvPr>
              <p:cNvSpPr/>
              <p:nvPr/>
            </p:nvSpPr>
            <p:spPr>
              <a:xfrm>
                <a:off x="296705" y="3374304"/>
                <a:ext cx="356400" cy="356400"/>
              </a:xfrm>
              <a:prstGeom prst="ellipse">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pic>
            <p:nvPicPr>
              <p:cNvPr id="21" name="Graphic 20" descr="List outline">
                <a:extLst>
                  <a:ext uri="{FF2B5EF4-FFF2-40B4-BE49-F238E27FC236}">
                    <a16:creationId xmlns:a16="http://schemas.microsoft.com/office/drawing/2014/main" id="{2FA0F381-4407-4F1D-898B-3B10DACF45BD}"/>
                  </a:ext>
                </a:extLst>
              </p:cNvPr>
              <p:cNvPicPr>
                <a:picLocks noChangeAspect="1"/>
              </p:cNvPicPr>
              <p:nvPr/>
            </p:nvPicPr>
            <p:blipFill>
              <a:blip r:embed="rId3">
                <a:extLst>
                  <a:ext uri="{96DAC541-7B7A-43D3-8B79-37D633B846F1}">
                    <asvg:svgBlip xmlns:asvg="http://schemas.microsoft.com/office/drawing/2016/SVG/main" r:embed="rId7"/>
                  </a:ext>
                </a:extLst>
              </a:blip>
              <a:stretch>
                <a:fillRect/>
              </a:stretch>
            </p:blipFill>
            <p:spPr>
              <a:xfrm>
                <a:off x="343062" y="3420774"/>
                <a:ext cx="263686" cy="263460"/>
              </a:xfrm>
              <a:prstGeom prst="rect">
                <a:avLst/>
              </a:prstGeom>
            </p:spPr>
          </p:pic>
        </p:grpSp>
      </p:grpSp>
      <p:grpSp>
        <p:nvGrpSpPr>
          <p:cNvPr id="4" name="Group 3">
            <a:extLst>
              <a:ext uri="{FF2B5EF4-FFF2-40B4-BE49-F238E27FC236}">
                <a16:creationId xmlns:a16="http://schemas.microsoft.com/office/drawing/2014/main" id="{2AFA0F65-1EA5-41A5-86E0-F4DF7D94D78A}"/>
              </a:ext>
            </a:extLst>
          </p:cNvPr>
          <p:cNvGrpSpPr/>
          <p:nvPr/>
        </p:nvGrpSpPr>
        <p:grpSpPr>
          <a:xfrm>
            <a:off x="556764" y="3410669"/>
            <a:ext cx="8339391" cy="288000"/>
            <a:chOff x="556764" y="3410669"/>
            <a:chExt cx="8339391" cy="288000"/>
          </a:xfrm>
        </p:grpSpPr>
        <p:sp>
          <p:nvSpPr>
            <p:cNvPr id="27" name="Rectangle 26">
              <a:extLst>
                <a:ext uri="{FF2B5EF4-FFF2-40B4-BE49-F238E27FC236}">
                  <a16:creationId xmlns:a16="http://schemas.microsoft.com/office/drawing/2014/main" id="{866F5FDA-DE26-4192-9DAD-7891AAC18009}"/>
                </a:ext>
              </a:extLst>
            </p:cNvPr>
            <p:cNvSpPr/>
            <p:nvPr/>
          </p:nvSpPr>
          <p:spPr>
            <a:xfrm>
              <a:off x="556764" y="3501679"/>
              <a:ext cx="8059500" cy="183600"/>
            </a:xfrm>
            <a:prstGeom prst="rect">
              <a:avLst/>
            </a:prstGeom>
            <a:solidFill>
              <a:srgbClr val="3D8065">
                <a:alpha val="20000"/>
              </a:srgbClr>
            </a:solidFill>
            <a:ln w="19050">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Arial"/>
                <a:ea typeface="+mn-ea"/>
                <a:cs typeface="+mn-cs"/>
              </a:endParaRPr>
            </a:p>
          </p:txBody>
        </p:sp>
        <p:pic>
          <p:nvPicPr>
            <p:cNvPr id="68" name="Picture 67" descr="Icon&#10;&#10;Description automatically generated">
              <a:hlinkClick r:id="rId8" action="ppaction://hlinksldjump"/>
              <a:extLst>
                <a:ext uri="{FF2B5EF4-FFF2-40B4-BE49-F238E27FC236}">
                  <a16:creationId xmlns:a16="http://schemas.microsoft.com/office/drawing/2014/main" id="{2077CF96-B894-4FAD-97A3-D1EDBA9F487D}"/>
                </a:ext>
              </a:extLst>
            </p:cNvPr>
            <p:cNvPicPr>
              <a:picLocks noChangeAspect="1"/>
            </p:cNvPicPr>
            <p:nvPr/>
          </p:nvPicPr>
          <p:blipFill>
            <a:blip r:embed="rId6"/>
            <a:stretch>
              <a:fillRect/>
            </a:stretch>
          </p:blipFill>
          <p:spPr>
            <a:xfrm>
              <a:off x="8608155" y="3410669"/>
              <a:ext cx="288000" cy="288000"/>
            </a:xfrm>
            <a:prstGeom prst="rect">
              <a:avLst/>
            </a:prstGeom>
          </p:spPr>
        </p:pic>
      </p:grpSp>
      <p:sp>
        <p:nvSpPr>
          <p:cNvPr id="22" name="Text Placeholder 4">
            <a:extLst>
              <a:ext uri="{FF2B5EF4-FFF2-40B4-BE49-F238E27FC236}">
                <a16:creationId xmlns:a16="http://schemas.microsoft.com/office/drawing/2014/main" id="{87C11A34-3485-489C-871A-5D17BB9C71CC}"/>
              </a:ext>
            </a:extLst>
          </p:cNvPr>
          <p:cNvSpPr>
            <a:spLocks noGrp="1"/>
          </p:cNvSpPr>
          <p:nvPr>
            <p:ph type="body" sz="quarter" idx="37"/>
          </p:nvPr>
        </p:nvSpPr>
        <p:spPr>
          <a:xfrm>
            <a:off x="425945" y="512635"/>
            <a:ext cx="8359468" cy="182130"/>
          </a:xfrm>
        </p:spPr>
        <p:txBody>
          <a:bodyPr/>
          <a:lstStyle/>
          <a:p>
            <a:r>
              <a:rPr lang="en-US">
                <a:latin typeface="Arial Narrow" panose="020B0606020202030204" pitchFamily="34" charset="0"/>
              </a:rPr>
              <a:t>Here below some multiple-choice questions</a:t>
            </a:r>
            <a:r>
              <a:rPr lang="en-GB">
                <a:latin typeface="Arial Narrow" panose="020B0606020202030204" pitchFamily="34" charset="0"/>
              </a:rPr>
              <a:t> on the topics addressed in this chapter</a:t>
            </a:r>
          </a:p>
        </p:txBody>
      </p:sp>
      <p:sp>
        <p:nvSpPr>
          <p:cNvPr id="5" name="Slide Number Placeholder 4">
            <a:extLst>
              <a:ext uri="{FF2B5EF4-FFF2-40B4-BE49-F238E27FC236}">
                <a16:creationId xmlns:a16="http://schemas.microsoft.com/office/drawing/2014/main" id="{FB17A6DB-E834-4E95-A82D-D104FDCB21C9}"/>
              </a:ext>
            </a:extLst>
          </p:cNvPr>
          <p:cNvSpPr>
            <a:spLocks noGrp="1"/>
          </p:cNvSpPr>
          <p:nvPr>
            <p:ph type="sldNum" sz="quarter" idx="35"/>
          </p:nvPr>
        </p:nvSpPr>
        <p:spPr/>
        <p:txBody>
          <a:bodyPr/>
          <a:lstStyle/>
          <a:p>
            <a:fld id="{9C18EA95-C3D3-214C-9452-EF8527DBCD86}" type="slidenum">
              <a:rPr lang="it-IT" smtClean="0"/>
              <a:pPr/>
              <a:t>26</a:t>
            </a:fld>
            <a:endParaRPr lang="it-IT"/>
          </a:p>
        </p:txBody>
      </p:sp>
      <p:sp>
        <p:nvSpPr>
          <p:cNvPr id="25" name="Rectangle 210">
            <a:extLst>
              <a:ext uri="{FF2B5EF4-FFF2-40B4-BE49-F238E27FC236}">
                <a16:creationId xmlns:a16="http://schemas.microsoft.com/office/drawing/2014/main" id="{6F92B5B8-2688-4290-B4F8-D4BBA452F890}"/>
              </a:ext>
            </a:extLst>
          </p:cNvPr>
          <p:cNvSpPr/>
          <p:nvPr/>
        </p:nvSpPr>
        <p:spPr>
          <a:xfrm>
            <a:off x="6902332" y="4909103"/>
            <a:ext cx="1697379" cy="215444"/>
          </a:xfrm>
          <a:prstGeom prst="rect">
            <a:avLst/>
          </a:prstGeom>
        </p:spPr>
        <p:txBody>
          <a:bodyPr wrap="square">
            <a:spAutoFit/>
          </a:bodyPr>
          <a:lstStyle/>
          <a:p>
            <a:pPr marR="0" lvl="0" algn="l" defTabSz="914400" rtl="0" eaLnBrk="1" fontAlgn="auto" latinLnBrk="0" hangingPunct="1">
              <a:spcBef>
                <a:spcPts val="0"/>
              </a:spcBef>
              <a:buClr>
                <a:srgbClr val="DA291C"/>
              </a:buClr>
              <a:buSzTx/>
              <a:tabLst/>
              <a:defRPr/>
            </a:pPr>
            <a:r>
              <a:rPr lang="en-GB" sz="800" kern="0">
                <a:solidFill>
                  <a:srgbClr val="0C2340"/>
                </a:solidFill>
                <a:latin typeface="Arial Narrow" panose="020B0606020202030204" pitchFamily="34" charset="0"/>
              </a:rPr>
              <a:t>Click on the icon to see the related slide</a:t>
            </a:r>
            <a:endParaRPr kumimoji="0" lang="en-GB" sz="800" i="0" u="none" strike="noStrike" kern="0" cap="none" spc="0" normalizeH="0" baseline="0">
              <a:ln>
                <a:noFill/>
              </a:ln>
              <a:solidFill>
                <a:srgbClr val="0C2340"/>
              </a:solidFill>
              <a:effectLst/>
              <a:uLnTx/>
              <a:uFillTx/>
              <a:latin typeface="Arial Narrow" panose="020B0606020202030204" pitchFamily="34" charset="0"/>
            </a:endParaRPr>
          </a:p>
        </p:txBody>
      </p:sp>
      <p:pic>
        <p:nvPicPr>
          <p:cNvPr id="26" name="Picture 25" descr="Icon&#10;&#10;Description automatically generated">
            <a:extLst>
              <a:ext uri="{FF2B5EF4-FFF2-40B4-BE49-F238E27FC236}">
                <a16:creationId xmlns:a16="http://schemas.microsoft.com/office/drawing/2014/main" id="{DA90F0D8-B0E9-42A5-B7A7-7436B95E3EC0}"/>
              </a:ext>
            </a:extLst>
          </p:cNvPr>
          <p:cNvPicPr>
            <a:picLocks noChangeAspect="1"/>
          </p:cNvPicPr>
          <p:nvPr/>
        </p:nvPicPr>
        <p:blipFill>
          <a:blip r:embed="rId6"/>
          <a:stretch>
            <a:fillRect/>
          </a:stretch>
        </p:blipFill>
        <p:spPr>
          <a:xfrm>
            <a:off x="6826418" y="4944825"/>
            <a:ext cx="144000" cy="144000"/>
          </a:xfrm>
          <a:prstGeom prst="rect">
            <a:avLst/>
          </a:prstGeom>
        </p:spPr>
      </p:pic>
      <p:sp>
        <p:nvSpPr>
          <p:cNvPr id="24" name="Rectangle 210">
            <a:extLst>
              <a:ext uri="{FF2B5EF4-FFF2-40B4-BE49-F238E27FC236}">
                <a16:creationId xmlns:a16="http://schemas.microsoft.com/office/drawing/2014/main" id="{C6DC1A57-0C40-4A26-8235-C18F215A59FC}"/>
              </a:ext>
            </a:extLst>
          </p:cNvPr>
          <p:cNvSpPr/>
          <p:nvPr/>
        </p:nvSpPr>
        <p:spPr>
          <a:xfrm>
            <a:off x="640323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2777316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1+#ppt_w/2"/>
                                          </p:val>
                                        </p:tav>
                                        <p:tav tm="100000">
                                          <p:val>
                                            <p:strVal val="#ppt_x"/>
                                          </p:val>
                                        </p:tav>
                                      </p:tavLst>
                                    </p:anim>
                                    <p:anim calcmode="lin" valueType="num">
                                      <p:cBhvr additive="base">
                                        <p:cTn id="14"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1+#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The four dimensions of IT Service Management | </a:t>
            </a:r>
            <a:r>
              <a:rPr lang="en-US">
                <a:solidFill>
                  <a:schemeClr val="accent3"/>
                </a:solidFill>
                <a:latin typeface="Arial Narrow" panose="020B0606020202030204" pitchFamily="34" charset="0"/>
              </a:rPr>
              <a:t>Questions &amp; answers</a:t>
            </a:r>
            <a:endParaRPr lang="en-GB">
              <a:solidFill>
                <a:schemeClr val="accent3"/>
              </a:solidFill>
              <a:latin typeface="Arial Narrow" panose="020B0606020202030204" pitchFamily="34" charset="0"/>
            </a:endParaRPr>
          </a:p>
        </p:txBody>
      </p:sp>
      <p:sp>
        <p:nvSpPr>
          <p:cNvPr id="78" name="Rectangle 77">
            <a:extLst>
              <a:ext uri="{FF2B5EF4-FFF2-40B4-BE49-F238E27FC236}">
                <a16:creationId xmlns:a16="http://schemas.microsoft.com/office/drawing/2014/main" id="{8A3A1537-B6D4-4A2A-8E99-0A2B284292F9}"/>
              </a:ext>
            </a:extLst>
          </p:cNvPr>
          <p:cNvSpPr/>
          <p:nvPr/>
        </p:nvSpPr>
        <p:spPr>
          <a:xfrm>
            <a:off x="540000" y="950189"/>
            <a:ext cx="8059202" cy="165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92000" tIns="189000" rtlCol="0" anchor="t" anchorCtr="0"/>
          <a:lstStyle/>
          <a:p>
            <a:pPr marL="0" marR="0" lvl="0" indent="0" algn="l" defTabSz="457200" rtl="0" eaLnBrk="1" fontAlgn="auto" latinLnBrk="0" hangingPunct="1">
              <a:lnSpc>
                <a:spcPct val="100000"/>
              </a:lnSpc>
              <a:spcBef>
                <a:spcPts val="0"/>
              </a:spcBef>
              <a:spcAft>
                <a:spcPts val="200"/>
              </a:spcAft>
              <a:buClrTx/>
              <a:buSzPts val="1000"/>
              <a:buFontTx/>
              <a:buNone/>
              <a:tabLst>
                <a:tab pos="250984" algn="l"/>
                <a:tab pos="251460" algn="l"/>
              </a:tabLst>
              <a:defRPr/>
            </a:pPr>
            <a:r>
              <a:rPr kumimoji="0" lang="en-US" sz="1100" b="1"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Which dimension of IT Service Management considers the workflows and controls needed to deliver services?</a:t>
            </a:r>
          </a:p>
          <a:p>
            <a:pPr marL="557213" marR="0" lvl="1" indent="-214313" algn="l" defTabSz="457200" rtl="0" eaLnBrk="1" fontAlgn="auto" latinLnBrk="0" hangingPunct="1">
              <a:lnSpc>
                <a:spcPct val="100000"/>
              </a:lnSpc>
              <a:spcBef>
                <a:spcPts val="200"/>
              </a:spcBef>
              <a:spcAft>
                <a:spcPts val="200"/>
              </a:spcAft>
              <a:buClrTx/>
              <a:buSzPts val="1000"/>
              <a:buFont typeface="Arial MT"/>
              <a:buAutoNum type="alphaUcPeriod"/>
              <a:tabLst>
                <a:tab pos="385286" algn="l"/>
              </a:tabLst>
              <a:defRPr/>
            </a:pPr>
            <a:r>
              <a:rPr kumimoji="0" lang="en-US" sz="1100" b="0"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Organizations &amp; People</a:t>
            </a:r>
          </a:p>
          <a:p>
            <a:pPr marL="557213" marR="0" lvl="1" indent="-214313" algn="l" defTabSz="457200" rtl="0" eaLnBrk="1" fontAlgn="auto" latinLnBrk="0" hangingPunct="1">
              <a:lnSpc>
                <a:spcPct val="100000"/>
              </a:lnSpc>
              <a:spcBef>
                <a:spcPts val="200"/>
              </a:spcBef>
              <a:spcAft>
                <a:spcPts val="200"/>
              </a:spcAft>
              <a:buClrTx/>
              <a:buSzPts val="1000"/>
              <a:buFont typeface="Arial MT"/>
              <a:buAutoNum type="alphaUcPeriod"/>
              <a:tabLst>
                <a:tab pos="385286" algn="l"/>
              </a:tabLst>
              <a:defRPr/>
            </a:pPr>
            <a:r>
              <a:rPr kumimoji="0" lang="en-US" sz="1100" b="0"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Information &amp; Technology</a:t>
            </a:r>
          </a:p>
          <a:p>
            <a:pPr marL="557213" marR="0" lvl="1" indent="-214313" algn="l" defTabSz="457200" rtl="0" eaLnBrk="1" fontAlgn="auto" latinLnBrk="0" hangingPunct="1">
              <a:lnSpc>
                <a:spcPct val="100000"/>
              </a:lnSpc>
              <a:spcBef>
                <a:spcPts val="200"/>
              </a:spcBef>
              <a:spcAft>
                <a:spcPts val="200"/>
              </a:spcAft>
              <a:buClrTx/>
              <a:buSzPts val="1000"/>
              <a:buFont typeface="Arial MT"/>
              <a:buAutoNum type="alphaUcPeriod"/>
              <a:tabLst>
                <a:tab pos="385286" algn="l"/>
              </a:tabLst>
              <a:defRPr/>
            </a:pPr>
            <a:r>
              <a:rPr kumimoji="0" lang="en-US" sz="1100" b="0"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Partners &amp; Suppliers</a:t>
            </a:r>
          </a:p>
          <a:p>
            <a:pPr marL="557213" marR="0" lvl="1" indent="-214313" algn="l" defTabSz="457200" rtl="0" eaLnBrk="1" fontAlgn="auto" latinLnBrk="0" hangingPunct="1">
              <a:lnSpc>
                <a:spcPct val="100000"/>
              </a:lnSpc>
              <a:spcBef>
                <a:spcPts val="200"/>
              </a:spcBef>
              <a:spcAft>
                <a:spcPts val="200"/>
              </a:spcAft>
              <a:buClrTx/>
              <a:buSzPts val="1000"/>
              <a:buFont typeface="Arial MT"/>
              <a:buAutoNum type="alphaUcPeriod"/>
              <a:tabLst>
                <a:tab pos="385286" algn="l"/>
              </a:tabLst>
              <a:defRPr/>
            </a:pPr>
            <a:r>
              <a:rPr kumimoji="0" lang="en-US" sz="1100" b="0"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Value streams &amp; Processes</a:t>
            </a:r>
          </a:p>
        </p:txBody>
      </p:sp>
      <p:grpSp>
        <p:nvGrpSpPr>
          <p:cNvPr id="2" name="Group 1">
            <a:extLst>
              <a:ext uri="{FF2B5EF4-FFF2-40B4-BE49-F238E27FC236}">
                <a16:creationId xmlns:a16="http://schemas.microsoft.com/office/drawing/2014/main" id="{494333F7-C691-4323-AF0F-46BC2F98DD76}"/>
              </a:ext>
            </a:extLst>
          </p:cNvPr>
          <p:cNvGrpSpPr/>
          <p:nvPr/>
        </p:nvGrpSpPr>
        <p:grpSpPr>
          <a:xfrm>
            <a:off x="542250" y="1929079"/>
            <a:ext cx="8353498" cy="288000"/>
            <a:chOff x="542250" y="1929079"/>
            <a:chExt cx="8353498" cy="288000"/>
          </a:xfrm>
        </p:grpSpPr>
        <p:sp>
          <p:nvSpPr>
            <p:cNvPr id="95" name="Rectangle 94">
              <a:extLst>
                <a:ext uri="{FF2B5EF4-FFF2-40B4-BE49-F238E27FC236}">
                  <a16:creationId xmlns:a16="http://schemas.microsoft.com/office/drawing/2014/main" id="{0ED88860-670A-4695-BD11-078C29EE8C67}"/>
                </a:ext>
              </a:extLst>
            </p:cNvPr>
            <p:cNvSpPr/>
            <p:nvPr/>
          </p:nvSpPr>
          <p:spPr>
            <a:xfrm>
              <a:off x="542250" y="2013557"/>
              <a:ext cx="8059500" cy="183600"/>
            </a:xfrm>
            <a:prstGeom prst="rect">
              <a:avLst/>
            </a:prstGeom>
            <a:solidFill>
              <a:srgbClr val="3D8065">
                <a:alpha val="20000"/>
              </a:srgbClr>
            </a:solidFill>
            <a:ln w="19050">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Arial"/>
                <a:ea typeface="+mn-ea"/>
                <a:cs typeface="+mn-cs"/>
              </a:endParaRPr>
            </a:p>
          </p:txBody>
        </p:sp>
        <p:pic>
          <p:nvPicPr>
            <p:cNvPr id="96" name="Picture 95" descr="Icon&#10;&#10;Description automatically generated">
              <a:hlinkClick r:id="rId3" action="ppaction://hlinksldjump"/>
              <a:extLst>
                <a:ext uri="{FF2B5EF4-FFF2-40B4-BE49-F238E27FC236}">
                  <a16:creationId xmlns:a16="http://schemas.microsoft.com/office/drawing/2014/main" id="{E6337F28-1AC9-4D93-B6CC-C4B539A0FCA5}"/>
                </a:ext>
              </a:extLst>
            </p:cNvPr>
            <p:cNvPicPr>
              <a:picLocks noChangeAspect="1"/>
            </p:cNvPicPr>
            <p:nvPr/>
          </p:nvPicPr>
          <p:blipFill>
            <a:blip r:embed="rId4"/>
            <a:stretch>
              <a:fillRect/>
            </a:stretch>
          </p:blipFill>
          <p:spPr>
            <a:xfrm>
              <a:off x="8607748" y="1929079"/>
              <a:ext cx="288000" cy="288000"/>
            </a:xfrm>
            <a:prstGeom prst="rect">
              <a:avLst/>
            </a:prstGeom>
          </p:spPr>
        </p:pic>
      </p:grpSp>
      <p:sp>
        <p:nvSpPr>
          <p:cNvPr id="20" name="Text Placeholder 4">
            <a:extLst>
              <a:ext uri="{FF2B5EF4-FFF2-40B4-BE49-F238E27FC236}">
                <a16:creationId xmlns:a16="http://schemas.microsoft.com/office/drawing/2014/main" id="{58F4C403-914C-4F48-A482-D628E36924D6}"/>
              </a:ext>
            </a:extLst>
          </p:cNvPr>
          <p:cNvSpPr>
            <a:spLocks noGrp="1"/>
          </p:cNvSpPr>
          <p:nvPr>
            <p:ph type="body" sz="quarter" idx="37"/>
          </p:nvPr>
        </p:nvSpPr>
        <p:spPr>
          <a:xfrm>
            <a:off x="425945" y="512635"/>
            <a:ext cx="8359468" cy="182130"/>
          </a:xfrm>
        </p:spPr>
        <p:txBody>
          <a:bodyPr/>
          <a:lstStyle/>
          <a:p>
            <a:r>
              <a:rPr lang="en-US">
                <a:latin typeface="Arial Narrow" panose="020B0606020202030204" pitchFamily="34" charset="0"/>
              </a:rPr>
              <a:t>Here below some multiple-choice questions</a:t>
            </a:r>
            <a:r>
              <a:rPr lang="en-GB">
                <a:latin typeface="Arial Narrow" panose="020B0606020202030204" pitchFamily="34" charset="0"/>
              </a:rPr>
              <a:t> on the topics addressed in this chapter</a:t>
            </a:r>
          </a:p>
        </p:txBody>
      </p:sp>
      <p:grpSp>
        <p:nvGrpSpPr>
          <p:cNvPr id="21" name="Group 20">
            <a:extLst>
              <a:ext uri="{FF2B5EF4-FFF2-40B4-BE49-F238E27FC236}">
                <a16:creationId xmlns:a16="http://schemas.microsoft.com/office/drawing/2014/main" id="{AA0CAE9F-7A45-454D-9EEB-EDF2FCAAFBC2}"/>
              </a:ext>
            </a:extLst>
          </p:cNvPr>
          <p:cNvGrpSpPr/>
          <p:nvPr/>
        </p:nvGrpSpPr>
        <p:grpSpPr>
          <a:xfrm>
            <a:off x="296705" y="878931"/>
            <a:ext cx="8302497" cy="356400"/>
            <a:chOff x="296705" y="878931"/>
            <a:chExt cx="8302497" cy="356400"/>
          </a:xfrm>
        </p:grpSpPr>
        <p:sp>
          <p:nvSpPr>
            <p:cNvPr id="22" name="Rectangle 21">
              <a:extLst>
                <a:ext uri="{FF2B5EF4-FFF2-40B4-BE49-F238E27FC236}">
                  <a16:creationId xmlns:a16="http://schemas.microsoft.com/office/drawing/2014/main" id="{A8BBDA8E-CA4B-4309-BD32-15BB0E3D7DCD}"/>
                </a:ext>
              </a:extLst>
            </p:cNvPr>
            <p:cNvSpPr/>
            <p:nvPr/>
          </p:nvSpPr>
          <p:spPr>
            <a:xfrm>
              <a:off x="540000" y="954936"/>
              <a:ext cx="8059202" cy="1843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46800" rIns="18000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white"/>
                  </a:solidFill>
                  <a:effectLst/>
                  <a:uLnTx/>
                  <a:uFillTx/>
                  <a:latin typeface="Arial Narrow" panose="020B0606020202030204" pitchFamily="34" charset="0"/>
                  <a:ea typeface="+mn-ea"/>
                  <a:cs typeface="+mn-cs"/>
                </a:rPr>
                <a:t>Question 3</a:t>
              </a:r>
            </a:p>
          </p:txBody>
        </p:sp>
        <p:grpSp>
          <p:nvGrpSpPr>
            <p:cNvPr id="23" name="Group 22">
              <a:extLst>
                <a:ext uri="{FF2B5EF4-FFF2-40B4-BE49-F238E27FC236}">
                  <a16:creationId xmlns:a16="http://schemas.microsoft.com/office/drawing/2014/main" id="{0F6E3503-1245-45EA-B540-71EFB8007FAD}"/>
                </a:ext>
              </a:extLst>
            </p:cNvPr>
            <p:cNvGrpSpPr/>
            <p:nvPr/>
          </p:nvGrpSpPr>
          <p:grpSpPr>
            <a:xfrm>
              <a:off x="296705" y="878931"/>
              <a:ext cx="356400" cy="356400"/>
              <a:chOff x="296705" y="878931"/>
              <a:chExt cx="356400" cy="356400"/>
            </a:xfrm>
          </p:grpSpPr>
          <p:sp>
            <p:nvSpPr>
              <p:cNvPr id="24" name="Oval 8">
                <a:extLst>
                  <a:ext uri="{FF2B5EF4-FFF2-40B4-BE49-F238E27FC236}">
                    <a16:creationId xmlns:a16="http://schemas.microsoft.com/office/drawing/2014/main" id="{8726A0FD-DF92-47FE-8FB3-5A14EB6C6C7C}"/>
                  </a:ext>
                </a:extLst>
              </p:cNvPr>
              <p:cNvSpPr/>
              <p:nvPr/>
            </p:nvSpPr>
            <p:spPr>
              <a:xfrm>
                <a:off x="296705" y="878931"/>
                <a:ext cx="356400" cy="356400"/>
              </a:xfrm>
              <a:prstGeom prst="ellipse">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pic>
            <p:nvPicPr>
              <p:cNvPr id="25" name="Graphic 24" descr="List outline">
                <a:extLst>
                  <a:ext uri="{FF2B5EF4-FFF2-40B4-BE49-F238E27FC236}">
                    <a16:creationId xmlns:a16="http://schemas.microsoft.com/office/drawing/2014/main" id="{CCFCE39E-3586-4097-B32B-E008C6DC3CB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43063" y="923348"/>
                <a:ext cx="261947" cy="262800"/>
              </a:xfrm>
              <a:prstGeom prst="rect">
                <a:avLst/>
              </a:prstGeom>
            </p:spPr>
          </p:pic>
        </p:grpSp>
      </p:grpSp>
      <p:sp>
        <p:nvSpPr>
          <p:cNvPr id="5" name="Slide Number Placeholder 4">
            <a:extLst>
              <a:ext uri="{FF2B5EF4-FFF2-40B4-BE49-F238E27FC236}">
                <a16:creationId xmlns:a16="http://schemas.microsoft.com/office/drawing/2014/main" id="{56B1227B-50B3-41EA-A2DF-CC9AEBEA164A}"/>
              </a:ext>
            </a:extLst>
          </p:cNvPr>
          <p:cNvSpPr>
            <a:spLocks noGrp="1"/>
          </p:cNvSpPr>
          <p:nvPr>
            <p:ph type="sldNum" sz="quarter" idx="35"/>
          </p:nvPr>
        </p:nvSpPr>
        <p:spPr/>
        <p:txBody>
          <a:bodyPr/>
          <a:lstStyle/>
          <a:p>
            <a:fld id="{9C18EA95-C3D3-214C-9452-EF8527DBCD86}" type="slidenum">
              <a:rPr lang="it-IT" smtClean="0"/>
              <a:pPr/>
              <a:t>27</a:t>
            </a:fld>
            <a:endParaRPr lang="it-IT"/>
          </a:p>
        </p:txBody>
      </p:sp>
      <p:sp>
        <p:nvSpPr>
          <p:cNvPr id="18" name="Rectangle 210">
            <a:extLst>
              <a:ext uri="{FF2B5EF4-FFF2-40B4-BE49-F238E27FC236}">
                <a16:creationId xmlns:a16="http://schemas.microsoft.com/office/drawing/2014/main" id="{319AA024-3A4B-47CE-BE6F-ADC32C319A16}"/>
              </a:ext>
            </a:extLst>
          </p:cNvPr>
          <p:cNvSpPr/>
          <p:nvPr/>
        </p:nvSpPr>
        <p:spPr>
          <a:xfrm>
            <a:off x="6902332" y="4909103"/>
            <a:ext cx="1697379" cy="215444"/>
          </a:xfrm>
          <a:prstGeom prst="rect">
            <a:avLst/>
          </a:prstGeom>
        </p:spPr>
        <p:txBody>
          <a:bodyPr wrap="square">
            <a:spAutoFit/>
          </a:bodyPr>
          <a:lstStyle/>
          <a:p>
            <a:pPr marR="0" lvl="0" algn="l" defTabSz="914400" rtl="0" eaLnBrk="1" fontAlgn="auto" latinLnBrk="0" hangingPunct="1">
              <a:spcBef>
                <a:spcPts val="0"/>
              </a:spcBef>
              <a:buClr>
                <a:srgbClr val="DA291C"/>
              </a:buClr>
              <a:buSzTx/>
              <a:tabLst/>
              <a:defRPr/>
            </a:pPr>
            <a:r>
              <a:rPr lang="en-GB" sz="800" kern="0">
                <a:solidFill>
                  <a:srgbClr val="0C2340"/>
                </a:solidFill>
                <a:latin typeface="Arial Narrow" panose="020B0606020202030204" pitchFamily="34" charset="0"/>
              </a:rPr>
              <a:t>Click on the icon to see the related slide</a:t>
            </a:r>
            <a:endParaRPr kumimoji="0" lang="en-GB" sz="800" i="0" u="none" strike="noStrike" kern="0" cap="none" spc="0" normalizeH="0" baseline="0">
              <a:ln>
                <a:noFill/>
              </a:ln>
              <a:solidFill>
                <a:srgbClr val="0C2340"/>
              </a:solidFill>
              <a:effectLst/>
              <a:uLnTx/>
              <a:uFillTx/>
              <a:latin typeface="Arial Narrow" panose="020B0606020202030204" pitchFamily="34" charset="0"/>
            </a:endParaRPr>
          </a:p>
        </p:txBody>
      </p:sp>
      <p:pic>
        <p:nvPicPr>
          <p:cNvPr id="19" name="Picture 18" descr="Icon&#10;&#10;Description automatically generated">
            <a:extLst>
              <a:ext uri="{FF2B5EF4-FFF2-40B4-BE49-F238E27FC236}">
                <a16:creationId xmlns:a16="http://schemas.microsoft.com/office/drawing/2014/main" id="{23017424-59FF-42E7-8D1A-A97D41CAED75}"/>
              </a:ext>
            </a:extLst>
          </p:cNvPr>
          <p:cNvPicPr>
            <a:picLocks noChangeAspect="1"/>
          </p:cNvPicPr>
          <p:nvPr/>
        </p:nvPicPr>
        <p:blipFill>
          <a:blip r:embed="rId4"/>
          <a:stretch>
            <a:fillRect/>
          </a:stretch>
        </p:blipFill>
        <p:spPr>
          <a:xfrm>
            <a:off x="6826418" y="4944825"/>
            <a:ext cx="144000" cy="144000"/>
          </a:xfrm>
          <a:prstGeom prst="rect">
            <a:avLst/>
          </a:prstGeom>
        </p:spPr>
      </p:pic>
      <p:sp>
        <p:nvSpPr>
          <p:cNvPr id="17" name="Rectangle 210">
            <a:extLst>
              <a:ext uri="{FF2B5EF4-FFF2-40B4-BE49-F238E27FC236}">
                <a16:creationId xmlns:a16="http://schemas.microsoft.com/office/drawing/2014/main" id="{D35157F0-D681-4585-93DF-13AD1E0A594D}"/>
              </a:ext>
            </a:extLst>
          </p:cNvPr>
          <p:cNvSpPr/>
          <p:nvPr/>
        </p:nvSpPr>
        <p:spPr>
          <a:xfrm>
            <a:off x="640323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1293635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ttangolo 39">
            <a:extLst>
              <a:ext uri="{FF2B5EF4-FFF2-40B4-BE49-F238E27FC236}">
                <a16:creationId xmlns:a16="http://schemas.microsoft.com/office/drawing/2014/main" id="{3EF4268C-A582-4BDE-B90D-DE24A5FB3868}"/>
              </a:ext>
            </a:extLst>
          </p:cNvPr>
          <p:cNvSpPr/>
          <p:nvPr/>
        </p:nvSpPr>
        <p:spPr>
          <a:xfrm>
            <a:off x="425647" y="650014"/>
            <a:ext cx="8243117" cy="4024800"/>
          </a:xfrm>
          <a:prstGeom prst="rect">
            <a:avLst/>
          </a:prstGeom>
          <a:solidFill>
            <a:schemeClr val="bg2">
              <a:lumMod val="95000"/>
            </a:schemeClr>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Chapter 3 </a:t>
            </a:r>
            <a:r>
              <a:rPr lang="en-GB">
                <a:latin typeface="Arial Narrow" panose="020B0606020202030204" pitchFamily="34" charset="0"/>
              </a:rPr>
              <a:t>| </a:t>
            </a:r>
            <a:r>
              <a:rPr lang="en-US">
                <a:solidFill>
                  <a:schemeClr val="accent3"/>
                </a:solidFill>
                <a:latin typeface="Arial Narrow" panose="020B0606020202030204" pitchFamily="34" charset="0"/>
              </a:rPr>
              <a:t>The ITIL 4 service value system</a:t>
            </a:r>
            <a:endParaRPr lang="en-GB">
              <a:latin typeface="Arial Narrow" panose="020B0606020202030204" pitchFamily="34" charset="0"/>
            </a:endParaRPr>
          </a:p>
        </p:txBody>
      </p:sp>
      <p:pic>
        <p:nvPicPr>
          <p:cNvPr id="23" name="Picture 22" descr="A picture containing text, little&#10;&#10;Description automatically generated">
            <a:extLst>
              <a:ext uri="{FF2B5EF4-FFF2-40B4-BE49-F238E27FC236}">
                <a16:creationId xmlns:a16="http://schemas.microsoft.com/office/drawing/2014/main" id="{C147858A-0DE8-48E8-8E35-854571F4DDDF}"/>
              </a:ext>
            </a:extLst>
          </p:cNvPr>
          <p:cNvPicPr>
            <a:picLocks/>
          </p:cNvPicPr>
          <p:nvPr/>
        </p:nvPicPr>
        <p:blipFill rotWithShape="1">
          <a:blip r:embed="rId3"/>
          <a:srcRect l="877" t="-280" r="1742" b="280"/>
          <a:stretch/>
        </p:blipFill>
        <p:spPr>
          <a:xfrm>
            <a:off x="5507292" y="644535"/>
            <a:ext cx="3155120" cy="4024800"/>
          </a:xfrm>
          <a:prstGeom prst="rect">
            <a:avLst/>
          </a:prstGeom>
        </p:spPr>
      </p:pic>
      <p:sp>
        <p:nvSpPr>
          <p:cNvPr id="5" name="Slide Number Placeholder 4">
            <a:extLst>
              <a:ext uri="{FF2B5EF4-FFF2-40B4-BE49-F238E27FC236}">
                <a16:creationId xmlns:a16="http://schemas.microsoft.com/office/drawing/2014/main" id="{95C1D283-877B-4028-9EBA-93E78FC04314}"/>
              </a:ext>
            </a:extLst>
          </p:cNvPr>
          <p:cNvSpPr>
            <a:spLocks noGrp="1"/>
          </p:cNvSpPr>
          <p:nvPr>
            <p:ph type="sldNum" sz="quarter" idx="35"/>
          </p:nvPr>
        </p:nvSpPr>
        <p:spPr/>
        <p:txBody>
          <a:bodyPr/>
          <a:lstStyle/>
          <a:p>
            <a:fld id="{9C18EA95-C3D3-214C-9452-EF8527DBCD86}" type="slidenum">
              <a:rPr lang="it-IT" smtClean="0"/>
              <a:pPr/>
              <a:t>28</a:t>
            </a:fld>
            <a:endParaRPr lang="it-IT"/>
          </a:p>
        </p:txBody>
      </p:sp>
      <p:cxnSp>
        <p:nvCxnSpPr>
          <p:cNvPr id="31" name="Straight Connector 52">
            <a:extLst>
              <a:ext uri="{FF2B5EF4-FFF2-40B4-BE49-F238E27FC236}">
                <a16:creationId xmlns:a16="http://schemas.microsoft.com/office/drawing/2014/main" id="{7D0A9770-203E-4FD6-904F-7B1723ED7ECE}"/>
              </a:ext>
            </a:extLst>
          </p:cNvPr>
          <p:cNvCxnSpPr>
            <a:cxnSpLocks/>
            <a:stCxn id="9" idx="2"/>
            <a:endCxn id="10" idx="6"/>
          </p:cNvCxnSpPr>
          <p:nvPr/>
        </p:nvCxnSpPr>
        <p:spPr>
          <a:xfrm flipH="1">
            <a:off x="1786018" y="2662414"/>
            <a:ext cx="440918" cy="0"/>
          </a:xfrm>
          <a:prstGeom prst="line">
            <a:avLst/>
          </a:prstGeom>
          <a:ln w="95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15" name="Straight Connector 52">
            <a:extLst>
              <a:ext uri="{FF2B5EF4-FFF2-40B4-BE49-F238E27FC236}">
                <a16:creationId xmlns:a16="http://schemas.microsoft.com/office/drawing/2014/main" id="{3A8916C1-6184-4666-844F-5007365B7170}"/>
              </a:ext>
            </a:extLst>
          </p:cNvPr>
          <p:cNvCxnSpPr>
            <a:cxnSpLocks/>
          </p:cNvCxnSpPr>
          <p:nvPr/>
        </p:nvCxnSpPr>
        <p:spPr>
          <a:xfrm flipH="1" flipV="1">
            <a:off x="2044831" y="1333279"/>
            <a:ext cx="886638" cy="1363213"/>
          </a:xfrm>
          <a:prstGeom prst="line">
            <a:avLst/>
          </a:prstGeom>
          <a:ln w="9525">
            <a:solidFill>
              <a:srgbClr val="BFBFBF"/>
            </a:solidFill>
          </a:ln>
        </p:spPr>
        <p:style>
          <a:lnRef idx="1">
            <a:schemeClr val="accent1"/>
          </a:lnRef>
          <a:fillRef idx="0">
            <a:schemeClr val="accent1"/>
          </a:fillRef>
          <a:effectRef idx="0">
            <a:schemeClr val="accent1"/>
          </a:effectRef>
          <a:fontRef idx="minor">
            <a:schemeClr val="tx1"/>
          </a:fontRef>
        </p:style>
      </p:cxnSp>
      <p:sp>
        <p:nvSpPr>
          <p:cNvPr id="10" name="Oval 2">
            <a:extLst>
              <a:ext uri="{FF2B5EF4-FFF2-40B4-BE49-F238E27FC236}">
                <a16:creationId xmlns:a16="http://schemas.microsoft.com/office/drawing/2014/main" id="{958063B6-090C-4ACF-BED7-8E45D1536A53}"/>
              </a:ext>
            </a:extLst>
          </p:cNvPr>
          <p:cNvSpPr>
            <a:spLocks noChangeAspect="1"/>
          </p:cNvSpPr>
          <p:nvPr/>
        </p:nvSpPr>
        <p:spPr>
          <a:xfrm>
            <a:off x="786349" y="2162579"/>
            <a:ext cx="999669" cy="999669"/>
          </a:xfrm>
          <a:prstGeom prst="ellipse">
            <a:avLst/>
          </a:prstGeom>
          <a:solidFill>
            <a:srgbClr val="BFBFB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b="1">
                <a:solidFill>
                  <a:prstClr val="white"/>
                </a:solidFill>
                <a:latin typeface="Arial Narrow" panose="020B0606020202030204" pitchFamily="34" charset="0"/>
              </a:rPr>
              <a:t>6. Course closure</a:t>
            </a:r>
            <a:endParaRPr kumimoji="0" lang="en-US" sz="1100" b="1"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cxnSp>
        <p:nvCxnSpPr>
          <p:cNvPr id="21" name="Straight Connector 52">
            <a:extLst>
              <a:ext uri="{FF2B5EF4-FFF2-40B4-BE49-F238E27FC236}">
                <a16:creationId xmlns:a16="http://schemas.microsoft.com/office/drawing/2014/main" id="{6C18C5DC-4FA4-438D-80FA-27DD2B223C25}"/>
              </a:ext>
            </a:extLst>
          </p:cNvPr>
          <p:cNvCxnSpPr>
            <a:cxnSpLocks/>
          </p:cNvCxnSpPr>
          <p:nvPr/>
        </p:nvCxnSpPr>
        <p:spPr>
          <a:xfrm flipV="1">
            <a:off x="2938435" y="1317602"/>
            <a:ext cx="914389" cy="1384311"/>
          </a:xfrm>
          <a:prstGeom prst="line">
            <a:avLst/>
          </a:prstGeom>
          <a:ln w="95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24" name="Straight Connector 52">
            <a:extLst>
              <a:ext uri="{FF2B5EF4-FFF2-40B4-BE49-F238E27FC236}">
                <a16:creationId xmlns:a16="http://schemas.microsoft.com/office/drawing/2014/main" id="{61CAC979-5DCA-4F34-8BD4-116922B1AE7E}"/>
              </a:ext>
            </a:extLst>
          </p:cNvPr>
          <p:cNvCxnSpPr>
            <a:cxnSpLocks/>
            <a:stCxn id="9" idx="6"/>
            <a:endCxn id="13" idx="2"/>
          </p:cNvCxnSpPr>
          <p:nvPr/>
        </p:nvCxnSpPr>
        <p:spPr>
          <a:xfrm>
            <a:off x="3697010" y="2662414"/>
            <a:ext cx="439255" cy="1"/>
          </a:xfrm>
          <a:prstGeom prst="line">
            <a:avLst/>
          </a:prstGeom>
          <a:ln w="95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27" name="Straight Connector 52">
            <a:extLst>
              <a:ext uri="{FF2B5EF4-FFF2-40B4-BE49-F238E27FC236}">
                <a16:creationId xmlns:a16="http://schemas.microsoft.com/office/drawing/2014/main" id="{4B211DBD-53A2-454D-B797-6A74E4097041}"/>
              </a:ext>
            </a:extLst>
          </p:cNvPr>
          <p:cNvCxnSpPr>
            <a:cxnSpLocks/>
          </p:cNvCxnSpPr>
          <p:nvPr/>
        </p:nvCxnSpPr>
        <p:spPr>
          <a:xfrm>
            <a:off x="2941343" y="2701913"/>
            <a:ext cx="918447" cy="1338553"/>
          </a:xfrm>
          <a:prstGeom prst="line">
            <a:avLst/>
          </a:prstGeom>
          <a:ln w="95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30" name="Straight Connector 52">
            <a:extLst>
              <a:ext uri="{FF2B5EF4-FFF2-40B4-BE49-F238E27FC236}">
                <a16:creationId xmlns:a16="http://schemas.microsoft.com/office/drawing/2014/main" id="{EFE31956-44DB-4F2F-93E1-2677E148B540}"/>
              </a:ext>
            </a:extLst>
          </p:cNvPr>
          <p:cNvCxnSpPr>
            <a:cxnSpLocks/>
          </p:cNvCxnSpPr>
          <p:nvPr/>
        </p:nvCxnSpPr>
        <p:spPr>
          <a:xfrm flipH="1">
            <a:off x="2073089" y="2667894"/>
            <a:ext cx="888885" cy="1334357"/>
          </a:xfrm>
          <a:prstGeom prst="line">
            <a:avLst/>
          </a:prstGeom>
          <a:ln w="9525">
            <a:solidFill>
              <a:srgbClr val="BFBFBF"/>
            </a:solidFill>
          </a:ln>
        </p:spPr>
        <p:style>
          <a:lnRef idx="1">
            <a:schemeClr val="accent1"/>
          </a:lnRef>
          <a:fillRef idx="0">
            <a:schemeClr val="accent1"/>
          </a:fillRef>
          <a:effectRef idx="0">
            <a:schemeClr val="accent1"/>
          </a:effectRef>
          <a:fontRef idx="minor">
            <a:schemeClr val="tx1"/>
          </a:fontRef>
        </p:style>
      </p:cxnSp>
      <p:sp>
        <p:nvSpPr>
          <p:cNvPr id="9" name="Oval 2">
            <a:extLst>
              <a:ext uri="{FF2B5EF4-FFF2-40B4-BE49-F238E27FC236}">
                <a16:creationId xmlns:a16="http://schemas.microsoft.com/office/drawing/2014/main" id="{DA4A816E-0BD9-4E99-98B8-500864D387B3}"/>
              </a:ext>
            </a:extLst>
          </p:cNvPr>
          <p:cNvSpPr>
            <a:spLocks noChangeAspect="1"/>
          </p:cNvSpPr>
          <p:nvPr/>
        </p:nvSpPr>
        <p:spPr>
          <a:xfrm>
            <a:off x="2226936" y="1927377"/>
            <a:ext cx="1470074" cy="1470074"/>
          </a:xfrm>
          <a:prstGeom prst="ellipse">
            <a:avLst/>
          </a:prstGeom>
          <a:solidFill>
            <a:schemeClr val="accent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Narrow" panose="020B0606020202030204" pitchFamily="34" charset="0"/>
                <a:ea typeface="+mn-ea"/>
                <a:cs typeface="+mn-cs"/>
              </a:rPr>
              <a:t>ITIL 4 Foundation learning path</a:t>
            </a:r>
          </a:p>
        </p:txBody>
      </p:sp>
      <p:sp>
        <p:nvSpPr>
          <p:cNvPr id="11" name="Oval 2">
            <a:extLst>
              <a:ext uri="{FF2B5EF4-FFF2-40B4-BE49-F238E27FC236}">
                <a16:creationId xmlns:a16="http://schemas.microsoft.com/office/drawing/2014/main" id="{380FA2DF-9B2F-4577-A4AE-44385AD3DFD7}"/>
              </a:ext>
            </a:extLst>
          </p:cNvPr>
          <p:cNvSpPr>
            <a:spLocks noChangeAspect="1"/>
          </p:cNvSpPr>
          <p:nvPr/>
        </p:nvSpPr>
        <p:spPr>
          <a:xfrm>
            <a:off x="3372759" y="848292"/>
            <a:ext cx="1002995" cy="1002995"/>
          </a:xfrm>
          <a:prstGeom prst="ellipse">
            <a:avLst/>
          </a:prstGeom>
          <a:solidFill>
            <a:srgbClr val="BFBFB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Narrow" panose="020B0606020202030204" pitchFamily="34" charset="0"/>
                <a:ea typeface="+mn-ea"/>
                <a:cs typeface="+mn-cs"/>
              </a:rPr>
              <a:t>2. The four dimensions of IT Service Management</a:t>
            </a:r>
          </a:p>
        </p:txBody>
      </p:sp>
      <p:sp>
        <p:nvSpPr>
          <p:cNvPr id="26" name="Oval 2">
            <a:extLst>
              <a:ext uri="{FF2B5EF4-FFF2-40B4-BE49-F238E27FC236}">
                <a16:creationId xmlns:a16="http://schemas.microsoft.com/office/drawing/2014/main" id="{3A3A7A08-9DA9-4A84-B86A-9D6F35C0F55C}"/>
              </a:ext>
            </a:extLst>
          </p:cNvPr>
          <p:cNvSpPr>
            <a:spLocks noChangeAspect="1"/>
          </p:cNvSpPr>
          <p:nvPr/>
        </p:nvSpPr>
        <p:spPr>
          <a:xfrm>
            <a:off x="4032962" y="2057614"/>
            <a:ext cx="1209600" cy="1209600"/>
          </a:xfrm>
          <a:prstGeom prst="ellipse">
            <a:avLst/>
          </a:prstGeom>
          <a:solidFill>
            <a:schemeClr val="accent4">
              <a:lumMod val="20000"/>
              <a:lumOff val="80000"/>
            </a:schemeClr>
          </a:solidFill>
          <a:ln w="127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sp>
        <p:nvSpPr>
          <p:cNvPr id="13" name="Oval 2">
            <a:extLst>
              <a:ext uri="{FF2B5EF4-FFF2-40B4-BE49-F238E27FC236}">
                <a16:creationId xmlns:a16="http://schemas.microsoft.com/office/drawing/2014/main" id="{1A1190BB-3B32-46AB-8DCD-051C97FA4E17}"/>
              </a:ext>
            </a:extLst>
          </p:cNvPr>
          <p:cNvSpPr>
            <a:spLocks noChangeAspect="1"/>
          </p:cNvSpPr>
          <p:nvPr/>
        </p:nvSpPr>
        <p:spPr>
          <a:xfrm>
            <a:off x="4136265" y="2160917"/>
            <a:ext cx="1002995" cy="1002995"/>
          </a:xfrm>
          <a:prstGeom prst="ellipse">
            <a:avLst/>
          </a:prstGeom>
          <a:solidFill>
            <a:schemeClr val="accent4"/>
          </a:solidFill>
          <a:ln w="127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Narrow" panose="020B0606020202030204" pitchFamily="34" charset="0"/>
                <a:ea typeface="+mn-ea"/>
                <a:cs typeface="+mn-cs"/>
              </a:rPr>
              <a:t>3. The ITIL 4 service value system</a:t>
            </a:r>
          </a:p>
        </p:txBody>
      </p:sp>
      <p:sp>
        <p:nvSpPr>
          <p:cNvPr id="12" name="Oval 2">
            <a:extLst>
              <a:ext uri="{FF2B5EF4-FFF2-40B4-BE49-F238E27FC236}">
                <a16:creationId xmlns:a16="http://schemas.microsoft.com/office/drawing/2014/main" id="{E51F58DF-6217-49A8-BB62-02A5658082C2}"/>
              </a:ext>
            </a:extLst>
          </p:cNvPr>
          <p:cNvSpPr>
            <a:spLocks noChangeAspect="1"/>
          </p:cNvSpPr>
          <p:nvPr/>
        </p:nvSpPr>
        <p:spPr>
          <a:xfrm>
            <a:off x="3363399" y="3475554"/>
            <a:ext cx="1002995" cy="1002995"/>
          </a:xfrm>
          <a:prstGeom prst="ellipse">
            <a:avLst/>
          </a:prstGeom>
          <a:solidFill>
            <a:srgbClr val="BFBFB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Narrow" panose="020B0606020202030204" pitchFamily="34" charset="0"/>
                <a:ea typeface="+mn-ea"/>
                <a:cs typeface="+mn-cs"/>
              </a:rPr>
              <a:t>4. ITIL 4 management practices</a:t>
            </a:r>
          </a:p>
        </p:txBody>
      </p:sp>
      <p:sp>
        <p:nvSpPr>
          <p:cNvPr id="14" name="Oval 2">
            <a:extLst>
              <a:ext uri="{FF2B5EF4-FFF2-40B4-BE49-F238E27FC236}">
                <a16:creationId xmlns:a16="http://schemas.microsoft.com/office/drawing/2014/main" id="{D442C554-67A6-4D4C-967E-4D9E5164C37F}"/>
              </a:ext>
            </a:extLst>
          </p:cNvPr>
          <p:cNvSpPr>
            <a:spLocks noChangeAspect="1"/>
          </p:cNvSpPr>
          <p:nvPr/>
        </p:nvSpPr>
        <p:spPr>
          <a:xfrm>
            <a:off x="1552420" y="3475554"/>
            <a:ext cx="1002995" cy="1002995"/>
          </a:xfrm>
          <a:prstGeom prst="ellipse">
            <a:avLst/>
          </a:prstGeom>
          <a:solidFill>
            <a:srgbClr val="BFBFB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Narrow" panose="020B0606020202030204" pitchFamily="34" charset="0"/>
                <a:ea typeface="+mn-ea"/>
                <a:cs typeface="+mn-cs"/>
              </a:rPr>
              <a:t>5. Exam simulation</a:t>
            </a:r>
          </a:p>
        </p:txBody>
      </p:sp>
      <p:sp>
        <p:nvSpPr>
          <p:cNvPr id="25" name="Oval 2">
            <a:extLst>
              <a:ext uri="{FF2B5EF4-FFF2-40B4-BE49-F238E27FC236}">
                <a16:creationId xmlns:a16="http://schemas.microsoft.com/office/drawing/2014/main" id="{455960C3-A1BE-4967-8A26-91E1770BCC9F}"/>
              </a:ext>
            </a:extLst>
          </p:cNvPr>
          <p:cNvSpPr>
            <a:spLocks noChangeAspect="1"/>
          </p:cNvSpPr>
          <p:nvPr/>
        </p:nvSpPr>
        <p:spPr>
          <a:xfrm>
            <a:off x="1554081" y="847943"/>
            <a:ext cx="999669" cy="999669"/>
          </a:xfrm>
          <a:prstGeom prst="ellipse">
            <a:avLst/>
          </a:prstGeom>
          <a:solidFill>
            <a:srgbClr val="BFBFB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Narrow" panose="020B0606020202030204" pitchFamily="34" charset="0"/>
                <a:ea typeface="+mn-ea"/>
                <a:cs typeface="+mn-cs"/>
              </a:rPr>
              <a:t>1. Key concepts of IT Service Management</a:t>
            </a:r>
          </a:p>
        </p:txBody>
      </p:sp>
    </p:spTree>
    <p:extLst>
      <p:ext uri="{BB962C8B-B14F-4D97-AF65-F5344CB8AC3E}">
        <p14:creationId xmlns:p14="http://schemas.microsoft.com/office/powerpoint/2010/main" val="34734139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The ITIL 4 Service Value System </a:t>
            </a:r>
            <a:r>
              <a:rPr lang="en-GB">
                <a:latin typeface="Arial Narrow" panose="020B0606020202030204" pitchFamily="34" charset="0"/>
              </a:rPr>
              <a:t>| </a:t>
            </a:r>
            <a:r>
              <a:rPr lang="en-GB">
                <a:solidFill>
                  <a:schemeClr val="accent3"/>
                </a:solidFill>
                <a:latin typeface="Arial Narrow" panose="020B0606020202030204" pitchFamily="34" charset="0"/>
              </a:rPr>
              <a:t>Learning objectives</a:t>
            </a:r>
            <a:endParaRPr lang="en-GB">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a:xfrm>
            <a:off x="425945" y="512635"/>
            <a:ext cx="8359468" cy="182130"/>
          </a:xfrm>
        </p:spPr>
        <p:txBody>
          <a:bodyPr/>
          <a:lstStyle/>
          <a:p>
            <a:r>
              <a:rPr lang="en-GB">
                <a:latin typeface="Arial Narrow" panose="020B0606020202030204" pitchFamily="34" charset="0"/>
              </a:rPr>
              <a:t>This chapter aims to provide a descriptions of the main components of the Service Value System and the series of related activities to deliver value </a:t>
            </a:r>
          </a:p>
        </p:txBody>
      </p:sp>
      <p:sp>
        <p:nvSpPr>
          <p:cNvPr id="40" name="Rectangle 31">
            <a:extLst>
              <a:ext uri="{FF2B5EF4-FFF2-40B4-BE49-F238E27FC236}">
                <a16:creationId xmlns:a16="http://schemas.microsoft.com/office/drawing/2014/main" id="{ACAD84AD-8CC7-4FBC-994C-B88EF1728CAD}"/>
              </a:ext>
            </a:extLst>
          </p:cNvPr>
          <p:cNvSpPr/>
          <p:nvPr/>
        </p:nvSpPr>
        <p:spPr>
          <a:xfrm>
            <a:off x="18000" y="2649641"/>
            <a:ext cx="9108000"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44083">
              <a:defRPr/>
            </a:pPr>
            <a:endParaRPr lang="en-GB" sz="1600">
              <a:solidFill>
                <a:srgbClr val="0C2340"/>
              </a:solidFill>
              <a:latin typeface="Arial Narrow" panose="020B0606020202030204" pitchFamily="34" charset="0"/>
            </a:endParaRPr>
          </a:p>
        </p:txBody>
      </p:sp>
      <p:sp>
        <p:nvSpPr>
          <p:cNvPr id="42" name="Rectangle 31">
            <a:extLst>
              <a:ext uri="{FF2B5EF4-FFF2-40B4-BE49-F238E27FC236}">
                <a16:creationId xmlns:a16="http://schemas.microsoft.com/office/drawing/2014/main" id="{6A3EB65F-11B8-43A2-9F0B-3AE2EEAC9F7B}"/>
              </a:ext>
            </a:extLst>
          </p:cNvPr>
          <p:cNvSpPr/>
          <p:nvPr/>
        </p:nvSpPr>
        <p:spPr>
          <a:xfrm>
            <a:off x="18000" y="2695549"/>
            <a:ext cx="9108000"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44083">
              <a:defRPr/>
            </a:pPr>
            <a:endParaRPr lang="en-GB" sz="1600">
              <a:solidFill>
                <a:srgbClr val="0C2340"/>
              </a:solidFill>
              <a:latin typeface="Arial Narrow" panose="020B0606020202030204" pitchFamily="34" charset="0"/>
            </a:endParaRPr>
          </a:p>
        </p:txBody>
      </p:sp>
      <p:sp>
        <p:nvSpPr>
          <p:cNvPr id="44" name="TextBox 11">
            <a:extLst>
              <a:ext uri="{FF2B5EF4-FFF2-40B4-BE49-F238E27FC236}">
                <a16:creationId xmlns:a16="http://schemas.microsoft.com/office/drawing/2014/main" id="{8D07C44A-2459-409A-AFE6-955DB8AD2C6C}"/>
              </a:ext>
            </a:extLst>
          </p:cNvPr>
          <p:cNvSpPr txBox="1"/>
          <p:nvPr/>
        </p:nvSpPr>
        <p:spPr>
          <a:xfrm>
            <a:off x="1106497" y="2541566"/>
            <a:ext cx="1795663" cy="307777"/>
          </a:xfrm>
          <a:prstGeom prst="rect">
            <a:avLst/>
          </a:prstGeom>
          <a:solidFill>
            <a:schemeClr val="bg1"/>
          </a:solidFill>
        </p:spPr>
        <p:txBody>
          <a:bodyPr wrap="square" rtlCol="0">
            <a:spAutoFit/>
          </a:bodyPr>
          <a:lstStyle/>
          <a:p>
            <a:pPr algn="ctr" defTabSz="914400"/>
            <a:r>
              <a:rPr lang="en-GB" sz="1400" b="1">
                <a:solidFill>
                  <a:schemeClr val="accent2"/>
                </a:solidFill>
                <a:latin typeface="Arial Narrow" panose="020B0606020202030204" pitchFamily="34" charset="0"/>
              </a:rPr>
              <a:t>Sections covered</a:t>
            </a:r>
            <a:endParaRPr lang="en-GB" sz="1400">
              <a:solidFill>
                <a:schemeClr val="accent2"/>
              </a:solidFill>
              <a:latin typeface="Arial Narrow" panose="020B0606020202030204" pitchFamily="34" charset="0"/>
            </a:endParaRPr>
          </a:p>
        </p:txBody>
      </p:sp>
      <p:sp>
        <p:nvSpPr>
          <p:cNvPr id="48" name="Rectangle 31">
            <a:extLst>
              <a:ext uri="{FF2B5EF4-FFF2-40B4-BE49-F238E27FC236}">
                <a16:creationId xmlns:a16="http://schemas.microsoft.com/office/drawing/2014/main" id="{BE7D2561-8C1C-480C-8D51-AB3DB1E1B41A}"/>
              </a:ext>
            </a:extLst>
          </p:cNvPr>
          <p:cNvSpPr/>
          <p:nvPr/>
        </p:nvSpPr>
        <p:spPr>
          <a:xfrm>
            <a:off x="18000" y="3183009"/>
            <a:ext cx="9108000" cy="295891"/>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44083">
              <a:defRPr/>
            </a:pPr>
            <a:endParaRPr lang="en-GB" sz="1600">
              <a:solidFill>
                <a:srgbClr val="0C2340"/>
              </a:solidFill>
              <a:latin typeface="Arial Narrow" panose="020B0606020202030204" pitchFamily="34" charset="0"/>
            </a:endParaRPr>
          </a:p>
        </p:txBody>
      </p:sp>
      <p:sp>
        <p:nvSpPr>
          <p:cNvPr id="56" name="TextBox 22">
            <a:extLst>
              <a:ext uri="{FF2B5EF4-FFF2-40B4-BE49-F238E27FC236}">
                <a16:creationId xmlns:a16="http://schemas.microsoft.com/office/drawing/2014/main" id="{63CFF4BA-5114-4C15-AE92-974F068A5E03}"/>
              </a:ext>
            </a:extLst>
          </p:cNvPr>
          <p:cNvSpPr txBox="1"/>
          <p:nvPr/>
        </p:nvSpPr>
        <p:spPr>
          <a:xfrm>
            <a:off x="4750721" y="985635"/>
            <a:ext cx="3600000" cy="276999"/>
          </a:xfrm>
          <a:prstGeom prst="rect">
            <a:avLst/>
          </a:prstGeom>
          <a:solidFill>
            <a:schemeClr val="accent1"/>
          </a:solidFill>
        </p:spPr>
        <p:txBody>
          <a:bodyPr wrap="square" rtlCol="0">
            <a:spAutoFit/>
          </a:bodyPr>
          <a:lstStyle/>
          <a:p>
            <a:pPr algn="ctr" defTabSz="685800"/>
            <a:r>
              <a:rPr lang="en-GB" sz="1200" b="1">
                <a:solidFill>
                  <a:schemeClr val="bg1"/>
                </a:solidFill>
                <a:latin typeface="Arial Narrow" panose="020B0606020202030204" pitchFamily="34" charset="0"/>
              </a:rPr>
              <a:t>Main keywords</a:t>
            </a:r>
          </a:p>
        </p:txBody>
      </p:sp>
      <p:sp>
        <p:nvSpPr>
          <p:cNvPr id="65" name="Oval 14">
            <a:extLst>
              <a:ext uri="{FF2B5EF4-FFF2-40B4-BE49-F238E27FC236}">
                <a16:creationId xmlns:a16="http://schemas.microsoft.com/office/drawing/2014/main" id="{E2017DA6-BEEC-4627-BF85-6602BF159C31}"/>
              </a:ext>
            </a:extLst>
          </p:cNvPr>
          <p:cNvSpPr/>
          <p:nvPr/>
        </p:nvSpPr>
        <p:spPr>
          <a:xfrm>
            <a:off x="7765963" y="962536"/>
            <a:ext cx="989648" cy="981817"/>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latin typeface="Arial Narrow" panose="020B0606020202030204" pitchFamily="34" charset="0"/>
            </a:endParaRPr>
          </a:p>
        </p:txBody>
      </p:sp>
      <p:sp>
        <p:nvSpPr>
          <p:cNvPr id="72" name="Rectangle 1">
            <a:extLst>
              <a:ext uri="{FF2B5EF4-FFF2-40B4-BE49-F238E27FC236}">
                <a16:creationId xmlns:a16="http://schemas.microsoft.com/office/drawing/2014/main" id="{B945589C-C7B3-4AC6-93AE-F391D318D248}"/>
              </a:ext>
            </a:extLst>
          </p:cNvPr>
          <p:cNvSpPr/>
          <p:nvPr/>
        </p:nvSpPr>
        <p:spPr>
          <a:xfrm>
            <a:off x="4750720" y="1273752"/>
            <a:ext cx="3348000" cy="1008000"/>
          </a:xfrm>
          <a:prstGeom prst="rect">
            <a:avLst/>
          </a:prstGeom>
        </p:spPr>
        <p:txBody>
          <a:bodyPr wrap="square" numCol="2" spcCol="180000">
            <a:spAutoFit/>
          </a:bodyPr>
          <a:lstStyle/>
          <a:p>
            <a:pPr marL="214313" indent="-214313">
              <a:lnSpc>
                <a:spcPct val="120000"/>
              </a:lnSpc>
              <a:buClr>
                <a:schemeClr val="accent2"/>
              </a:buClr>
              <a:buFont typeface="Wingdings" panose="05000000000000000000" pitchFamily="2" charset="2"/>
              <a:buChar char="§"/>
            </a:pPr>
            <a:r>
              <a:rPr lang="en-GB" sz="1100" b="1">
                <a:solidFill>
                  <a:schemeClr val="accent1"/>
                </a:solidFill>
                <a:latin typeface="Arial Narrow" panose="020B0606020202030204" pitchFamily="34" charset="0"/>
              </a:rPr>
              <a:t>System</a:t>
            </a:r>
          </a:p>
          <a:p>
            <a:pPr marL="214313" indent="-214313">
              <a:lnSpc>
                <a:spcPct val="120000"/>
              </a:lnSpc>
              <a:buClr>
                <a:schemeClr val="accent2"/>
              </a:buClr>
              <a:buFont typeface="Wingdings" panose="05000000000000000000" pitchFamily="2" charset="2"/>
              <a:buChar char="§"/>
            </a:pPr>
            <a:r>
              <a:rPr lang="en-GB" sz="1100" b="1">
                <a:solidFill>
                  <a:schemeClr val="accent1"/>
                </a:solidFill>
                <a:latin typeface="Arial Narrow" panose="020B0606020202030204" pitchFamily="34" charset="0"/>
              </a:rPr>
              <a:t>Demand</a:t>
            </a:r>
          </a:p>
          <a:p>
            <a:pPr marL="214313" indent="-214313">
              <a:lnSpc>
                <a:spcPct val="120000"/>
              </a:lnSpc>
              <a:buClr>
                <a:schemeClr val="accent2"/>
              </a:buClr>
              <a:buFont typeface="Wingdings" panose="05000000000000000000" pitchFamily="2" charset="2"/>
              <a:buChar char="§"/>
            </a:pPr>
            <a:r>
              <a:rPr lang="en-GB" sz="1100" b="1">
                <a:solidFill>
                  <a:schemeClr val="accent1"/>
                </a:solidFill>
                <a:latin typeface="Arial Narrow" panose="020B0606020202030204" pitchFamily="34" charset="0"/>
              </a:rPr>
              <a:t>Governance</a:t>
            </a:r>
          </a:p>
          <a:p>
            <a:pPr marL="214313" indent="-214313">
              <a:lnSpc>
                <a:spcPct val="120000"/>
              </a:lnSpc>
              <a:buClr>
                <a:schemeClr val="accent2"/>
              </a:buClr>
              <a:buFont typeface="Wingdings" panose="05000000000000000000" pitchFamily="2" charset="2"/>
              <a:buChar char="§"/>
            </a:pPr>
            <a:r>
              <a:rPr lang="en-GB" sz="1100" b="1">
                <a:solidFill>
                  <a:schemeClr val="accent1"/>
                </a:solidFill>
                <a:latin typeface="Arial Narrow" panose="020B0606020202030204" pitchFamily="34" charset="0"/>
              </a:rPr>
              <a:t>Opportunity</a:t>
            </a:r>
          </a:p>
          <a:p>
            <a:pPr marL="214313" indent="-214313">
              <a:lnSpc>
                <a:spcPct val="120000"/>
              </a:lnSpc>
              <a:buClr>
                <a:schemeClr val="accent2"/>
              </a:buClr>
              <a:buFont typeface="Wingdings" panose="05000000000000000000" pitchFamily="2" charset="2"/>
              <a:buChar char="§"/>
            </a:pPr>
            <a:r>
              <a:rPr lang="en-GB" sz="1100" b="1">
                <a:solidFill>
                  <a:schemeClr val="accent1"/>
                </a:solidFill>
                <a:latin typeface="Arial Narrow" panose="020B0606020202030204" pitchFamily="34" charset="0"/>
              </a:rPr>
              <a:t>Value system</a:t>
            </a:r>
          </a:p>
          <a:p>
            <a:pPr marL="214313" indent="-214313">
              <a:lnSpc>
                <a:spcPct val="120000"/>
              </a:lnSpc>
              <a:buClr>
                <a:schemeClr val="accent2"/>
              </a:buClr>
              <a:buFont typeface="Wingdings" panose="05000000000000000000" pitchFamily="2" charset="2"/>
              <a:buChar char="§"/>
            </a:pPr>
            <a:r>
              <a:rPr lang="en-GB" sz="1100" b="1">
                <a:solidFill>
                  <a:schemeClr val="accent1"/>
                </a:solidFill>
                <a:latin typeface="Arial Narrow" panose="020B0606020202030204" pitchFamily="34" charset="0"/>
              </a:rPr>
              <a:t>Value Chain</a:t>
            </a:r>
          </a:p>
          <a:p>
            <a:pPr marL="214313" indent="-214313">
              <a:lnSpc>
                <a:spcPct val="120000"/>
              </a:lnSpc>
              <a:buClr>
                <a:schemeClr val="accent2"/>
              </a:buClr>
              <a:buFont typeface="Wingdings" panose="05000000000000000000" pitchFamily="2" charset="2"/>
              <a:buChar char="§"/>
            </a:pPr>
            <a:r>
              <a:rPr lang="en-GB" sz="1100" b="1">
                <a:solidFill>
                  <a:schemeClr val="accent1"/>
                </a:solidFill>
                <a:latin typeface="Arial Narrow" panose="020B0606020202030204" pitchFamily="34" charset="0"/>
              </a:rPr>
              <a:t>Practices</a:t>
            </a:r>
          </a:p>
          <a:p>
            <a:pPr marL="214313" indent="-214313">
              <a:lnSpc>
                <a:spcPct val="120000"/>
              </a:lnSpc>
              <a:buClr>
                <a:schemeClr val="accent2"/>
              </a:buClr>
              <a:buFont typeface="Wingdings" panose="05000000000000000000" pitchFamily="2" charset="2"/>
              <a:buChar char="§"/>
            </a:pPr>
            <a:r>
              <a:rPr lang="en-GB" sz="1100" b="1">
                <a:solidFill>
                  <a:schemeClr val="accent1"/>
                </a:solidFill>
                <a:latin typeface="Arial Narrow" panose="020B0606020202030204" pitchFamily="34" charset="0"/>
              </a:rPr>
              <a:t>Activities</a:t>
            </a:r>
          </a:p>
        </p:txBody>
      </p:sp>
      <p:pic>
        <p:nvPicPr>
          <p:cNvPr id="14" name="Elemento grafico 13" descr="Chiave con riempimento a tinta unita">
            <a:extLst>
              <a:ext uri="{FF2B5EF4-FFF2-40B4-BE49-F238E27FC236}">
                <a16:creationId xmlns:a16="http://schemas.microsoft.com/office/drawing/2014/main" id="{30BE0810-D371-44D6-8E9A-C83EADF2885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82936" y="1075593"/>
            <a:ext cx="755703" cy="755703"/>
          </a:xfrm>
          <a:prstGeom prst="rect">
            <a:avLst/>
          </a:prstGeom>
        </p:spPr>
      </p:pic>
      <p:sp>
        <p:nvSpPr>
          <p:cNvPr id="45" name="Rectangle 1">
            <a:extLst>
              <a:ext uri="{FF2B5EF4-FFF2-40B4-BE49-F238E27FC236}">
                <a16:creationId xmlns:a16="http://schemas.microsoft.com/office/drawing/2014/main" id="{D6D01C9D-529C-4D8C-97F1-748BD7824B7C}"/>
              </a:ext>
            </a:extLst>
          </p:cNvPr>
          <p:cNvSpPr/>
          <p:nvPr/>
        </p:nvSpPr>
        <p:spPr>
          <a:xfrm>
            <a:off x="1415965" y="1273752"/>
            <a:ext cx="3293437" cy="1088631"/>
          </a:xfrm>
          <a:prstGeom prst="rect">
            <a:avLst/>
          </a:prstGeom>
        </p:spPr>
        <p:txBody>
          <a:bodyPr wrap="square">
            <a:spAutoFit/>
          </a:bodyPr>
          <a:lstStyle/>
          <a:p>
            <a:pPr marL="214313" indent="-214313">
              <a:lnSpc>
                <a:spcPct val="120000"/>
              </a:lnSpc>
              <a:buClr>
                <a:schemeClr val="accent2"/>
              </a:buClr>
              <a:buFont typeface="Wingdings" panose="05000000000000000000" pitchFamily="2" charset="2"/>
              <a:buChar char="§"/>
            </a:pPr>
            <a:r>
              <a:rPr lang="en-GB" sz="1100">
                <a:solidFill>
                  <a:schemeClr val="accent1"/>
                </a:solidFill>
                <a:latin typeface="Arial Narrow" panose="020B0606020202030204" pitchFamily="34" charset="0"/>
              </a:rPr>
              <a:t>Present </a:t>
            </a:r>
            <a:r>
              <a:rPr lang="en-GB" sz="1100" b="1">
                <a:solidFill>
                  <a:schemeClr val="accent1"/>
                </a:solidFill>
                <a:latin typeface="Arial Narrow" panose="020B0606020202030204" pitchFamily="34" charset="0"/>
              </a:rPr>
              <a:t>the Service Value System (SVS) </a:t>
            </a:r>
            <a:r>
              <a:rPr lang="en-GB" sz="1100">
                <a:solidFill>
                  <a:schemeClr val="accent1"/>
                </a:solidFill>
                <a:latin typeface="Arial Narrow" panose="020B0606020202030204" pitchFamily="34" charset="0"/>
              </a:rPr>
              <a:t>and its main elements</a:t>
            </a:r>
          </a:p>
          <a:p>
            <a:pPr marL="214313" indent="-214313">
              <a:lnSpc>
                <a:spcPct val="120000"/>
              </a:lnSpc>
              <a:buClr>
                <a:schemeClr val="accent2"/>
              </a:buClr>
              <a:buFont typeface="Wingdings" panose="05000000000000000000" pitchFamily="2" charset="2"/>
              <a:buChar char="§"/>
            </a:pPr>
            <a:r>
              <a:rPr lang="en-GB" sz="1100">
                <a:solidFill>
                  <a:schemeClr val="accent1"/>
                </a:solidFill>
                <a:latin typeface="Arial Narrow" panose="020B0606020202030204" pitchFamily="34" charset="0"/>
              </a:rPr>
              <a:t>Present </a:t>
            </a:r>
            <a:r>
              <a:rPr lang="en-GB" sz="1100" b="1">
                <a:solidFill>
                  <a:schemeClr val="accent1"/>
                </a:solidFill>
                <a:latin typeface="Arial Narrow" panose="020B0606020202030204" pitchFamily="34" charset="0"/>
              </a:rPr>
              <a:t>the Service Value Chain (SVC) </a:t>
            </a:r>
            <a:r>
              <a:rPr lang="en-GB" sz="1100">
                <a:solidFill>
                  <a:schemeClr val="accent1"/>
                </a:solidFill>
                <a:latin typeface="Arial Narrow" panose="020B0606020202030204" pitchFamily="34" charset="0"/>
              </a:rPr>
              <a:t>and its main activities</a:t>
            </a:r>
          </a:p>
          <a:p>
            <a:pPr marL="214313" indent="-214313">
              <a:lnSpc>
                <a:spcPct val="120000"/>
              </a:lnSpc>
              <a:buClr>
                <a:schemeClr val="accent2"/>
              </a:buClr>
              <a:buFont typeface="Wingdings" panose="05000000000000000000" pitchFamily="2" charset="2"/>
              <a:buChar char="§"/>
            </a:pPr>
            <a:r>
              <a:rPr lang="en-GB" sz="1100">
                <a:solidFill>
                  <a:schemeClr val="accent1"/>
                </a:solidFill>
                <a:latin typeface="Arial Narrow" panose="020B0606020202030204" pitchFamily="34" charset="0"/>
              </a:rPr>
              <a:t>Define the path to deliver </a:t>
            </a:r>
            <a:r>
              <a:rPr lang="en-GB" sz="1100" b="1">
                <a:solidFill>
                  <a:schemeClr val="accent1"/>
                </a:solidFill>
                <a:latin typeface="Arial Narrow" panose="020B0606020202030204" pitchFamily="34" charset="0"/>
              </a:rPr>
              <a:t>value to customer</a:t>
            </a:r>
          </a:p>
        </p:txBody>
      </p:sp>
      <p:sp>
        <p:nvSpPr>
          <p:cNvPr id="46" name="TextBox 22">
            <a:extLst>
              <a:ext uri="{FF2B5EF4-FFF2-40B4-BE49-F238E27FC236}">
                <a16:creationId xmlns:a16="http://schemas.microsoft.com/office/drawing/2014/main" id="{0E98A110-8197-4A20-9D71-EB50CB4943E2}"/>
              </a:ext>
            </a:extLst>
          </p:cNvPr>
          <p:cNvSpPr txBox="1"/>
          <p:nvPr/>
        </p:nvSpPr>
        <p:spPr>
          <a:xfrm>
            <a:off x="971122" y="985635"/>
            <a:ext cx="3738280" cy="276999"/>
          </a:xfrm>
          <a:prstGeom prst="rect">
            <a:avLst/>
          </a:prstGeom>
          <a:solidFill>
            <a:schemeClr val="accent1"/>
          </a:solidFill>
        </p:spPr>
        <p:txBody>
          <a:bodyPr wrap="square" rtlCol="0">
            <a:spAutoFit/>
          </a:bodyPr>
          <a:lstStyle/>
          <a:p>
            <a:pPr algn="ctr" defTabSz="685800"/>
            <a:r>
              <a:rPr lang="en-GB" sz="1200" b="1">
                <a:solidFill>
                  <a:schemeClr val="bg1"/>
                </a:solidFill>
                <a:latin typeface="Arial Narrow" panose="020B0606020202030204" pitchFamily="34" charset="0"/>
              </a:rPr>
              <a:t>Objectives</a:t>
            </a:r>
          </a:p>
        </p:txBody>
      </p:sp>
      <p:sp>
        <p:nvSpPr>
          <p:cNvPr id="47" name="Oval 14">
            <a:extLst>
              <a:ext uri="{FF2B5EF4-FFF2-40B4-BE49-F238E27FC236}">
                <a16:creationId xmlns:a16="http://schemas.microsoft.com/office/drawing/2014/main" id="{57DE8F92-7E2A-409D-BAEF-102DA6F17DD6}"/>
              </a:ext>
            </a:extLst>
          </p:cNvPr>
          <p:cNvSpPr/>
          <p:nvPr/>
        </p:nvSpPr>
        <p:spPr>
          <a:xfrm>
            <a:off x="388390" y="962536"/>
            <a:ext cx="989648" cy="981817"/>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latin typeface="Arial Narrow" panose="020B0606020202030204" pitchFamily="34" charset="0"/>
            </a:endParaRPr>
          </a:p>
        </p:txBody>
      </p:sp>
      <p:grpSp>
        <p:nvGrpSpPr>
          <p:cNvPr id="49" name="Group 16">
            <a:extLst>
              <a:ext uri="{FF2B5EF4-FFF2-40B4-BE49-F238E27FC236}">
                <a16:creationId xmlns:a16="http://schemas.microsoft.com/office/drawing/2014/main" id="{9EA0C1D1-ED16-45E9-90DC-7C93BE27B97A}"/>
              </a:ext>
            </a:extLst>
          </p:cNvPr>
          <p:cNvGrpSpPr/>
          <p:nvPr/>
        </p:nvGrpSpPr>
        <p:grpSpPr>
          <a:xfrm>
            <a:off x="573672" y="1235943"/>
            <a:ext cx="618530" cy="434965"/>
            <a:chOff x="808193" y="4678532"/>
            <a:chExt cx="855892" cy="593349"/>
          </a:xfrm>
          <a:solidFill>
            <a:srgbClr val="0B233E"/>
          </a:solidFill>
        </p:grpSpPr>
        <p:sp>
          <p:nvSpPr>
            <p:cNvPr id="50" name="Freeform 26">
              <a:extLst>
                <a:ext uri="{FF2B5EF4-FFF2-40B4-BE49-F238E27FC236}">
                  <a16:creationId xmlns:a16="http://schemas.microsoft.com/office/drawing/2014/main" id="{E02B2104-2DF3-4924-80C5-5CBBB81F024D}"/>
                </a:ext>
              </a:extLst>
            </p:cNvPr>
            <p:cNvSpPr>
              <a:spLocks/>
            </p:cNvSpPr>
            <p:nvPr/>
          </p:nvSpPr>
          <p:spPr bwMode="auto">
            <a:xfrm>
              <a:off x="883455" y="4967329"/>
              <a:ext cx="129522" cy="126021"/>
            </a:xfrm>
            <a:custGeom>
              <a:avLst/>
              <a:gdLst>
                <a:gd name="T0" fmla="*/ 40 w 45"/>
                <a:gd name="T1" fmla="*/ 0 h 44"/>
                <a:gd name="T2" fmla="*/ 0 w 45"/>
                <a:gd name="T3" fmla="*/ 40 h 44"/>
                <a:gd name="T4" fmla="*/ 5 w 45"/>
                <a:gd name="T5" fmla="*/ 44 h 44"/>
                <a:gd name="T6" fmla="*/ 10 w 45"/>
                <a:gd name="T7" fmla="*/ 40 h 44"/>
                <a:gd name="T8" fmla="*/ 40 w 45"/>
                <a:gd name="T9" fmla="*/ 9 h 44"/>
                <a:gd name="T10" fmla="*/ 45 w 45"/>
                <a:gd name="T11" fmla="*/ 4 h 44"/>
                <a:gd name="T12" fmla="*/ 40 w 45"/>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45" h="44">
                  <a:moveTo>
                    <a:pt x="40" y="0"/>
                  </a:moveTo>
                  <a:cubicBezTo>
                    <a:pt x="18" y="0"/>
                    <a:pt x="0" y="18"/>
                    <a:pt x="0" y="40"/>
                  </a:cubicBezTo>
                  <a:cubicBezTo>
                    <a:pt x="0" y="42"/>
                    <a:pt x="2" y="44"/>
                    <a:pt x="5" y="44"/>
                  </a:cubicBezTo>
                  <a:cubicBezTo>
                    <a:pt x="8" y="44"/>
                    <a:pt x="10" y="42"/>
                    <a:pt x="10" y="40"/>
                  </a:cubicBezTo>
                  <a:cubicBezTo>
                    <a:pt x="10" y="23"/>
                    <a:pt x="23" y="9"/>
                    <a:pt x="40" y="9"/>
                  </a:cubicBezTo>
                  <a:cubicBezTo>
                    <a:pt x="43" y="9"/>
                    <a:pt x="45" y="7"/>
                    <a:pt x="45" y="4"/>
                  </a:cubicBezTo>
                  <a:cubicBezTo>
                    <a:pt x="45" y="2"/>
                    <a:pt x="43" y="0"/>
                    <a:pt x="40"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56710" tIns="28355" rIns="56710" bIns="28355" numCol="1" anchor="t" anchorCtr="0" compatLnSpc="1">
              <a:prstTxWarp prst="textNoShape">
                <a:avLst/>
              </a:prstTxWarp>
            </a:bodyPr>
            <a:lstStyle/>
            <a:p>
              <a:pPr defTabSz="514350"/>
              <a:endParaRPr lang="en-GB" sz="1241">
                <a:solidFill>
                  <a:prstClr val="black"/>
                </a:solidFill>
                <a:latin typeface="Arial Narrow" panose="020B0606020202030204" pitchFamily="34" charset="0"/>
              </a:endParaRPr>
            </a:p>
          </p:txBody>
        </p:sp>
        <p:sp>
          <p:nvSpPr>
            <p:cNvPr id="52" name="Freeform 27">
              <a:extLst>
                <a:ext uri="{FF2B5EF4-FFF2-40B4-BE49-F238E27FC236}">
                  <a16:creationId xmlns:a16="http://schemas.microsoft.com/office/drawing/2014/main" id="{4AEDBD40-7D44-4746-ADCB-275B24328822}"/>
                </a:ext>
              </a:extLst>
            </p:cNvPr>
            <p:cNvSpPr>
              <a:spLocks/>
            </p:cNvSpPr>
            <p:nvPr/>
          </p:nvSpPr>
          <p:spPr bwMode="auto">
            <a:xfrm>
              <a:off x="1357785" y="4967329"/>
              <a:ext cx="127771" cy="126021"/>
            </a:xfrm>
            <a:custGeom>
              <a:avLst/>
              <a:gdLst>
                <a:gd name="T0" fmla="*/ 40 w 44"/>
                <a:gd name="T1" fmla="*/ 0 h 44"/>
                <a:gd name="T2" fmla="*/ 0 w 44"/>
                <a:gd name="T3" fmla="*/ 40 h 44"/>
                <a:gd name="T4" fmla="*/ 5 w 44"/>
                <a:gd name="T5" fmla="*/ 44 h 44"/>
                <a:gd name="T6" fmla="*/ 9 w 44"/>
                <a:gd name="T7" fmla="*/ 40 h 44"/>
                <a:gd name="T8" fmla="*/ 40 w 44"/>
                <a:gd name="T9" fmla="*/ 9 h 44"/>
                <a:gd name="T10" fmla="*/ 44 w 44"/>
                <a:gd name="T11" fmla="*/ 4 h 44"/>
                <a:gd name="T12" fmla="*/ 40 w 44"/>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44" h="44">
                  <a:moveTo>
                    <a:pt x="40" y="0"/>
                  </a:moveTo>
                  <a:cubicBezTo>
                    <a:pt x="18" y="0"/>
                    <a:pt x="0" y="18"/>
                    <a:pt x="0" y="40"/>
                  </a:cubicBezTo>
                  <a:cubicBezTo>
                    <a:pt x="0" y="42"/>
                    <a:pt x="2" y="44"/>
                    <a:pt x="5" y="44"/>
                  </a:cubicBezTo>
                  <a:cubicBezTo>
                    <a:pt x="7" y="44"/>
                    <a:pt x="9" y="42"/>
                    <a:pt x="9" y="40"/>
                  </a:cubicBezTo>
                  <a:cubicBezTo>
                    <a:pt x="9" y="23"/>
                    <a:pt x="23" y="9"/>
                    <a:pt x="40" y="9"/>
                  </a:cubicBezTo>
                  <a:cubicBezTo>
                    <a:pt x="42" y="9"/>
                    <a:pt x="44" y="7"/>
                    <a:pt x="44" y="4"/>
                  </a:cubicBezTo>
                  <a:cubicBezTo>
                    <a:pt x="44" y="2"/>
                    <a:pt x="42" y="0"/>
                    <a:pt x="40"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56710" tIns="28355" rIns="56710" bIns="28355" numCol="1" anchor="t" anchorCtr="0" compatLnSpc="1">
              <a:prstTxWarp prst="textNoShape">
                <a:avLst/>
              </a:prstTxWarp>
            </a:bodyPr>
            <a:lstStyle/>
            <a:p>
              <a:pPr defTabSz="514350"/>
              <a:endParaRPr lang="en-GB" sz="1241">
                <a:solidFill>
                  <a:prstClr val="black"/>
                </a:solidFill>
                <a:latin typeface="Arial Narrow" panose="020B0606020202030204" pitchFamily="34" charset="0"/>
              </a:endParaRPr>
            </a:p>
          </p:txBody>
        </p:sp>
        <p:sp>
          <p:nvSpPr>
            <p:cNvPr id="53" name="Freeform 28">
              <a:extLst>
                <a:ext uri="{FF2B5EF4-FFF2-40B4-BE49-F238E27FC236}">
                  <a16:creationId xmlns:a16="http://schemas.microsoft.com/office/drawing/2014/main" id="{259E7E8D-D036-4F5D-B9A7-DAF46F4268F4}"/>
                </a:ext>
              </a:extLst>
            </p:cNvPr>
            <p:cNvSpPr>
              <a:spLocks/>
            </p:cNvSpPr>
            <p:nvPr/>
          </p:nvSpPr>
          <p:spPr bwMode="auto">
            <a:xfrm>
              <a:off x="934214" y="4678532"/>
              <a:ext cx="600350" cy="222288"/>
            </a:xfrm>
            <a:custGeom>
              <a:avLst/>
              <a:gdLst>
                <a:gd name="T0" fmla="*/ 81 w 208"/>
                <a:gd name="T1" fmla="*/ 77 h 77"/>
                <a:gd name="T2" fmla="*/ 128 w 208"/>
                <a:gd name="T3" fmla="*/ 77 h 77"/>
                <a:gd name="T4" fmla="*/ 184 w 208"/>
                <a:gd name="T5" fmla="*/ 52 h 77"/>
                <a:gd name="T6" fmla="*/ 208 w 208"/>
                <a:gd name="T7" fmla="*/ 56 h 77"/>
                <a:gd name="T8" fmla="*/ 181 w 208"/>
                <a:gd name="T9" fmla="*/ 18 h 77"/>
                <a:gd name="T10" fmla="*/ 177 w 208"/>
                <a:gd name="T11" fmla="*/ 11 h 77"/>
                <a:gd name="T12" fmla="*/ 177 w 208"/>
                <a:gd name="T13" fmla="*/ 11 h 77"/>
                <a:gd name="T14" fmla="*/ 177 w 208"/>
                <a:gd name="T15" fmla="*/ 11 h 77"/>
                <a:gd name="T16" fmla="*/ 152 w 208"/>
                <a:gd name="T17" fmla="*/ 0 h 77"/>
                <a:gd name="T18" fmla="*/ 127 w 208"/>
                <a:gd name="T19" fmla="*/ 11 h 77"/>
                <a:gd name="T20" fmla="*/ 82 w 208"/>
                <a:gd name="T21" fmla="*/ 11 h 77"/>
                <a:gd name="T22" fmla="*/ 57 w 208"/>
                <a:gd name="T23" fmla="*/ 0 h 77"/>
                <a:gd name="T24" fmla="*/ 32 w 208"/>
                <a:gd name="T25" fmla="*/ 11 h 77"/>
                <a:gd name="T26" fmla="*/ 32 w 208"/>
                <a:gd name="T27" fmla="*/ 11 h 77"/>
                <a:gd name="T28" fmla="*/ 0 w 208"/>
                <a:gd name="T29" fmla="*/ 56 h 77"/>
                <a:gd name="T30" fmla="*/ 25 w 208"/>
                <a:gd name="T31" fmla="*/ 52 h 77"/>
                <a:gd name="T32" fmla="*/ 81 w 208"/>
                <a:gd name="T33"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08" h="77">
                  <a:moveTo>
                    <a:pt x="81" y="77"/>
                  </a:moveTo>
                  <a:cubicBezTo>
                    <a:pt x="128" y="77"/>
                    <a:pt x="128" y="77"/>
                    <a:pt x="128" y="77"/>
                  </a:cubicBezTo>
                  <a:cubicBezTo>
                    <a:pt x="139" y="62"/>
                    <a:pt x="161" y="52"/>
                    <a:pt x="184" y="52"/>
                  </a:cubicBezTo>
                  <a:cubicBezTo>
                    <a:pt x="193" y="52"/>
                    <a:pt x="201" y="53"/>
                    <a:pt x="208" y="56"/>
                  </a:cubicBezTo>
                  <a:cubicBezTo>
                    <a:pt x="181" y="18"/>
                    <a:pt x="181" y="18"/>
                    <a:pt x="181" y="18"/>
                  </a:cubicBezTo>
                  <a:cubicBezTo>
                    <a:pt x="180" y="15"/>
                    <a:pt x="179" y="13"/>
                    <a:pt x="177" y="11"/>
                  </a:cubicBezTo>
                  <a:cubicBezTo>
                    <a:pt x="177" y="11"/>
                    <a:pt x="177" y="11"/>
                    <a:pt x="177" y="11"/>
                  </a:cubicBezTo>
                  <a:cubicBezTo>
                    <a:pt x="177" y="11"/>
                    <a:pt x="177" y="11"/>
                    <a:pt x="177" y="11"/>
                  </a:cubicBezTo>
                  <a:cubicBezTo>
                    <a:pt x="171" y="4"/>
                    <a:pt x="162" y="0"/>
                    <a:pt x="152" y="0"/>
                  </a:cubicBezTo>
                  <a:cubicBezTo>
                    <a:pt x="142" y="0"/>
                    <a:pt x="134" y="4"/>
                    <a:pt x="127" y="11"/>
                  </a:cubicBezTo>
                  <a:cubicBezTo>
                    <a:pt x="82" y="11"/>
                    <a:pt x="82" y="11"/>
                    <a:pt x="82" y="11"/>
                  </a:cubicBezTo>
                  <a:cubicBezTo>
                    <a:pt x="76" y="4"/>
                    <a:pt x="67" y="0"/>
                    <a:pt x="57" y="0"/>
                  </a:cubicBezTo>
                  <a:cubicBezTo>
                    <a:pt x="47" y="0"/>
                    <a:pt x="38" y="4"/>
                    <a:pt x="32" y="11"/>
                  </a:cubicBezTo>
                  <a:cubicBezTo>
                    <a:pt x="32" y="11"/>
                    <a:pt x="32" y="11"/>
                    <a:pt x="32" y="11"/>
                  </a:cubicBezTo>
                  <a:cubicBezTo>
                    <a:pt x="0" y="56"/>
                    <a:pt x="0" y="56"/>
                    <a:pt x="0" y="56"/>
                  </a:cubicBezTo>
                  <a:cubicBezTo>
                    <a:pt x="8" y="53"/>
                    <a:pt x="16" y="52"/>
                    <a:pt x="25" y="52"/>
                  </a:cubicBezTo>
                  <a:cubicBezTo>
                    <a:pt x="48" y="52"/>
                    <a:pt x="70" y="62"/>
                    <a:pt x="81" y="7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56710" tIns="28355" rIns="56710" bIns="28355" numCol="1" anchor="t" anchorCtr="0" compatLnSpc="1">
              <a:prstTxWarp prst="textNoShape">
                <a:avLst/>
              </a:prstTxWarp>
            </a:bodyPr>
            <a:lstStyle/>
            <a:p>
              <a:pPr defTabSz="514350"/>
              <a:endParaRPr lang="en-GB" sz="1241">
                <a:solidFill>
                  <a:prstClr val="black"/>
                </a:solidFill>
                <a:latin typeface="Arial Narrow" panose="020B0606020202030204" pitchFamily="34" charset="0"/>
              </a:endParaRPr>
            </a:p>
          </p:txBody>
        </p:sp>
        <p:sp>
          <p:nvSpPr>
            <p:cNvPr id="54" name="Freeform 29">
              <a:extLst>
                <a:ext uri="{FF2B5EF4-FFF2-40B4-BE49-F238E27FC236}">
                  <a16:creationId xmlns:a16="http://schemas.microsoft.com/office/drawing/2014/main" id="{145E1200-E90D-4252-833C-AE1C8A3310B5}"/>
                </a:ext>
              </a:extLst>
            </p:cNvPr>
            <p:cNvSpPr>
              <a:spLocks noEditPoints="1"/>
            </p:cNvSpPr>
            <p:nvPr/>
          </p:nvSpPr>
          <p:spPr bwMode="auto">
            <a:xfrm>
              <a:off x="808193" y="4857061"/>
              <a:ext cx="855892" cy="414820"/>
            </a:xfrm>
            <a:custGeom>
              <a:avLst/>
              <a:gdLst>
                <a:gd name="T0" fmla="*/ 280 w 297"/>
                <a:gd name="T1" fmla="*/ 34 h 144"/>
                <a:gd name="T2" fmla="*/ 268 w 297"/>
                <a:gd name="T3" fmla="*/ 17 h 144"/>
                <a:gd name="T4" fmla="*/ 228 w 297"/>
                <a:gd name="T5" fmla="*/ 0 h 144"/>
                <a:gd name="T6" fmla="*/ 179 w 297"/>
                <a:gd name="T7" fmla="*/ 23 h 144"/>
                <a:gd name="T8" fmla="*/ 178 w 297"/>
                <a:gd name="T9" fmla="*/ 25 h 144"/>
                <a:gd name="T10" fmla="*/ 119 w 297"/>
                <a:gd name="T11" fmla="*/ 25 h 144"/>
                <a:gd name="T12" fmla="*/ 118 w 297"/>
                <a:gd name="T13" fmla="*/ 23 h 144"/>
                <a:gd name="T14" fmla="*/ 69 w 297"/>
                <a:gd name="T15" fmla="*/ 0 h 144"/>
                <a:gd name="T16" fmla="*/ 24 w 297"/>
                <a:gd name="T17" fmla="*/ 23 h 144"/>
                <a:gd name="T18" fmla="*/ 23 w 297"/>
                <a:gd name="T19" fmla="*/ 24 h 144"/>
                <a:gd name="T20" fmla="*/ 15 w 297"/>
                <a:gd name="T21" fmla="*/ 36 h 144"/>
                <a:gd name="T22" fmla="*/ 0 w 297"/>
                <a:gd name="T23" fmla="*/ 78 h 144"/>
                <a:gd name="T24" fmla="*/ 66 w 297"/>
                <a:gd name="T25" fmla="*/ 144 h 144"/>
                <a:gd name="T26" fmla="*/ 116 w 297"/>
                <a:gd name="T27" fmla="*/ 121 h 144"/>
                <a:gd name="T28" fmla="*/ 116 w 297"/>
                <a:gd name="T29" fmla="*/ 122 h 144"/>
                <a:gd name="T30" fmla="*/ 117 w 297"/>
                <a:gd name="T31" fmla="*/ 120 h 144"/>
                <a:gd name="T32" fmla="*/ 118 w 297"/>
                <a:gd name="T33" fmla="*/ 120 h 144"/>
                <a:gd name="T34" fmla="*/ 128 w 297"/>
                <a:gd name="T35" fmla="*/ 110 h 144"/>
                <a:gd name="T36" fmla="*/ 149 w 297"/>
                <a:gd name="T37" fmla="*/ 120 h 144"/>
                <a:gd name="T38" fmla="*/ 169 w 297"/>
                <a:gd name="T39" fmla="*/ 110 h 144"/>
                <a:gd name="T40" fmla="*/ 179 w 297"/>
                <a:gd name="T41" fmla="*/ 119 h 144"/>
                <a:gd name="T42" fmla="*/ 180 w 297"/>
                <a:gd name="T43" fmla="*/ 121 h 144"/>
                <a:gd name="T44" fmla="*/ 181 w 297"/>
                <a:gd name="T45" fmla="*/ 122 h 144"/>
                <a:gd name="T46" fmla="*/ 181 w 297"/>
                <a:gd name="T47" fmla="*/ 122 h 144"/>
                <a:gd name="T48" fmla="*/ 231 w 297"/>
                <a:gd name="T49" fmla="*/ 144 h 144"/>
                <a:gd name="T50" fmla="*/ 297 w 297"/>
                <a:gd name="T51" fmla="*/ 78 h 144"/>
                <a:gd name="T52" fmla="*/ 280 w 297"/>
                <a:gd name="T53" fmla="*/ 34 h 144"/>
                <a:gd name="T54" fmla="*/ 66 w 297"/>
                <a:gd name="T55" fmla="*/ 126 h 144"/>
                <a:gd name="T56" fmla="*/ 18 w 297"/>
                <a:gd name="T57" fmla="*/ 78 h 144"/>
                <a:gd name="T58" fmla="*/ 66 w 297"/>
                <a:gd name="T59" fmla="*/ 29 h 144"/>
                <a:gd name="T60" fmla="*/ 115 w 297"/>
                <a:gd name="T61" fmla="*/ 78 h 144"/>
                <a:gd name="T62" fmla="*/ 66 w 297"/>
                <a:gd name="T63" fmla="*/ 126 h 144"/>
                <a:gd name="T64" fmla="*/ 149 w 297"/>
                <a:gd name="T65" fmla="*/ 111 h 144"/>
                <a:gd name="T66" fmla="*/ 132 w 297"/>
                <a:gd name="T67" fmla="*/ 94 h 144"/>
                <a:gd name="T68" fmla="*/ 149 w 297"/>
                <a:gd name="T69" fmla="*/ 78 h 144"/>
                <a:gd name="T70" fmla="*/ 165 w 297"/>
                <a:gd name="T71" fmla="*/ 94 h 144"/>
                <a:gd name="T72" fmla="*/ 149 w 297"/>
                <a:gd name="T73" fmla="*/ 111 h 144"/>
                <a:gd name="T74" fmla="*/ 231 w 297"/>
                <a:gd name="T75" fmla="*/ 126 h 144"/>
                <a:gd name="T76" fmla="*/ 183 w 297"/>
                <a:gd name="T77" fmla="*/ 78 h 144"/>
                <a:gd name="T78" fmla="*/ 231 w 297"/>
                <a:gd name="T79" fmla="*/ 29 h 144"/>
                <a:gd name="T80" fmla="*/ 279 w 297"/>
                <a:gd name="T81" fmla="*/ 78 h 144"/>
                <a:gd name="T82" fmla="*/ 231 w 297"/>
                <a:gd name="T83" fmla="*/ 126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97" h="144">
                  <a:moveTo>
                    <a:pt x="280" y="34"/>
                  </a:moveTo>
                  <a:cubicBezTo>
                    <a:pt x="268" y="17"/>
                    <a:pt x="268" y="17"/>
                    <a:pt x="268" y="17"/>
                  </a:cubicBezTo>
                  <a:cubicBezTo>
                    <a:pt x="259" y="6"/>
                    <a:pt x="244" y="0"/>
                    <a:pt x="228" y="0"/>
                  </a:cubicBezTo>
                  <a:cubicBezTo>
                    <a:pt x="208" y="0"/>
                    <a:pt x="187" y="9"/>
                    <a:pt x="179" y="23"/>
                  </a:cubicBezTo>
                  <a:cubicBezTo>
                    <a:pt x="178" y="25"/>
                    <a:pt x="178" y="25"/>
                    <a:pt x="178" y="25"/>
                  </a:cubicBezTo>
                  <a:cubicBezTo>
                    <a:pt x="119" y="25"/>
                    <a:pt x="119" y="25"/>
                    <a:pt x="119" y="25"/>
                  </a:cubicBezTo>
                  <a:cubicBezTo>
                    <a:pt x="118" y="23"/>
                    <a:pt x="118" y="23"/>
                    <a:pt x="118" y="23"/>
                  </a:cubicBezTo>
                  <a:cubicBezTo>
                    <a:pt x="110" y="9"/>
                    <a:pt x="89" y="0"/>
                    <a:pt x="69" y="0"/>
                  </a:cubicBezTo>
                  <a:cubicBezTo>
                    <a:pt x="50" y="0"/>
                    <a:pt x="33" y="9"/>
                    <a:pt x="24" y="23"/>
                  </a:cubicBezTo>
                  <a:cubicBezTo>
                    <a:pt x="24" y="23"/>
                    <a:pt x="24" y="23"/>
                    <a:pt x="23" y="24"/>
                  </a:cubicBezTo>
                  <a:cubicBezTo>
                    <a:pt x="15" y="36"/>
                    <a:pt x="15" y="36"/>
                    <a:pt x="15" y="36"/>
                  </a:cubicBezTo>
                  <a:cubicBezTo>
                    <a:pt x="5" y="47"/>
                    <a:pt x="0" y="62"/>
                    <a:pt x="0" y="78"/>
                  </a:cubicBezTo>
                  <a:cubicBezTo>
                    <a:pt x="0" y="114"/>
                    <a:pt x="30" y="144"/>
                    <a:pt x="66" y="144"/>
                  </a:cubicBezTo>
                  <a:cubicBezTo>
                    <a:pt x="86" y="144"/>
                    <a:pt x="104" y="135"/>
                    <a:pt x="116" y="121"/>
                  </a:cubicBezTo>
                  <a:cubicBezTo>
                    <a:pt x="116" y="122"/>
                    <a:pt x="116" y="122"/>
                    <a:pt x="116" y="122"/>
                  </a:cubicBezTo>
                  <a:cubicBezTo>
                    <a:pt x="117" y="121"/>
                    <a:pt x="117" y="120"/>
                    <a:pt x="117" y="120"/>
                  </a:cubicBezTo>
                  <a:cubicBezTo>
                    <a:pt x="117" y="120"/>
                    <a:pt x="117" y="120"/>
                    <a:pt x="118" y="120"/>
                  </a:cubicBezTo>
                  <a:cubicBezTo>
                    <a:pt x="121" y="116"/>
                    <a:pt x="124" y="113"/>
                    <a:pt x="128" y="110"/>
                  </a:cubicBezTo>
                  <a:cubicBezTo>
                    <a:pt x="133" y="116"/>
                    <a:pt x="140" y="120"/>
                    <a:pt x="149" y="120"/>
                  </a:cubicBezTo>
                  <a:cubicBezTo>
                    <a:pt x="157" y="120"/>
                    <a:pt x="164" y="116"/>
                    <a:pt x="169" y="110"/>
                  </a:cubicBezTo>
                  <a:cubicBezTo>
                    <a:pt x="173" y="113"/>
                    <a:pt x="176" y="115"/>
                    <a:pt x="179" y="119"/>
                  </a:cubicBezTo>
                  <a:cubicBezTo>
                    <a:pt x="179" y="120"/>
                    <a:pt x="180" y="120"/>
                    <a:pt x="180" y="121"/>
                  </a:cubicBezTo>
                  <a:cubicBezTo>
                    <a:pt x="181" y="121"/>
                    <a:pt x="181" y="121"/>
                    <a:pt x="181" y="122"/>
                  </a:cubicBezTo>
                  <a:cubicBezTo>
                    <a:pt x="181" y="122"/>
                    <a:pt x="181" y="122"/>
                    <a:pt x="181" y="122"/>
                  </a:cubicBezTo>
                  <a:cubicBezTo>
                    <a:pt x="193" y="135"/>
                    <a:pt x="211" y="144"/>
                    <a:pt x="231" y="144"/>
                  </a:cubicBezTo>
                  <a:cubicBezTo>
                    <a:pt x="267" y="144"/>
                    <a:pt x="297" y="114"/>
                    <a:pt x="297" y="78"/>
                  </a:cubicBezTo>
                  <a:cubicBezTo>
                    <a:pt x="297" y="61"/>
                    <a:pt x="291" y="45"/>
                    <a:pt x="280" y="34"/>
                  </a:cubicBezTo>
                  <a:close/>
                  <a:moveTo>
                    <a:pt x="66" y="126"/>
                  </a:moveTo>
                  <a:cubicBezTo>
                    <a:pt x="40" y="126"/>
                    <a:pt x="18" y="104"/>
                    <a:pt x="18" y="78"/>
                  </a:cubicBezTo>
                  <a:cubicBezTo>
                    <a:pt x="18" y="51"/>
                    <a:pt x="40" y="29"/>
                    <a:pt x="66" y="29"/>
                  </a:cubicBezTo>
                  <a:cubicBezTo>
                    <a:pt x="93" y="29"/>
                    <a:pt x="115" y="51"/>
                    <a:pt x="115" y="78"/>
                  </a:cubicBezTo>
                  <a:cubicBezTo>
                    <a:pt x="115" y="104"/>
                    <a:pt x="93" y="126"/>
                    <a:pt x="66" y="126"/>
                  </a:cubicBezTo>
                  <a:close/>
                  <a:moveTo>
                    <a:pt x="149" y="111"/>
                  </a:moveTo>
                  <a:cubicBezTo>
                    <a:pt x="139" y="111"/>
                    <a:pt x="132" y="104"/>
                    <a:pt x="132" y="94"/>
                  </a:cubicBezTo>
                  <a:cubicBezTo>
                    <a:pt x="132" y="85"/>
                    <a:pt x="139" y="78"/>
                    <a:pt x="149" y="78"/>
                  </a:cubicBezTo>
                  <a:cubicBezTo>
                    <a:pt x="158" y="78"/>
                    <a:pt x="165" y="85"/>
                    <a:pt x="165" y="94"/>
                  </a:cubicBezTo>
                  <a:cubicBezTo>
                    <a:pt x="165" y="104"/>
                    <a:pt x="158" y="111"/>
                    <a:pt x="149" y="111"/>
                  </a:cubicBezTo>
                  <a:close/>
                  <a:moveTo>
                    <a:pt x="231" y="126"/>
                  </a:moveTo>
                  <a:cubicBezTo>
                    <a:pt x="204" y="126"/>
                    <a:pt x="183" y="104"/>
                    <a:pt x="183" y="78"/>
                  </a:cubicBezTo>
                  <a:cubicBezTo>
                    <a:pt x="183" y="51"/>
                    <a:pt x="204" y="29"/>
                    <a:pt x="231" y="29"/>
                  </a:cubicBezTo>
                  <a:cubicBezTo>
                    <a:pt x="257" y="29"/>
                    <a:pt x="279" y="51"/>
                    <a:pt x="279" y="78"/>
                  </a:cubicBezTo>
                  <a:cubicBezTo>
                    <a:pt x="279" y="104"/>
                    <a:pt x="257" y="126"/>
                    <a:pt x="231" y="12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56710" tIns="28355" rIns="56710" bIns="28355" numCol="1" anchor="t" anchorCtr="0" compatLnSpc="1">
              <a:prstTxWarp prst="textNoShape">
                <a:avLst/>
              </a:prstTxWarp>
            </a:bodyPr>
            <a:lstStyle/>
            <a:p>
              <a:pPr defTabSz="514350"/>
              <a:endParaRPr lang="en-GB" sz="1241">
                <a:solidFill>
                  <a:prstClr val="black"/>
                </a:solidFill>
                <a:latin typeface="Arial Narrow" panose="020B0606020202030204" pitchFamily="34" charset="0"/>
              </a:endParaRPr>
            </a:p>
          </p:txBody>
        </p:sp>
      </p:grpSp>
      <p:cxnSp>
        <p:nvCxnSpPr>
          <p:cNvPr id="43" name="Straight Connector 80">
            <a:extLst>
              <a:ext uri="{FF2B5EF4-FFF2-40B4-BE49-F238E27FC236}">
                <a16:creationId xmlns:a16="http://schemas.microsoft.com/office/drawing/2014/main" id="{08B89734-8577-4F4C-B39E-68986436972F}"/>
              </a:ext>
            </a:extLst>
          </p:cNvPr>
          <p:cNvCxnSpPr>
            <a:cxnSpLocks/>
          </p:cNvCxnSpPr>
          <p:nvPr/>
        </p:nvCxnSpPr>
        <p:spPr>
          <a:xfrm>
            <a:off x="2912145" y="3602967"/>
            <a:ext cx="0" cy="999723"/>
          </a:xfrm>
          <a:prstGeom prst="line">
            <a:avLst/>
          </a:prstGeom>
          <a:ln w="19050">
            <a:solidFill>
              <a:srgbClr val="DA291C"/>
            </a:solidFill>
            <a:prstDash val="dash"/>
          </a:ln>
        </p:spPr>
        <p:style>
          <a:lnRef idx="1">
            <a:schemeClr val="accent1"/>
          </a:lnRef>
          <a:fillRef idx="0">
            <a:schemeClr val="accent1"/>
          </a:fillRef>
          <a:effectRef idx="0">
            <a:schemeClr val="accent1"/>
          </a:effectRef>
          <a:fontRef idx="minor">
            <a:schemeClr val="tx1"/>
          </a:fontRef>
        </p:style>
      </p:cxnSp>
      <p:cxnSp>
        <p:nvCxnSpPr>
          <p:cNvPr id="55" name="Straight Connector 80 - 1">
            <a:extLst>
              <a:ext uri="{FF2B5EF4-FFF2-40B4-BE49-F238E27FC236}">
                <a16:creationId xmlns:a16="http://schemas.microsoft.com/office/drawing/2014/main" id="{4181C69D-7BB9-4C0E-8039-C178C79C9258}"/>
              </a:ext>
            </a:extLst>
          </p:cNvPr>
          <p:cNvCxnSpPr>
            <a:cxnSpLocks/>
          </p:cNvCxnSpPr>
          <p:nvPr/>
        </p:nvCxnSpPr>
        <p:spPr>
          <a:xfrm>
            <a:off x="6231856" y="3602967"/>
            <a:ext cx="0" cy="999723"/>
          </a:xfrm>
          <a:prstGeom prst="line">
            <a:avLst/>
          </a:prstGeom>
          <a:ln w="19050">
            <a:solidFill>
              <a:srgbClr val="DA291C"/>
            </a:solidFill>
            <a:prstDash val="dash"/>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69D44BC0-6CEF-4405-9845-F705A5541700}"/>
              </a:ext>
            </a:extLst>
          </p:cNvPr>
          <p:cNvGrpSpPr/>
          <p:nvPr/>
        </p:nvGrpSpPr>
        <p:grpSpPr>
          <a:xfrm>
            <a:off x="379735" y="3018994"/>
            <a:ext cx="1873080" cy="1314940"/>
            <a:chOff x="379735" y="3026138"/>
            <a:chExt cx="1873080" cy="1314940"/>
          </a:xfrm>
        </p:grpSpPr>
        <p:sp>
          <p:nvSpPr>
            <p:cNvPr id="36" name="CasellaDiTesto 35">
              <a:extLst>
                <a:ext uri="{FF2B5EF4-FFF2-40B4-BE49-F238E27FC236}">
                  <a16:creationId xmlns:a16="http://schemas.microsoft.com/office/drawing/2014/main" id="{159F1191-26C1-40A9-BBFD-D8A4EAFE2A6A}"/>
                </a:ext>
              </a:extLst>
            </p:cNvPr>
            <p:cNvSpPr txBox="1"/>
            <p:nvPr/>
          </p:nvSpPr>
          <p:spPr>
            <a:xfrm>
              <a:off x="379735" y="3663970"/>
              <a:ext cx="1873080" cy="677108"/>
            </a:xfrm>
            <a:prstGeom prst="rect">
              <a:avLst/>
            </a:prstGeom>
            <a:noFill/>
          </p:spPr>
          <p:txBody>
            <a:bodyPr wrap="square" rtlCol="0">
              <a:spAutoFit/>
            </a:bodyPr>
            <a:lstStyle/>
            <a:p>
              <a:pPr algn="ctr">
                <a:spcAft>
                  <a:spcPts val="600"/>
                </a:spcAft>
                <a:buClr>
                  <a:schemeClr val="accent2"/>
                </a:buClr>
              </a:pPr>
              <a:r>
                <a:rPr lang="en-GB" sz="1100" b="1">
                  <a:solidFill>
                    <a:schemeClr val="accent1"/>
                  </a:solidFill>
                  <a:latin typeface="Arial Narrow" panose="020B0606020202030204" pitchFamily="34" charset="0"/>
                </a:rPr>
                <a:t>Service Value System</a:t>
              </a:r>
            </a:p>
            <a:p>
              <a:pPr algn="ctr">
                <a:spcAft>
                  <a:spcPts val="600"/>
                </a:spcAft>
                <a:buClr>
                  <a:schemeClr val="accent2"/>
                </a:buClr>
              </a:pPr>
              <a:r>
                <a:rPr lang="en-GB" sz="1100">
                  <a:solidFill>
                    <a:schemeClr val="accent1"/>
                  </a:solidFill>
                  <a:latin typeface="Arial Narrow" panose="020B0606020202030204" pitchFamily="34" charset="0"/>
                </a:rPr>
                <a:t>Main components of the SVS</a:t>
              </a:r>
            </a:p>
          </p:txBody>
        </p:sp>
        <p:sp>
          <p:nvSpPr>
            <p:cNvPr id="58" name="Oval 14">
              <a:extLst>
                <a:ext uri="{FF2B5EF4-FFF2-40B4-BE49-F238E27FC236}">
                  <a16:creationId xmlns:a16="http://schemas.microsoft.com/office/drawing/2014/main" id="{F09CF81D-806B-479E-9BFA-91507300E05C}"/>
                </a:ext>
              </a:extLst>
            </p:cNvPr>
            <p:cNvSpPr/>
            <p:nvPr/>
          </p:nvSpPr>
          <p:spPr>
            <a:xfrm>
              <a:off x="1010275" y="3026138"/>
              <a:ext cx="612000" cy="612000"/>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latin typeface="Arial Narrow" panose="020B0606020202030204" pitchFamily="34" charset="0"/>
              </a:endParaRPr>
            </a:p>
          </p:txBody>
        </p:sp>
        <p:pic>
          <p:nvPicPr>
            <p:cNvPr id="9" name="Graphic 8" descr="Network diagram with solid fill">
              <a:extLst>
                <a:ext uri="{FF2B5EF4-FFF2-40B4-BE49-F238E27FC236}">
                  <a16:creationId xmlns:a16="http://schemas.microsoft.com/office/drawing/2014/main" id="{5410E2CD-0CC7-4683-90FD-D2CF4A88338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12875" y="3128738"/>
              <a:ext cx="406800" cy="406800"/>
            </a:xfrm>
            <a:prstGeom prst="rect">
              <a:avLst/>
            </a:prstGeom>
          </p:spPr>
        </p:pic>
      </p:grpSp>
      <p:grpSp>
        <p:nvGrpSpPr>
          <p:cNvPr id="16" name="Group 15">
            <a:extLst>
              <a:ext uri="{FF2B5EF4-FFF2-40B4-BE49-F238E27FC236}">
                <a16:creationId xmlns:a16="http://schemas.microsoft.com/office/drawing/2014/main" id="{6DF65EC7-449A-4B3C-BD59-B12A6C11D68B}"/>
              </a:ext>
            </a:extLst>
          </p:cNvPr>
          <p:cNvGrpSpPr/>
          <p:nvPr/>
        </p:nvGrpSpPr>
        <p:grpSpPr>
          <a:xfrm>
            <a:off x="3635461" y="3018994"/>
            <a:ext cx="1873080" cy="1314941"/>
            <a:chOff x="3571475" y="3026138"/>
            <a:chExt cx="1873080" cy="1314941"/>
          </a:xfrm>
        </p:grpSpPr>
        <p:sp>
          <p:nvSpPr>
            <p:cNvPr id="37" name="CasellaDiTesto 36">
              <a:extLst>
                <a:ext uri="{FF2B5EF4-FFF2-40B4-BE49-F238E27FC236}">
                  <a16:creationId xmlns:a16="http://schemas.microsoft.com/office/drawing/2014/main" id="{09543601-2A90-4046-B442-3479E635209F}"/>
                </a:ext>
              </a:extLst>
            </p:cNvPr>
            <p:cNvSpPr txBox="1"/>
            <p:nvPr/>
          </p:nvSpPr>
          <p:spPr>
            <a:xfrm>
              <a:off x="3571475" y="3663971"/>
              <a:ext cx="1873080" cy="677108"/>
            </a:xfrm>
            <a:prstGeom prst="rect">
              <a:avLst/>
            </a:prstGeom>
            <a:noFill/>
          </p:spPr>
          <p:txBody>
            <a:bodyPr wrap="square" rtlCol="0">
              <a:spAutoFit/>
            </a:bodyPr>
            <a:lstStyle/>
            <a:p>
              <a:pPr algn="ctr">
                <a:spcAft>
                  <a:spcPts val="600"/>
                </a:spcAft>
                <a:buClr>
                  <a:schemeClr val="accent2"/>
                </a:buClr>
              </a:pPr>
              <a:r>
                <a:rPr lang="en-GB" sz="1100" b="1">
                  <a:solidFill>
                    <a:schemeClr val="accent1"/>
                  </a:solidFill>
                  <a:latin typeface="Arial Narrow" panose="020B0606020202030204" pitchFamily="34" charset="0"/>
                </a:rPr>
                <a:t>Service Value Chain</a:t>
              </a:r>
            </a:p>
            <a:p>
              <a:pPr algn="ctr">
                <a:spcAft>
                  <a:spcPts val="600"/>
                </a:spcAft>
                <a:buClr>
                  <a:schemeClr val="accent2"/>
                </a:buClr>
              </a:pPr>
              <a:r>
                <a:rPr lang="en-GB" sz="1100">
                  <a:solidFill>
                    <a:schemeClr val="accent1"/>
                  </a:solidFill>
                  <a:latin typeface="Arial Narrow" panose="020B0606020202030204" pitchFamily="34" charset="0"/>
                </a:rPr>
                <a:t>Presentation of the operating model for delivering value</a:t>
              </a:r>
            </a:p>
          </p:txBody>
        </p:sp>
        <p:grpSp>
          <p:nvGrpSpPr>
            <p:cNvPr id="4" name="Group 3">
              <a:extLst>
                <a:ext uri="{FF2B5EF4-FFF2-40B4-BE49-F238E27FC236}">
                  <a16:creationId xmlns:a16="http://schemas.microsoft.com/office/drawing/2014/main" id="{BEDE8201-3864-4499-8F57-0D4E685FB385}"/>
                </a:ext>
              </a:extLst>
            </p:cNvPr>
            <p:cNvGrpSpPr/>
            <p:nvPr/>
          </p:nvGrpSpPr>
          <p:grpSpPr>
            <a:xfrm>
              <a:off x="4202015" y="3026138"/>
              <a:ext cx="612000" cy="612000"/>
              <a:chOff x="4266000" y="3026138"/>
              <a:chExt cx="612000" cy="612000"/>
            </a:xfrm>
          </p:grpSpPr>
          <p:sp>
            <p:nvSpPr>
              <p:cNvPr id="61" name="Oval 14">
                <a:extLst>
                  <a:ext uri="{FF2B5EF4-FFF2-40B4-BE49-F238E27FC236}">
                    <a16:creationId xmlns:a16="http://schemas.microsoft.com/office/drawing/2014/main" id="{5A880809-EBF8-4A40-832B-BF1BC66444E4}"/>
                  </a:ext>
                </a:extLst>
              </p:cNvPr>
              <p:cNvSpPr/>
              <p:nvPr/>
            </p:nvSpPr>
            <p:spPr>
              <a:xfrm>
                <a:off x="4266000" y="3026138"/>
                <a:ext cx="612000" cy="612000"/>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latin typeface="Arial Narrow" panose="020B0606020202030204" pitchFamily="34" charset="0"/>
                </a:endParaRPr>
              </a:p>
            </p:txBody>
          </p:sp>
          <p:pic>
            <p:nvPicPr>
              <p:cNvPr id="7" name="Graphic 6" descr="Link with solid fill">
                <a:extLst>
                  <a:ext uri="{FF2B5EF4-FFF2-40B4-BE49-F238E27FC236}">
                    <a16:creationId xmlns:a16="http://schemas.microsoft.com/office/drawing/2014/main" id="{2CADD4A7-A6C9-4323-9F73-D93925E38CE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368600" y="3128738"/>
                <a:ext cx="406800" cy="406800"/>
              </a:xfrm>
              <a:prstGeom prst="rect">
                <a:avLst/>
              </a:prstGeom>
            </p:spPr>
          </p:pic>
        </p:grpSp>
      </p:grpSp>
      <p:grpSp>
        <p:nvGrpSpPr>
          <p:cNvPr id="17" name="Group 16">
            <a:extLst>
              <a:ext uri="{FF2B5EF4-FFF2-40B4-BE49-F238E27FC236}">
                <a16:creationId xmlns:a16="http://schemas.microsoft.com/office/drawing/2014/main" id="{AA485D2E-7C13-4694-B1D8-3781F9D1B323}"/>
              </a:ext>
            </a:extLst>
          </p:cNvPr>
          <p:cNvGrpSpPr/>
          <p:nvPr/>
        </p:nvGrpSpPr>
        <p:grpSpPr>
          <a:xfrm>
            <a:off x="6891186" y="3018994"/>
            <a:ext cx="1873080" cy="1314941"/>
            <a:chOff x="6891186" y="3026138"/>
            <a:chExt cx="1873080" cy="1314941"/>
          </a:xfrm>
        </p:grpSpPr>
        <p:sp>
          <p:nvSpPr>
            <p:cNvPr id="41" name="CasellaDiTesto 40">
              <a:extLst>
                <a:ext uri="{FF2B5EF4-FFF2-40B4-BE49-F238E27FC236}">
                  <a16:creationId xmlns:a16="http://schemas.microsoft.com/office/drawing/2014/main" id="{43C02C97-0775-4C3E-A876-79F6A01D5315}"/>
                </a:ext>
              </a:extLst>
            </p:cNvPr>
            <p:cNvSpPr txBox="1"/>
            <p:nvPr/>
          </p:nvSpPr>
          <p:spPr>
            <a:xfrm>
              <a:off x="6891186" y="3663971"/>
              <a:ext cx="1873080" cy="677108"/>
            </a:xfrm>
            <a:prstGeom prst="rect">
              <a:avLst/>
            </a:prstGeom>
            <a:noFill/>
          </p:spPr>
          <p:txBody>
            <a:bodyPr wrap="square" rtlCol="0">
              <a:spAutoFit/>
            </a:bodyPr>
            <a:lstStyle/>
            <a:p>
              <a:pPr algn="ctr">
                <a:spcAft>
                  <a:spcPts val="600"/>
                </a:spcAft>
                <a:buClr>
                  <a:schemeClr val="accent2"/>
                </a:buClr>
              </a:pPr>
              <a:r>
                <a:rPr lang="en-GB" sz="1100" b="1">
                  <a:solidFill>
                    <a:schemeClr val="accent1"/>
                  </a:solidFill>
                  <a:latin typeface="Arial Narrow" panose="020B0606020202030204" pitchFamily="34" charset="0"/>
                </a:rPr>
                <a:t>Service Value Chain activities</a:t>
              </a:r>
            </a:p>
            <a:p>
              <a:pPr algn="ctr">
                <a:spcAft>
                  <a:spcPts val="600"/>
                </a:spcAft>
                <a:buClr>
                  <a:schemeClr val="accent2"/>
                </a:buClr>
              </a:pPr>
              <a:r>
                <a:rPr lang="en-GB" sz="1100">
                  <a:solidFill>
                    <a:schemeClr val="accent1"/>
                  </a:solidFill>
                  <a:latin typeface="Arial Narrow" panose="020B0606020202030204" pitchFamily="34" charset="0"/>
                </a:rPr>
                <a:t>The purpose of the six main activities of the SVC</a:t>
              </a:r>
            </a:p>
          </p:txBody>
        </p:sp>
        <p:grpSp>
          <p:nvGrpSpPr>
            <p:cNvPr id="6" name="Group 5">
              <a:extLst>
                <a:ext uri="{FF2B5EF4-FFF2-40B4-BE49-F238E27FC236}">
                  <a16:creationId xmlns:a16="http://schemas.microsoft.com/office/drawing/2014/main" id="{47BE09F9-0DAC-43CF-BCDC-7DA83C670D46}"/>
                </a:ext>
              </a:extLst>
            </p:cNvPr>
            <p:cNvGrpSpPr/>
            <p:nvPr/>
          </p:nvGrpSpPr>
          <p:grpSpPr>
            <a:xfrm>
              <a:off x="7521726" y="3026138"/>
              <a:ext cx="612000" cy="612000"/>
              <a:chOff x="6378725" y="3026138"/>
              <a:chExt cx="612000" cy="612000"/>
            </a:xfrm>
          </p:grpSpPr>
          <p:sp>
            <p:nvSpPr>
              <p:cNvPr id="64" name="Oval 14">
                <a:extLst>
                  <a:ext uri="{FF2B5EF4-FFF2-40B4-BE49-F238E27FC236}">
                    <a16:creationId xmlns:a16="http://schemas.microsoft.com/office/drawing/2014/main" id="{A5AC5B54-BFF6-4FA2-9A1B-A34AB1CB55B2}"/>
                  </a:ext>
                </a:extLst>
              </p:cNvPr>
              <p:cNvSpPr/>
              <p:nvPr/>
            </p:nvSpPr>
            <p:spPr>
              <a:xfrm>
                <a:off x="6378725" y="3026138"/>
                <a:ext cx="612000" cy="612000"/>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latin typeface="Arial Narrow" panose="020B0606020202030204" pitchFamily="34" charset="0"/>
                </a:endParaRPr>
              </a:p>
            </p:txBody>
          </p:sp>
          <p:pic>
            <p:nvPicPr>
              <p:cNvPr id="11" name="Graphic 10" descr="Circles with arrows with solid fill">
                <a:extLst>
                  <a:ext uri="{FF2B5EF4-FFF2-40B4-BE49-F238E27FC236}">
                    <a16:creationId xmlns:a16="http://schemas.microsoft.com/office/drawing/2014/main" id="{41459729-D858-446F-AEDE-75C3D87F414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481325" y="3128738"/>
                <a:ext cx="406800" cy="406800"/>
              </a:xfrm>
              <a:prstGeom prst="rect">
                <a:avLst/>
              </a:prstGeom>
            </p:spPr>
          </p:pic>
        </p:grpSp>
      </p:grpSp>
      <p:sp>
        <p:nvSpPr>
          <p:cNvPr id="10" name="Slide Number Placeholder 9">
            <a:extLst>
              <a:ext uri="{FF2B5EF4-FFF2-40B4-BE49-F238E27FC236}">
                <a16:creationId xmlns:a16="http://schemas.microsoft.com/office/drawing/2014/main" id="{B1F10B7D-210F-4AD5-9F6F-9324E8F3C92F}"/>
              </a:ext>
            </a:extLst>
          </p:cNvPr>
          <p:cNvSpPr>
            <a:spLocks noGrp="1"/>
          </p:cNvSpPr>
          <p:nvPr>
            <p:ph type="sldNum" sz="quarter" idx="35"/>
          </p:nvPr>
        </p:nvSpPr>
        <p:spPr/>
        <p:txBody>
          <a:bodyPr/>
          <a:lstStyle/>
          <a:p>
            <a:fld id="{9C18EA95-C3D3-214C-9452-EF8527DBCD86}" type="slidenum">
              <a:rPr lang="it-IT" smtClean="0"/>
              <a:pPr/>
              <a:t>29</a:t>
            </a:fld>
            <a:endParaRPr lang="it-IT"/>
          </a:p>
        </p:txBody>
      </p:sp>
    </p:spTree>
    <p:extLst>
      <p:ext uri="{BB962C8B-B14F-4D97-AF65-F5344CB8AC3E}">
        <p14:creationId xmlns:p14="http://schemas.microsoft.com/office/powerpoint/2010/main" val="31221690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A screenshot of a computer&#10;&#10;Description automatically generated with low confidence">
            <a:extLst>
              <a:ext uri="{FF2B5EF4-FFF2-40B4-BE49-F238E27FC236}">
                <a16:creationId xmlns:a16="http://schemas.microsoft.com/office/drawing/2014/main" id="{E0697B32-F664-4C1D-AC87-4BE49F33BD9A}"/>
              </a:ext>
            </a:extLst>
          </p:cNvPr>
          <p:cNvPicPr>
            <a:picLocks noChangeAspect="1"/>
          </p:cNvPicPr>
          <p:nvPr/>
        </p:nvPicPr>
        <p:blipFill>
          <a:blip r:embed="rId3"/>
          <a:stretch>
            <a:fillRect/>
          </a:stretch>
        </p:blipFill>
        <p:spPr>
          <a:xfrm>
            <a:off x="2472052" y="1533060"/>
            <a:ext cx="4186352" cy="2340612"/>
          </a:xfrm>
          <a:prstGeom prst="rect">
            <a:avLst/>
          </a:prstGeom>
        </p:spPr>
      </p:pic>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a:effectLst/>
        </p:spPr>
        <p:txBody>
          <a:bodyPr/>
          <a:lstStyle/>
          <a:p>
            <a:r>
              <a:rPr lang="en-US">
                <a:latin typeface="Arial Narrow" panose="020B0606020202030204" pitchFamily="34" charset="0"/>
              </a:rPr>
              <a:t>The ITIL 4 Service Value System | </a:t>
            </a:r>
            <a:r>
              <a:rPr lang="en-US">
                <a:solidFill>
                  <a:schemeClr val="accent3"/>
                </a:solidFill>
                <a:latin typeface="Arial Narrow" panose="020B0606020202030204" pitchFamily="34" charset="0"/>
              </a:rPr>
              <a:t>Outline of the Service Value System</a:t>
            </a:r>
            <a:endParaRPr lang="en-GB">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a:effectLst/>
        </p:spPr>
        <p:txBody>
          <a:bodyPr/>
          <a:lstStyle/>
          <a:p>
            <a:r>
              <a:rPr lang="en-US">
                <a:latin typeface="Arial Narrow" panose="020B0606020202030204" pitchFamily="34" charset="0"/>
              </a:rPr>
              <a:t>The SVS exhibits how the organization’s components work together as an interconnections system. This SVS is not a lifecycle and the scope could vary from sub-set to a network of organization</a:t>
            </a:r>
            <a:endParaRPr lang="en-GB">
              <a:latin typeface="Arial Narrow" panose="020B0606020202030204" pitchFamily="34" charset="0"/>
            </a:endParaRPr>
          </a:p>
        </p:txBody>
      </p:sp>
      <p:cxnSp>
        <p:nvCxnSpPr>
          <p:cNvPr id="34" name="Connector: Elbow 33">
            <a:extLst>
              <a:ext uri="{FF2B5EF4-FFF2-40B4-BE49-F238E27FC236}">
                <a16:creationId xmlns:a16="http://schemas.microsoft.com/office/drawing/2014/main" id="{3646F54A-AF3B-46E5-B341-7CA0591F41DF}"/>
              </a:ext>
            </a:extLst>
          </p:cNvPr>
          <p:cNvCxnSpPr>
            <a:cxnSpLocks/>
            <a:endCxn id="30" idx="0"/>
          </p:cNvCxnSpPr>
          <p:nvPr/>
        </p:nvCxnSpPr>
        <p:spPr>
          <a:xfrm rot="10800000" flipV="1">
            <a:off x="3037817" y="3350295"/>
            <a:ext cx="963989" cy="590927"/>
          </a:xfrm>
          <a:prstGeom prst="bentConnector2">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a:extLst>
              <a:ext uri="{FF2B5EF4-FFF2-40B4-BE49-F238E27FC236}">
                <a16:creationId xmlns:a16="http://schemas.microsoft.com/office/drawing/2014/main" id="{EB319933-9191-4058-AAEA-188D7BB513B4}"/>
              </a:ext>
            </a:extLst>
          </p:cNvPr>
          <p:cNvCxnSpPr>
            <a:cxnSpLocks/>
            <a:endCxn id="38" idx="0"/>
          </p:cNvCxnSpPr>
          <p:nvPr/>
        </p:nvCxnSpPr>
        <p:spPr>
          <a:xfrm>
            <a:off x="5038049" y="3113886"/>
            <a:ext cx="1054591" cy="827337"/>
          </a:xfrm>
          <a:prstGeom prst="bentConnector2">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0" name="Connector: Elbow 59">
            <a:extLst>
              <a:ext uri="{FF2B5EF4-FFF2-40B4-BE49-F238E27FC236}">
                <a16:creationId xmlns:a16="http://schemas.microsoft.com/office/drawing/2014/main" id="{A906FC9C-8D07-41EB-9D0E-F291F0B0042B}"/>
              </a:ext>
            </a:extLst>
          </p:cNvPr>
          <p:cNvCxnSpPr>
            <a:cxnSpLocks/>
            <a:endCxn id="59" idx="2"/>
          </p:cNvCxnSpPr>
          <p:nvPr/>
        </p:nvCxnSpPr>
        <p:spPr>
          <a:xfrm flipV="1">
            <a:off x="5530559" y="1744180"/>
            <a:ext cx="562081" cy="299375"/>
          </a:xfrm>
          <a:prstGeom prst="bentConnector2">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7" name="Connector: Elbow 66">
            <a:extLst>
              <a:ext uri="{FF2B5EF4-FFF2-40B4-BE49-F238E27FC236}">
                <a16:creationId xmlns:a16="http://schemas.microsoft.com/office/drawing/2014/main" id="{E5CDF903-B5F8-484E-BA2D-456700859368}"/>
              </a:ext>
            </a:extLst>
          </p:cNvPr>
          <p:cNvCxnSpPr>
            <a:cxnSpLocks/>
            <a:endCxn id="69" idx="2"/>
          </p:cNvCxnSpPr>
          <p:nvPr/>
        </p:nvCxnSpPr>
        <p:spPr>
          <a:xfrm rot="10800000">
            <a:off x="3037816" y="1744181"/>
            <a:ext cx="946668" cy="465447"/>
          </a:xfrm>
          <a:prstGeom prst="bentConnector2">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nvGrpSpPr>
          <p:cNvPr id="31" name="Group 30">
            <a:extLst>
              <a:ext uri="{FF2B5EF4-FFF2-40B4-BE49-F238E27FC236}">
                <a16:creationId xmlns:a16="http://schemas.microsoft.com/office/drawing/2014/main" id="{AC6C459C-331B-4437-9EC3-96BB7C6AE3D4}"/>
              </a:ext>
            </a:extLst>
          </p:cNvPr>
          <p:cNvGrpSpPr/>
          <p:nvPr/>
        </p:nvGrpSpPr>
        <p:grpSpPr>
          <a:xfrm>
            <a:off x="4001805" y="3206296"/>
            <a:ext cx="288000" cy="288000"/>
            <a:chOff x="8322322" y="4482569"/>
            <a:chExt cx="360000" cy="360858"/>
          </a:xfrm>
        </p:grpSpPr>
        <p:sp>
          <p:nvSpPr>
            <p:cNvPr id="32" name="Oval 31">
              <a:extLst>
                <a:ext uri="{FF2B5EF4-FFF2-40B4-BE49-F238E27FC236}">
                  <a16:creationId xmlns:a16="http://schemas.microsoft.com/office/drawing/2014/main" id="{44C292A1-011E-4A97-8BBB-82BAF2C15F4A}"/>
                </a:ext>
              </a:extLst>
            </p:cNvPr>
            <p:cNvSpPr>
              <a:spLocks noChangeAspect="1"/>
            </p:cNvSpPr>
            <p:nvPr/>
          </p:nvSpPr>
          <p:spPr>
            <a:xfrm>
              <a:off x="8322322" y="4482569"/>
              <a:ext cx="360000" cy="360858"/>
            </a:xfrm>
            <a:prstGeom prst="ellipse">
              <a:avLst/>
            </a:prstGeom>
            <a:solidFill>
              <a:schemeClr val="bg1"/>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b="1">
                <a:solidFill>
                  <a:schemeClr val="tx2"/>
                </a:solidFill>
              </a:endParaRPr>
            </a:p>
          </p:txBody>
        </p:sp>
        <p:pic>
          <p:nvPicPr>
            <p:cNvPr id="33" name="Graphic 32" descr="Magnifying glass with solid fill">
              <a:extLst>
                <a:ext uri="{FF2B5EF4-FFF2-40B4-BE49-F238E27FC236}">
                  <a16:creationId xmlns:a16="http://schemas.microsoft.com/office/drawing/2014/main" id="{A0E13D08-E7B5-41C0-9DF2-6575BB47474C}"/>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6534" y="4547210"/>
              <a:ext cx="231576" cy="231576"/>
            </a:xfrm>
            <a:prstGeom prst="rect">
              <a:avLst/>
            </a:prstGeom>
          </p:spPr>
        </p:pic>
      </p:grpSp>
      <p:grpSp>
        <p:nvGrpSpPr>
          <p:cNvPr id="39" name="Group 38">
            <a:extLst>
              <a:ext uri="{FF2B5EF4-FFF2-40B4-BE49-F238E27FC236}">
                <a16:creationId xmlns:a16="http://schemas.microsoft.com/office/drawing/2014/main" id="{ABDCCC10-A15D-450F-8C8A-ABA338AB94F7}"/>
              </a:ext>
            </a:extLst>
          </p:cNvPr>
          <p:cNvGrpSpPr/>
          <p:nvPr/>
        </p:nvGrpSpPr>
        <p:grpSpPr>
          <a:xfrm>
            <a:off x="4750049" y="2969886"/>
            <a:ext cx="288000" cy="288000"/>
            <a:chOff x="8322322" y="4482569"/>
            <a:chExt cx="360000" cy="360858"/>
          </a:xfrm>
        </p:grpSpPr>
        <p:sp>
          <p:nvSpPr>
            <p:cNvPr id="40" name="Oval 39">
              <a:extLst>
                <a:ext uri="{FF2B5EF4-FFF2-40B4-BE49-F238E27FC236}">
                  <a16:creationId xmlns:a16="http://schemas.microsoft.com/office/drawing/2014/main" id="{D8F7E179-F3DB-4109-9EE8-0F1DDD9BC5AB}"/>
                </a:ext>
              </a:extLst>
            </p:cNvPr>
            <p:cNvSpPr>
              <a:spLocks noChangeAspect="1"/>
            </p:cNvSpPr>
            <p:nvPr/>
          </p:nvSpPr>
          <p:spPr>
            <a:xfrm>
              <a:off x="8322322" y="4482569"/>
              <a:ext cx="360000" cy="360858"/>
            </a:xfrm>
            <a:prstGeom prst="ellipse">
              <a:avLst/>
            </a:prstGeom>
            <a:solidFill>
              <a:schemeClr val="bg1"/>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b="1">
                <a:solidFill>
                  <a:schemeClr val="tx2"/>
                </a:solidFill>
              </a:endParaRPr>
            </a:p>
          </p:txBody>
        </p:sp>
        <p:pic>
          <p:nvPicPr>
            <p:cNvPr id="41" name="Graphic 40" descr="Magnifying glass with solid fill">
              <a:extLst>
                <a:ext uri="{FF2B5EF4-FFF2-40B4-BE49-F238E27FC236}">
                  <a16:creationId xmlns:a16="http://schemas.microsoft.com/office/drawing/2014/main" id="{A9247C0A-9A55-425E-A0CD-38599555E0EE}"/>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6534" y="4547210"/>
              <a:ext cx="231576" cy="231576"/>
            </a:xfrm>
            <a:prstGeom prst="rect">
              <a:avLst/>
            </a:prstGeom>
          </p:spPr>
        </p:pic>
      </p:grpSp>
      <p:sp>
        <p:nvSpPr>
          <p:cNvPr id="47" name="Oval 46">
            <a:extLst>
              <a:ext uri="{FF2B5EF4-FFF2-40B4-BE49-F238E27FC236}">
                <a16:creationId xmlns:a16="http://schemas.microsoft.com/office/drawing/2014/main" id="{09C44A7E-B0B2-4C57-8DA8-3B78FA1565EE}"/>
              </a:ext>
            </a:extLst>
          </p:cNvPr>
          <p:cNvSpPr>
            <a:spLocks noChangeAspect="1"/>
          </p:cNvSpPr>
          <p:nvPr/>
        </p:nvSpPr>
        <p:spPr>
          <a:xfrm>
            <a:off x="6145566" y="2785619"/>
            <a:ext cx="288000" cy="288000"/>
          </a:xfrm>
          <a:prstGeom prst="ellipse">
            <a:avLst/>
          </a:prstGeom>
          <a:solidFill>
            <a:srgbClr val="FFFFFF"/>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b="1">
              <a:solidFill>
                <a:schemeClr val="tx2"/>
              </a:solidFill>
            </a:endParaRPr>
          </a:p>
        </p:txBody>
      </p:sp>
      <p:pic>
        <p:nvPicPr>
          <p:cNvPr id="48" name="Graphic 47" descr="Magnifying glass with solid fill">
            <a:extLst>
              <a:ext uri="{FF2B5EF4-FFF2-40B4-BE49-F238E27FC236}">
                <a16:creationId xmlns:a16="http://schemas.microsoft.com/office/drawing/2014/main" id="{5C0ACA86-C42A-4434-BAD1-15351FF8E3DA}"/>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196936" y="2837209"/>
            <a:ext cx="185261" cy="184820"/>
          </a:xfrm>
          <a:prstGeom prst="rect">
            <a:avLst/>
          </a:prstGeom>
        </p:spPr>
      </p:pic>
      <p:grpSp>
        <p:nvGrpSpPr>
          <p:cNvPr id="49" name="Group 48">
            <a:extLst>
              <a:ext uri="{FF2B5EF4-FFF2-40B4-BE49-F238E27FC236}">
                <a16:creationId xmlns:a16="http://schemas.microsoft.com/office/drawing/2014/main" id="{19BD76B4-397A-4CD6-884E-382AAA6ECC3D}"/>
              </a:ext>
            </a:extLst>
          </p:cNvPr>
          <p:cNvGrpSpPr/>
          <p:nvPr/>
        </p:nvGrpSpPr>
        <p:grpSpPr>
          <a:xfrm>
            <a:off x="2685494" y="2785619"/>
            <a:ext cx="288000" cy="288000"/>
            <a:chOff x="8322322" y="4482569"/>
            <a:chExt cx="360000" cy="360858"/>
          </a:xfrm>
        </p:grpSpPr>
        <p:sp>
          <p:nvSpPr>
            <p:cNvPr id="50" name="Oval 49">
              <a:extLst>
                <a:ext uri="{FF2B5EF4-FFF2-40B4-BE49-F238E27FC236}">
                  <a16:creationId xmlns:a16="http://schemas.microsoft.com/office/drawing/2014/main" id="{D754A25C-C435-4B75-9988-6235FBB078BC}"/>
                </a:ext>
              </a:extLst>
            </p:cNvPr>
            <p:cNvSpPr>
              <a:spLocks noChangeAspect="1"/>
            </p:cNvSpPr>
            <p:nvPr/>
          </p:nvSpPr>
          <p:spPr>
            <a:xfrm>
              <a:off x="8322322" y="4482569"/>
              <a:ext cx="360000" cy="360858"/>
            </a:xfrm>
            <a:prstGeom prst="ellipse">
              <a:avLst/>
            </a:prstGeom>
            <a:solidFill>
              <a:schemeClr val="bg1"/>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b="1">
                <a:solidFill>
                  <a:schemeClr val="tx2"/>
                </a:solidFill>
              </a:endParaRPr>
            </a:p>
          </p:txBody>
        </p:sp>
        <p:pic>
          <p:nvPicPr>
            <p:cNvPr id="52" name="Graphic 51" descr="Magnifying glass with solid fill">
              <a:extLst>
                <a:ext uri="{FF2B5EF4-FFF2-40B4-BE49-F238E27FC236}">
                  <a16:creationId xmlns:a16="http://schemas.microsoft.com/office/drawing/2014/main" id="{B631AA3E-9555-4A24-85BD-B4127F7F6B59}"/>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6534" y="4547210"/>
              <a:ext cx="231576" cy="231576"/>
            </a:xfrm>
            <a:prstGeom prst="rect">
              <a:avLst/>
            </a:prstGeom>
          </p:spPr>
        </p:pic>
      </p:grpSp>
      <p:grpSp>
        <p:nvGrpSpPr>
          <p:cNvPr id="53" name="Group 52">
            <a:extLst>
              <a:ext uri="{FF2B5EF4-FFF2-40B4-BE49-F238E27FC236}">
                <a16:creationId xmlns:a16="http://schemas.microsoft.com/office/drawing/2014/main" id="{C1831E04-4E81-44A9-ABB0-896F505361E2}"/>
              </a:ext>
            </a:extLst>
          </p:cNvPr>
          <p:cNvGrpSpPr/>
          <p:nvPr/>
        </p:nvGrpSpPr>
        <p:grpSpPr>
          <a:xfrm>
            <a:off x="5242559" y="1899555"/>
            <a:ext cx="288000" cy="288000"/>
            <a:chOff x="8322322" y="4482569"/>
            <a:chExt cx="360000" cy="360858"/>
          </a:xfrm>
        </p:grpSpPr>
        <p:sp>
          <p:nvSpPr>
            <p:cNvPr id="54" name="Oval 53">
              <a:extLst>
                <a:ext uri="{FF2B5EF4-FFF2-40B4-BE49-F238E27FC236}">
                  <a16:creationId xmlns:a16="http://schemas.microsoft.com/office/drawing/2014/main" id="{B6DD62F4-E2F5-45AD-9176-85F5339C8FE7}"/>
                </a:ext>
              </a:extLst>
            </p:cNvPr>
            <p:cNvSpPr>
              <a:spLocks noChangeAspect="1"/>
            </p:cNvSpPr>
            <p:nvPr/>
          </p:nvSpPr>
          <p:spPr>
            <a:xfrm>
              <a:off x="8322322" y="4482569"/>
              <a:ext cx="360000" cy="360858"/>
            </a:xfrm>
            <a:prstGeom prst="ellipse">
              <a:avLst/>
            </a:prstGeom>
            <a:solidFill>
              <a:schemeClr val="bg1"/>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b="1">
                <a:solidFill>
                  <a:schemeClr val="tx2"/>
                </a:solidFill>
              </a:endParaRPr>
            </a:p>
          </p:txBody>
        </p:sp>
        <p:pic>
          <p:nvPicPr>
            <p:cNvPr id="55" name="Graphic 54" descr="Magnifying glass with solid fill">
              <a:extLst>
                <a:ext uri="{FF2B5EF4-FFF2-40B4-BE49-F238E27FC236}">
                  <a16:creationId xmlns:a16="http://schemas.microsoft.com/office/drawing/2014/main" id="{7459082F-0589-4734-95E3-341F2BBB3AAF}"/>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6534" y="4547210"/>
              <a:ext cx="231576" cy="231576"/>
            </a:xfrm>
            <a:prstGeom prst="rect">
              <a:avLst/>
            </a:prstGeom>
          </p:spPr>
        </p:pic>
      </p:grpSp>
      <p:grpSp>
        <p:nvGrpSpPr>
          <p:cNvPr id="56" name="Group 55">
            <a:extLst>
              <a:ext uri="{FF2B5EF4-FFF2-40B4-BE49-F238E27FC236}">
                <a16:creationId xmlns:a16="http://schemas.microsoft.com/office/drawing/2014/main" id="{4DF560EB-888D-44E4-A300-67F5C4D36668}"/>
              </a:ext>
            </a:extLst>
          </p:cNvPr>
          <p:cNvGrpSpPr/>
          <p:nvPr/>
        </p:nvGrpSpPr>
        <p:grpSpPr>
          <a:xfrm>
            <a:off x="3984484" y="2065627"/>
            <a:ext cx="288000" cy="288000"/>
            <a:chOff x="8322322" y="4482569"/>
            <a:chExt cx="360000" cy="360858"/>
          </a:xfrm>
        </p:grpSpPr>
        <p:sp>
          <p:nvSpPr>
            <p:cNvPr id="57" name="Oval 56">
              <a:extLst>
                <a:ext uri="{FF2B5EF4-FFF2-40B4-BE49-F238E27FC236}">
                  <a16:creationId xmlns:a16="http://schemas.microsoft.com/office/drawing/2014/main" id="{77AA5B61-E620-4776-9A20-357D1EAE7B78}"/>
                </a:ext>
              </a:extLst>
            </p:cNvPr>
            <p:cNvSpPr>
              <a:spLocks noChangeAspect="1"/>
            </p:cNvSpPr>
            <p:nvPr/>
          </p:nvSpPr>
          <p:spPr>
            <a:xfrm>
              <a:off x="8322322" y="4482569"/>
              <a:ext cx="360000" cy="360858"/>
            </a:xfrm>
            <a:prstGeom prst="ellipse">
              <a:avLst/>
            </a:prstGeom>
            <a:solidFill>
              <a:schemeClr val="bg1"/>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b="1">
                <a:solidFill>
                  <a:schemeClr val="tx2"/>
                </a:solidFill>
              </a:endParaRPr>
            </a:p>
          </p:txBody>
        </p:sp>
        <p:pic>
          <p:nvPicPr>
            <p:cNvPr id="58" name="Graphic 57" descr="Magnifying glass with solid fill">
              <a:extLst>
                <a:ext uri="{FF2B5EF4-FFF2-40B4-BE49-F238E27FC236}">
                  <a16:creationId xmlns:a16="http://schemas.microsoft.com/office/drawing/2014/main" id="{39369885-72E6-4C9D-BD1E-C19C4E6DDC6D}"/>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6534" y="4547210"/>
              <a:ext cx="231576" cy="231576"/>
            </a:xfrm>
            <a:prstGeom prst="rect">
              <a:avLst/>
            </a:prstGeom>
          </p:spPr>
        </p:pic>
      </p:grpSp>
      <p:sp>
        <p:nvSpPr>
          <p:cNvPr id="30" name="Rounded Rectangle 38">
            <a:extLst>
              <a:ext uri="{FF2B5EF4-FFF2-40B4-BE49-F238E27FC236}">
                <a16:creationId xmlns:a16="http://schemas.microsoft.com/office/drawing/2014/main" id="{A55C41CA-6EF8-46A7-B423-F1C3E2B45E8C}"/>
              </a:ext>
            </a:extLst>
          </p:cNvPr>
          <p:cNvSpPr>
            <a:spLocks noChangeArrowheads="1"/>
          </p:cNvSpPr>
          <p:nvPr/>
        </p:nvSpPr>
        <p:spPr bwMode="auto">
          <a:xfrm>
            <a:off x="1937898" y="3941223"/>
            <a:ext cx="2199835" cy="770400"/>
          </a:xfrm>
          <a:prstGeom prst="roundRect">
            <a:avLst>
              <a:gd name="adj" fmla="val 8452"/>
            </a:avLst>
          </a:prstGeom>
          <a:solidFill>
            <a:srgbClr val="FFFFFF"/>
          </a:solidFill>
          <a:ln w="12700" algn="ctr">
            <a:solidFill>
              <a:schemeClr val="accent1"/>
            </a:solidFill>
            <a:prstDash val="sysDot"/>
            <a:round/>
            <a:headEnd/>
            <a:tailEnd/>
          </a:ln>
        </p:spPr>
        <p:txBody>
          <a:bodyPr lIns="36000" tIns="0" rIns="72000" bIns="0" anchor="ctr"/>
          <a:lstStyle/>
          <a:p>
            <a:pPr defTabSz="914400">
              <a:buClr>
                <a:srgbClr val="DA291C"/>
              </a:buClr>
            </a:pPr>
            <a:r>
              <a:rPr lang="en-US" sz="1100" kern="0">
                <a:solidFill>
                  <a:srgbClr val="0C2340"/>
                </a:solidFill>
                <a:latin typeface="Arial Narrow" panose="020B0606020202030204" pitchFamily="34" charset="0"/>
              </a:rPr>
              <a:t>It represents a series of best practices that aim to frequently review and implement improvements to the components of SVS </a:t>
            </a:r>
          </a:p>
        </p:txBody>
      </p:sp>
      <p:sp>
        <p:nvSpPr>
          <p:cNvPr id="38" name="Rounded Rectangle 38">
            <a:extLst>
              <a:ext uri="{FF2B5EF4-FFF2-40B4-BE49-F238E27FC236}">
                <a16:creationId xmlns:a16="http://schemas.microsoft.com/office/drawing/2014/main" id="{1F0F2ADF-ECDA-426F-B922-7C5290C0E325}"/>
              </a:ext>
            </a:extLst>
          </p:cNvPr>
          <p:cNvSpPr>
            <a:spLocks noChangeArrowheads="1"/>
          </p:cNvSpPr>
          <p:nvPr/>
        </p:nvSpPr>
        <p:spPr bwMode="auto">
          <a:xfrm>
            <a:off x="4992722" y="3941223"/>
            <a:ext cx="2199835" cy="770400"/>
          </a:xfrm>
          <a:prstGeom prst="roundRect">
            <a:avLst>
              <a:gd name="adj" fmla="val 8452"/>
            </a:avLst>
          </a:prstGeom>
          <a:solidFill>
            <a:srgbClr val="FFFFFF"/>
          </a:solidFill>
          <a:ln w="12700" algn="ctr">
            <a:solidFill>
              <a:schemeClr val="accent1"/>
            </a:solidFill>
            <a:prstDash val="sysDot"/>
            <a:round/>
            <a:headEnd/>
            <a:tailEnd/>
          </a:ln>
        </p:spPr>
        <p:txBody>
          <a:bodyPr lIns="36000" tIns="0" rIns="72000" bIns="0" anchor="ctr"/>
          <a:lstStyle/>
          <a:p>
            <a:pPr defTabSz="914400">
              <a:buClr>
                <a:srgbClr val="DA291C"/>
              </a:buClr>
            </a:pPr>
            <a:r>
              <a:rPr lang="en-US" sz="1100" kern="0">
                <a:solidFill>
                  <a:srgbClr val="0C2340"/>
                </a:solidFill>
                <a:latin typeface="Arial Narrow" panose="020B0606020202030204" pitchFamily="34" charset="0"/>
              </a:rPr>
              <a:t>They describe ITIL 4 related procedures, processes, roles and business units</a:t>
            </a:r>
          </a:p>
        </p:txBody>
      </p:sp>
      <p:sp>
        <p:nvSpPr>
          <p:cNvPr id="59" name="Rounded Rectangle 38">
            <a:extLst>
              <a:ext uri="{FF2B5EF4-FFF2-40B4-BE49-F238E27FC236}">
                <a16:creationId xmlns:a16="http://schemas.microsoft.com/office/drawing/2014/main" id="{CADEE807-47D7-46A6-B954-AF85AA65F1B5}"/>
              </a:ext>
            </a:extLst>
          </p:cNvPr>
          <p:cNvSpPr>
            <a:spLocks noChangeArrowheads="1"/>
          </p:cNvSpPr>
          <p:nvPr/>
        </p:nvSpPr>
        <p:spPr bwMode="auto">
          <a:xfrm>
            <a:off x="4992722" y="973780"/>
            <a:ext cx="2199835" cy="770400"/>
          </a:xfrm>
          <a:prstGeom prst="roundRect">
            <a:avLst>
              <a:gd name="adj" fmla="val 8452"/>
            </a:avLst>
          </a:prstGeom>
          <a:solidFill>
            <a:srgbClr val="FFFFFF"/>
          </a:solidFill>
          <a:ln w="12700" algn="ctr">
            <a:solidFill>
              <a:schemeClr val="accent1"/>
            </a:solidFill>
            <a:prstDash val="sysDot"/>
            <a:round/>
            <a:headEnd/>
            <a:tailEnd/>
          </a:ln>
        </p:spPr>
        <p:txBody>
          <a:bodyPr lIns="36000" tIns="0" rIns="72000" bIns="0" anchor="ctr"/>
          <a:lstStyle/>
          <a:p>
            <a:pPr defTabSz="914400">
              <a:buClr>
                <a:srgbClr val="DA291C"/>
              </a:buClr>
            </a:pPr>
            <a:r>
              <a:rPr lang="en-US" sz="1100" kern="0">
                <a:solidFill>
                  <a:srgbClr val="0C2340"/>
                </a:solidFill>
                <a:latin typeface="Arial Narrow" panose="020B0606020202030204" pitchFamily="34" charset="0"/>
              </a:rPr>
              <a:t>The guiding principles described in the previous chapter are a fundamental part of the SVS</a:t>
            </a:r>
          </a:p>
        </p:txBody>
      </p:sp>
      <p:sp>
        <p:nvSpPr>
          <p:cNvPr id="69" name="Rounded Rectangle 38">
            <a:extLst>
              <a:ext uri="{FF2B5EF4-FFF2-40B4-BE49-F238E27FC236}">
                <a16:creationId xmlns:a16="http://schemas.microsoft.com/office/drawing/2014/main" id="{752C0AFE-68CB-4E29-A314-9049940FA0EF}"/>
              </a:ext>
            </a:extLst>
          </p:cNvPr>
          <p:cNvSpPr>
            <a:spLocks noChangeArrowheads="1"/>
          </p:cNvSpPr>
          <p:nvPr/>
        </p:nvSpPr>
        <p:spPr bwMode="auto">
          <a:xfrm>
            <a:off x="1937898" y="973780"/>
            <a:ext cx="2199835" cy="770400"/>
          </a:xfrm>
          <a:prstGeom prst="roundRect">
            <a:avLst>
              <a:gd name="adj" fmla="val 8452"/>
            </a:avLst>
          </a:prstGeom>
          <a:solidFill>
            <a:srgbClr val="FFFFFF"/>
          </a:solidFill>
          <a:ln w="12700" algn="ctr">
            <a:solidFill>
              <a:schemeClr val="accent1"/>
            </a:solidFill>
            <a:prstDash val="sysDot"/>
            <a:round/>
            <a:headEnd/>
            <a:tailEnd/>
          </a:ln>
        </p:spPr>
        <p:txBody>
          <a:bodyPr lIns="36000" tIns="0" rIns="72000" bIns="0" anchor="ctr"/>
          <a:lstStyle/>
          <a:p>
            <a:pPr defTabSz="914400">
              <a:buClr>
                <a:srgbClr val="DA291C"/>
              </a:buClr>
            </a:pPr>
            <a:r>
              <a:rPr lang="en-US" sz="1100" kern="0">
                <a:solidFill>
                  <a:srgbClr val="0C2340"/>
                </a:solidFill>
                <a:latin typeface="Arial Narrow" panose="020B0606020202030204" pitchFamily="34" charset="0"/>
              </a:rPr>
              <a:t>The Governance function evaluate the organization’ strategies and direct their realization monitoring performance and practices</a:t>
            </a:r>
          </a:p>
        </p:txBody>
      </p:sp>
      <p:sp>
        <p:nvSpPr>
          <p:cNvPr id="73" name="Rounded Rectangle 38">
            <a:extLst>
              <a:ext uri="{FF2B5EF4-FFF2-40B4-BE49-F238E27FC236}">
                <a16:creationId xmlns:a16="http://schemas.microsoft.com/office/drawing/2014/main" id="{1E4823A9-D4FC-457D-9CBA-1BF679CE75F5}"/>
              </a:ext>
            </a:extLst>
          </p:cNvPr>
          <p:cNvSpPr>
            <a:spLocks noChangeArrowheads="1"/>
          </p:cNvSpPr>
          <p:nvPr/>
        </p:nvSpPr>
        <p:spPr bwMode="auto">
          <a:xfrm>
            <a:off x="73516" y="2318166"/>
            <a:ext cx="2199835" cy="770400"/>
          </a:xfrm>
          <a:prstGeom prst="roundRect">
            <a:avLst>
              <a:gd name="adj" fmla="val 8452"/>
            </a:avLst>
          </a:prstGeom>
          <a:solidFill>
            <a:srgbClr val="FFFFFF"/>
          </a:solidFill>
          <a:ln w="12700" algn="ctr">
            <a:solidFill>
              <a:schemeClr val="accent1"/>
            </a:solidFill>
            <a:prstDash val="sysDot"/>
            <a:round/>
            <a:headEnd/>
            <a:tailEnd/>
          </a:ln>
        </p:spPr>
        <p:txBody>
          <a:bodyPr lIns="36000" tIns="0" rIns="72000" bIns="0" anchor="ctr"/>
          <a:lstStyle/>
          <a:p>
            <a:pPr defTabSz="914400">
              <a:buClr>
                <a:srgbClr val="DA291C"/>
              </a:buClr>
            </a:pPr>
            <a:r>
              <a:rPr lang="en-US" sz="1100" kern="0">
                <a:solidFill>
                  <a:srgbClr val="0C2340"/>
                </a:solidFill>
                <a:latin typeface="Arial Narrow" panose="020B0606020202030204" pitchFamily="34" charset="0"/>
              </a:rPr>
              <a:t>It represents the </a:t>
            </a:r>
            <a:r>
              <a:rPr lang="en-US" sz="1100" b="1" kern="0">
                <a:solidFill>
                  <a:srgbClr val="0C2340"/>
                </a:solidFill>
                <a:latin typeface="Arial Narrow" panose="020B0606020202030204" pitchFamily="34" charset="0"/>
              </a:rPr>
              <a:t>need to be satisfied </a:t>
            </a:r>
            <a:r>
              <a:rPr lang="en-US" sz="1100" kern="0">
                <a:solidFill>
                  <a:srgbClr val="0C2340"/>
                </a:solidFill>
                <a:latin typeface="Arial Narrow" panose="020B0606020202030204" pitchFamily="34" charset="0"/>
              </a:rPr>
              <a:t>to deliver value to customers and can be represented in form of a </a:t>
            </a:r>
            <a:r>
              <a:rPr lang="en-US" sz="1100" b="1" kern="0">
                <a:solidFill>
                  <a:srgbClr val="0C2340"/>
                </a:solidFill>
                <a:latin typeface="Arial Narrow" panose="020B0606020202030204" pitchFamily="34" charset="0"/>
              </a:rPr>
              <a:t>demand</a:t>
            </a:r>
            <a:r>
              <a:rPr lang="en-US" sz="1100" kern="0">
                <a:solidFill>
                  <a:srgbClr val="0C2340"/>
                </a:solidFill>
                <a:latin typeface="Arial Narrow" panose="020B0606020202030204" pitchFamily="34" charset="0"/>
              </a:rPr>
              <a:t> to meet or an </a:t>
            </a:r>
            <a:r>
              <a:rPr lang="en-US" sz="1100" b="1" kern="0">
                <a:solidFill>
                  <a:srgbClr val="0C2340"/>
                </a:solidFill>
                <a:latin typeface="Arial Narrow" panose="020B0606020202030204" pitchFamily="34" charset="0"/>
              </a:rPr>
              <a:t>opportunity</a:t>
            </a:r>
            <a:r>
              <a:rPr lang="en-US" sz="1100" kern="0">
                <a:solidFill>
                  <a:srgbClr val="0C2340"/>
                </a:solidFill>
                <a:latin typeface="Arial Narrow" panose="020B0606020202030204" pitchFamily="34" charset="0"/>
              </a:rPr>
              <a:t> to exploit</a:t>
            </a:r>
          </a:p>
        </p:txBody>
      </p:sp>
      <p:sp>
        <p:nvSpPr>
          <p:cNvPr id="74" name="Rounded Rectangle 38">
            <a:extLst>
              <a:ext uri="{FF2B5EF4-FFF2-40B4-BE49-F238E27FC236}">
                <a16:creationId xmlns:a16="http://schemas.microsoft.com/office/drawing/2014/main" id="{3DD62850-0A3E-4CA9-B9B3-7C7FD794E017}"/>
              </a:ext>
            </a:extLst>
          </p:cNvPr>
          <p:cNvSpPr>
            <a:spLocks noChangeArrowheads="1"/>
          </p:cNvSpPr>
          <p:nvPr/>
        </p:nvSpPr>
        <p:spPr bwMode="auto">
          <a:xfrm>
            <a:off x="6857105" y="2318166"/>
            <a:ext cx="2199835" cy="770400"/>
          </a:xfrm>
          <a:prstGeom prst="roundRect">
            <a:avLst>
              <a:gd name="adj" fmla="val 8452"/>
            </a:avLst>
          </a:prstGeom>
          <a:solidFill>
            <a:srgbClr val="FFFFFF"/>
          </a:solidFill>
          <a:ln w="12700" algn="ctr">
            <a:solidFill>
              <a:schemeClr val="accent1"/>
            </a:solidFill>
            <a:prstDash val="sysDot"/>
            <a:round/>
            <a:headEnd/>
            <a:tailEnd/>
          </a:ln>
        </p:spPr>
        <p:txBody>
          <a:bodyPr lIns="36000" tIns="0" rIns="72000" bIns="0" anchor="ctr"/>
          <a:lstStyle/>
          <a:p>
            <a:pPr defTabSz="914400">
              <a:buClr>
                <a:srgbClr val="DA291C"/>
              </a:buClr>
            </a:pPr>
            <a:r>
              <a:rPr lang="en-US" sz="1100" kern="0">
                <a:solidFill>
                  <a:srgbClr val="0C2340"/>
                </a:solidFill>
                <a:latin typeface="Arial Narrow" panose="020B0606020202030204" pitchFamily="34" charset="0"/>
              </a:rPr>
              <a:t>It is the final output of the SVS, the delivered co-created value</a:t>
            </a:r>
          </a:p>
        </p:txBody>
      </p:sp>
      <p:cxnSp>
        <p:nvCxnSpPr>
          <p:cNvPr id="84" name="Connector: Elbow 83">
            <a:extLst>
              <a:ext uri="{FF2B5EF4-FFF2-40B4-BE49-F238E27FC236}">
                <a16:creationId xmlns:a16="http://schemas.microsoft.com/office/drawing/2014/main" id="{576C8137-24E4-4AE7-912B-B85D67BBD48B}"/>
              </a:ext>
            </a:extLst>
          </p:cNvPr>
          <p:cNvCxnSpPr>
            <a:cxnSpLocks/>
            <a:endCxn id="73" idx="2"/>
          </p:cNvCxnSpPr>
          <p:nvPr/>
        </p:nvCxnSpPr>
        <p:spPr>
          <a:xfrm rot="5400000">
            <a:off x="1993991" y="2253062"/>
            <a:ext cx="14947" cy="1656060"/>
          </a:xfrm>
          <a:prstGeom prst="bentConnector3">
            <a:avLst>
              <a:gd name="adj1" fmla="val 1629404"/>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7" name="Connector: Elbow 86">
            <a:extLst>
              <a:ext uri="{FF2B5EF4-FFF2-40B4-BE49-F238E27FC236}">
                <a16:creationId xmlns:a16="http://schemas.microsoft.com/office/drawing/2014/main" id="{B72EF30A-646C-4A0A-8C8D-C87A1F44E1A5}"/>
              </a:ext>
            </a:extLst>
          </p:cNvPr>
          <p:cNvCxnSpPr>
            <a:cxnSpLocks/>
            <a:endCxn id="74" idx="2"/>
          </p:cNvCxnSpPr>
          <p:nvPr/>
        </p:nvCxnSpPr>
        <p:spPr>
          <a:xfrm rot="16200000" flipH="1">
            <a:off x="7115821" y="2247363"/>
            <a:ext cx="14947" cy="1667457"/>
          </a:xfrm>
          <a:prstGeom prst="bentConnector3">
            <a:avLst>
              <a:gd name="adj1" fmla="val 1629404"/>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E0A00DFD-F1D4-4D22-9A93-93B861C6BBE5}"/>
              </a:ext>
            </a:extLst>
          </p:cNvPr>
          <p:cNvSpPr>
            <a:spLocks noGrp="1"/>
          </p:cNvSpPr>
          <p:nvPr>
            <p:ph type="sldNum" sz="quarter" idx="35"/>
          </p:nvPr>
        </p:nvSpPr>
        <p:spPr/>
        <p:txBody>
          <a:bodyPr/>
          <a:lstStyle/>
          <a:p>
            <a:fld id="{9C18EA95-C3D3-214C-9452-EF8527DBCD86}" type="slidenum">
              <a:rPr lang="it-IT" smtClean="0"/>
              <a:pPr/>
              <a:t>30</a:t>
            </a:fld>
            <a:endParaRPr lang="it-IT"/>
          </a:p>
        </p:txBody>
      </p:sp>
      <p:pic>
        <p:nvPicPr>
          <p:cNvPr id="65" name="Picture 64" descr="Icon&#10;&#10;Description automatically generated">
            <a:hlinkClick r:id="rId6" action="ppaction://hlinksldjump"/>
            <a:extLst>
              <a:ext uri="{FF2B5EF4-FFF2-40B4-BE49-F238E27FC236}">
                <a16:creationId xmlns:a16="http://schemas.microsoft.com/office/drawing/2014/main" id="{4BB0B271-1BE0-4B5E-B11C-D7BC747AA02F}"/>
              </a:ext>
            </a:extLst>
          </p:cNvPr>
          <p:cNvPicPr>
            <a:picLocks noChangeAspect="1"/>
          </p:cNvPicPr>
          <p:nvPr/>
        </p:nvPicPr>
        <p:blipFill>
          <a:blip r:embed="rId7"/>
          <a:stretch>
            <a:fillRect/>
          </a:stretch>
        </p:blipFill>
        <p:spPr>
          <a:xfrm>
            <a:off x="6840936" y="4948365"/>
            <a:ext cx="144000" cy="144000"/>
          </a:xfrm>
          <a:prstGeom prst="rect">
            <a:avLst/>
          </a:prstGeom>
        </p:spPr>
      </p:pic>
      <p:sp>
        <p:nvSpPr>
          <p:cNvPr id="66" name="Rectangle 210">
            <a:extLst>
              <a:ext uri="{FF2B5EF4-FFF2-40B4-BE49-F238E27FC236}">
                <a16:creationId xmlns:a16="http://schemas.microsoft.com/office/drawing/2014/main" id="{188619A0-7ECF-480C-A323-E0250757C833}"/>
              </a:ext>
            </a:extLst>
          </p:cNvPr>
          <p:cNvSpPr/>
          <p:nvPr/>
        </p:nvSpPr>
        <p:spPr>
          <a:xfrm>
            <a:off x="6935276" y="4912643"/>
            <a:ext cx="1697379" cy="215444"/>
          </a:xfrm>
          <a:prstGeom prst="rect">
            <a:avLst/>
          </a:prstGeom>
        </p:spPr>
        <p:txBody>
          <a:bodyPr wrap="square">
            <a:spAutoFit/>
          </a:bodyPr>
          <a:lstStyle/>
          <a:p>
            <a:pPr marR="0" lvl="0" algn="l" defTabSz="914400" rtl="0" eaLnBrk="1" fontAlgn="auto" latinLnBrk="0" hangingPunct="1">
              <a:spcBef>
                <a:spcPts val="0"/>
              </a:spcBef>
              <a:buClr>
                <a:srgbClr val="DA291C"/>
              </a:buClr>
              <a:buSzTx/>
              <a:tabLst/>
              <a:defRPr/>
            </a:pPr>
            <a:r>
              <a:rPr lang="en-GB" sz="800" kern="0">
                <a:solidFill>
                  <a:srgbClr val="0C2340"/>
                </a:solidFill>
                <a:latin typeface="Arial Narrow" panose="020B0606020202030204" pitchFamily="34" charset="0"/>
              </a:rPr>
              <a:t>Link</a:t>
            </a:r>
            <a:r>
              <a:rPr kumimoji="0" lang="en-GB" sz="800" i="0" u="none" strike="noStrike" kern="0" cap="none" spc="0" normalizeH="0" baseline="0">
                <a:ln>
                  <a:noFill/>
                </a:ln>
                <a:solidFill>
                  <a:srgbClr val="0C2340"/>
                </a:solidFill>
                <a:effectLst/>
                <a:uLnTx/>
                <a:uFillTx/>
                <a:latin typeface="Arial Narrow" panose="020B0606020202030204" pitchFamily="34" charset="0"/>
              </a:rPr>
              <a:t> back to multiple-choice question</a:t>
            </a:r>
          </a:p>
        </p:txBody>
      </p:sp>
      <p:sp>
        <p:nvSpPr>
          <p:cNvPr id="45" name="Rectangle 210">
            <a:extLst>
              <a:ext uri="{FF2B5EF4-FFF2-40B4-BE49-F238E27FC236}">
                <a16:creationId xmlns:a16="http://schemas.microsoft.com/office/drawing/2014/main" id="{6261B4EF-E20B-47AF-8B06-353251895E0A}"/>
              </a:ext>
            </a:extLst>
          </p:cNvPr>
          <p:cNvSpPr/>
          <p:nvPr/>
        </p:nvSpPr>
        <p:spPr>
          <a:xfrm>
            <a:off x="4944310" y="4954731"/>
            <a:ext cx="1296000" cy="123111"/>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lIns="36000" tIns="0" rIns="36000" bIns="0">
            <a:noAutofit/>
          </a:bodyPr>
          <a:lstStyle/>
          <a:p>
            <a:pPr lvl="0" defTabSz="914400">
              <a:buClr>
                <a:srgbClr val="DA291C"/>
              </a:buClr>
              <a:defRPr/>
            </a:pPr>
            <a:r>
              <a:rPr lang="en-GB" sz="800" b="1" kern="0">
                <a:solidFill>
                  <a:srgbClr val="0C2340"/>
                </a:solidFill>
                <a:latin typeface="Arial Narrow" panose="020B0606020202030204" pitchFamily="34" charset="0"/>
              </a:rPr>
              <a:t>Source: </a:t>
            </a:r>
            <a:r>
              <a:rPr lang="en-GB" sz="800" kern="0">
                <a:solidFill>
                  <a:srgbClr val="0C2340"/>
                </a:solidFill>
                <a:latin typeface="Arial Narrow" panose="020B0606020202030204" pitchFamily="34" charset="0"/>
              </a:rPr>
              <a:t>AXELOS limited 2019</a:t>
            </a:r>
            <a:endParaRPr kumimoji="0" lang="en-GB" sz="800"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51" name="Rectangle 210">
            <a:extLst>
              <a:ext uri="{FF2B5EF4-FFF2-40B4-BE49-F238E27FC236}">
                <a16:creationId xmlns:a16="http://schemas.microsoft.com/office/drawing/2014/main" id="{8D8E86E1-E7AB-4D93-BD3E-C5B48F625962}"/>
              </a:ext>
            </a:extLst>
          </p:cNvPr>
          <p:cNvSpPr/>
          <p:nvPr/>
        </p:nvSpPr>
        <p:spPr>
          <a:xfrm>
            <a:off x="640323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41041215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4" name="Straight Connector 43">
            <a:extLst>
              <a:ext uri="{FF2B5EF4-FFF2-40B4-BE49-F238E27FC236}">
                <a16:creationId xmlns:a16="http://schemas.microsoft.com/office/drawing/2014/main" id="{CA96CB05-94AD-4255-AD1F-009D22A6F9A1}"/>
              </a:ext>
            </a:extLst>
          </p:cNvPr>
          <p:cNvCxnSpPr>
            <a:cxnSpLocks/>
            <a:stCxn id="45" idx="6"/>
            <a:endCxn id="46" idx="2"/>
          </p:cNvCxnSpPr>
          <p:nvPr/>
        </p:nvCxnSpPr>
        <p:spPr>
          <a:xfrm>
            <a:off x="692919" y="1815809"/>
            <a:ext cx="3121830" cy="0"/>
          </a:xfrm>
          <a:prstGeom prst="line">
            <a:avLst/>
          </a:prstGeom>
          <a:ln w="19050">
            <a:solidFill>
              <a:srgbClr val="65205A"/>
            </a:solidFill>
            <a:prstDash val="sysDot"/>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a:effectLst/>
        </p:spPr>
        <p:txBody>
          <a:bodyPr/>
          <a:lstStyle/>
          <a:p>
            <a:r>
              <a:rPr lang="en-US">
                <a:latin typeface="Arial Narrow" panose="020B0606020202030204" pitchFamily="34" charset="0"/>
              </a:rPr>
              <a:t>The ITIL 4 Service Value System | </a:t>
            </a:r>
            <a:r>
              <a:rPr lang="en-US">
                <a:solidFill>
                  <a:schemeClr val="accent3"/>
                </a:solidFill>
                <a:latin typeface="Arial Narrow" panose="020B0606020202030204" pitchFamily="34" charset="0"/>
              </a:rPr>
              <a:t>Elements of the SVS 1/3</a:t>
            </a:r>
            <a:endParaRPr lang="en-GB">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a:effectLst/>
        </p:spPr>
        <p:txBody>
          <a:bodyPr/>
          <a:lstStyle/>
          <a:p>
            <a:r>
              <a:rPr lang="en-GB">
                <a:latin typeface="Arial Narrow" panose="020B0606020202030204" pitchFamily="34" charset="0"/>
              </a:rPr>
              <a:t>The SVS is composed by different elements that interacts between each other to foster value co-creation</a:t>
            </a:r>
          </a:p>
        </p:txBody>
      </p:sp>
      <p:sp>
        <p:nvSpPr>
          <p:cNvPr id="16" name="TextBox 15">
            <a:extLst>
              <a:ext uri="{FF2B5EF4-FFF2-40B4-BE49-F238E27FC236}">
                <a16:creationId xmlns:a16="http://schemas.microsoft.com/office/drawing/2014/main" id="{A92FE8BE-815B-4D3D-9136-CF0E954EC4FC}"/>
              </a:ext>
            </a:extLst>
          </p:cNvPr>
          <p:cNvSpPr txBox="1"/>
          <p:nvPr/>
        </p:nvSpPr>
        <p:spPr>
          <a:xfrm>
            <a:off x="465547" y="3141676"/>
            <a:ext cx="3600000" cy="1846659"/>
          </a:xfrm>
          <a:prstGeom prst="rect">
            <a:avLst/>
          </a:prstGeom>
          <a:noFill/>
          <a:ln>
            <a:noFill/>
          </a:ln>
        </p:spPr>
        <p:txBody>
          <a:bodyPr wrap="square" rtlCol="0">
            <a:spAutoFit/>
          </a:bodyPr>
          <a:lstStyle/>
          <a:p>
            <a:pPr marL="171450" marR="0" lvl="0" indent="-171450" algn="l" defTabSz="914400" rtl="0" eaLnBrk="1" fontAlgn="auto" latinLnBrk="0" hangingPunct="1">
              <a:spcBef>
                <a:spcPts val="0"/>
              </a:spcBef>
              <a:spcAft>
                <a:spcPts val="600"/>
              </a:spcAft>
              <a:buClr>
                <a:srgbClr val="DA291C"/>
              </a:buClr>
              <a:buSzTx/>
              <a:buFont typeface="Wingdings" panose="05000000000000000000" pitchFamily="2" charset="2"/>
              <a:buChar char="§"/>
              <a:tabLst/>
              <a:defRPr/>
            </a:pPr>
            <a:r>
              <a:rPr lang="en-GB" sz="1100" b="1" kern="0">
                <a:solidFill>
                  <a:srgbClr val="0C2340"/>
                </a:solidFill>
                <a:latin typeface="Arial Narrow" panose="020B0606020202030204" pitchFamily="34" charset="0"/>
              </a:rPr>
              <a:t>Demand</a:t>
            </a:r>
            <a:r>
              <a:rPr lang="en-GB" sz="1100" kern="0">
                <a:solidFill>
                  <a:srgbClr val="0C2340"/>
                </a:solidFill>
                <a:latin typeface="Arial Narrow" panose="020B0606020202030204" pitchFamily="34" charset="0"/>
              </a:rPr>
              <a:t> is the </a:t>
            </a:r>
            <a:r>
              <a:rPr lang="en-GB" sz="1100" b="1" kern="0">
                <a:solidFill>
                  <a:srgbClr val="0C2340"/>
                </a:solidFill>
                <a:latin typeface="Arial Narrow" panose="020B0606020202030204" pitchFamily="34" charset="0"/>
              </a:rPr>
              <a:t>need</a:t>
            </a:r>
            <a:r>
              <a:rPr lang="en-GB" sz="1100" kern="0">
                <a:solidFill>
                  <a:srgbClr val="0C2340"/>
                </a:solidFill>
                <a:latin typeface="Arial Narrow" panose="020B0606020202030204" pitchFamily="34" charset="0"/>
              </a:rPr>
              <a:t> </a:t>
            </a:r>
            <a:r>
              <a:rPr lang="en-GB" sz="1100" b="1" kern="0">
                <a:solidFill>
                  <a:srgbClr val="0C2340"/>
                </a:solidFill>
                <a:latin typeface="Arial Narrow" panose="020B0606020202030204" pitchFamily="34" charset="0"/>
              </a:rPr>
              <a:t>or</a:t>
            </a:r>
            <a:r>
              <a:rPr lang="en-GB" sz="1100" kern="0">
                <a:solidFill>
                  <a:srgbClr val="0C2340"/>
                </a:solidFill>
                <a:latin typeface="Arial Narrow" panose="020B0606020202030204" pitchFamily="34" charset="0"/>
              </a:rPr>
              <a:t> </a:t>
            </a:r>
            <a:r>
              <a:rPr lang="en-GB" sz="1100" b="1" kern="0">
                <a:solidFill>
                  <a:srgbClr val="0C2340"/>
                </a:solidFill>
                <a:latin typeface="Arial Narrow" panose="020B0606020202030204" pitchFamily="34" charset="0"/>
              </a:rPr>
              <a:t>desire</a:t>
            </a:r>
            <a:r>
              <a:rPr lang="en-GB" sz="1100" kern="0">
                <a:solidFill>
                  <a:srgbClr val="0C2340"/>
                </a:solidFill>
                <a:latin typeface="Arial Narrow" panose="020B0606020202030204" pitchFamily="34" charset="0"/>
              </a:rPr>
              <a:t> for a product or a service from a </a:t>
            </a:r>
            <a:r>
              <a:rPr lang="en-GB" sz="1100" b="1" kern="0">
                <a:solidFill>
                  <a:srgbClr val="0C2340"/>
                </a:solidFill>
                <a:latin typeface="Arial Narrow" panose="020B0606020202030204" pitchFamily="34" charset="0"/>
              </a:rPr>
              <a:t>customer</a:t>
            </a:r>
          </a:p>
          <a:p>
            <a:pPr marL="171450" indent="-171450" defTabSz="914400">
              <a:spcAft>
                <a:spcPts val="600"/>
              </a:spcAft>
              <a:buClr>
                <a:srgbClr val="DA291C"/>
              </a:buClr>
              <a:buFont typeface="Wingdings" panose="05000000000000000000" pitchFamily="2" charset="2"/>
              <a:buChar char="§"/>
              <a:defRPr/>
            </a:pPr>
            <a:r>
              <a:rPr lang="en-GB" sz="1100" kern="0">
                <a:solidFill>
                  <a:srgbClr val="0C2340"/>
                </a:solidFill>
                <a:latin typeface="Arial Narrow" panose="020B0606020202030204" pitchFamily="34" charset="0"/>
              </a:rPr>
              <a:t>The SVS guides organizations in </a:t>
            </a:r>
            <a:r>
              <a:rPr lang="en-GB" sz="1100" b="1" kern="0">
                <a:solidFill>
                  <a:srgbClr val="0C2340"/>
                </a:solidFill>
                <a:latin typeface="Arial Narrow" panose="020B0606020202030204" pitchFamily="34" charset="0"/>
              </a:rPr>
              <a:t>delivering services </a:t>
            </a:r>
            <a:r>
              <a:rPr lang="en-GB" sz="1100" kern="0">
                <a:solidFill>
                  <a:srgbClr val="0C2340"/>
                </a:solidFill>
                <a:latin typeface="Arial Narrow" panose="020B0606020202030204" pitchFamily="34" charset="0"/>
              </a:rPr>
              <a:t>that meet a </a:t>
            </a:r>
            <a:r>
              <a:rPr lang="en-GB" sz="1100" b="1" kern="0">
                <a:solidFill>
                  <a:srgbClr val="0C2340"/>
                </a:solidFill>
                <a:latin typeface="Arial Narrow" panose="020B0606020202030204" pitchFamily="34" charset="0"/>
              </a:rPr>
              <a:t>demand</a:t>
            </a:r>
            <a:r>
              <a:rPr lang="en-GB" sz="1100" kern="0">
                <a:solidFill>
                  <a:srgbClr val="0C2340"/>
                </a:solidFill>
                <a:latin typeface="Arial Narrow" panose="020B0606020202030204" pitchFamily="34" charset="0"/>
              </a:rPr>
              <a:t> or exploit an </a:t>
            </a:r>
            <a:r>
              <a:rPr lang="en-GB" sz="1100" b="1" kern="0">
                <a:solidFill>
                  <a:srgbClr val="0C2340"/>
                </a:solidFill>
                <a:latin typeface="Arial Narrow" panose="020B0606020202030204" pitchFamily="34" charset="0"/>
              </a:rPr>
              <a:t>opportunity</a:t>
            </a:r>
            <a:r>
              <a:rPr lang="en-GB" sz="1100" kern="0">
                <a:solidFill>
                  <a:srgbClr val="0C2340"/>
                </a:solidFill>
                <a:latin typeface="Arial Narrow" panose="020B0606020202030204" pitchFamily="34" charset="0"/>
              </a:rPr>
              <a:t> to provide </a:t>
            </a:r>
            <a:r>
              <a:rPr lang="en-GB" sz="1100" b="1" kern="0">
                <a:solidFill>
                  <a:srgbClr val="0C2340"/>
                </a:solidFill>
                <a:latin typeface="Arial Narrow" panose="020B0606020202030204" pitchFamily="34" charset="0"/>
              </a:rPr>
              <a:t>value to the customers</a:t>
            </a:r>
          </a:p>
          <a:p>
            <a:pPr marL="171450" marR="0" lvl="0" indent="-171450" algn="l" defTabSz="914400" rtl="0" eaLnBrk="1" fontAlgn="auto" latinLnBrk="0" hangingPunct="1">
              <a:spcBef>
                <a:spcPts val="0"/>
              </a:spcBef>
              <a:spcAft>
                <a:spcPts val="600"/>
              </a:spcAft>
              <a:buClr>
                <a:srgbClr val="DA291C"/>
              </a:buClr>
              <a:buSzTx/>
              <a:buFont typeface="Wingdings" panose="05000000000000000000" pitchFamily="2" charset="2"/>
              <a:buChar char="§"/>
              <a:tabLst/>
              <a:defRPr/>
            </a:pPr>
            <a:r>
              <a:rPr lang="en-GB" sz="1100" b="1" kern="0">
                <a:solidFill>
                  <a:srgbClr val="0C2340"/>
                </a:solidFill>
                <a:latin typeface="Arial Narrow" panose="020B0606020202030204" pitchFamily="34" charset="0"/>
              </a:rPr>
              <a:t>Opportunities/Demand </a:t>
            </a:r>
            <a:r>
              <a:rPr lang="en-GB" sz="1100" kern="0">
                <a:solidFill>
                  <a:srgbClr val="0C2340"/>
                </a:solidFill>
                <a:latin typeface="Arial Narrow" panose="020B0606020202030204" pitchFamily="34" charset="0"/>
              </a:rPr>
              <a:t>shouldn’t always been embraced, but when they are, the </a:t>
            </a:r>
            <a:r>
              <a:rPr lang="en-GB" sz="1100" b="1" kern="0">
                <a:solidFill>
                  <a:srgbClr val="0C2340"/>
                </a:solidFill>
                <a:latin typeface="Arial Narrow" panose="020B0606020202030204" pitchFamily="34" charset="0"/>
              </a:rPr>
              <a:t>SVS model should always be followed </a:t>
            </a:r>
            <a:r>
              <a:rPr lang="en-GB" sz="1100" kern="0">
                <a:solidFill>
                  <a:srgbClr val="0C2340"/>
                </a:solidFill>
                <a:latin typeface="Arial Narrow" panose="020B0606020202030204" pitchFamily="34" charset="0"/>
              </a:rPr>
              <a:t>to be able to </a:t>
            </a:r>
            <a:r>
              <a:rPr lang="en-GB" sz="1100" b="1" kern="0">
                <a:solidFill>
                  <a:srgbClr val="0C2340"/>
                </a:solidFill>
                <a:latin typeface="Arial Narrow" panose="020B0606020202030204" pitchFamily="34" charset="0"/>
              </a:rPr>
              <a:t>deliver value to the customer </a:t>
            </a:r>
          </a:p>
          <a:p>
            <a:pPr marL="171450" marR="0" lvl="0" indent="-171450" algn="l" defTabSz="914400" rtl="0" eaLnBrk="1" fontAlgn="auto" latinLnBrk="0" hangingPunct="1">
              <a:spcBef>
                <a:spcPts val="0"/>
              </a:spcBef>
              <a:spcAft>
                <a:spcPts val="600"/>
              </a:spcAft>
              <a:buClr>
                <a:srgbClr val="DA291C"/>
              </a:buClr>
              <a:buSzTx/>
              <a:buFont typeface="Wingdings" panose="05000000000000000000" pitchFamily="2" charset="2"/>
              <a:buChar char="§"/>
              <a:tabLst/>
              <a:defRPr/>
            </a:pPr>
            <a:endParaRPr kumimoji="0" lang="en-GB" sz="1100" i="0" u="none" strike="noStrike" kern="0" cap="none" spc="0" normalizeH="0" baseline="0">
              <a:ln>
                <a:noFill/>
              </a:ln>
              <a:solidFill>
                <a:srgbClr val="0C2340"/>
              </a:solidFill>
              <a:effectLst/>
              <a:uLnTx/>
              <a:uFillTx/>
              <a:latin typeface="Arial Narrow" panose="020B0606020202030204" pitchFamily="34" charset="0"/>
            </a:endParaRPr>
          </a:p>
        </p:txBody>
      </p:sp>
      <p:sp>
        <p:nvSpPr>
          <p:cNvPr id="17" name="TextBox 16">
            <a:extLst>
              <a:ext uri="{FF2B5EF4-FFF2-40B4-BE49-F238E27FC236}">
                <a16:creationId xmlns:a16="http://schemas.microsoft.com/office/drawing/2014/main" id="{BB41E0D7-B4C8-4A01-B650-9778CD330683}"/>
              </a:ext>
            </a:extLst>
          </p:cNvPr>
          <p:cNvSpPr txBox="1"/>
          <p:nvPr/>
        </p:nvSpPr>
        <p:spPr>
          <a:xfrm>
            <a:off x="5078453" y="3141676"/>
            <a:ext cx="3600000" cy="1431161"/>
          </a:xfrm>
          <a:prstGeom prst="rect">
            <a:avLst/>
          </a:prstGeom>
          <a:noFill/>
        </p:spPr>
        <p:txBody>
          <a:bodyPr wrap="square">
            <a:spAutoFit/>
          </a:bodyPr>
          <a:lstStyle/>
          <a:p>
            <a:pPr marL="171450" marR="0" lvl="0" indent="-171450" algn="l" defTabSz="914400" rtl="0" eaLnBrk="1" fontAlgn="auto" latinLnBrk="0" hangingPunct="1">
              <a:spcBef>
                <a:spcPts val="0"/>
              </a:spcBef>
              <a:spcAft>
                <a:spcPts val="600"/>
              </a:spcAft>
              <a:buClr>
                <a:srgbClr val="DA291C"/>
              </a:buClr>
              <a:buSzTx/>
              <a:buFont typeface="Wingdings" panose="05000000000000000000" pitchFamily="2" charset="2"/>
              <a:buChar char="§"/>
              <a:tabLst/>
              <a:defRPr/>
            </a:pPr>
            <a:r>
              <a:rPr kumimoji="0" lang="en-GB" sz="1100" i="0" u="none" strike="noStrike" kern="0" cap="none" spc="0" normalizeH="0" baseline="0">
                <a:ln>
                  <a:noFill/>
                </a:ln>
                <a:solidFill>
                  <a:srgbClr val="0C2340"/>
                </a:solidFill>
                <a:effectLst/>
                <a:uLnTx/>
                <a:uFillTx/>
                <a:latin typeface="Arial Narrow" panose="020B0606020202030204" pitchFamily="34" charset="0"/>
              </a:rPr>
              <a:t>The </a:t>
            </a:r>
            <a:r>
              <a:rPr kumimoji="0" lang="en-GB" sz="1100" b="1" i="0" u="none" strike="noStrike" kern="0" cap="none" spc="0" normalizeH="0" baseline="0">
                <a:ln>
                  <a:noFill/>
                </a:ln>
                <a:solidFill>
                  <a:srgbClr val="0C2340"/>
                </a:solidFill>
                <a:effectLst/>
                <a:uLnTx/>
                <a:uFillTx/>
                <a:latin typeface="Arial Narrow" panose="020B0606020202030204" pitchFamily="34" charset="0"/>
              </a:rPr>
              <a:t>guiding principles </a:t>
            </a:r>
            <a:r>
              <a:rPr kumimoji="0" lang="en-GB" sz="1100" i="0" u="none" strike="noStrike" kern="0" cap="none" spc="0" normalizeH="0" baseline="0">
                <a:ln>
                  <a:noFill/>
                </a:ln>
                <a:solidFill>
                  <a:srgbClr val="0C2340"/>
                </a:solidFill>
                <a:effectLst/>
                <a:uLnTx/>
                <a:uFillTx/>
                <a:latin typeface="Arial Narrow" panose="020B0606020202030204" pitchFamily="34" charset="0"/>
              </a:rPr>
              <a:t>are </a:t>
            </a:r>
            <a:r>
              <a:rPr kumimoji="0" lang="en-GB" sz="1100" b="1" i="0" u="none" strike="noStrike" kern="0" cap="none" spc="0" normalizeH="0" baseline="0">
                <a:ln>
                  <a:noFill/>
                </a:ln>
                <a:solidFill>
                  <a:srgbClr val="0C2340"/>
                </a:solidFill>
                <a:effectLst/>
                <a:uLnTx/>
                <a:uFillTx/>
                <a:latin typeface="Arial Narrow" panose="020B0606020202030204" pitchFamily="34" charset="0"/>
              </a:rPr>
              <a:t>universal principles</a:t>
            </a:r>
            <a:r>
              <a:rPr kumimoji="0" lang="en-GB" sz="1100" i="0" u="none" strike="noStrike" kern="0" cap="none" spc="0" normalizeH="0" baseline="0">
                <a:ln>
                  <a:noFill/>
                </a:ln>
                <a:solidFill>
                  <a:srgbClr val="0C2340"/>
                </a:solidFill>
                <a:effectLst/>
                <a:uLnTx/>
                <a:uFillTx/>
                <a:latin typeface="Arial Narrow" panose="020B0606020202030204" pitchFamily="34" charset="0"/>
              </a:rPr>
              <a:t>, therefore applicable </a:t>
            </a:r>
            <a:r>
              <a:rPr lang="en-GB" sz="1100" kern="0">
                <a:solidFill>
                  <a:srgbClr val="0C2340"/>
                </a:solidFill>
                <a:latin typeface="Arial Narrow" panose="020B0606020202030204" pitchFamily="34" charset="0"/>
              </a:rPr>
              <a:t>to </a:t>
            </a:r>
            <a:r>
              <a:rPr lang="en-GB" sz="1100" b="1" kern="0">
                <a:solidFill>
                  <a:srgbClr val="0C2340"/>
                </a:solidFill>
                <a:latin typeface="Arial Narrow" panose="020B0606020202030204" pitchFamily="34" charset="0"/>
              </a:rPr>
              <a:t>all kind of organizations</a:t>
            </a:r>
          </a:p>
          <a:p>
            <a:pPr marL="171450" lvl="0" indent="-171450" defTabSz="914400">
              <a:spcAft>
                <a:spcPts val="600"/>
              </a:spcAft>
              <a:buClr>
                <a:srgbClr val="DA291C"/>
              </a:buClr>
              <a:buFont typeface="Wingdings" panose="05000000000000000000" pitchFamily="2" charset="2"/>
              <a:buChar char="§"/>
              <a:defRPr/>
            </a:pPr>
            <a:r>
              <a:rPr kumimoji="0" lang="en-GB" sz="1100" i="0" u="none" strike="noStrike" kern="0" cap="none" spc="0" normalizeH="0" baseline="0">
                <a:ln>
                  <a:noFill/>
                </a:ln>
                <a:solidFill>
                  <a:srgbClr val="0C2340"/>
                </a:solidFill>
                <a:effectLst/>
                <a:uLnTx/>
                <a:uFillTx/>
                <a:latin typeface="Arial Narrow" panose="020B0606020202030204" pitchFamily="34" charset="0"/>
              </a:rPr>
              <a:t>They are an </a:t>
            </a:r>
            <a:r>
              <a:rPr kumimoji="0" lang="en-GB" sz="1100" b="1" i="0" u="none" strike="noStrike" kern="0" cap="none" spc="0" normalizeH="0" baseline="0">
                <a:ln>
                  <a:noFill/>
                </a:ln>
                <a:solidFill>
                  <a:srgbClr val="0C2340"/>
                </a:solidFill>
                <a:effectLst/>
                <a:uLnTx/>
                <a:uFillTx/>
                <a:latin typeface="Arial Narrow" panose="020B0606020202030204" pitchFamily="34" charset="0"/>
              </a:rPr>
              <a:t>integral part </a:t>
            </a:r>
            <a:r>
              <a:rPr kumimoji="0" lang="en-GB" sz="1100" i="0" u="none" strike="noStrike" kern="0" cap="none" spc="0" normalizeH="0" baseline="0">
                <a:ln>
                  <a:noFill/>
                </a:ln>
                <a:solidFill>
                  <a:srgbClr val="0C2340"/>
                </a:solidFill>
                <a:effectLst/>
                <a:uLnTx/>
                <a:uFillTx/>
                <a:latin typeface="Arial Narrow" panose="020B0606020202030204" pitchFamily="34" charset="0"/>
              </a:rPr>
              <a:t>of the </a:t>
            </a:r>
            <a:r>
              <a:rPr kumimoji="0" lang="en-GB" sz="1100" b="1" i="0" u="none" strike="noStrike" kern="0" cap="none" spc="0" normalizeH="0" baseline="0">
                <a:ln>
                  <a:noFill/>
                </a:ln>
                <a:solidFill>
                  <a:srgbClr val="0C2340"/>
                </a:solidFill>
                <a:effectLst/>
                <a:uLnTx/>
                <a:uFillTx/>
                <a:latin typeface="Arial Narrow" panose="020B0606020202030204" pitchFamily="34" charset="0"/>
              </a:rPr>
              <a:t>SVS</a:t>
            </a:r>
            <a:r>
              <a:rPr kumimoji="0" lang="en-GB" sz="1100" i="0" u="none" strike="noStrike" kern="0" cap="none" spc="0" normalizeH="0" baseline="0">
                <a:ln>
                  <a:noFill/>
                </a:ln>
                <a:solidFill>
                  <a:srgbClr val="0C2340"/>
                </a:solidFill>
                <a:effectLst/>
                <a:uLnTx/>
                <a:uFillTx/>
                <a:latin typeface="Arial Narrow" panose="020B0606020202030204" pitchFamily="34" charset="0"/>
              </a:rPr>
              <a:t> and applicable to every </a:t>
            </a:r>
            <a:r>
              <a:rPr kumimoji="0" lang="en-GB" sz="1100" b="1" i="0" u="none" strike="noStrike" kern="0" cap="none" spc="0" normalizeH="0" baseline="0">
                <a:ln>
                  <a:noFill/>
                </a:ln>
                <a:solidFill>
                  <a:srgbClr val="0C2340"/>
                </a:solidFill>
                <a:effectLst/>
                <a:uLnTx/>
                <a:uFillTx/>
                <a:latin typeface="Arial Narrow" panose="020B0606020202030204" pitchFamily="34" charset="0"/>
              </a:rPr>
              <a:t>resource</a:t>
            </a:r>
            <a:r>
              <a:rPr kumimoji="0" lang="en-GB" sz="1100" i="0" u="none" strike="noStrike" kern="0" cap="none" spc="0" normalizeH="0" baseline="0">
                <a:ln>
                  <a:noFill/>
                </a:ln>
                <a:solidFill>
                  <a:srgbClr val="0C2340"/>
                </a:solidFill>
                <a:effectLst/>
                <a:uLnTx/>
                <a:uFillTx/>
                <a:latin typeface="Arial Narrow" panose="020B0606020202030204" pitchFamily="34" charset="0"/>
              </a:rPr>
              <a:t> and any </a:t>
            </a:r>
            <a:r>
              <a:rPr kumimoji="0" lang="en-GB" sz="1100" b="1" i="0" u="none" strike="noStrike" kern="0" cap="none" spc="0" normalizeH="0" baseline="0">
                <a:ln>
                  <a:noFill/>
                </a:ln>
                <a:solidFill>
                  <a:srgbClr val="0C2340"/>
                </a:solidFill>
                <a:effectLst/>
                <a:uLnTx/>
                <a:uFillTx/>
                <a:latin typeface="Arial Narrow" panose="020B0606020202030204" pitchFamily="34" charset="0"/>
              </a:rPr>
              <a:t>role</a:t>
            </a:r>
            <a:r>
              <a:rPr kumimoji="0" lang="en-GB" sz="1100" i="0" u="none" strike="noStrike" kern="0" cap="none" spc="0" normalizeH="0" baseline="0">
                <a:ln>
                  <a:noFill/>
                </a:ln>
                <a:solidFill>
                  <a:srgbClr val="0C2340"/>
                </a:solidFill>
                <a:effectLst/>
                <a:uLnTx/>
                <a:uFillTx/>
                <a:latin typeface="Arial Narrow" panose="020B0606020202030204" pitchFamily="34" charset="0"/>
              </a:rPr>
              <a:t> </a:t>
            </a:r>
            <a:r>
              <a:rPr lang="en-GB" sz="1100" kern="0">
                <a:solidFill>
                  <a:srgbClr val="0C2340"/>
                </a:solidFill>
                <a:latin typeface="Arial Narrow" panose="020B0606020202030204" pitchFamily="34" charset="0"/>
              </a:rPr>
              <a:t>inside </a:t>
            </a:r>
            <a:r>
              <a:rPr lang="en-GB" sz="1100" b="1" kern="0">
                <a:solidFill>
                  <a:srgbClr val="0C2340"/>
                </a:solidFill>
                <a:latin typeface="Arial Narrow" panose="020B0606020202030204" pitchFamily="34" charset="0"/>
              </a:rPr>
              <a:t>IT S</a:t>
            </a:r>
            <a:r>
              <a:rPr kumimoji="0" lang="en-GB" sz="1100" b="1" i="0" u="none" strike="noStrike" kern="0" cap="none" spc="0" normalizeH="0" baseline="0">
                <a:ln>
                  <a:noFill/>
                </a:ln>
                <a:solidFill>
                  <a:srgbClr val="0C2340"/>
                </a:solidFill>
                <a:effectLst/>
                <a:uLnTx/>
                <a:uFillTx/>
                <a:latin typeface="Arial Narrow" panose="020B0606020202030204" pitchFamily="34" charset="0"/>
              </a:rPr>
              <a:t>ervice Management</a:t>
            </a:r>
          </a:p>
          <a:p>
            <a:pPr marL="171450" marR="0" lvl="0" indent="-171450" algn="l" defTabSz="914400" rtl="0" eaLnBrk="1" fontAlgn="auto" latinLnBrk="0" hangingPunct="1">
              <a:spcBef>
                <a:spcPts val="0"/>
              </a:spcBef>
              <a:spcAft>
                <a:spcPts val="600"/>
              </a:spcAft>
              <a:buClr>
                <a:srgbClr val="DA291C"/>
              </a:buClr>
              <a:buSzTx/>
              <a:buFont typeface="Wingdings" panose="05000000000000000000" pitchFamily="2" charset="2"/>
              <a:buChar char="§"/>
              <a:tabLst/>
              <a:defRPr/>
            </a:pPr>
            <a:r>
              <a:rPr lang="en-US" sz="1100" kern="0">
                <a:solidFill>
                  <a:srgbClr val="0C2340"/>
                </a:solidFill>
                <a:latin typeface="Arial Narrow" panose="020B0606020202030204" pitchFamily="34" charset="0"/>
              </a:rPr>
              <a:t>The guiding principles are reflected in </a:t>
            </a:r>
            <a:r>
              <a:rPr lang="en-US" sz="1100" b="1" kern="0">
                <a:solidFill>
                  <a:srgbClr val="0C2340"/>
                </a:solidFill>
                <a:latin typeface="Arial Narrow" panose="020B0606020202030204" pitchFamily="34" charset="0"/>
              </a:rPr>
              <a:t>many standards frameworks</a:t>
            </a:r>
            <a:r>
              <a:rPr lang="en-US" sz="1100" kern="0">
                <a:solidFill>
                  <a:srgbClr val="0C2340"/>
                </a:solidFill>
                <a:latin typeface="Arial Narrow" panose="020B0606020202030204" pitchFamily="34" charset="0"/>
              </a:rPr>
              <a:t> due to their </a:t>
            </a:r>
            <a:r>
              <a:rPr lang="en-US" sz="1100" b="1" kern="0">
                <a:solidFill>
                  <a:srgbClr val="0C2340"/>
                </a:solidFill>
                <a:latin typeface="Arial Narrow" panose="020B0606020202030204" pitchFamily="34" charset="0"/>
              </a:rPr>
              <a:t>multivalency</a:t>
            </a:r>
            <a:r>
              <a:rPr lang="en-GB" sz="1100" kern="0">
                <a:solidFill>
                  <a:srgbClr val="0C2340"/>
                </a:solidFill>
                <a:latin typeface="Arial Narrow" panose="020B0606020202030204" pitchFamily="34" charset="0"/>
              </a:rPr>
              <a:t> (e.g. Lean, Agile, DevOps, COBIT, ISTO/IEC 20000, ISO/IEC 27001)</a:t>
            </a:r>
            <a:endParaRPr kumimoji="0" lang="en-GB" sz="1100" i="0" u="none" strike="noStrike" kern="0" cap="none" spc="0" normalizeH="0" baseline="0">
              <a:ln>
                <a:noFill/>
              </a:ln>
              <a:solidFill>
                <a:srgbClr val="0C2340"/>
              </a:solidFill>
              <a:effectLst/>
              <a:uLnTx/>
              <a:uFillTx/>
              <a:latin typeface="Arial Narrow" panose="020B0606020202030204" pitchFamily="34" charset="0"/>
            </a:endParaRPr>
          </a:p>
        </p:txBody>
      </p:sp>
      <p:cxnSp>
        <p:nvCxnSpPr>
          <p:cNvPr id="21" name="Straight Connector 12">
            <a:extLst>
              <a:ext uri="{FF2B5EF4-FFF2-40B4-BE49-F238E27FC236}">
                <a16:creationId xmlns:a16="http://schemas.microsoft.com/office/drawing/2014/main" id="{65066747-8F2D-4B8C-B920-1D1187DDB983}"/>
              </a:ext>
            </a:extLst>
          </p:cNvPr>
          <p:cNvCxnSpPr>
            <a:cxnSpLocks/>
          </p:cNvCxnSpPr>
          <p:nvPr/>
        </p:nvCxnSpPr>
        <p:spPr>
          <a:xfrm>
            <a:off x="188025" y="2996039"/>
            <a:ext cx="411817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TextBox 11">
            <a:extLst>
              <a:ext uri="{FF2B5EF4-FFF2-40B4-BE49-F238E27FC236}">
                <a16:creationId xmlns:a16="http://schemas.microsoft.com/office/drawing/2014/main" id="{23CC3E0F-E30A-4603-9A26-007F9E669A66}"/>
              </a:ext>
            </a:extLst>
          </p:cNvPr>
          <p:cNvSpPr txBox="1"/>
          <p:nvPr/>
        </p:nvSpPr>
        <p:spPr>
          <a:xfrm>
            <a:off x="1500516" y="2857540"/>
            <a:ext cx="1506637" cy="276999"/>
          </a:xfrm>
          <a:prstGeom prst="rect">
            <a:avLst/>
          </a:prstGeom>
          <a:solidFill>
            <a:schemeClr val="bg1"/>
          </a:solidFill>
        </p:spPr>
        <p:txBody>
          <a:bodyPr wrap="square" rtlCol="0">
            <a:spAutoFit/>
          </a:bodyPr>
          <a:lstStyle/>
          <a:p>
            <a:pPr algn="ctr" defTabSz="914400"/>
            <a:r>
              <a:rPr lang="en-GB" sz="1200" b="1">
                <a:solidFill>
                  <a:schemeClr val="accent2"/>
                </a:solidFill>
                <a:latin typeface="Arial Narrow" panose="020B0606020202030204" pitchFamily="34" charset="0"/>
              </a:rPr>
              <a:t>Demand</a:t>
            </a:r>
            <a:endParaRPr lang="en-GB" sz="1200">
              <a:solidFill>
                <a:schemeClr val="accent2"/>
              </a:solidFill>
              <a:latin typeface="Arial Narrow" panose="020B0606020202030204" pitchFamily="34" charset="0"/>
            </a:endParaRPr>
          </a:p>
        </p:txBody>
      </p:sp>
      <p:cxnSp>
        <p:nvCxnSpPr>
          <p:cNvPr id="24" name="Straight Connector 12">
            <a:extLst>
              <a:ext uri="{FF2B5EF4-FFF2-40B4-BE49-F238E27FC236}">
                <a16:creationId xmlns:a16="http://schemas.microsoft.com/office/drawing/2014/main" id="{25DAF050-51F2-4999-AF2B-DDA60516679E}"/>
              </a:ext>
            </a:extLst>
          </p:cNvPr>
          <p:cNvCxnSpPr>
            <a:cxnSpLocks/>
          </p:cNvCxnSpPr>
          <p:nvPr/>
        </p:nvCxnSpPr>
        <p:spPr>
          <a:xfrm>
            <a:off x="4807655" y="2996039"/>
            <a:ext cx="411817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5" name="TextBox 11">
            <a:extLst>
              <a:ext uri="{FF2B5EF4-FFF2-40B4-BE49-F238E27FC236}">
                <a16:creationId xmlns:a16="http://schemas.microsoft.com/office/drawing/2014/main" id="{7C35AFAA-4AE8-4242-9FAC-24528F02125A}"/>
              </a:ext>
            </a:extLst>
          </p:cNvPr>
          <p:cNvSpPr txBox="1"/>
          <p:nvPr/>
        </p:nvSpPr>
        <p:spPr>
          <a:xfrm>
            <a:off x="6113422" y="2857540"/>
            <a:ext cx="1506637" cy="276999"/>
          </a:xfrm>
          <a:prstGeom prst="rect">
            <a:avLst/>
          </a:prstGeom>
          <a:solidFill>
            <a:schemeClr val="bg1"/>
          </a:solidFill>
        </p:spPr>
        <p:txBody>
          <a:bodyPr wrap="square" rtlCol="0">
            <a:spAutoFit/>
          </a:bodyPr>
          <a:lstStyle/>
          <a:p>
            <a:pPr algn="ctr" defTabSz="914400"/>
            <a:r>
              <a:rPr lang="en-GB" sz="1200" b="1">
                <a:solidFill>
                  <a:schemeClr val="accent2"/>
                </a:solidFill>
                <a:latin typeface="Arial Narrow" panose="020B0606020202030204" pitchFamily="34" charset="0"/>
              </a:rPr>
              <a:t>Guiding principles</a:t>
            </a:r>
            <a:endParaRPr lang="en-GB" sz="1200">
              <a:solidFill>
                <a:schemeClr val="accent2"/>
              </a:solidFill>
              <a:latin typeface="Arial Narrow" panose="020B0606020202030204" pitchFamily="34" charset="0"/>
            </a:endParaRPr>
          </a:p>
        </p:txBody>
      </p:sp>
      <p:sp>
        <p:nvSpPr>
          <p:cNvPr id="27" name="Hexagon 26">
            <a:extLst>
              <a:ext uri="{FF2B5EF4-FFF2-40B4-BE49-F238E27FC236}">
                <a16:creationId xmlns:a16="http://schemas.microsoft.com/office/drawing/2014/main" id="{5F2B702E-E94C-4061-942E-67F1B14AC046}"/>
              </a:ext>
            </a:extLst>
          </p:cNvPr>
          <p:cNvSpPr/>
          <p:nvPr/>
        </p:nvSpPr>
        <p:spPr>
          <a:xfrm rot="16200000">
            <a:off x="5892681" y="576097"/>
            <a:ext cx="1948118" cy="2479424"/>
          </a:xfrm>
          <a:prstGeom prst="hexagon">
            <a:avLst/>
          </a:prstGeom>
          <a:solidFill>
            <a:srgbClr val="A37A9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600">
                <a:latin typeface="Arial Narrow" panose="020B0606020202030204" pitchFamily="34" charset="0"/>
              </a:rPr>
              <a:t>&lt;</a:t>
            </a:r>
          </a:p>
        </p:txBody>
      </p:sp>
      <p:sp>
        <p:nvSpPr>
          <p:cNvPr id="29" name="Rectangle 28">
            <a:extLst>
              <a:ext uri="{FF2B5EF4-FFF2-40B4-BE49-F238E27FC236}">
                <a16:creationId xmlns:a16="http://schemas.microsoft.com/office/drawing/2014/main" id="{B5E8981F-C8D9-4D17-8FEC-055522EEBF6D}"/>
              </a:ext>
            </a:extLst>
          </p:cNvPr>
          <p:cNvSpPr/>
          <p:nvPr/>
        </p:nvSpPr>
        <p:spPr>
          <a:xfrm>
            <a:off x="5796294" y="1786852"/>
            <a:ext cx="2133055" cy="58182"/>
          </a:xfrm>
          <a:prstGeom prst="rect">
            <a:avLst/>
          </a:prstGeom>
          <a:solidFill>
            <a:srgbClr val="A37A9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600"/>
          </a:p>
        </p:txBody>
      </p:sp>
      <p:cxnSp>
        <p:nvCxnSpPr>
          <p:cNvPr id="30" name="Straight Connector 29">
            <a:extLst>
              <a:ext uri="{FF2B5EF4-FFF2-40B4-BE49-F238E27FC236}">
                <a16:creationId xmlns:a16="http://schemas.microsoft.com/office/drawing/2014/main" id="{2105D696-7310-4999-A71A-164B8EED0FEA}"/>
              </a:ext>
            </a:extLst>
          </p:cNvPr>
          <p:cNvCxnSpPr>
            <a:cxnSpLocks/>
          </p:cNvCxnSpPr>
          <p:nvPr/>
        </p:nvCxnSpPr>
        <p:spPr>
          <a:xfrm>
            <a:off x="5627028" y="1815809"/>
            <a:ext cx="2479424" cy="0"/>
          </a:xfrm>
          <a:prstGeom prst="line">
            <a:avLst/>
          </a:prstGeom>
          <a:ln w="19050">
            <a:solidFill>
              <a:srgbClr val="65205A"/>
            </a:solidFill>
            <a:prstDash val="sysDot"/>
          </a:ln>
          <a:effectLst/>
        </p:spPr>
        <p:style>
          <a:lnRef idx="2">
            <a:schemeClr val="accent1"/>
          </a:lnRef>
          <a:fillRef idx="0">
            <a:schemeClr val="accent1"/>
          </a:fillRef>
          <a:effectRef idx="1">
            <a:schemeClr val="accent1"/>
          </a:effectRef>
          <a:fontRef idx="minor">
            <a:schemeClr val="tx1"/>
          </a:fontRef>
        </p:style>
      </p:cxnSp>
      <p:sp>
        <p:nvSpPr>
          <p:cNvPr id="31" name="Oval 30">
            <a:extLst>
              <a:ext uri="{FF2B5EF4-FFF2-40B4-BE49-F238E27FC236}">
                <a16:creationId xmlns:a16="http://schemas.microsoft.com/office/drawing/2014/main" id="{D476ED9B-CE45-4891-8BFF-6CE27B324D86}"/>
              </a:ext>
            </a:extLst>
          </p:cNvPr>
          <p:cNvSpPr/>
          <p:nvPr/>
        </p:nvSpPr>
        <p:spPr>
          <a:xfrm>
            <a:off x="4721389" y="1523591"/>
            <a:ext cx="584436" cy="584436"/>
          </a:xfrm>
          <a:prstGeom prst="ellipse">
            <a:avLst/>
          </a:prstGeom>
          <a:solidFill>
            <a:srgbClr val="AF187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600" b="1">
                <a:latin typeface="Arial Narrow" panose="020B0606020202030204" pitchFamily="34" charset="0"/>
              </a:rPr>
              <a:t>Opportunity/Demand</a:t>
            </a:r>
          </a:p>
        </p:txBody>
      </p:sp>
      <p:sp>
        <p:nvSpPr>
          <p:cNvPr id="32" name="Oval 31">
            <a:extLst>
              <a:ext uri="{FF2B5EF4-FFF2-40B4-BE49-F238E27FC236}">
                <a16:creationId xmlns:a16="http://schemas.microsoft.com/office/drawing/2014/main" id="{4D3CE4C6-7F83-42C7-A4C6-2C4157EFF06E}"/>
              </a:ext>
            </a:extLst>
          </p:cNvPr>
          <p:cNvSpPr/>
          <p:nvPr/>
        </p:nvSpPr>
        <p:spPr>
          <a:xfrm>
            <a:off x="8427655" y="1523591"/>
            <a:ext cx="584436" cy="584436"/>
          </a:xfrm>
          <a:prstGeom prst="ellipse">
            <a:avLst/>
          </a:prstGeom>
          <a:solidFill>
            <a:srgbClr val="AF187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600" b="1">
                <a:latin typeface="Arial Narrow" panose="020B0606020202030204" pitchFamily="34" charset="0"/>
              </a:rPr>
              <a:t>Value</a:t>
            </a:r>
          </a:p>
        </p:txBody>
      </p:sp>
      <p:cxnSp>
        <p:nvCxnSpPr>
          <p:cNvPr id="33" name="Straight Arrow Connector 32">
            <a:extLst>
              <a:ext uri="{FF2B5EF4-FFF2-40B4-BE49-F238E27FC236}">
                <a16:creationId xmlns:a16="http://schemas.microsoft.com/office/drawing/2014/main" id="{D0E4F79D-FEF1-4B9B-9516-6FBDC1AAD293}"/>
              </a:ext>
            </a:extLst>
          </p:cNvPr>
          <p:cNvCxnSpPr>
            <a:cxnSpLocks/>
          </p:cNvCxnSpPr>
          <p:nvPr/>
        </p:nvCxnSpPr>
        <p:spPr>
          <a:xfrm flipV="1">
            <a:off x="5299765" y="1813062"/>
            <a:ext cx="321203" cy="0"/>
          </a:xfrm>
          <a:prstGeom prst="straightConnector1">
            <a:avLst/>
          </a:prstGeom>
          <a:ln w="3175">
            <a:solidFill>
              <a:srgbClr val="651F5A"/>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B538CBBC-B647-469E-A2D3-2B95670DAC11}"/>
              </a:ext>
            </a:extLst>
          </p:cNvPr>
          <p:cNvSpPr txBox="1"/>
          <p:nvPr/>
        </p:nvSpPr>
        <p:spPr>
          <a:xfrm>
            <a:off x="6267541" y="949837"/>
            <a:ext cx="1198397" cy="92333"/>
          </a:xfrm>
          <a:prstGeom prst="rect">
            <a:avLst/>
          </a:prstGeom>
          <a:noFill/>
        </p:spPr>
        <p:txBody>
          <a:bodyPr wrap="square" lIns="0" tIns="0" rIns="0" bIns="0" rtlCol="0">
            <a:spAutoFit/>
          </a:bodyPr>
          <a:lstStyle/>
          <a:p>
            <a:pPr algn="ctr"/>
            <a:r>
              <a:rPr lang="en-US" sz="600" b="1">
                <a:solidFill>
                  <a:schemeClr val="bg1"/>
                </a:solidFill>
                <a:latin typeface="Arial Narrow" panose="020B0606020202030204" pitchFamily="34" charset="0"/>
              </a:rPr>
              <a:t>Guiding Principles</a:t>
            </a:r>
          </a:p>
        </p:txBody>
      </p:sp>
      <p:cxnSp>
        <p:nvCxnSpPr>
          <p:cNvPr id="38" name="Straight Arrow Connector 37">
            <a:extLst>
              <a:ext uri="{FF2B5EF4-FFF2-40B4-BE49-F238E27FC236}">
                <a16:creationId xmlns:a16="http://schemas.microsoft.com/office/drawing/2014/main" id="{57659033-48AD-449D-A061-BC61385A17A2}"/>
              </a:ext>
            </a:extLst>
          </p:cNvPr>
          <p:cNvCxnSpPr>
            <a:cxnSpLocks/>
          </p:cNvCxnSpPr>
          <p:nvPr/>
        </p:nvCxnSpPr>
        <p:spPr>
          <a:xfrm flipV="1">
            <a:off x="8106451" y="1810314"/>
            <a:ext cx="321203" cy="0"/>
          </a:xfrm>
          <a:prstGeom prst="straightConnector1">
            <a:avLst/>
          </a:prstGeom>
          <a:ln w="3175">
            <a:solidFill>
              <a:srgbClr val="65205A"/>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45" name="Oval 44">
            <a:extLst>
              <a:ext uri="{FF2B5EF4-FFF2-40B4-BE49-F238E27FC236}">
                <a16:creationId xmlns:a16="http://schemas.microsoft.com/office/drawing/2014/main" id="{B3110B93-D21B-49CD-9089-2171F096DF72}"/>
              </a:ext>
            </a:extLst>
          </p:cNvPr>
          <p:cNvSpPr/>
          <p:nvPr/>
        </p:nvSpPr>
        <p:spPr>
          <a:xfrm>
            <a:off x="108483" y="1523591"/>
            <a:ext cx="584436" cy="584436"/>
          </a:xfrm>
          <a:prstGeom prst="ellipse">
            <a:avLst/>
          </a:prstGeom>
          <a:solidFill>
            <a:srgbClr val="AF187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600" b="1">
                <a:latin typeface="Arial Narrow" panose="020B0606020202030204" pitchFamily="34" charset="0"/>
              </a:rPr>
              <a:t>Opportunity/Demand</a:t>
            </a:r>
          </a:p>
        </p:txBody>
      </p:sp>
      <p:sp>
        <p:nvSpPr>
          <p:cNvPr id="46" name="Oval 45">
            <a:extLst>
              <a:ext uri="{FF2B5EF4-FFF2-40B4-BE49-F238E27FC236}">
                <a16:creationId xmlns:a16="http://schemas.microsoft.com/office/drawing/2014/main" id="{474B9976-450F-47EB-8CEA-B4C3D67689BF}"/>
              </a:ext>
            </a:extLst>
          </p:cNvPr>
          <p:cNvSpPr/>
          <p:nvPr/>
        </p:nvSpPr>
        <p:spPr>
          <a:xfrm>
            <a:off x="3814749" y="1523591"/>
            <a:ext cx="584436" cy="584436"/>
          </a:xfrm>
          <a:prstGeom prst="ellipse">
            <a:avLst/>
          </a:prstGeom>
          <a:solidFill>
            <a:srgbClr val="AF187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600" b="1">
                <a:latin typeface="Arial Narrow" panose="020B0606020202030204" pitchFamily="34" charset="0"/>
              </a:rPr>
              <a:t>Value</a:t>
            </a:r>
          </a:p>
        </p:txBody>
      </p:sp>
      <p:sp>
        <p:nvSpPr>
          <p:cNvPr id="49" name="TextBox 48">
            <a:extLst>
              <a:ext uri="{FF2B5EF4-FFF2-40B4-BE49-F238E27FC236}">
                <a16:creationId xmlns:a16="http://schemas.microsoft.com/office/drawing/2014/main" id="{DD1279CD-990B-4E25-B2E7-37AF6DC81F0D}"/>
              </a:ext>
            </a:extLst>
          </p:cNvPr>
          <p:cNvSpPr txBox="1"/>
          <p:nvPr/>
        </p:nvSpPr>
        <p:spPr>
          <a:xfrm>
            <a:off x="1654635" y="2554176"/>
            <a:ext cx="1198397" cy="92333"/>
          </a:xfrm>
          <a:prstGeom prst="rect">
            <a:avLst/>
          </a:prstGeom>
          <a:noFill/>
        </p:spPr>
        <p:txBody>
          <a:bodyPr wrap="square" lIns="0" tIns="0" rIns="0" bIns="0" rtlCol="0">
            <a:spAutoFit/>
          </a:bodyPr>
          <a:lstStyle/>
          <a:p>
            <a:pPr algn="ctr"/>
            <a:r>
              <a:rPr lang="en-US" sz="600" b="1">
                <a:solidFill>
                  <a:schemeClr val="bg1"/>
                </a:solidFill>
                <a:latin typeface="Arial Narrow" panose="020B0606020202030204" pitchFamily="34" charset="0"/>
              </a:rPr>
              <a:t>Continual Improvement</a:t>
            </a:r>
          </a:p>
        </p:txBody>
      </p:sp>
      <p:sp>
        <p:nvSpPr>
          <p:cNvPr id="50" name="TextBox 49">
            <a:extLst>
              <a:ext uri="{FF2B5EF4-FFF2-40B4-BE49-F238E27FC236}">
                <a16:creationId xmlns:a16="http://schemas.microsoft.com/office/drawing/2014/main" id="{6457F85B-8DF9-4A82-BAB1-B50FE1E03186}"/>
              </a:ext>
            </a:extLst>
          </p:cNvPr>
          <p:cNvSpPr txBox="1"/>
          <p:nvPr/>
        </p:nvSpPr>
        <p:spPr>
          <a:xfrm>
            <a:off x="1654635" y="1195557"/>
            <a:ext cx="1198397" cy="92333"/>
          </a:xfrm>
          <a:prstGeom prst="rect">
            <a:avLst/>
          </a:prstGeom>
          <a:noFill/>
        </p:spPr>
        <p:txBody>
          <a:bodyPr wrap="square" lIns="0" tIns="0" rIns="0" bIns="0" rtlCol="0">
            <a:spAutoFit/>
          </a:bodyPr>
          <a:lstStyle/>
          <a:p>
            <a:pPr algn="ctr"/>
            <a:r>
              <a:rPr lang="en-US" sz="600" b="1">
                <a:solidFill>
                  <a:schemeClr val="bg1"/>
                </a:solidFill>
                <a:latin typeface="Arial Narrow" panose="020B0606020202030204" pitchFamily="34" charset="0"/>
              </a:rPr>
              <a:t>Governance</a:t>
            </a:r>
          </a:p>
        </p:txBody>
      </p:sp>
      <p:sp>
        <p:nvSpPr>
          <p:cNvPr id="52" name="TextBox 51">
            <a:extLst>
              <a:ext uri="{FF2B5EF4-FFF2-40B4-BE49-F238E27FC236}">
                <a16:creationId xmlns:a16="http://schemas.microsoft.com/office/drawing/2014/main" id="{E39DB5DE-A06F-4879-A86D-C06004852B00}"/>
              </a:ext>
            </a:extLst>
          </p:cNvPr>
          <p:cNvSpPr txBox="1"/>
          <p:nvPr/>
        </p:nvSpPr>
        <p:spPr>
          <a:xfrm>
            <a:off x="1654635" y="949837"/>
            <a:ext cx="1198397" cy="92333"/>
          </a:xfrm>
          <a:prstGeom prst="rect">
            <a:avLst/>
          </a:prstGeom>
          <a:noFill/>
        </p:spPr>
        <p:txBody>
          <a:bodyPr wrap="square" lIns="0" tIns="0" rIns="0" bIns="0" rtlCol="0">
            <a:spAutoFit/>
          </a:bodyPr>
          <a:lstStyle/>
          <a:p>
            <a:pPr algn="ctr"/>
            <a:r>
              <a:rPr lang="en-US" sz="600" b="1">
                <a:solidFill>
                  <a:schemeClr val="bg1"/>
                </a:solidFill>
                <a:latin typeface="Arial Narrow" panose="020B0606020202030204" pitchFamily="34" charset="0"/>
              </a:rPr>
              <a:t>Guiding Principles</a:t>
            </a:r>
          </a:p>
        </p:txBody>
      </p:sp>
      <p:sp>
        <p:nvSpPr>
          <p:cNvPr id="23" name="Rectangle 22">
            <a:extLst>
              <a:ext uri="{FF2B5EF4-FFF2-40B4-BE49-F238E27FC236}">
                <a16:creationId xmlns:a16="http://schemas.microsoft.com/office/drawing/2014/main" id="{6C87ED0B-D08C-4860-9CE5-D692D7DC3C75}"/>
              </a:ext>
            </a:extLst>
          </p:cNvPr>
          <p:cNvSpPr/>
          <p:nvPr/>
        </p:nvSpPr>
        <p:spPr>
          <a:xfrm>
            <a:off x="5620968" y="1818557"/>
            <a:ext cx="2500058" cy="97294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4AB2FCC2-3BC7-4F8E-A2F8-DE749456BE2E}"/>
              </a:ext>
            </a:extLst>
          </p:cNvPr>
          <p:cNvSpPr>
            <a:spLocks noGrp="1"/>
          </p:cNvSpPr>
          <p:nvPr>
            <p:ph type="sldNum" sz="quarter" idx="35"/>
          </p:nvPr>
        </p:nvSpPr>
        <p:spPr/>
        <p:txBody>
          <a:bodyPr/>
          <a:lstStyle/>
          <a:p>
            <a:fld id="{9C18EA95-C3D3-214C-9452-EF8527DBCD86}" type="slidenum">
              <a:rPr lang="it-IT" smtClean="0"/>
              <a:pPr/>
              <a:t>31</a:t>
            </a:fld>
            <a:endParaRPr lang="it-IT"/>
          </a:p>
        </p:txBody>
      </p:sp>
      <p:sp>
        <p:nvSpPr>
          <p:cNvPr id="28" name="Rectangle 210">
            <a:extLst>
              <a:ext uri="{FF2B5EF4-FFF2-40B4-BE49-F238E27FC236}">
                <a16:creationId xmlns:a16="http://schemas.microsoft.com/office/drawing/2014/main" id="{ECF54082-F9A2-45D9-BB26-268235C9AF0F}"/>
              </a:ext>
            </a:extLst>
          </p:cNvPr>
          <p:cNvSpPr/>
          <p:nvPr/>
        </p:nvSpPr>
        <p:spPr>
          <a:xfrm>
            <a:off x="4944310" y="4954731"/>
            <a:ext cx="1296000" cy="123111"/>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lIns="36000" tIns="0" rIns="36000" bIns="0">
            <a:noAutofit/>
          </a:bodyPr>
          <a:lstStyle/>
          <a:p>
            <a:pPr lvl="0" defTabSz="914400">
              <a:buClr>
                <a:srgbClr val="DA291C"/>
              </a:buClr>
              <a:defRPr/>
            </a:pPr>
            <a:r>
              <a:rPr lang="en-GB" sz="800" b="1" kern="0">
                <a:solidFill>
                  <a:srgbClr val="0C2340"/>
                </a:solidFill>
                <a:latin typeface="Arial Narrow" panose="020B0606020202030204" pitchFamily="34" charset="0"/>
              </a:rPr>
              <a:t>Source: </a:t>
            </a:r>
            <a:r>
              <a:rPr lang="en-GB" sz="800" kern="0">
                <a:solidFill>
                  <a:srgbClr val="0C2340"/>
                </a:solidFill>
                <a:latin typeface="Arial Narrow" panose="020B0606020202030204" pitchFamily="34" charset="0"/>
              </a:rPr>
              <a:t>AXELOS limited 2019</a:t>
            </a:r>
            <a:endParaRPr kumimoji="0" lang="en-GB" sz="800"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Tree>
    <p:extLst>
      <p:ext uri="{BB962C8B-B14F-4D97-AF65-F5344CB8AC3E}">
        <p14:creationId xmlns:p14="http://schemas.microsoft.com/office/powerpoint/2010/main" val="41314314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a:effectLst/>
        </p:spPr>
        <p:txBody>
          <a:bodyPr/>
          <a:lstStyle/>
          <a:p>
            <a:r>
              <a:rPr lang="en-US">
                <a:latin typeface="Arial Narrow" panose="020B0606020202030204" pitchFamily="34" charset="0"/>
              </a:rPr>
              <a:t>The ITIL 4 Service Value System | </a:t>
            </a:r>
            <a:r>
              <a:rPr lang="en-US">
                <a:solidFill>
                  <a:schemeClr val="accent3"/>
                </a:solidFill>
                <a:latin typeface="Arial Narrow" panose="020B0606020202030204" pitchFamily="34" charset="0"/>
              </a:rPr>
              <a:t>Elements of the SVS 2/3</a:t>
            </a:r>
            <a:endParaRPr lang="en-GB">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a:effectLst/>
        </p:spPr>
        <p:txBody>
          <a:bodyPr/>
          <a:lstStyle/>
          <a:p>
            <a:r>
              <a:rPr lang="en-GB">
                <a:latin typeface="Arial Narrow" panose="020B0606020202030204" pitchFamily="34" charset="0"/>
              </a:rPr>
              <a:t>The SVS is composed by different elements that interacts between each other to foster value co-creation</a:t>
            </a:r>
          </a:p>
          <a:p>
            <a:endParaRPr lang="en-GB">
              <a:latin typeface="Arial Narrow" panose="020B0606020202030204" pitchFamily="34" charset="0"/>
            </a:endParaRPr>
          </a:p>
        </p:txBody>
      </p:sp>
      <p:sp>
        <p:nvSpPr>
          <p:cNvPr id="40" name="Hexagon 39">
            <a:extLst>
              <a:ext uri="{FF2B5EF4-FFF2-40B4-BE49-F238E27FC236}">
                <a16:creationId xmlns:a16="http://schemas.microsoft.com/office/drawing/2014/main" id="{C065CFD7-26F8-4171-8DE2-C00F68485601}"/>
              </a:ext>
            </a:extLst>
          </p:cNvPr>
          <p:cNvSpPr/>
          <p:nvPr/>
        </p:nvSpPr>
        <p:spPr>
          <a:xfrm rot="16200000">
            <a:off x="1279775" y="576097"/>
            <a:ext cx="1948118" cy="2479424"/>
          </a:xfrm>
          <a:prstGeom prst="hexagon">
            <a:avLst/>
          </a:prstGeom>
          <a:solidFill>
            <a:srgbClr val="A37A9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600">
                <a:latin typeface="Arial Narrow" panose="020B0606020202030204" pitchFamily="34" charset="0"/>
              </a:rPr>
              <a:t>&lt;</a:t>
            </a:r>
          </a:p>
        </p:txBody>
      </p:sp>
      <p:sp>
        <p:nvSpPr>
          <p:cNvPr id="42" name="Rectangle 41">
            <a:extLst>
              <a:ext uri="{FF2B5EF4-FFF2-40B4-BE49-F238E27FC236}">
                <a16:creationId xmlns:a16="http://schemas.microsoft.com/office/drawing/2014/main" id="{213E4E57-CBB5-42E1-A59A-483348741F1E}"/>
              </a:ext>
            </a:extLst>
          </p:cNvPr>
          <p:cNvSpPr/>
          <p:nvPr/>
        </p:nvSpPr>
        <p:spPr>
          <a:xfrm>
            <a:off x="1183388" y="1786852"/>
            <a:ext cx="2133055" cy="58182"/>
          </a:xfrm>
          <a:prstGeom prst="rect">
            <a:avLst/>
          </a:prstGeom>
          <a:solidFill>
            <a:srgbClr val="A37A9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600"/>
          </a:p>
        </p:txBody>
      </p:sp>
      <p:cxnSp>
        <p:nvCxnSpPr>
          <p:cNvPr id="43" name="Straight Connector 42">
            <a:extLst>
              <a:ext uri="{FF2B5EF4-FFF2-40B4-BE49-F238E27FC236}">
                <a16:creationId xmlns:a16="http://schemas.microsoft.com/office/drawing/2014/main" id="{54043436-C799-4734-BA91-34307A96F4CF}"/>
              </a:ext>
            </a:extLst>
          </p:cNvPr>
          <p:cNvCxnSpPr>
            <a:cxnSpLocks/>
          </p:cNvCxnSpPr>
          <p:nvPr/>
        </p:nvCxnSpPr>
        <p:spPr>
          <a:xfrm>
            <a:off x="999548" y="1815809"/>
            <a:ext cx="2479424" cy="0"/>
          </a:xfrm>
          <a:prstGeom prst="line">
            <a:avLst/>
          </a:prstGeom>
          <a:ln w="19050">
            <a:solidFill>
              <a:srgbClr val="65205A"/>
            </a:solidFill>
            <a:prstDash val="sysDot"/>
          </a:ln>
          <a:effectLst/>
        </p:spPr>
        <p:style>
          <a:lnRef idx="2">
            <a:schemeClr val="accent1"/>
          </a:lnRef>
          <a:fillRef idx="0">
            <a:schemeClr val="accent1"/>
          </a:fillRef>
          <a:effectRef idx="1">
            <a:schemeClr val="accent1"/>
          </a:effectRef>
          <a:fontRef idx="minor">
            <a:schemeClr val="tx1"/>
          </a:fontRef>
        </p:style>
      </p:cxnSp>
      <p:sp>
        <p:nvSpPr>
          <p:cNvPr id="44" name="Oval 43">
            <a:extLst>
              <a:ext uri="{FF2B5EF4-FFF2-40B4-BE49-F238E27FC236}">
                <a16:creationId xmlns:a16="http://schemas.microsoft.com/office/drawing/2014/main" id="{634FF38C-47CF-47DF-80F6-B20AEF4268F2}"/>
              </a:ext>
            </a:extLst>
          </p:cNvPr>
          <p:cNvSpPr/>
          <p:nvPr/>
        </p:nvSpPr>
        <p:spPr>
          <a:xfrm>
            <a:off x="108483" y="1523591"/>
            <a:ext cx="584436" cy="584436"/>
          </a:xfrm>
          <a:prstGeom prst="ellipse">
            <a:avLst/>
          </a:prstGeom>
          <a:solidFill>
            <a:srgbClr val="AF187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600" b="1">
                <a:latin typeface="Arial Narrow" panose="020B0606020202030204" pitchFamily="34" charset="0"/>
              </a:rPr>
              <a:t>Opportunity/Demand</a:t>
            </a:r>
          </a:p>
        </p:txBody>
      </p:sp>
      <p:sp>
        <p:nvSpPr>
          <p:cNvPr id="45" name="Oval 44">
            <a:extLst>
              <a:ext uri="{FF2B5EF4-FFF2-40B4-BE49-F238E27FC236}">
                <a16:creationId xmlns:a16="http://schemas.microsoft.com/office/drawing/2014/main" id="{2CD0D5A2-63EF-42F2-9579-E6165106DB32}"/>
              </a:ext>
            </a:extLst>
          </p:cNvPr>
          <p:cNvSpPr/>
          <p:nvPr/>
        </p:nvSpPr>
        <p:spPr>
          <a:xfrm>
            <a:off x="3814749" y="1523591"/>
            <a:ext cx="584436" cy="584436"/>
          </a:xfrm>
          <a:prstGeom prst="ellipse">
            <a:avLst/>
          </a:prstGeom>
          <a:solidFill>
            <a:srgbClr val="AF187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600" b="1">
                <a:latin typeface="Arial Narrow" panose="020B0606020202030204" pitchFamily="34" charset="0"/>
              </a:rPr>
              <a:t>Value</a:t>
            </a:r>
          </a:p>
        </p:txBody>
      </p:sp>
      <p:cxnSp>
        <p:nvCxnSpPr>
          <p:cNvPr id="46" name="Straight Arrow Connector 45">
            <a:extLst>
              <a:ext uri="{FF2B5EF4-FFF2-40B4-BE49-F238E27FC236}">
                <a16:creationId xmlns:a16="http://schemas.microsoft.com/office/drawing/2014/main" id="{4EAB98FF-C88F-4E87-A452-4344AD1B642D}"/>
              </a:ext>
            </a:extLst>
          </p:cNvPr>
          <p:cNvCxnSpPr>
            <a:cxnSpLocks/>
            <a:stCxn id="44" idx="6"/>
          </p:cNvCxnSpPr>
          <p:nvPr/>
        </p:nvCxnSpPr>
        <p:spPr>
          <a:xfrm flipV="1">
            <a:off x="692919" y="1813063"/>
            <a:ext cx="315143" cy="0"/>
          </a:xfrm>
          <a:prstGeom prst="straightConnector1">
            <a:avLst/>
          </a:prstGeom>
          <a:ln w="3175">
            <a:solidFill>
              <a:srgbClr val="651F5A"/>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id="{D32E662C-69E4-49DD-A348-32D2B310D827}"/>
              </a:ext>
            </a:extLst>
          </p:cNvPr>
          <p:cNvSpPr txBox="1"/>
          <p:nvPr/>
        </p:nvSpPr>
        <p:spPr>
          <a:xfrm>
            <a:off x="1654635" y="2554176"/>
            <a:ext cx="1198397" cy="92333"/>
          </a:xfrm>
          <a:prstGeom prst="rect">
            <a:avLst/>
          </a:prstGeom>
          <a:noFill/>
        </p:spPr>
        <p:txBody>
          <a:bodyPr wrap="square" lIns="0" tIns="0" rIns="0" bIns="0" rtlCol="0">
            <a:spAutoFit/>
          </a:bodyPr>
          <a:lstStyle/>
          <a:p>
            <a:pPr algn="ctr"/>
            <a:r>
              <a:rPr lang="en-US" sz="600" b="1">
                <a:solidFill>
                  <a:schemeClr val="bg1"/>
                </a:solidFill>
                <a:latin typeface="Arial Narrow" panose="020B0606020202030204" pitchFamily="34" charset="0"/>
              </a:rPr>
              <a:t>Continual Improvement</a:t>
            </a:r>
          </a:p>
        </p:txBody>
      </p:sp>
      <p:sp>
        <p:nvSpPr>
          <p:cNvPr id="50" name="TextBox 49">
            <a:extLst>
              <a:ext uri="{FF2B5EF4-FFF2-40B4-BE49-F238E27FC236}">
                <a16:creationId xmlns:a16="http://schemas.microsoft.com/office/drawing/2014/main" id="{15E030F0-81EC-4435-9766-AF06CC2B884B}"/>
              </a:ext>
            </a:extLst>
          </p:cNvPr>
          <p:cNvSpPr txBox="1"/>
          <p:nvPr/>
        </p:nvSpPr>
        <p:spPr>
          <a:xfrm>
            <a:off x="1654635" y="949837"/>
            <a:ext cx="1198397" cy="92333"/>
          </a:xfrm>
          <a:prstGeom prst="rect">
            <a:avLst/>
          </a:prstGeom>
          <a:noFill/>
        </p:spPr>
        <p:txBody>
          <a:bodyPr wrap="square" lIns="0" tIns="0" rIns="0" bIns="0" rtlCol="0">
            <a:spAutoFit/>
          </a:bodyPr>
          <a:lstStyle/>
          <a:p>
            <a:pPr algn="ctr"/>
            <a:r>
              <a:rPr lang="en-US" sz="600" b="1">
                <a:solidFill>
                  <a:schemeClr val="bg1"/>
                </a:solidFill>
                <a:latin typeface="Arial Narrow" panose="020B0606020202030204" pitchFamily="34" charset="0"/>
              </a:rPr>
              <a:t>Guiding Principles</a:t>
            </a:r>
          </a:p>
        </p:txBody>
      </p:sp>
      <p:cxnSp>
        <p:nvCxnSpPr>
          <p:cNvPr id="52" name="Straight Arrow Connector 51">
            <a:extLst>
              <a:ext uri="{FF2B5EF4-FFF2-40B4-BE49-F238E27FC236}">
                <a16:creationId xmlns:a16="http://schemas.microsoft.com/office/drawing/2014/main" id="{E0A6A963-0BEC-4894-AD54-A69BDEF86B67}"/>
              </a:ext>
            </a:extLst>
          </p:cNvPr>
          <p:cNvCxnSpPr>
            <a:cxnSpLocks/>
            <a:endCxn id="45" idx="2"/>
          </p:cNvCxnSpPr>
          <p:nvPr/>
        </p:nvCxnSpPr>
        <p:spPr>
          <a:xfrm flipV="1">
            <a:off x="3493546" y="1815809"/>
            <a:ext cx="321203" cy="0"/>
          </a:xfrm>
          <a:prstGeom prst="straightConnector1">
            <a:avLst/>
          </a:prstGeom>
          <a:ln w="3175">
            <a:solidFill>
              <a:srgbClr val="65205A"/>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56" name="Hexagon 55">
            <a:extLst>
              <a:ext uri="{FF2B5EF4-FFF2-40B4-BE49-F238E27FC236}">
                <a16:creationId xmlns:a16="http://schemas.microsoft.com/office/drawing/2014/main" id="{B96972E9-5516-4138-A83C-C22BD24A39AB}"/>
              </a:ext>
            </a:extLst>
          </p:cNvPr>
          <p:cNvSpPr/>
          <p:nvPr/>
        </p:nvSpPr>
        <p:spPr>
          <a:xfrm rot="16200000">
            <a:off x="5892681" y="576097"/>
            <a:ext cx="1948118" cy="2479424"/>
          </a:xfrm>
          <a:prstGeom prst="hexagon">
            <a:avLst/>
          </a:prstGeom>
          <a:solidFill>
            <a:srgbClr val="A37A9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600">
                <a:latin typeface="Arial Narrow" panose="020B0606020202030204" pitchFamily="34" charset="0"/>
              </a:rPr>
              <a:t>&lt;</a:t>
            </a:r>
          </a:p>
        </p:txBody>
      </p:sp>
      <p:sp>
        <p:nvSpPr>
          <p:cNvPr id="57" name="Hexagon 56">
            <a:extLst>
              <a:ext uri="{FF2B5EF4-FFF2-40B4-BE49-F238E27FC236}">
                <a16:creationId xmlns:a16="http://schemas.microsoft.com/office/drawing/2014/main" id="{715BA735-F3CF-4ACE-9F4B-8757B5CA15C6}"/>
              </a:ext>
            </a:extLst>
          </p:cNvPr>
          <p:cNvSpPr/>
          <p:nvPr/>
        </p:nvSpPr>
        <p:spPr>
          <a:xfrm rot="16200000">
            <a:off x="6158333" y="753199"/>
            <a:ext cx="1416813" cy="2125220"/>
          </a:xfrm>
          <a:prstGeom prst="hexagon">
            <a:avLst/>
          </a:prstGeom>
          <a:solidFill>
            <a:srgbClr val="66215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600">
              <a:latin typeface="Arial Narrow" panose="020B0606020202030204" pitchFamily="34" charset="0"/>
            </a:endParaRPr>
          </a:p>
        </p:txBody>
      </p:sp>
      <p:sp>
        <p:nvSpPr>
          <p:cNvPr id="58" name="Rectangle 57">
            <a:extLst>
              <a:ext uri="{FF2B5EF4-FFF2-40B4-BE49-F238E27FC236}">
                <a16:creationId xmlns:a16="http://schemas.microsoft.com/office/drawing/2014/main" id="{C062A640-CF42-458E-B16F-0E060C8D6EEF}"/>
              </a:ext>
            </a:extLst>
          </p:cNvPr>
          <p:cNvSpPr/>
          <p:nvPr/>
        </p:nvSpPr>
        <p:spPr>
          <a:xfrm>
            <a:off x="5796294" y="1786852"/>
            <a:ext cx="2133055" cy="58182"/>
          </a:xfrm>
          <a:prstGeom prst="rect">
            <a:avLst/>
          </a:prstGeom>
          <a:solidFill>
            <a:srgbClr val="A37A9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600"/>
          </a:p>
        </p:txBody>
      </p:sp>
      <p:cxnSp>
        <p:nvCxnSpPr>
          <p:cNvPr id="59" name="Straight Connector 58">
            <a:extLst>
              <a:ext uri="{FF2B5EF4-FFF2-40B4-BE49-F238E27FC236}">
                <a16:creationId xmlns:a16="http://schemas.microsoft.com/office/drawing/2014/main" id="{409854D3-577E-4E5E-B5AF-9B9AE04E3D74}"/>
              </a:ext>
            </a:extLst>
          </p:cNvPr>
          <p:cNvCxnSpPr>
            <a:cxnSpLocks/>
          </p:cNvCxnSpPr>
          <p:nvPr/>
        </p:nvCxnSpPr>
        <p:spPr>
          <a:xfrm>
            <a:off x="5612454" y="1815809"/>
            <a:ext cx="2479424" cy="0"/>
          </a:xfrm>
          <a:prstGeom prst="line">
            <a:avLst/>
          </a:prstGeom>
          <a:ln w="19050">
            <a:solidFill>
              <a:srgbClr val="65205A"/>
            </a:solidFill>
            <a:prstDash val="sysDot"/>
          </a:ln>
          <a:effectLst/>
        </p:spPr>
        <p:style>
          <a:lnRef idx="2">
            <a:schemeClr val="accent1"/>
          </a:lnRef>
          <a:fillRef idx="0">
            <a:schemeClr val="accent1"/>
          </a:fillRef>
          <a:effectRef idx="1">
            <a:schemeClr val="accent1"/>
          </a:effectRef>
          <a:fontRef idx="minor">
            <a:schemeClr val="tx1"/>
          </a:fontRef>
        </p:style>
      </p:cxnSp>
      <p:sp>
        <p:nvSpPr>
          <p:cNvPr id="60" name="Oval 59">
            <a:extLst>
              <a:ext uri="{FF2B5EF4-FFF2-40B4-BE49-F238E27FC236}">
                <a16:creationId xmlns:a16="http://schemas.microsoft.com/office/drawing/2014/main" id="{58F05F25-EAA9-4D36-95CC-CA097BB5A309}"/>
              </a:ext>
            </a:extLst>
          </p:cNvPr>
          <p:cNvSpPr/>
          <p:nvPr/>
        </p:nvSpPr>
        <p:spPr>
          <a:xfrm>
            <a:off x="4721389" y="1523591"/>
            <a:ext cx="584436" cy="584436"/>
          </a:xfrm>
          <a:prstGeom prst="ellipse">
            <a:avLst/>
          </a:prstGeom>
          <a:solidFill>
            <a:srgbClr val="AF187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600" b="1">
                <a:latin typeface="Arial Narrow" panose="020B0606020202030204" pitchFamily="34" charset="0"/>
              </a:rPr>
              <a:t>Opportunity/Demand</a:t>
            </a:r>
          </a:p>
        </p:txBody>
      </p:sp>
      <p:sp>
        <p:nvSpPr>
          <p:cNvPr id="61" name="Oval 60">
            <a:extLst>
              <a:ext uri="{FF2B5EF4-FFF2-40B4-BE49-F238E27FC236}">
                <a16:creationId xmlns:a16="http://schemas.microsoft.com/office/drawing/2014/main" id="{20FD5964-7E94-488B-BA95-F9C56AAEFDBD}"/>
              </a:ext>
            </a:extLst>
          </p:cNvPr>
          <p:cNvSpPr/>
          <p:nvPr/>
        </p:nvSpPr>
        <p:spPr>
          <a:xfrm>
            <a:off x="8427655" y="1523591"/>
            <a:ext cx="584436" cy="584436"/>
          </a:xfrm>
          <a:prstGeom prst="ellipse">
            <a:avLst/>
          </a:prstGeom>
          <a:solidFill>
            <a:srgbClr val="AF187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600" b="1">
                <a:latin typeface="Arial Narrow" panose="020B0606020202030204" pitchFamily="34" charset="0"/>
              </a:rPr>
              <a:t>Value</a:t>
            </a:r>
          </a:p>
        </p:txBody>
      </p:sp>
      <p:cxnSp>
        <p:nvCxnSpPr>
          <p:cNvPr id="62" name="Straight Arrow Connector 61">
            <a:extLst>
              <a:ext uri="{FF2B5EF4-FFF2-40B4-BE49-F238E27FC236}">
                <a16:creationId xmlns:a16="http://schemas.microsoft.com/office/drawing/2014/main" id="{4B79637C-ADBD-4E59-9D16-A6C7B5D32A70}"/>
              </a:ext>
            </a:extLst>
          </p:cNvPr>
          <p:cNvCxnSpPr>
            <a:cxnSpLocks/>
          </p:cNvCxnSpPr>
          <p:nvPr/>
        </p:nvCxnSpPr>
        <p:spPr>
          <a:xfrm flipV="1">
            <a:off x="5299765" y="1813062"/>
            <a:ext cx="321203" cy="0"/>
          </a:xfrm>
          <a:prstGeom prst="straightConnector1">
            <a:avLst/>
          </a:prstGeom>
          <a:ln w="3175">
            <a:solidFill>
              <a:srgbClr val="651F5A"/>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64" name="TextBox 63">
            <a:extLst>
              <a:ext uri="{FF2B5EF4-FFF2-40B4-BE49-F238E27FC236}">
                <a16:creationId xmlns:a16="http://schemas.microsoft.com/office/drawing/2014/main" id="{6BBBF6FD-5D66-4F80-84F0-C984C6E98850}"/>
              </a:ext>
            </a:extLst>
          </p:cNvPr>
          <p:cNvSpPr txBox="1"/>
          <p:nvPr/>
        </p:nvSpPr>
        <p:spPr>
          <a:xfrm>
            <a:off x="6267541" y="2554176"/>
            <a:ext cx="1198397" cy="92333"/>
          </a:xfrm>
          <a:prstGeom prst="rect">
            <a:avLst/>
          </a:prstGeom>
          <a:noFill/>
        </p:spPr>
        <p:txBody>
          <a:bodyPr wrap="square" lIns="0" tIns="0" rIns="0" bIns="0" rtlCol="0">
            <a:spAutoFit/>
          </a:bodyPr>
          <a:lstStyle/>
          <a:p>
            <a:pPr algn="ctr"/>
            <a:r>
              <a:rPr lang="en-US" sz="600" b="1">
                <a:solidFill>
                  <a:schemeClr val="bg1"/>
                </a:solidFill>
                <a:latin typeface="Arial Narrow" panose="020B0606020202030204" pitchFamily="34" charset="0"/>
              </a:rPr>
              <a:t>Continual Improvement</a:t>
            </a:r>
          </a:p>
        </p:txBody>
      </p:sp>
      <p:sp>
        <p:nvSpPr>
          <p:cNvPr id="65" name="TextBox 64">
            <a:extLst>
              <a:ext uri="{FF2B5EF4-FFF2-40B4-BE49-F238E27FC236}">
                <a16:creationId xmlns:a16="http://schemas.microsoft.com/office/drawing/2014/main" id="{77334F7B-5D89-419E-A598-00EF66B46CE7}"/>
              </a:ext>
            </a:extLst>
          </p:cNvPr>
          <p:cNvSpPr txBox="1"/>
          <p:nvPr/>
        </p:nvSpPr>
        <p:spPr>
          <a:xfrm>
            <a:off x="6267541" y="1195557"/>
            <a:ext cx="1198397" cy="92333"/>
          </a:xfrm>
          <a:prstGeom prst="rect">
            <a:avLst/>
          </a:prstGeom>
          <a:noFill/>
        </p:spPr>
        <p:txBody>
          <a:bodyPr wrap="square" lIns="0" tIns="0" rIns="0" bIns="0" rtlCol="0">
            <a:spAutoFit/>
          </a:bodyPr>
          <a:lstStyle/>
          <a:p>
            <a:pPr algn="ctr"/>
            <a:r>
              <a:rPr lang="en-US" sz="600" b="1">
                <a:solidFill>
                  <a:schemeClr val="bg1"/>
                </a:solidFill>
                <a:latin typeface="Arial Narrow" panose="020B0606020202030204" pitchFamily="34" charset="0"/>
              </a:rPr>
              <a:t>Governance</a:t>
            </a:r>
          </a:p>
        </p:txBody>
      </p:sp>
      <p:sp>
        <p:nvSpPr>
          <p:cNvPr id="66" name="TextBox 65">
            <a:extLst>
              <a:ext uri="{FF2B5EF4-FFF2-40B4-BE49-F238E27FC236}">
                <a16:creationId xmlns:a16="http://schemas.microsoft.com/office/drawing/2014/main" id="{51A02169-0063-4E6A-9001-79C62C6DAC9C}"/>
              </a:ext>
            </a:extLst>
          </p:cNvPr>
          <p:cNvSpPr txBox="1"/>
          <p:nvPr/>
        </p:nvSpPr>
        <p:spPr>
          <a:xfrm>
            <a:off x="6267541" y="949837"/>
            <a:ext cx="1198397" cy="92333"/>
          </a:xfrm>
          <a:prstGeom prst="rect">
            <a:avLst/>
          </a:prstGeom>
          <a:noFill/>
        </p:spPr>
        <p:txBody>
          <a:bodyPr wrap="square" lIns="0" tIns="0" rIns="0" bIns="0" rtlCol="0">
            <a:spAutoFit/>
          </a:bodyPr>
          <a:lstStyle/>
          <a:p>
            <a:pPr algn="ctr"/>
            <a:r>
              <a:rPr lang="en-US" sz="600" b="1">
                <a:solidFill>
                  <a:schemeClr val="bg1"/>
                </a:solidFill>
                <a:latin typeface="Arial Narrow" panose="020B0606020202030204" pitchFamily="34" charset="0"/>
              </a:rPr>
              <a:t>Guiding Principles</a:t>
            </a:r>
          </a:p>
        </p:txBody>
      </p:sp>
      <p:cxnSp>
        <p:nvCxnSpPr>
          <p:cNvPr id="67" name="Straight Arrow Connector 66">
            <a:extLst>
              <a:ext uri="{FF2B5EF4-FFF2-40B4-BE49-F238E27FC236}">
                <a16:creationId xmlns:a16="http://schemas.microsoft.com/office/drawing/2014/main" id="{7301D682-B7E5-47F4-B089-5197B4B0A97F}"/>
              </a:ext>
            </a:extLst>
          </p:cNvPr>
          <p:cNvCxnSpPr>
            <a:cxnSpLocks/>
          </p:cNvCxnSpPr>
          <p:nvPr/>
        </p:nvCxnSpPr>
        <p:spPr>
          <a:xfrm flipV="1">
            <a:off x="8106451" y="1810314"/>
            <a:ext cx="321203" cy="0"/>
          </a:xfrm>
          <a:prstGeom prst="straightConnector1">
            <a:avLst/>
          </a:prstGeom>
          <a:ln w="3175">
            <a:solidFill>
              <a:srgbClr val="65205A"/>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D9113693-1CAB-4AE0-A533-B43C1733B65F}"/>
              </a:ext>
            </a:extLst>
          </p:cNvPr>
          <p:cNvSpPr/>
          <p:nvPr/>
        </p:nvSpPr>
        <p:spPr>
          <a:xfrm>
            <a:off x="5735783" y="1845034"/>
            <a:ext cx="2224830" cy="443035"/>
          </a:xfrm>
          <a:prstGeom prst="rect">
            <a:avLst/>
          </a:prstGeom>
          <a:solidFill>
            <a:srgbClr val="A37A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Isosceles Triangle 6">
            <a:extLst>
              <a:ext uri="{FF2B5EF4-FFF2-40B4-BE49-F238E27FC236}">
                <a16:creationId xmlns:a16="http://schemas.microsoft.com/office/drawing/2014/main" id="{53722950-8847-429B-9D02-5E783E6BAEA2}"/>
              </a:ext>
            </a:extLst>
          </p:cNvPr>
          <p:cNvSpPr/>
          <p:nvPr/>
        </p:nvSpPr>
        <p:spPr>
          <a:xfrm rot="10800000">
            <a:off x="5637886" y="2152629"/>
            <a:ext cx="2455996" cy="375365"/>
          </a:xfrm>
          <a:prstGeom prst="triangle">
            <a:avLst/>
          </a:prstGeom>
          <a:solidFill>
            <a:srgbClr val="A37A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40EBE50D-3743-4CE4-BE99-ABBEC1317503}"/>
              </a:ext>
            </a:extLst>
          </p:cNvPr>
          <p:cNvSpPr txBox="1"/>
          <p:nvPr/>
        </p:nvSpPr>
        <p:spPr>
          <a:xfrm>
            <a:off x="465547" y="3141676"/>
            <a:ext cx="3739308" cy="1923604"/>
          </a:xfrm>
          <a:prstGeom prst="rect">
            <a:avLst/>
          </a:prstGeom>
          <a:noFill/>
          <a:ln>
            <a:noFill/>
          </a:ln>
        </p:spPr>
        <p:txBody>
          <a:bodyPr wrap="square" rtlCol="0">
            <a:spAutoFit/>
          </a:bodyPr>
          <a:lstStyle/>
          <a:p>
            <a:pPr marL="171450" marR="0" lvl="0" indent="-171450" algn="l" defTabSz="914400" rtl="0" eaLnBrk="1" fontAlgn="auto" latinLnBrk="0" hangingPunct="1">
              <a:spcBef>
                <a:spcPts val="0"/>
              </a:spcBef>
              <a:spcAft>
                <a:spcPts val="600"/>
              </a:spcAft>
              <a:buClr>
                <a:srgbClr val="DA291C"/>
              </a:buClr>
              <a:buSzTx/>
              <a:buFont typeface="Wingdings" panose="05000000000000000000" pitchFamily="2" charset="2"/>
              <a:buChar char="§"/>
              <a:tabLst/>
              <a:defRPr/>
            </a:pPr>
            <a:r>
              <a:rPr lang="en-GB" sz="1100" b="1" kern="0">
                <a:solidFill>
                  <a:srgbClr val="0C2340"/>
                </a:solidFill>
                <a:latin typeface="Arial Narrow" panose="020B0606020202030204" pitchFamily="34" charset="0"/>
              </a:rPr>
              <a:t>Continual improvement </a:t>
            </a:r>
            <a:r>
              <a:rPr lang="en-GB" sz="1100" kern="0">
                <a:solidFill>
                  <a:srgbClr val="0C2340"/>
                </a:solidFill>
                <a:latin typeface="Arial Narrow" panose="020B0606020202030204" pitchFamily="34" charset="0"/>
              </a:rPr>
              <a:t>is not only a</a:t>
            </a:r>
            <a:r>
              <a:rPr lang="en-GB" sz="1100" b="1" kern="0">
                <a:solidFill>
                  <a:srgbClr val="0C2340"/>
                </a:solidFill>
                <a:latin typeface="Arial Narrow" panose="020B0606020202030204" pitchFamily="34" charset="0"/>
              </a:rPr>
              <a:t> practice </a:t>
            </a:r>
            <a:r>
              <a:rPr lang="en-GB" sz="1100" kern="0">
                <a:solidFill>
                  <a:srgbClr val="0C2340"/>
                </a:solidFill>
                <a:latin typeface="Arial Narrow" panose="020B0606020202030204" pitchFamily="34" charset="0"/>
              </a:rPr>
              <a:t>but also </a:t>
            </a:r>
            <a:r>
              <a:rPr lang="en-GB" sz="1100" b="1" kern="0">
                <a:solidFill>
                  <a:srgbClr val="0C2340"/>
                </a:solidFill>
                <a:latin typeface="Arial Narrow" panose="020B0606020202030204" pitchFamily="34" charset="0"/>
              </a:rPr>
              <a:t>a section of the SVS </a:t>
            </a:r>
            <a:r>
              <a:rPr lang="en-GB" sz="1100" kern="0">
                <a:solidFill>
                  <a:srgbClr val="0C2340"/>
                </a:solidFill>
                <a:latin typeface="Arial Narrow" panose="020B0606020202030204" pitchFamily="34" charset="0"/>
              </a:rPr>
              <a:t>that should be applied </a:t>
            </a:r>
            <a:r>
              <a:rPr lang="en-GB" sz="1100" b="1" kern="0">
                <a:solidFill>
                  <a:srgbClr val="0C2340"/>
                </a:solidFill>
                <a:latin typeface="Arial Narrow" panose="020B0606020202030204" pitchFamily="34" charset="0"/>
              </a:rPr>
              <a:t>to all its components</a:t>
            </a:r>
          </a:p>
          <a:p>
            <a:pPr marL="171450" marR="0" lvl="0" indent="-171450" algn="l" defTabSz="914400" rtl="0" eaLnBrk="1" fontAlgn="auto" latinLnBrk="0" hangingPunct="1">
              <a:spcBef>
                <a:spcPts val="0"/>
              </a:spcBef>
              <a:spcAft>
                <a:spcPts val="600"/>
              </a:spcAft>
              <a:buClr>
                <a:srgbClr val="DA291C"/>
              </a:buClr>
              <a:buSzTx/>
              <a:buFont typeface="Wingdings" panose="05000000000000000000" pitchFamily="2" charset="2"/>
              <a:buChar char="§"/>
              <a:tabLst/>
              <a:defRPr/>
            </a:pPr>
            <a:r>
              <a:rPr lang="en-GB" sz="1100" b="1" kern="0">
                <a:solidFill>
                  <a:srgbClr val="0C2340"/>
                </a:solidFill>
                <a:latin typeface="Arial Narrow" panose="020B0606020202030204" pitchFamily="34" charset="0"/>
              </a:rPr>
              <a:t>Continual improvements </a:t>
            </a:r>
            <a:r>
              <a:rPr lang="en-GB" sz="1100" kern="0">
                <a:solidFill>
                  <a:srgbClr val="0C2340"/>
                </a:solidFill>
                <a:latin typeface="Arial Narrow" panose="020B0606020202030204" pitchFamily="34" charset="0"/>
              </a:rPr>
              <a:t>doesn’t means constant improvements but instead </a:t>
            </a:r>
            <a:r>
              <a:rPr lang="en-GB" sz="1100" b="1" kern="0">
                <a:solidFill>
                  <a:srgbClr val="0C2340"/>
                </a:solidFill>
                <a:latin typeface="Arial Narrow" panose="020B0606020202030204" pitchFamily="34" charset="0"/>
              </a:rPr>
              <a:t>frequent ones</a:t>
            </a:r>
          </a:p>
          <a:p>
            <a:pPr marL="171450" marR="0" lvl="0" indent="-171450" algn="l" defTabSz="914400" rtl="0" eaLnBrk="1" fontAlgn="auto" latinLnBrk="0" hangingPunct="1">
              <a:spcBef>
                <a:spcPts val="0"/>
              </a:spcBef>
              <a:spcAft>
                <a:spcPts val="600"/>
              </a:spcAft>
              <a:buClr>
                <a:srgbClr val="DA291C"/>
              </a:buClr>
              <a:buSzTx/>
              <a:buFont typeface="Wingdings" panose="05000000000000000000" pitchFamily="2" charset="2"/>
              <a:buChar char="§"/>
              <a:tabLst/>
              <a:defRPr/>
            </a:pPr>
            <a:r>
              <a:rPr lang="en-GB" sz="1100" kern="0">
                <a:solidFill>
                  <a:srgbClr val="0C2340"/>
                </a:solidFill>
                <a:latin typeface="Arial Narrow" panose="020B0606020202030204" pitchFamily="34" charset="0"/>
              </a:rPr>
              <a:t>Improvements comprehend </a:t>
            </a:r>
            <a:r>
              <a:rPr lang="en-GB" sz="1100" b="1" kern="0">
                <a:solidFill>
                  <a:srgbClr val="0C2340"/>
                </a:solidFill>
                <a:latin typeface="Arial Narrow" panose="020B0606020202030204" pitchFamily="34" charset="0"/>
              </a:rPr>
              <a:t>any kind of change</a:t>
            </a:r>
            <a:r>
              <a:rPr lang="en-GB" sz="1100" kern="0">
                <a:solidFill>
                  <a:srgbClr val="0C2340"/>
                </a:solidFill>
                <a:latin typeface="Arial Narrow" panose="020B0606020202030204" pitchFamily="34" charset="0"/>
              </a:rPr>
              <a:t>, </a:t>
            </a:r>
            <a:r>
              <a:rPr lang="en-GB" sz="1100" b="1" kern="0">
                <a:solidFill>
                  <a:srgbClr val="0C2340"/>
                </a:solidFill>
                <a:latin typeface="Arial Narrow" panose="020B0606020202030204" pitchFamily="34" charset="0"/>
              </a:rPr>
              <a:t>not only </a:t>
            </a:r>
            <a:r>
              <a:rPr lang="en-GB" sz="1100" kern="0">
                <a:solidFill>
                  <a:srgbClr val="0C2340"/>
                </a:solidFill>
                <a:latin typeface="Arial Narrow" panose="020B0606020202030204" pitchFamily="34" charset="0"/>
              </a:rPr>
              <a:t>the one related to </a:t>
            </a:r>
            <a:r>
              <a:rPr lang="en-GB" sz="1100" b="1" kern="0">
                <a:solidFill>
                  <a:srgbClr val="0C2340"/>
                </a:solidFill>
                <a:latin typeface="Arial Narrow" panose="020B0606020202030204" pitchFamily="34" charset="0"/>
              </a:rPr>
              <a:t>performance improvements</a:t>
            </a:r>
          </a:p>
          <a:p>
            <a:pPr marL="171450" marR="0" lvl="0" indent="-171450" algn="l" defTabSz="914400" rtl="0" eaLnBrk="1" fontAlgn="auto" latinLnBrk="0" hangingPunct="1">
              <a:spcBef>
                <a:spcPts val="0"/>
              </a:spcBef>
              <a:spcAft>
                <a:spcPts val="600"/>
              </a:spcAft>
              <a:buClr>
                <a:srgbClr val="DA291C"/>
              </a:buClr>
              <a:buSzTx/>
              <a:buFont typeface="Wingdings" panose="05000000000000000000" pitchFamily="2" charset="2"/>
              <a:buChar char="§"/>
              <a:tabLst/>
              <a:defRPr/>
            </a:pPr>
            <a:r>
              <a:rPr lang="en-GB" sz="1100" kern="0">
                <a:solidFill>
                  <a:srgbClr val="0C2340"/>
                </a:solidFill>
                <a:latin typeface="Arial Narrow" panose="020B0606020202030204" pitchFamily="34" charset="0"/>
              </a:rPr>
              <a:t>It assures that </a:t>
            </a:r>
            <a:r>
              <a:rPr lang="en-GB" sz="1100" b="1" kern="0">
                <a:solidFill>
                  <a:srgbClr val="0C2340"/>
                </a:solidFill>
                <a:latin typeface="Arial Narrow" panose="020B0606020202030204" pitchFamily="34" charset="0"/>
              </a:rPr>
              <a:t>improvements</a:t>
            </a:r>
            <a:r>
              <a:rPr lang="en-GB" sz="1100" kern="0">
                <a:solidFill>
                  <a:srgbClr val="0C2340"/>
                </a:solidFill>
                <a:latin typeface="Arial Narrow" panose="020B0606020202030204" pitchFamily="34" charset="0"/>
              </a:rPr>
              <a:t> are applied only </a:t>
            </a:r>
            <a:r>
              <a:rPr lang="en-GB" sz="1100" b="1" kern="0">
                <a:solidFill>
                  <a:srgbClr val="0C2340"/>
                </a:solidFill>
                <a:latin typeface="Arial Narrow" panose="020B0606020202030204" pitchFamily="34" charset="0"/>
              </a:rPr>
              <a:t>when needed</a:t>
            </a:r>
            <a:r>
              <a:rPr lang="en-GB" sz="1100" kern="0">
                <a:solidFill>
                  <a:srgbClr val="0C2340"/>
                </a:solidFill>
                <a:latin typeface="Arial Narrow" panose="020B0606020202030204" pitchFamily="34" charset="0"/>
              </a:rPr>
              <a:t>, in an </a:t>
            </a:r>
            <a:r>
              <a:rPr lang="en-GB" sz="1100" b="1" kern="0">
                <a:solidFill>
                  <a:srgbClr val="0C2340"/>
                </a:solidFill>
                <a:latin typeface="Arial Narrow" panose="020B0606020202030204" pitchFamily="34" charset="0"/>
              </a:rPr>
              <a:t>appropriate manner </a:t>
            </a:r>
            <a:r>
              <a:rPr lang="en-GB" sz="1100" kern="0">
                <a:solidFill>
                  <a:srgbClr val="0C2340"/>
                </a:solidFill>
                <a:latin typeface="Arial Narrow" panose="020B0606020202030204" pitchFamily="34" charset="0"/>
              </a:rPr>
              <a:t>and </a:t>
            </a:r>
            <a:r>
              <a:rPr lang="en-GB" sz="1100" b="1" kern="0">
                <a:solidFill>
                  <a:srgbClr val="0C2340"/>
                </a:solidFill>
                <a:latin typeface="Arial Narrow" panose="020B0606020202030204" pitchFamily="34" charset="0"/>
              </a:rPr>
              <a:t>never reverted</a:t>
            </a:r>
          </a:p>
          <a:p>
            <a:pPr marL="171450" marR="0" lvl="0" indent="-171450" algn="l" defTabSz="914400" rtl="0" eaLnBrk="1" fontAlgn="auto" latinLnBrk="0" hangingPunct="1">
              <a:spcBef>
                <a:spcPts val="0"/>
              </a:spcBef>
              <a:spcAft>
                <a:spcPts val="600"/>
              </a:spcAft>
              <a:buClr>
                <a:srgbClr val="DA291C"/>
              </a:buClr>
              <a:buSzTx/>
              <a:buFont typeface="Wingdings" panose="05000000000000000000" pitchFamily="2" charset="2"/>
              <a:buChar char="§"/>
              <a:tabLst/>
              <a:defRPr/>
            </a:pPr>
            <a:endParaRPr kumimoji="0" lang="en-GB" sz="1100" i="0" u="none" strike="noStrike" kern="0" cap="none" spc="0" normalizeH="0" baseline="0">
              <a:ln>
                <a:noFill/>
              </a:ln>
              <a:solidFill>
                <a:srgbClr val="0C2340"/>
              </a:solidFill>
              <a:effectLst/>
              <a:uLnTx/>
              <a:uFillTx/>
              <a:latin typeface="Arial Narrow" panose="020B0606020202030204" pitchFamily="34" charset="0"/>
            </a:endParaRPr>
          </a:p>
        </p:txBody>
      </p:sp>
      <p:sp>
        <p:nvSpPr>
          <p:cNvPr id="37" name="TextBox 36">
            <a:extLst>
              <a:ext uri="{FF2B5EF4-FFF2-40B4-BE49-F238E27FC236}">
                <a16:creationId xmlns:a16="http://schemas.microsoft.com/office/drawing/2014/main" id="{678D31B3-22FB-4DD5-9D4D-5FCFD2CDED41}"/>
              </a:ext>
            </a:extLst>
          </p:cNvPr>
          <p:cNvSpPr txBox="1"/>
          <p:nvPr/>
        </p:nvSpPr>
        <p:spPr>
          <a:xfrm>
            <a:off x="5078453" y="3141676"/>
            <a:ext cx="3600000" cy="1431161"/>
          </a:xfrm>
          <a:prstGeom prst="rect">
            <a:avLst/>
          </a:prstGeom>
          <a:noFill/>
        </p:spPr>
        <p:txBody>
          <a:bodyPr wrap="square">
            <a:spAutoFit/>
          </a:bodyPr>
          <a:lstStyle/>
          <a:p>
            <a:pPr marL="171450" marR="0" lvl="0" indent="-171450" algn="l" defTabSz="914400" rtl="0" eaLnBrk="1" fontAlgn="auto" latinLnBrk="0" hangingPunct="1">
              <a:spcBef>
                <a:spcPts val="0"/>
              </a:spcBef>
              <a:spcAft>
                <a:spcPts val="600"/>
              </a:spcAft>
              <a:buClr>
                <a:srgbClr val="DA291C"/>
              </a:buClr>
              <a:buSzTx/>
              <a:buFont typeface="Wingdings" panose="05000000000000000000" pitchFamily="2" charset="2"/>
              <a:buChar char="§"/>
              <a:tabLst/>
              <a:defRPr/>
            </a:pPr>
            <a:r>
              <a:rPr kumimoji="0" lang="en-GB" sz="1100" b="1" i="0" u="none" strike="noStrike" kern="0" cap="none" spc="0" normalizeH="0" baseline="0">
                <a:ln>
                  <a:noFill/>
                </a:ln>
                <a:solidFill>
                  <a:srgbClr val="0C2340"/>
                </a:solidFill>
                <a:effectLst/>
                <a:uLnTx/>
                <a:uFillTx/>
                <a:latin typeface="Arial Narrow" panose="020B0606020202030204" pitchFamily="34" charset="0"/>
              </a:rPr>
              <a:t>The Governance</a:t>
            </a:r>
            <a:r>
              <a:rPr kumimoji="0" lang="en-GB" sz="1100" i="0" u="none" strike="noStrike" kern="0" cap="none" spc="0" normalizeH="0" baseline="0">
                <a:ln>
                  <a:noFill/>
                </a:ln>
                <a:solidFill>
                  <a:srgbClr val="0C2340"/>
                </a:solidFill>
                <a:effectLst/>
                <a:uLnTx/>
                <a:uFillTx/>
                <a:latin typeface="Arial Narrow" panose="020B0606020202030204" pitchFamily="34" charset="0"/>
              </a:rPr>
              <a:t> is the </a:t>
            </a:r>
            <a:r>
              <a:rPr kumimoji="0" lang="en-GB" sz="1100" b="1" i="0" u="none" strike="noStrike" kern="0" cap="none" spc="0" normalizeH="0" baseline="0">
                <a:ln>
                  <a:noFill/>
                </a:ln>
                <a:solidFill>
                  <a:srgbClr val="0C2340"/>
                </a:solidFill>
                <a:effectLst/>
                <a:uLnTx/>
                <a:uFillTx/>
                <a:latin typeface="Arial Narrow" panose="020B0606020202030204" pitchFamily="34" charset="0"/>
              </a:rPr>
              <a:t>action</a:t>
            </a:r>
            <a:r>
              <a:rPr kumimoji="0" lang="en-GB" sz="1100" i="0" u="none" strike="noStrike" kern="0" cap="none" spc="0" normalizeH="0" baseline="0">
                <a:ln>
                  <a:noFill/>
                </a:ln>
                <a:solidFill>
                  <a:srgbClr val="0C2340"/>
                </a:solidFill>
                <a:effectLst/>
                <a:uLnTx/>
                <a:uFillTx/>
                <a:latin typeface="Arial Narrow" panose="020B0606020202030204" pitchFamily="34" charset="0"/>
              </a:rPr>
              <a:t> or </a:t>
            </a:r>
            <a:r>
              <a:rPr kumimoji="0" lang="en-GB" sz="1100" b="1" i="0" u="none" strike="noStrike" kern="0" cap="none" spc="0" normalizeH="0" baseline="0">
                <a:ln>
                  <a:noFill/>
                </a:ln>
                <a:solidFill>
                  <a:srgbClr val="0C2340"/>
                </a:solidFill>
                <a:effectLst/>
                <a:uLnTx/>
                <a:uFillTx/>
                <a:latin typeface="Arial Narrow" panose="020B0606020202030204" pitchFamily="34" charset="0"/>
              </a:rPr>
              <a:t>manner</a:t>
            </a:r>
            <a:r>
              <a:rPr kumimoji="0" lang="en-GB" sz="1100" i="0" u="none" strike="noStrike" kern="0" cap="none" spc="0" normalizeH="0" baseline="0">
                <a:ln>
                  <a:noFill/>
                </a:ln>
                <a:solidFill>
                  <a:srgbClr val="0C2340"/>
                </a:solidFill>
                <a:effectLst/>
                <a:uLnTx/>
                <a:uFillTx/>
                <a:latin typeface="Arial Narrow" panose="020B0606020202030204" pitchFamily="34" charset="0"/>
              </a:rPr>
              <a:t> of </a:t>
            </a:r>
            <a:r>
              <a:rPr kumimoji="0" lang="en-GB" sz="1100" b="1" i="0" u="none" strike="noStrike" kern="0" cap="none" spc="0" normalizeH="0" baseline="0">
                <a:ln>
                  <a:noFill/>
                </a:ln>
                <a:solidFill>
                  <a:srgbClr val="0C2340"/>
                </a:solidFill>
                <a:effectLst/>
                <a:uLnTx/>
                <a:uFillTx/>
                <a:latin typeface="Arial Narrow" panose="020B0606020202030204" pitchFamily="34" charset="0"/>
              </a:rPr>
              <a:t>governing</a:t>
            </a:r>
            <a:r>
              <a:rPr kumimoji="0" lang="en-GB" sz="1100" i="0" u="none" strike="noStrike" kern="0" cap="none" spc="0" normalizeH="0" baseline="0">
                <a:ln>
                  <a:noFill/>
                </a:ln>
                <a:solidFill>
                  <a:srgbClr val="0C2340"/>
                </a:solidFill>
                <a:effectLst/>
                <a:uLnTx/>
                <a:uFillTx/>
                <a:latin typeface="Arial Narrow" panose="020B0606020202030204" pitchFamily="34" charset="0"/>
              </a:rPr>
              <a:t>, meaning conduct policy and affairs, control or influence, constitute a rule or principle for control</a:t>
            </a:r>
          </a:p>
          <a:p>
            <a:pPr marL="171450" marR="0" lvl="0" indent="-171450" algn="l" defTabSz="914400" rtl="0" eaLnBrk="1" fontAlgn="auto" latinLnBrk="0" hangingPunct="1">
              <a:spcBef>
                <a:spcPts val="0"/>
              </a:spcBef>
              <a:spcAft>
                <a:spcPts val="600"/>
              </a:spcAft>
              <a:buClr>
                <a:srgbClr val="DA291C"/>
              </a:buClr>
              <a:buSzTx/>
              <a:buFont typeface="Wingdings" panose="05000000000000000000" pitchFamily="2" charset="2"/>
              <a:buChar char="§"/>
              <a:tabLst/>
              <a:defRPr/>
            </a:pPr>
            <a:r>
              <a:rPr kumimoji="0" lang="en-GB" sz="1100" i="0" u="none" strike="noStrike" kern="0" cap="none" spc="0" normalizeH="0" baseline="0">
                <a:ln>
                  <a:noFill/>
                </a:ln>
                <a:solidFill>
                  <a:srgbClr val="0C2340"/>
                </a:solidFill>
                <a:effectLst/>
                <a:uLnTx/>
                <a:uFillTx/>
                <a:latin typeface="Arial Narrow" panose="020B0606020202030204" pitchFamily="34" charset="0"/>
              </a:rPr>
              <a:t>It defines </a:t>
            </a:r>
            <a:r>
              <a:rPr kumimoji="0" lang="en-GB" sz="1100" b="1" i="0" u="none" strike="noStrike" kern="0" cap="none" spc="0" normalizeH="0" baseline="0">
                <a:ln>
                  <a:noFill/>
                </a:ln>
                <a:solidFill>
                  <a:srgbClr val="0C2340"/>
                </a:solidFill>
                <a:effectLst/>
                <a:uLnTx/>
                <a:uFillTx/>
                <a:latin typeface="Arial Narrow" panose="020B0606020202030204" pitchFamily="34" charset="0"/>
              </a:rPr>
              <a:t>what an organization should/must comply with </a:t>
            </a:r>
            <a:r>
              <a:rPr kumimoji="0" lang="en-GB" sz="1100" i="0" u="none" strike="noStrike" kern="0" cap="none" spc="0" normalizeH="0" baseline="0">
                <a:ln>
                  <a:noFill/>
                </a:ln>
                <a:solidFill>
                  <a:srgbClr val="0C2340"/>
                </a:solidFill>
                <a:effectLst/>
                <a:uLnTx/>
                <a:uFillTx/>
                <a:latin typeface="Arial Narrow" panose="020B0606020202030204" pitchFamily="34" charset="0"/>
              </a:rPr>
              <a:t>(i.e. legislation, regulation, standards, methods, principles)</a:t>
            </a:r>
          </a:p>
          <a:p>
            <a:pPr marL="171450" marR="0" lvl="0" indent="-171450" algn="l" defTabSz="914400" rtl="0" eaLnBrk="1" fontAlgn="auto" latinLnBrk="0" hangingPunct="1">
              <a:spcBef>
                <a:spcPts val="0"/>
              </a:spcBef>
              <a:spcAft>
                <a:spcPts val="600"/>
              </a:spcAft>
              <a:buClr>
                <a:srgbClr val="DA291C"/>
              </a:buClr>
              <a:buSzTx/>
              <a:buFont typeface="Wingdings" panose="05000000000000000000" pitchFamily="2" charset="2"/>
              <a:buChar char="§"/>
              <a:tabLst/>
              <a:defRPr/>
            </a:pPr>
            <a:r>
              <a:rPr lang="en-GB" sz="1100" kern="0">
                <a:solidFill>
                  <a:srgbClr val="0C2340"/>
                </a:solidFill>
                <a:latin typeface="Arial Narrow" panose="020B0606020202030204" pitchFamily="34" charset="0"/>
              </a:rPr>
              <a:t>Governance activities are mainly related to </a:t>
            </a:r>
            <a:r>
              <a:rPr lang="en-GB" sz="1100" b="1" kern="0">
                <a:solidFill>
                  <a:srgbClr val="0C2340"/>
                </a:solidFill>
                <a:latin typeface="Arial Narrow" panose="020B0606020202030204" pitchFamily="34" charset="0"/>
              </a:rPr>
              <a:t>evaluate</a:t>
            </a:r>
            <a:r>
              <a:rPr lang="en-GB" sz="1100" kern="0">
                <a:solidFill>
                  <a:srgbClr val="0C2340"/>
                </a:solidFill>
                <a:latin typeface="Arial Narrow" panose="020B0606020202030204" pitchFamily="34" charset="0"/>
              </a:rPr>
              <a:t>, </a:t>
            </a:r>
            <a:r>
              <a:rPr lang="en-GB" sz="1100" b="1" kern="0">
                <a:solidFill>
                  <a:srgbClr val="0C2340"/>
                </a:solidFill>
                <a:latin typeface="Arial Narrow" panose="020B0606020202030204" pitchFamily="34" charset="0"/>
              </a:rPr>
              <a:t>direct</a:t>
            </a:r>
            <a:r>
              <a:rPr lang="en-GB" sz="1100" kern="0">
                <a:solidFill>
                  <a:srgbClr val="0C2340"/>
                </a:solidFill>
                <a:latin typeface="Arial Narrow" panose="020B0606020202030204" pitchFamily="34" charset="0"/>
              </a:rPr>
              <a:t>, and </a:t>
            </a:r>
            <a:r>
              <a:rPr lang="en-GB" sz="1100" b="1" kern="0">
                <a:solidFill>
                  <a:srgbClr val="0C2340"/>
                </a:solidFill>
                <a:latin typeface="Arial Narrow" panose="020B0606020202030204" pitchFamily="34" charset="0"/>
              </a:rPr>
              <a:t>monitor</a:t>
            </a:r>
            <a:r>
              <a:rPr lang="en-GB" sz="1100" kern="0">
                <a:solidFill>
                  <a:srgbClr val="0C2340"/>
                </a:solidFill>
                <a:latin typeface="Arial Narrow" panose="020B0606020202030204" pitchFamily="34" charset="0"/>
              </a:rPr>
              <a:t> </a:t>
            </a:r>
            <a:r>
              <a:rPr lang="en-GB" sz="1100" b="1" kern="0">
                <a:solidFill>
                  <a:srgbClr val="0C2340"/>
                </a:solidFill>
                <a:latin typeface="Arial Narrow" panose="020B0606020202030204" pitchFamily="34" charset="0"/>
              </a:rPr>
              <a:t>IT</a:t>
            </a:r>
            <a:r>
              <a:rPr lang="en-GB" sz="1100" kern="0">
                <a:solidFill>
                  <a:srgbClr val="0C2340"/>
                </a:solidFill>
                <a:latin typeface="Arial Narrow" panose="020B0606020202030204" pitchFamily="34" charset="0"/>
              </a:rPr>
              <a:t> </a:t>
            </a:r>
            <a:r>
              <a:rPr lang="en-GB" sz="1100" b="1" kern="0">
                <a:solidFill>
                  <a:srgbClr val="0C2340"/>
                </a:solidFill>
                <a:latin typeface="Arial Narrow" panose="020B0606020202030204" pitchFamily="34" charset="0"/>
              </a:rPr>
              <a:t>Service Management operations</a:t>
            </a:r>
            <a:endParaRPr kumimoji="0" lang="en-GB" sz="1100" b="1" i="0" u="none" strike="noStrike" kern="0" cap="none" spc="0" normalizeH="0" baseline="0">
              <a:ln>
                <a:noFill/>
              </a:ln>
              <a:solidFill>
                <a:srgbClr val="0C2340"/>
              </a:solidFill>
              <a:effectLst/>
              <a:uLnTx/>
              <a:uFillTx/>
              <a:latin typeface="Arial Narrow" panose="020B0606020202030204" pitchFamily="34" charset="0"/>
            </a:endParaRPr>
          </a:p>
        </p:txBody>
      </p:sp>
      <p:cxnSp>
        <p:nvCxnSpPr>
          <p:cNvPr id="38" name="Straight Connector 12">
            <a:extLst>
              <a:ext uri="{FF2B5EF4-FFF2-40B4-BE49-F238E27FC236}">
                <a16:creationId xmlns:a16="http://schemas.microsoft.com/office/drawing/2014/main" id="{AA182B23-C220-4A98-B197-BF1CAA7A8E7B}"/>
              </a:ext>
            </a:extLst>
          </p:cNvPr>
          <p:cNvCxnSpPr>
            <a:cxnSpLocks/>
          </p:cNvCxnSpPr>
          <p:nvPr/>
        </p:nvCxnSpPr>
        <p:spPr>
          <a:xfrm>
            <a:off x="188025" y="2996039"/>
            <a:ext cx="411817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9" name="TextBox 11">
            <a:extLst>
              <a:ext uri="{FF2B5EF4-FFF2-40B4-BE49-F238E27FC236}">
                <a16:creationId xmlns:a16="http://schemas.microsoft.com/office/drawing/2014/main" id="{ED84F436-9DDF-4E05-A12C-DE8FFB43FC60}"/>
              </a:ext>
            </a:extLst>
          </p:cNvPr>
          <p:cNvSpPr txBox="1"/>
          <p:nvPr/>
        </p:nvSpPr>
        <p:spPr>
          <a:xfrm>
            <a:off x="1437110" y="2857540"/>
            <a:ext cx="1620000" cy="277200"/>
          </a:xfrm>
          <a:prstGeom prst="rect">
            <a:avLst/>
          </a:prstGeom>
          <a:solidFill>
            <a:schemeClr val="bg1"/>
          </a:solidFill>
        </p:spPr>
        <p:txBody>
          <a:bodyPr wrap="square" rtlCol="0">
            <a:spAutoFit/>
          </a:bodyPr>
          <a:lstStyle/>
          <a:p>
            <a:pPr algn="ctr" defTabSz="914400"/>
            <a:r>
              <a:rPr lang="en-GB" sz="1200" b="1">
                <a:solidFill>
                  <a:schemeClr val="accent2"/>
                </a:solidFill>
                <a:latin typeface="Arial Narrow" panose="020B0606020202030204" pitchFamily="34" charset="0"/>
              </a:rPr>
              <a:t>Continual Improvement</a:t>
            </a:r>
            <a:endParaRPr lang="en-GB" sz="1200">
              <a:solidFill>
                <a:schemeClr val="accent2"/>
              </a:solidFill>
              <a:latin typeface="Arial Narrow" panose="020B0606020202030204" pitchFamily="34" charset="0"/>
            </a:endParaRPr>
          </a:p>
        </p:txBody>
      </p:sp>
      <p:cxnSp>
        <p:nvCxnSpPr>
          <p:cNvPr id="41" name="Straight Connector 12">
            <a:extLst>
              <a:ext uri="{FF2B5EF4-FFF2-40B4-BE49-F238E27FC236}">
                <a16:creationId xmlns:a16="http://schemas.microsoft.com/office/drawing/2014/main" id="{C8026315-5B6E-4F44-922F-B770EB925C13}"/>
              </a:ext>
            </a:extLst>
          </p:cNvPr>
          <p:cNvCxnSpPr>
            <a:cxnSpLocks/>
          </p:cNvCxnSpPr>
          <p:nvPr/>
        </p:nvCxnSpPr>
        <p:spPr>
          <a:xfrm>
            <a:off x="4807655" y="2996039"/>
            <a:ext cx="411817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7" name="TextBox 11">
            <a:extLst>
              <a:ext uri="{FF2B5EF4-FFF2-40B4-BE49-F238E27FC236}">
                <a16:creationId xmlns:a16="http://schemas.microsoft.com/office/drawing/2014/main" id="{1154B69E-8EF9-437E-8E1A-EB97AFF42248}"/>
              </a:ext>
            </a:extLst>
          </p:cNvPr>
          <p:cNvSpPr txBox="1"/>
          <p:nvPr/>
        </p:nvSpPr>
        <p:spPr>
          <a:xfrm>
            <a:off x="6113422" y="2857540"/>
            <a:ext cx="1506637" cy="276999"/>
          </a:xfrm>
          <a:prstGeom prst="rect">
            <a:avLst/>
          </a:prstGeom>
          <a:solidFill>
            <a:schemeClr val="bg1"/>
          </a:solidFill>
        </p:spPr>
        <p:txBody>
          <a:bodyPr wrap="square" rtlCol="0">
            <a:spAutoFit/>
          </a:bodyPr>
          <a:lstStyle/>
          <a:p>
            <a:pPr algn="ctr" defTabSz="914400"/>
            <a:r>
              <a:rPr lang="en-GB" sz="1200" b="1">
                <a:solidFill>
                  <a:schemeClr val="accent2"/>
                </a:solidFill>
                <a:latin typeface="Arial Narrow" panose="020B0606020202030204" pitchFamily="34" charset="0"/>
              </a:rPr>
              <a:t>Governance</a:t>
            </a:r>
            <a:endParaRPr lang="en-GB" sz="1200">
              <a:solidFill>
                <a:schemeClr val="accent2"/>
              </a:solidFill>
              <a:latin typeface="Arial Narrow" panose="020B0606020202030204" pitchFamily="34" charset="0"/>
            </a:endParaRPr>
          </a:p>
        </p:txBody>
      </p:sp>
      <p:sp>
        <p:nvSpPr>
          <p:cNvPr id="8" name="Slide Number Placeholder 7">
            <a:extLst>
              <a:ext uri="{FF2B5EF4-FFF2-40B4-BE49-F238E27FC236}">
                <a16:creationId xmlns:a16="http://schemas.microsoft.com/office/drawing/2014/main" id="{1442B988-85E7-448A-B3F1-7C3D270D942B}"/>
              </a:ext>
            </a:extLst>
          </p:cNvPr>
          <p:cNvSpPr>
            <a:spLocks noGrp="1"/>
          </p:cNvSpPr>
          <p:nvPr>
            <p:ph type="sldNum" sz="quarter" idx="35"/>
          </p:nvPr>
        </p:nvSpPr>
        <p:spPr/>
        <p:txBody>
          <a:bodyPr/>
          <a:lstStyle/>
          <a:p>
            <a:fld id="{9C18EA95-C3D3-214C-9452-EF8527DBCD86}" type="slidenum">
              <a:rPr lang="it-IT" smtClean="0"/>
              <a:pPr/>
              <a:t>32</a:t>
            </a:fld>
            <a:endParaRPr lang="it-IT"/>
          </a:p>
        </p:txBody>
      </p:sp>
      <p:sp>
        <p:nvSpPr>
          <p:cNvPr id="34" name="Rectangle 210">
            <a:extLst>
              <a:ext uri="{FF2B5EF4-FFF2-40B4-BE49-F238E27FC236}">
                <a16:creationId xmlns:a16="http://schemas.microsoft.com/office/drawing/2014/main" id="{7DC3C177-9240-4127-88D4-E597A2546C0A}"/>
              </a:ext>
            </a:extLst>
          </p:cNvPr>
          <p:cNvSpPr/>
          <p:nvPr/>
        </p:nvSpPr>
        <p:spPr>
          <a:xfrm>
            <a:off x="4944310" y="4954731"/>
            <a:ext cx="1296000" cy="123111"/>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lIns="36000" tIns="0" rIns="36000" bIns="0">
            <a:noAutofit/>
          </a:bodyPr>
          <a:lstStyle/>
          <a:p>
            <a:pPr lvl="0" defTabSz="914400">
              <a:buClr>
                <a:srgbClr val="DA291C"/>
              </a:buClr>
              <a:defRPr/>
            </a:pPr>
            <a:r>
              <a:rPr lang="en-GB" sz="800" b="1" kern="0">
                <a:solidFill>
                  <a:srgbClr val="0C2340"/>
                </a:solidFill>
                <a:latin typeface="Arial Narrow" panose="020B0606020202030204" pitchFamily="34" charset="0"/>
              </a:rPr>
              <a:t>Source: </a:t>
            </a:r>
            <a:r>
              <a:rPr lang="en-GB" sz="800" kern="0">
                <a:solidFill>
                  <a:srgbClr val="0C2340"/>
                </a:solidFill>
                <a:latin typeface="Arial Narrow" panose="020B0606020202030204" pitchFamily="34" charset="0"/>
              </a:rPr>
              <a:t>AXELOS limited 2019</a:t>
            </a:r>
            <a:endParaRPr kumimoji="0" lang="en-GB" sz="800"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Tree>
    <p:extLst>
      <p:ext uri="{BB962C8B-B14F-4D97-AF65-F5344CB8AC3E}">
        <p14:creationId xmlns:p14="http://schemas.microsoft.com/office/powerpoint/2010/main" val="820289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a:effectLst/>
        </p:spPr>
        <p:txBody>
          <a:bodyPr/>
          <a:lstStyle/>
          <a:p>
            <a:r>
              <a:rPr lang="en-US">
                <a:latin typeface="Arial Narrow" panose="020B0606020202030204" pitchFamily="34" charset="0"/>
              </a:rPr>
              <a:t>The ITIL 4 Service Value System | </a:t>
            </a:r>
            <a:r>
              <a:rPr lang="en-US">
                <a:solidFill>
                  <a:schemeClr val="accent3"/>
                </a:solidFill>
                <a:latin typeface="Arial Narrow" panose="020B0606020202030204" pitchFamily="34" charset="0"/>
              </a:rPr>
              <a:t>Elements of the SVS 3/3</a:t>
            </a:r>
            <a:endParaRPr lang="en-GB">
              <a:latin typeface="Arial Narrow" panose="020B0606020202030204" pitchFamily="34" charset="0"/>
            </a:endParaRPr>
          </a:p>
        </p:txBody>
      </p:sp>
      <p:cxnSp>
        <p:nvCxnSpPr>
          <p:cNvPr id="21" name="Straight Connector 12">
            <a:extLst>
              <a:ext uri="{FF2B5EF4-FFF2-40B4-BE49-F238E27FC236}">
                <a16:creationId xmlns:a16="http://schemas.microsoft.com/office/drawing/2014/main" id="{65066747-8F2D-4B8C-B920-1D1187DDB983}"/>
              </a:ext>
            </a:extLst>
          </p:cNvPr>
          <p:cNvCxnSpPr>
            <a:cxnSpLocks/>
          </p:cNvCxnSpPr>
          <p:nvPr/>
        </p:nvCxnSpPr>
        <p:spPr>
          <a:xfrm>
            <a:off x="187129" y="2996039"/>
            <a:ext cx="411817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TextBox 11">
            <a:extLst>
              <a:ext uri="{FF2B5EF4-FFF2-40B4-BE49-F238E27FC236}">
                <a16:creationId xmlns:a16="http://schemas.microsoft.com/office/drawing/2014/main" id="{23CC3E0F-E30A-4603-9A26-007F9E669A66}"/>
              </a:ext>
            </a:extLst>
          </p:cNvPr>
          <p:cNvSpPr txBox="1"/>
          <p:nvPr/>
        </p:nvSpPr>
        <p:spPr>
          <a:xfrm>
            <a:off x="1495905" y="2857540"/>
            <a:ext cx="1506637" cy="276999"/>
          </a:xfrm>
          <a:prstGeom prst="rect">
            <a:avLst/>
          </a:prstGeom>
          <a:solidFill>
            <a:schemeClr val="bg1"/>
          </a:solidFill>
        </p:spPr>
        <p:txBody>
          <a:bodyPr wrap="square" rtlCol="0">
            <a:spAutoFit/>
          </a:bodyPr>
          <a:lstStyle/>
          <a:p>
            <a:pPr algn="ctr" defTabSz="914400"/>
            <a:r>
              <a:rPr lang="en-GB" sz="1200" b="1">
                <a:solidFill>
                  <a:schemeClr val="accent2"/>
                </a:solidFill>
                <a:latin typeface="Arial Narrow" panose="020B0606020202030204" pitchFamily="34" charset="0"/>
              </a:rPr>
              <a:t>Practices</a:t>
            </a:r>
            <a:endParaRPr lang="en-GB" sz="1200">
              <a:solidFill>
                <a:schemeClr val="accent2"/>
              </a:solidFill>
              <a:latin typeface="Arial Narrow" panose="020B0606020202030204" pitchFamily="34" charset="0"/>
            </a:endParaRPr>
          </a:p>
        </p:txBody>
      </p:sp>
      <p:cxnSp>
        <p:nvCxnSpPr>
          <p:cNvPr id="24" name="Straight Connector 12">
            <a:extLst>
              <a:ext uri="{FF2B5EF4-FFF2-40B4-BE49-F238E27FC236}">
                <a16:creationId xmlns:a16="http://schemas.microsoft.com/office/drawing/2014/main" id="{25DAF050-51F2-4999-AF2B-DDA60516679E}"/>
              </a:ext>
            </a:extLst>
          </p:cNvPr>
          <p:cNvCxnSpPr>
            <a:cxnSpLocks/>
          </p:cNvCxnSpPr>
          <p:nvPr/>
        </p:nvCxnSpPr>
        <p:spPr>
          <a:xfrm>
            <a:off x="4807655" y="2996039"/>
            <a:ext cx="411817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5" name="TextBox 11">
            <a:extLst>
              <a:ext uri="{FF2B5EF4-FFF2-40B4-BE49-F238E27FC236}">
                <a16:creationId xmlns:a16="http://schemas.microsoft.com/office/drawing/2014/main" id="{7C35AFAA-4AE8-4242-9FAC-24528F02125A}"/>
              </a:ext>
            </a:extLst>
          </p:cNvPr>
          <p:cNvSpPr txBox="1"/>
          <p:nvPr/>
        </p:nvSpPr>
        <p:spPr>
          <a:xfrm>
            <a:off x="6113422" y="2857540"/>
            <a:ext cx="1506637" cy="276999"/>
          </a:xfrm>
          <a:prstGeom prst="rect">
            <a:avLst/>
          </a:prstGeom>
          <a:solidFill>
            <a:schemeClr val="bg1"/>
          </a:solidFill>
        </p:spPr>
        <p:txBody>
          <a:bodyPr wrap="square" rtlCol="0">
            <a:spAutoFit/>
          </a:bodyPr>
          <a:lstStyle/>
          <a:p>
            <a:pPr algn="ctr" defTabSz="914400"/>
            <a:r>
              <a:rPr lang="en-GB" sz="1200" b="1">
                <a:solidFill>
                  <a:schemeClr val="accent2"/>
                </a:solidFill>
                <a:latin typeface="Arial Narrow" panose="020B0606020202030204" pitchFamily="34" charset="0"/>
              </a:rPr>
              <a:t>Service Value Chain</a:t>
            </a:r>
            <a:endParaRPr lang="en-GB" sz="1200">
              <a:solidFill>
                <a:schemeClr val="accent2"/>
              </a:solidFill>
              <a:latin typeface="Arial Narrow" panose="020B0606020202030204" pitchFamily="34" charset="0"/>
            </a:endParaRPr>
          </a:p>
        </p:txBody>
      </p:sp>
      <p:sp>
        <p:nvSpPr>
          <p:cNvPr id="6" name="Text Placeholder 5">
            <a:extLst>
              <a:ext uri="{FF2B5EF4-FFF2-40B4-BE49-F238E27FC236}">
                <a16:creationId xmlns:a16="http://schemas.microsoft.com/office/drawing/2014/main" id="{D9CBA83F-60BB-48D6-873B-AFCDB0A59BFE}"/>
              </a:ext>
            </a:extLst>
          </p:cNvPr>
          <p:cNvSpPr>
            <a:spLocks noGrp="1"/>
          </p:cNvSpPr>
          <p:nvPr>
            <p:ph type="body" sz="quarter" idx="37"/>
          </p:nvPr>
        </p:nvSpPr>
        <p:spPr/>
        <p:txBody>
          <a:bodyPr/>
          <a:lstStyle/>
          <a:p>
            <a:r>
              <a:rPr lang="en-GB">
                <a:latin typeface="Arial Narrow" panose="020B0606020202030204" pitchFamily="34" charset="0"/>
              </a:rPr>
              <a:t>The SVS is composed by different elements that interacts between each other to foster value co-creation</a:t>
            </a:r>
          </a:p>
        </p:txBody>
      </p:sp>
      <p:sp>
        <p:nvSpPr>
          <p:cNvPr id="48" name="Hexagon 47">
            <a:extLst>
              <a:ext uri="{FF2B5EF4-FFF2-40B4-BE49-F238E27FC236}">
                <a16:creationId xmlns:a16="http://schemas.microsoft.com/office/drawing/2014/main" id="{758630B9-4D13-4F16-9F45-563DB7624C60}"/>
              </a:ext>
            </a:extLst>
          </p:cNvPr>
          <p:cNvSpPr/>
          <p:nvPr/>
        </p:nvSpPr>
        <p:spPr>
          <a:xfrm rot="16200000">
            <a:off x="1279775" y="576097"/>
            <a:ext cx="1948118" cy="2479424"/>
          </a:xfrm>
          <a:prstGeom prst="hexagon">
            <a:avLst/>
          </a:prstGeom>
          <a:solidFill>
            <a:srgbClr val="A37A9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600">
                <a:latin typeface="Arial Narrow" panose="020B0606020202030204" pitchFamily="34" charset="0"/>
              </a:rPr>
              <a:t>&lt;</a:t>
            </a:r>
          </a:p>
        </p:txBody>
      </p:sp>
      <p:sp>
        <p:nvSpPr>
          <p:cNvPr id="49" name="Hexagon 48">
            <a:extLst>
              <a:ext uri="{FF2B5EF4-FFF2-40B4-BE49-F238E27FC236}">
                <a16:creationId xmlns:a16="http://schemas.microsoft.com/office/drawing/2014/main" id="{10666B38-324A-4021-AD51-62644265167D}"/>
              </a:ext>
            </a:extLst>
          </p:cNvPr>
          <p:cNvSpPr/>
          <p:nvPr/>
        </p:nvSpPr>
        <p:spPr>
          <a:xfrm rot="16200000">
            <a:off x="1545427" y="753199"/>
            <a:ext cx="1416813" cy="2125220"/>
          </a:xfrm>
          <a:prstGeom prst="hexagon">
            <a:avLst/>
          </a:prstGeom>
          <a:solidFill>
            <a:srgbClr val="66215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600">
              <a:latin typeface="Arial Narrow" panose="020B0606020202030204" pitchFamily="34" charset="0"/>
            </a:endParaRPr>
          </a:p>
        </p:txBody>
      </p:sp>
      <p:sp>
        <p:nvSpPr>
          <p:cNvPr id="50" name="Rectangle 49">
            <a:extLst>
              <a:ext uri="{FF2B5EF4-FFF2-40B4-BE49-F238E27FC236}">
                <a16:creationId xmlns:a16="http://schemas.microsoft.com/office/drawing/2014/main" id="{695F7982-A3C4-46CF-BD39-5ADD0F3B1EA7}"/>
              </a:ext>
            </a:extLst>
          </p:cNvPr>
          <p:cNvSpPr/>
          <p:nvPr/>
        </p:nvSpPr>
        <p:spPr>
          <a:xfrm>
            <a:off x="1183388" y="1786852"/>
            <a:ext cx="2133055" cy="58182"/>
          </a:xfrm>
          <a:prstGeom prst="rect">
            <a:avLst/>
          </a:prstGeom>
          <a:solidFill>
            <a:srgbClr val="A37A9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600"/>
          </a:p>
        </p:txBody>
      </p:sp>
      <p:cxnSp>
        <p:nvCxnSpPr>
          <p:cNvPr id="52" name="Straight Connector 51">
            <a:extLst>
              <a:ext uri="{FF2B5EF4-FFF2-40B4-BE49-F238E27FC236}">
                <a16:creationId xmlns:a16="http://schemas.microsoft.com/office/drawing/2014/main" id="{3509E245-39C8-4FB4-B52B-1F6BF1EF25AD}"/>
              </a:ext>
            </a:extLst>
          </p:cNvPr>
          <p:cNvCxnSpPr>
            <a:cxnSpLocks/>
          </p:cNvCxnSpPr>
          <p:nvPr/>
        </p:nvCxnSpPr>
        <p:spPr>
          <a:xfrm>
            <a:off x="999548" y="1815809"/>
            <a:ext cx="2479424" cy="0"/>
          </a:xfrm>
          <a:prstGeom prst="line">
            <a:avLst/>
          </a:prstGeom>
          <a:ln w="19050">
            <a:solidFill>
              <a:srgbClr val="65205A"/>
            </a:solidFill>
            <a:prstDash val="sysDot"/>
          </a:ln>
          <a:effectLst/>
        </p:spPr>
        <p:style>
          <a:lnRef idx="2">
            <a:schemeClr val="accent1"/>
          </a:lnRef>
          <a:fillRef idx="0">
            <a:schemeClr val="accent1"/>
          </a:fillRef>
          <a:effectRef idx="1">
            <a:schemeClr val="accent1"/>
          </a:effectRef>
          <a:fontRef idx="minor">
            <a:schemeClr val="tx1"/>
          </a:fontRef>
        </p:style>
      </p:cxnSp>
      <p:sp>
        <p:nvSpPr>
          <p:cNvPr id="53" name="Oval 52">
            <a:extLst>
              <a:ext uri="{FF2B5EF4-FFF2-40B4-BE49-F238E27FC236}">
                <a16:creationId xmlns:a16="http://schemas.microsoft.com/office/drawing/2014/main" id="{D4A4D7F2-BA2D-40B7-80F1-A63DD37FC1AF}"/>
              </a:ext>
            </a:extLst>
          </p:cNvPr>
          <p:cNvSpPr/>
          <p:nvPr/>
        </p:nvSpPr>
        <p:spPr>
          <a:xfrm>
            <a:off x="108483" y="1523591"/>
            <a:ext cx="584436" cy="584436"/>
          </a:xfrm>
          <a:prstGeom prst="ellipse">
            <a:avLst/>
          </a:prstGeom>
          <a:solidFill>
            <a:srgbClr val="AF187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600" b="1">
                <a:latin typeface="Arial Narrow" panose="020B0606020202030204" pitchFamily="34" charset="0"/>
              </a:rPr>
              <a:t>Opportunity/Demand</a:t>
            </a:r>
          </a:p>
        </p:txBody>
      </p:sp>
      <p:sp>
        <p:nvSpPr>
          <p:cNvPr id="54" name="Oval 53">
            <a:extLst>
              <a:ext uri="{FF2B5EF4-FFF2-40B4-BE49-F238E27FC236}">
                <a16:creationId xmlns:a16="http://schemas.microsoft.com/office/drawing/2014/main" id="{477051D5-407E-441E-811D-254A0233A87D}"/>
              </a:ext>
            </a:extLst>
          </p:cNvPr>
          <p:cNvSpPr/>
          <p:nvPr/>
        </p:nvSpPr>
        <p:spPr>
          <a:xfrm>
            <a:off x="3814749" y="1523591"/>
            <a:ext cx="584436" cy="584436"/>
          </a:xfrm>
          <a:prstGeom prst="ellipse">
            <a:avLst/>
          </a:prstGeom>
          <a:solidFill>
            <a:srgbClr val="AF187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600" b="1">
                <a:latin typeface="Arial Narrow" panose="020B0606020202030204" pitchFamily="34" charset="0"/>
              </a:rPr>
              <a:t>Value</a:t>
            </a:r>
          </a:p>
        </p:txBody>
      </p:sp>
      <p:cxnSp>
        <p:nvCxnSpPr>
          <p:cNvPr id="55" name="Straight Arrow Connector 54">
            <a:extLst>
              <a:ext uri="{FF2B5EF4-FFF2-40B4-BE49-F238E27FC236}">
                <a16:creationId xmlns:a16="http://schemas.microsoft.com/office/drawing/2014/main" id="{367CBDDC-F8F8-49B0-9A84-6968DD7310B6}"/>
              </a:ext>
            </a:extLst>
          </p:cNvPr>
          <p:cNvCxnSpPr>
            <a:cxnSpLocks/>
            <a:stCxn id="53" idx="6"/>
          </p:cNvCxnSpPr>
          <p:nvPr/>
        </p:nvCxnSpPr>
        <p:spPr>
          <a:xfrm flipV="1">
            <a:off x="692919" y="1813063"/>
            <a:ext cx="315143" cy="2746"/>
          </a:xfrm>
          <a:prstGeom prst="straightConnector1">
            <a:avLst/>
          </a:prstGeom>
          <a:ln w="3175">
            <a:solidFill>
              <a:srgbClr val="651F5A"/>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56" name="TextBox 55">
            <a:extLst>
              <a:ext uri="{FF2B5EF4-FFF2-40B4-BE49-F238E27FC236}">
                <a16:creationId xmlns:a16="http://schemas.microsoft.com/office/drawing/2014/main" id="{D1379DD3-36FC-4A0E-B425-02D81528C43A}"/>
              </a:ext>
            </a:extLst>
          </p:cNvPr>
          <p:cNvSpPr txBox="1"/>
          <p:nvPr/>
        </p:nvSpPr>
        <p:spPr>
          <a:xfrm>
            <a:off x="1654635" y="2308048"/>
            <a:ext cx="1198397" cy="92333"/>
          </a:xfrm>
          <a:prstGeom prst="rect">
            <a:avLst/>
          </a:prstGeom>
          <a:noFill/>
        </p:spPr>
        <p:txBody>
          <a:bodyPr wrap="square" lIns="0" tIns="0" rIns="0" bIns="0" rtlCol="0">
            <a:spAutoFit/>
          </a:bodyPr>
          <a:lstStyle/>
          <a:p>
            <a:pPr algn="ctr"/>
            <a:r>
              <a:rPr lang="en-US" sz="600" b="1">
                <a:solidFill>
                  <a:schemeClr val="bg1"/>
                </a:solidFill>
                <a:latin typeface="Arial Narrow" panose="020B0606020202030204" pitchFamily="34" charset="0"/>
              </a:rPr>
              <a:t>Practices</a:t>
            </a:r>
          </a:p>
        </p:txBody>
      </p:sp>
      <p:sp>
        <p:nvSpPr>
          <p:cNvPr id="57" name="TextBox 56">
            <a:extLst>
              <a:ext uri="{FF2B5EF4-FFF2-40B4-BE49-F238E27FC236}">
                <a16:creationId xmlns:a16="http://schemas.microsoft.com/office/drawing/2014/main" id="{06C81A36-F6EE-4368-8F35-A50825CB14D5}"/>
              </a:ext>
            </a:extLst>
          </p:cNvPr>
          <p:cNvSpPr txBox="1"/>
          <p:nvPr/>
        </p:nvSpPr>
        <p:spPr>
          <a:xfrm>
            <a:off x="1654635" y="2554176"/>
            <a:ext cx="1198397" cy="92333"/>
          </a:xfrm>
          <a:prstGeom prst="rect">
            <a:avLst/>
          </a:prstGeom>
          <a:noFill/>
        </p:spPr>
        <p:txBody>
          <a:bodyPr wrap="square" lIns="0" tIns="0" rIns="0" bIns="0" rtlCol="0">
            <a:spAutoFit/>
          </a:bodyPr>
          <a:lstStyle/>
          <a:p>
            <a:pPr algn="ctr"/>
            <a:r>
              <a:rPr lang="en-US" sz="600" b="1">
                <a:solidFill>
                  <a:schemeClr val="bg1"/>
                </a:solidFill>
                <a:latin typeface="Arial Narrow" panose="020B0606020202030204" pitchFamily="34" charset="0"/>
              </a:rPr>
              <a:t>Continual Improvement</a:t>
            </a:r>
          </a:p>
        </p:txBody>
      </p:sp>
      <p:sp>
        <p:nvSpPr>
          <p:cNvPr id="58" name="TextBox 57">
            <a:extLst>
              <a:ext uri="{FF2B5EF4-FFF2-40B4-BE49-F238E27FC236}">
                <a16:creationId xmlns:a16="http://schemas.microsoft.com/office/drawing/2014/main" id="{1715CA14-013E-48B8-B6BF-40B4972EE488}"/>
              </a:ext>
            </a:extLst>
          </p:cNvPr>
          <p:cNvSpPr txBox="1"/>
          <p:nvPr/>
        </p:nvSpPr>
        <p:spPr>
          <a:xfrm>
            <a:off x="1654635" y="1195557"/>
            <a:ext cx="1198397" cy="92333"/>
          </a:xfrm>
          <a:prstGeom prst="rect">
            <a:avLst/>
          </a:prstGeom>
          <a:noFill/>
        </p:spPr>
        <p:txBody>
          <a:bodyPr wrap="square" lIns="0" tIns="0" rIns="0" bIns="0" rtlCol="0">
            <a:spAutoFit/>
          </a:bodyPr>
          <a:lstStyle/>
          <a:p>
            <a:pPr algn="ctr"/>
            <a:r>
              <a:rPr lang="en-US" sz="600" b="1">
                <a:solidFill>
                  <a:schemeClr val="bg1"/>
                </a:solidFill>
                <a:latin typeface="Arial Narrow" panose="020B0606020202030204" pitchFamily="34" charset="0"/>
              </a:rPr>
              <a:t>Governance</a:t>
            </a:r>
          </a:p>
        </p:txBody>
      </p:sp>
      <p:sp>
        <p:nvSpPr>
          <p:cNvPr id="59" name="TextBox 58">
            <a:extLst>
              <a:ext uri="{FF2B5EF4-FFF2-40B4-BE49-F238E27FC236}">
                <a16:creationId xmlns:a16="http://schemas.microsoft.com/office/drawing/2014/main" id="{FA6DF28F-8641-4A82-A8C7-7AE9108428F6}"/>
              </a:ext>
            </a:extLst>
          </p:cNvPr>
          <p:cNvSpPr txBox="1"/>
          <p:nvPr/>
        </p:nvSpPr>
        <p:spPr>
          <a:xfrm>
            <a:off x="1654635" y="949837"/>
            <a:ext cx="1198397" cy="92333"/>
          </a:xfrm>
          <a:prstGeom prst="rect">
            <a:avLst/>
          </a:prstGeom>
          <a:noFill/>
        </p:spPr>
        <p:txBody>
          <a:bodyPr wrap="square" lIns="0" tIns="0" rIns="0" bIns="0" rtlCol="0">
            <a:spAutoFit/>
          </a:bodyPr>
          <a:lstStyle/>
          <a:p>
            <a:pPr algn="ctr"/>
            <a:r>
              <a:rPr lang="en-US" sz="600" b="1">
                <a:solidFill>
                  <a:schemeClr val="bg1"/>
                </a:solidFill>
                <a:latin typeface="Arial Narrow" panose="020B0606020202030204" pitchFamily="34" charset="0"/>
              </a:rPr>
              <a:t>Guiding Principles</a:t>
            </a:r>
          </a:p>
        </p:txBody>
      </p:sp>
      <p:cxnSp>
        <p:nvCxnSpPr>
          <p:cNvPr id="60" name="Straight Arrow Connector 59">
            <a:extLst>
              <a:ext uri="{FF2B5EF4-FFF2-40B4-BE49-F238E27FC236}">
                <a16:creationId xmlns:a16="http://schemas.microsoft.com/office/drawing/2014/main" id="{9213D6E0-34C7-4F16-96F0-3F89FC29003A}"/>
              </a:ext>
            </a:extLst>
          </p:cNvPr>
          <p:cNvCxnSpPr>
            <a:cxnSpLocks/>
            <a:endCxn id="54" idx="2"/>
          </p:cNvCxnSpPr>
          <p:nvPr/>
        </p:nvCxnSpPr>
        <p:spPr>
          <a:xfrm flipV="1">
            <a:off x="3493546" y="1815809"/>
            <a:ext cx="321203" cy="2748"/>
          </a:xfrm>
          <a:prstGeom prst="straightConnector1">
            <a:avLst/>
          </a:prstGeom>
          <a:ln w="3175">
            <a:solidFill>
              <a:srgbClr val="65205A"/>
            </a:solidFill>
            <a:headEnd type="triangle"/>
            <a:tailEnd type="triangle"/>
          </a:ln>
          <a:effectLst/>
        </p:spPr>
        <p:style>
          <a:lnRef idx="2">
            <a:schemeClr val="accent1"/>
          </a:lnRef>
          <a:fillRef idx="0">
            <a:schemeClr val="accent1"/>
          </a:fillRef>
          <a:effectRef idx="1">
            <a:schemeClr val="accent1"/>
          </a:effectRef>
          <a:fontRef idx="minor">
            <a:schemeClr val="tx1"/>
          </a:fontRef>
        </p:style>
      </p:cxnSp>
      <p:grpSp>
        <p:nvGrpSpPr>
          <p:cNvPr id="63" name="Group 62">
            <a:extLst>
              <a:ext uri="{FF2B5EF4-FFF2-40B4-BE49-F238E27FC236}">
                <a16:creationId xmlns:a16="http://schemas.microsoft.com/office/drawing/2014/main" id="{F1FD680A-C7DB-4C2A-9087-1A9DFA3ACFDA}"/>
              </a:ext>
            </a:extLst>
          </p:cNvPr>
          <p:cNvGrpSpPr/>
          <p:nvPr/>
        </p:nvGrpSpPr>
        <p:grpSpPr>
          <a:xfrm>
            <a:off x="4721389" y="841750"/>
            <a:ext cx="4290702" cy="1948118"/>
            <a:chOff x="4721389" y="849126"/>
            <a:chExt cx="4290702" cy="1948118"/>
          </a:xfrm>
        </p:grpSpPr>
        <p:sp>
          <p:nvSpPr>
            <p:cNvPr id="64" name="Hexagon 63">
              <a:extLst>
                <a:ext uri="{FF2B5EF4-FFF2-40B4-BE49-F238E27FC236}">
                  <a16:creationId xmlns:a16="http://schemas.microsoft.com/office/drawing/2014/main" id="{89E1242E-EF91-4DC9-A3F4-AC7886C034D3}"/>
                </a:ext>
              </a:extLst>
            </p:cNvPr>
            <p:cNvSpPr/>
            <p:nvPr/>
          </p:nvSpPr>
          <p:spPr>
            <a:xfrm rot="16200000">
              <a:off x="5892681" y="583473"/>
              <a:ext cx="1948118" cy="2479424"/>
            </a:xfrm>
            <a:prstGeom prst="hexagon">
              <a:avLst/>
            </a:prstGeom>
            <a:solidFill>
              <a:srgbClr val="A37A9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600">
                  <a:latin typeface="Arial Narrow" panose="020B0606020202030204" pitchFamily="34" charset="0"/>
                </a:rPr>
                <a:t>&lt;</a:t>
              </a:r>
            </a:p>
          </p:txBody>
        </p:sp>
        <p:sp>
          <p:nvSpPr>
            <p:cNvPr id="65" name="Hexagon 64">
              <a:extLst>
                <a:ext uri="{FF2B5EF4-FFF2-40B4-BE49-F238E27FC236}">
                  <a16:creationId xmlns:a16="http://schemas.microsoft.com/office/drawing/2014/main" id="{909C8BCD-A53E-4422-B2F7-664CF7D0A649}"/>
                </a:ext>
              </a:extLst>
            </p:cNvPr>
            <p:cNvSpPr/>
            <p:nvPr/>
          </p:nvSpPr>
          <p:spPr>
            <a:xfrm rot="16200000">
              <a:off x="6158333" y="760575"/>
              <a:ext cx="1416813" cy="2125220"/>
            </a:xfrm>
            <a:prstGeom prst="hexagon">
              <a:avLst/>
            </a:prstGeom>
            <a:solidFill>
              <a:srgbClr val="66215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600">
                <a:latin typeface="Arial Narrow" panose="020B0606020202030204" pitchFamily="34" charset="0"/>
              </a:endParaRPr>
            </a:p>
          </p:txBody>
        </p:sp>
        <p:sp>
          <p:nvSpPr>
            <p:cNvPr id="66" name="Rectangle 65">
              <a:extLst>
                <a:ext uri="{FF2B5EF4-FFF2-40B4-BE49-F238E27FC236}">
                  <a16:creationId xmlns:a16="http://schemas.microsoft.com/office/drawing/2014/main" id="{FFB838B5-B9E8-4A05-B73A-E2A7BE8866E8}"/>
                </a:ext>
              </a:extLst>
            </p:cNvPr>
            <p:cNvSpPr/>
            <p:nvPr/>
          </p:nvSpPr>
          <p:spPr>
            <a:xfrm>
              <a:off x="5796294" y="1794228"/>
              <a:ext cx="2133055" cy="58182"/>
            </a:xfrm>
            <a:prstGeom prst="rect">
              <a:avLst/>
            </a:prstGeom>
            <a:solidFill>
              <a:srgbClr val="A37A9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600"/>
            </a:p>
          </p:txBody>
        </p:sp>
        <p:cxnSp>
          <p:nvCxnSpPr>
            <p:cNvPr id="67" name="Straight Connector 66">
              <a:extLst>
                <a:ext uri="{FF2B5EF4-FFF2-40B4-BE49-F238E27FC236}">
                  <a16:creationId xmlns:a16="http://schemas.microsoft.com/office/drawing/2014/main" id="{A53B840F-014B-4905-921F-51C4A043DD0C}"/>
                </a:ext>
              </a:extLst>
            </p:cNvPr>
            <p:cNvCxnSpPr>
              <a:cxnSpLocks/>
            </p:cNvCxnSpPr>
            <p:nvPr/>
          </p:nvCxnSpPr>
          <p:spPr>
            <a:xfrm>
              <a:off x="5612454" y="1823185"/>
              <a:ext cx="2479424" cy="0"/>
            </a:xfrm>
            <a:prstGeom prst="line">
              <a:avLst/>
            </a:prstGeom>
            <a:ln w="19050">
              <a:solidFill>
                <a:srgbClr val="65205A"/>
              </a:solidFill>
              <a:prstDash val="sysDot"/>
            </a:ln>
            <a:effectLst/>
          </p:spPr>
          <p:style>
            <a:lnRef idx="2">
              <a:schemeClr val="accent1"/>
            </a:lnRef>
            <a:fillRef idx="0">
              <a:schemeClr val="accent1"/>
            </a:fillRef>
            <a:effectRef idx="1">
              <a:schemeClr val="accent1"/>
            </a:effectRef>
            <a:fontRef idx="minor">
              <a:schemeClr val="tx1"/>
            </a:fontRef>
          </p:style>
        </p:cxnSp>
        <p:sp>
          <p:nvSpPr>
            <p:cNvPr id="68" name="Oval 67">
              <a:extLst>
                <a:ext uri="{FF2B5EF4-FFF2-40B4-BE49-F238E27FC236}">
                  <a16:creationId xmlns:a16="http://schemas.microsoft.com/office/drawing/2014/main" id="{C3A817CF-A996-425E-A29A-0B396697524C}"/>
                </a:ext>
              </a:extLst>
            </p:cNvPr>
            <p:cNvSpPr/>
            <p:nvPr/>
          </p:nvSpPr>
          <p:spPr>
            <a:xfrm>
              <a:off x="4721389" y="1530967"/>
              <a:ext cx="584436" cy="584436"/>
            </a:xfrm>
            <a:prstGeom prst="ellipse">
              <a:avLst/>
            </a:prstGeom>
            <a:solidFill>
              <a:srgbClr val="AF187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600" b="1">
                  <a:latin typeface="Arial Narrow" panose="020B0606020202030204" pitchFamily="34" charset="0"/>
                </a:rPr>
                <a:t>Opportunity/Demand</a:t>
              </a:r>
            </a:p>
          </p:txBody>
        </p:sp>
        <p:sp>
          <p:nvSpPr>
            <p:cNvPr id="69" name="Oval 68">
              <a:extLst>
                <a:ext uri="{FF2B5EF4-FFF2-40B4-BE49-F238E27FC236}">
                  <a16:creationId xmlns:a16="http://schemas.microsoft.com/office/drawing/2014/main" id="{B89213CA-2D3E-42A1-B08A-CE6D74B71319}"/>
                </a:ext>
              </a:extLst>
            </p:cNvPr>
            <p:cNvSpPr/>
            <p:nvPr/>
          </p:nvSpPr>
          <p:spPr>
            <a:xfrm>
              <a:off x="8427655" y="1530967"/>
              <a:ext cx="584436" cy="584436"/>
            </a:xfrm>
            <a:prstGeom prst="ellipse">
              <a:avLst/>
            </a:prstGeom>
            <a:solidFill>
              <a:srgbClr val="AF187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600" b="1">
                  <a:latin typeface="Arial Narrow" panose="020B0606020202030204" pitchFamily="34" charset="0"/>
                </a:rPr>
                <a:t>Value</a:t>
              </a:r>
            </a:p>
          </p:txBody>
        </p:sp>
        <p:cxnSp>
          <p:nvCxnSpPr>
            <p:cNvPr id="70" name="Straight Arrow Connector 69">
              <a:extLst>
                <a:ext uri="{FF2B5EF4-FFF2-40B4-BE49-F238E27FC236}">
                  <a16:creationId xmlns:a16="http://schemas.microsoft.com/office/drawing/2014/main" id="{20146DBD-747D-4DE9-80A6-3020DF8633B2}"/>
                </a:ext>
              </a:extLst>
            </p:cNvPr>
            <p:cNvCxnSpPr>
              <a:cxnSpLocks/>
            </p:cNvCxnSpPr>
            <p:nvPr/>
          </p:nvCxnSpPr>
          <p:spPr>
            <a:xfrm flipV="1">
              <a:off x="5299765" y="1820438"/>
              <a:ext cx="321203" cy="5495"/>
            </a:xfrm>
            <a:prstGeom prst="straightConnector1">
              <a:avLst/>
            </a:prstGeom>
            <a:ln w="3175">
              <a:solidFill>
                <a:srgbClr val="651F5A"/>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71" name="TextBox 70">
              <a:extLst>
                <a:ext uri="{FF2B5EF4-FFF2-40B4-BE49-F238E27FC236}">
                  <a16:creationId xmlns:a16="http://schemas.microsoft.com/office/drawing/2014/main" id="{08998D8F-B992-4922-9FAF-7E6D3AB148B5}"/>
                </a:ext>
              </a:extLst>
            </p:cNvPr>
            <p:cNvSpPr txBox="1"/>
            <p:nvPr/>
          </p:nvSpPr>
          <p:spPr>
            <a:xfrm>
              <a:off x="6267541" y="2315424"/>
              <a:ext cx="1198397" cy="92333"/>
            </a:xfrm>
            <a:prstGeom prst="rect">
              <a:avLst/>
            </a:prstGeom>
            <a:noFill/>
          </p:spPr>
          <p:txBody>
            <a:bodyPr wrap="square" lIns="0" tIns="0" rIns="0" bIns="0" rtlCol="0">
              <a:spAutoFit/>
            </a:bodyPr>
            <a:lstStyle/>
            <a:p>
              <a:pPr algn="ctr"/>
              <a:r>
                <a:rPr lang="en-US" sz="600" b="1">
                  <a:solidFill>
                    <a:schemeClr val="bg1"/>
                  </a:solidFill>
                  <a:latin typeface="Arial Narrow" panose="020B0606020202030204" pitchFamily="34" charset="0"/>
                </a:rPr>
                <a:t>Practices</a:t>
              </a:r>
            </a:p>
          </p:txBody>
        </p:sp>
        <p:sp>
          <p:nvSpPr>
            <p:cNvPr id="72" name="TextBox 71">
              <a:extLst>
                <a:ext uri="{FF2B5EF4-FFF2-40B4-BE49-F238E27FC236}">
                  <a16:creationId xmlns:a16="http://schemas.microsoft.com/office/drawing/2014/main" id="{1A8D7307-E72A-4AC4-8BA0-3E5C9C4A8245}"/>
                </a:ext>
              </a:extLst>
            </p:cNvPr>
            <p:cNvSpPr txBox="1"/>
            <p:nvPr/>
          </p:nvSpPr>
          <p:spPr>
            <a:xfrm>
              <a:off x="6267541" y="2561552"/>
              <a:ext cx="1198397" cy="92333"/>
            </a:xfrm>
            <a:prstGeom prst="rect">
              <a:avLst/>
            </a:prstGeom>
            <a:noFill/>
          </p:spPr>
          <p:txBody>
            <a:bodyPr wrap="square" lIns="0" tIns="0" rIns="0" bIns="0" rtlCol="0">
              <a:spAutoFit/>
            </a:bodyPr>
            <a:lstStyle/>
            <a:p>
              <a:pPr algn="ctr"/>
              <a:r>
                <a:rPr lang="en-US" sz="600" b="1">
                  <a:solidFill>
                    <a:schemeClr val="bg1"/>
                  </a:solidFill>
                  <a:latin typeface="Arial Narrow" panose="020B0606020202030204" pitchFamily="34" charset="0"/>
                </a:rPr>
                <a:t>Continual Improvement</a:t>
              </a:r>
            </a:p>
          </p:txBody>
        </p:sp>
        <p:sp>
          <p:nvSpPr>
            <p:cNvPr id="73" name="TextBox 72">
              <a:extLst>
                <a:ext uri="{FF2B5EF4-FFF2-40B4-BE49-F238E27FC236}">
                  <a16:creationId xmlns:a16="http://schemas.microsoft.com/office/drawing/2014/main" id="{CC449618-E5A7-4B66-9B85-5E8BAFD745F2}"/>
                </a:ext>
              </a:extLst>
            </p:cNvPr>
            <p:cNvSpPr txBox="1"/>
            <p:nvPr/>
          </p:nvSpPr>
          <p:spPr>
            <a:xfrm>
              <a:off x="6267541" y="1202933"/>
              <a:ext cx="1198397" cy="92333"/>
            </a:xfrm>
            <a:prstGeom prst="rect">
              <a:avLst/>
            </a:prstGeom>
            <a:noFill/>
          </p:spPr>
          <p:txBody>
            <a:bodyPr wrap="square" lIns="0" tIns="0" rIns="0" bIns="0" rtlCol="0">
              <a:spAutoFit/>
            </a:bodyPr>
            <a:lstStyle/>
            <a:p>
              <a:pPr algn="ctr"/>
              <a:r>
                <a:rPr lang="en-US" sz="600" b="1">
                  <a:solidFill>
                    <a:schemeClr val="bg1"/>
                  </a:solidFill>
                  <a:latin typeface="Arial Narrow" panose="020B0606020202030204" pitchFamily="34" charset="0"/>
                </a:rPr>
                <a:t>Governance</a:t>
              </a:r>
            </a:p>
          </p:txBody>
        </p:sp>
        <p:sp>
          <p:nvSpPr>
            <p:cNvPr id="74" name="TextBox 73">
              <a:extLst>
                <a:ext uri="{FF2B5EF4-FFF2-40B4-BE49-F238E27FC236}">
                  <a16:creationId xmlns:a16="http://schemas.microsoft.com/office/drawing/2014/main" id="{E931F1C6-273B-4E38-B16C-0B9D06EBEF04}"/>
                </a:ext>
              </a:extLst>
            </p:cNvPr>
            <p:cNvSpPr txBox="1"/>
            <p:nvPr/>
          </p:nvSpPr>
          <p:spPr>
            <a:xfrm>
              <a:off x="6267541" y="957213"/>
              <a:ext cx="1198397" cy="92333"/>
            </a:xfrm>
            <a:prstGeom prst="rect">
              <a:avLst/>
            </a:prstGeom>
            <a:noFill/>
          </p:spPr>
          <p:txBody>
            <a:bodyPr wrap="square" lIns="0" tIns="0" rIns="0" bIns="0" rtlCol="0">
              <a:spAutoFit/>
            </a:bodyPr>
            <a:lstStyle/>
            <a:p>
              <a:pPr algn="ctr"/>
              <a:r>
                <a:rPr lang="en-US" sz="600" b="1">
                  <a:solidFill>
                    <a:schemeClr val="bg1"/>
                  </a:solidFill>
                  <a:latin typeface="Arial Narrow" panose="020B0606020202030204" pitchFamily="34" charset="0"/>
                </a:rPr>
                <a:t>Guiding Principles</a:t>
              </a:r>
            </a:p>
          </p:txBody>
        </p:sp>
        <p:cxnSp>
          <p:nvCxnSpPr>
            <p:cNvPr id="75" name="Straight Arrow Connector 74">
              <a:extLst>
                <a:ext uri="{FF2B5EF4-FFF2-40B4-BE49-F238E27FC236}">
                  <a16:creationId xmlns:a16="http://schemas.microsoft.com/office/drawing/2014/main" id="{52959C73-2BBB-412F-9E57-EBBB3C8FE517}"/>
                </a:ext>
              </a:extLst>
            </p:cNvPr>
            <p:cNvCxnSpPr>
              <a:cxnSpLocks/>
            </p:cNvCxnSpPr>
            <p:nvPr/>
          </p:nvCxnSpPr>
          <p:spPr>
            <a:xfrm flipV="1">
              <a:off x="8106451" y="1817690"/>
              <a:ext cx="321203" cy="5495"/>
            </a:xfrm>
            <a:prstGeom prst="straightConnector1">
              <a:avLst/>
            </a:prstGeom>
            <a:ln w="3175">
              <a:solidFill>
                <a:srgbClr val="65205A"/>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76" name="Hexagon 75">
              <a:extLst>
                <a:ext uri="{FF2B5EF4-FFF2-40B4-BE49-F238E27FC236}">
                  <a16:creationId xmlns:a16="http://schemas.microsoft.com/office/drawing/2014/main" id="{7FA55D07-6959-4BE5-8984-EFAB5590F35F}"/>
                </a:ext>
              </a:extLst>
            </p:cNvPr>
            <p:cNvSpPr/>
            <p:nvPr/>
          </p:nvSpPr>
          <p:spPr>
            <a:xfrm rot="16200000">
              <a:off x="6423985" y="976457"/>
              <a:ext cx="885508" cy="1682466"/>
            </a:xfrm>
            <a:prstGeom prst="hexagon">
              <a:avLst/>
            </a:prstGeom>
            <a:solidFill>
              <a:srgbClr val="B2227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600">
                <a:solidFill>
                  <a:schemeClr val="bg1"/>
                </a:solidFill>
                <a:latin typeface="Arial Narrow" panose="020B0606020202030204" pitchFamily="34" charset="0"/>
              </a:endParaRPr>
            </a:p>
          </p:txBody>
        </p:sp>
        <p:sp>
          <p:nvSpPr>
            <p:cNvPr id="77" name="TextBox 76">
              <a:extLst>
                <a:ext uri="{FF2B5EF4-FFF2-40B4-BE49-F238E27FC236}">
                  <a16:creationId xmlns:a16="http://schemas.microsoft.com/office/drawing/2014/main" id="{1A5A680D-4712-4132-801B-8099399465A4}"/>
                </a:ext>
              </a:extLst>
            </p:cNvPr>
            <p:cNvSpPr txBox="1"/>
            <p:nvPr/>
          </p:nvSpPr>
          <p:spPr>
            <a:xfrm>
              <a:off x="6265765" y="1762312"/>
              <a:ext cx="1198397" cy="92333"/>
            </a:xfrm>
            <a:prstGeom prst="rect">
              <a:avLst/>
            </a:prstGeom>
            <a:noFill/>
          </p:spPr>
          <p:txBody>
            <a:bodyPr wrap="square" lIns="0" tIns="0" rIns="0" bIns="0" rtlCol="0">
              <a:spAutoFit/>
            </a:bodyPr>
            <a:lstStyle/>
            <a:p>
              <a:pPr algn="ctr"/>
              <a:r>
                <a:rPr lang="en-US" sz="600" b="1">
                  <a:solidFill>
                    <a:schemeClr val="bg1"/>
                  </a:solidFill>
                  <a:latin typeface="Arial Narrow" panose="020B0606020202030204" pitchFamily="34" charset="0"/>
                </a:rPr>
                <a:t>Service Value Chain</a:t>
              </a:r>
            </a:p>
          </p:txBody>
        </p:sp>
      </p:grpSp>
      <p:sp>
        <p:nvSpPr>
          <p:cNvPr id="42" name="TextBox 41">
            <a:extLst>
              <a:ext uri="{FF2B5EF4-FFF2-40B4-BE49-F238E27FC236}">
                <a16:creationId xmlns:a16="http://schemas.microsoft.com/office/drawing/2014/main" id="{5510DA45-B906-4AFA-A092-02A6ED0B0EE3}"/>
              </a:ext>
            </a:extLst>
          </p:cNvPr>
          <p:cNvSpPr txBox="1"/>
          <p:nvPr/>
        </p:nvSpPr>
        <p:spPr>
          <a:xfrm>
            <a:off x="465547" y="3141676"/>
            <a:ext cx="3600000" cy="1261884"/>
          </a:xfrm>
          <a:prstGeom prst="rect">
            <a:avLst/>
          </a:prstGeom>
          <a:noFill/>
          <a:ln>
            <a:noFill/>
          </a:ln>
        </p:spPr>
        <p:txBody>
          <a:bodyPr wrap="square" rtlCol="0">
            <a:spAutoFit/>
          </a:bodyPr>
          <a:lstStyle/>
          <a:p>
            <a:pPr marL="171450" marR="0" lvl="0" indent="-171450" algn="l" defTabSz="914400" rtl="0" eaLnBrk="1" fontAlgn="auto" latinLnBrk="0" hangingPunct="1">
              <a:spcBef>
                <a:spcPts val="0"/>
              </a:spcBef>
              <a:spcAft>
                <a:spcPts val="600"/>
              </a:spcAft>
              <a:buClr>
                <a:srgbClr val="DA291C"/>
              </a:buClr>
              <a:buSzTx/>
              <a:buFont typeface="Wingdings" panose="05000000000000000000" pitchFamily="2" charset="2"/>
              <a:buChar char="§"/>
              <a:tabLst/>
              <a:defRPr/>
            </a:pPr>
            <a:r>
              <a:rPr lang="en-GB" sz="1100" b="1" kern="0">
                <a:solidFill>
                  <a:srgbClr val="0C2340"/>
                </a:solidFill>
                <a:latin typeface="Arial Narrow" panose="020B0606020202030204" pitchFamily="34" charset="0"/>
              </a:rPr>
              <a:t>Practices</a:t>
            </a:r>
            <a:r>
              <a:rPr lang="en-GB" sz="1100" kern="0">
                <a:solidFill>
                  <a:srgbClr val="0C2340"/>
                </a:solidFill>
                <a:latin typeface="Arial Narrow" panose="020B0606020202030204" pitchFamily="34" charset="0"/>
              </a:rPr>
              <a:t> are the actual </a:t>
            </a:r>
            <a:r>
              <a:rPr lang="en-GB" sz="1100" b="1" kern="0">
                <a:solidFill>
                  <a:srgbClr val="0C2340"/>
                </a:solidFill>
                <a:latin typeface="Arial Narrow" panose="020B0606020202030204" pitchFamily="34" charset="0"/>
              </a:rPr>
              <a:t>procedures</a:t>
            </a:r>
            <a:r>
              <a:rPr lang="en-GB" sz="1100" kern="0">
                <a:solidFill>
                  <a:srgbClr val="0C2340"/>
                </a:solidFill>
                <a:latin typeface="Arial Narrow" panose="020B0606020202030204" pitchFamily="34" charset="0"/>
              </a:rPr>
              <a:t> to follow when </a:t>
            </a:r>
            <a:r>
              <a:rPr lang="en-GB" sz="1100" b="1" kern="0">
                <a:solidFill>
                  <a:srgbClr val="0C2340"/>
                </a:solidFill>
                <a:latin typeface="Arial Narrow" panose="020B0606020202030204" pitchFamily="34" charset="0"/>
              </a:rPr>
              <a:t>performing organizational tasks</a:t>
            </a:r>
          </a:p>
          <a:p>
            <a:pPr marL="171450" marR="0" lvl="0" indent="-171450" algn="l" defTabSz="914400" rtl="0" eaLnBrk="1" fontAlgn="auto" latinLnBrk="0" hangingPunct="1">
              <a:spcBef>
                <a:spcPts val="0"/>
              </a:spcBef>
              <a:spcAft>
                <a:spcPts val="600"/>
              </a:spcAft>
              <a:buClr>
                <a:srgbClr val="DA291C"/>
              </a:buClr>
              <a:buSzTx/>
              <a:buFont typeface="Wingdings" panose="05000000000000000000" pitchFamily="2" charset="2"/>
              <a:buChar char="§"/>
              <a:tabLst/>
              <a:defRPr/>
            </a:pPr>
            <a:r>
              <a:rPr lang="en-GB" sz="1100" kern="0">
                <a:solidFill>
                  <a:srgbClr val="0C2340"/>
                </a:solidFill>
                <a:latin typeface="Arial Narrow" panose="020B0606020202030204" pitchFamily="34" charset="0"/>
              </a:rPr>
              <a:t>There </a:t>
            </a:r>
            <a:r>
              <a:rPr lang="en-GB" sz="1100" b="1" kern="0">
                <a:solidFill>
                  <a:srgbClr val="0C2340"/>
                </a:solidFill>
                <a:latin typeface="Arial Narrow" panose="020B0606020202030204" pitchFamily="34" charset="0"/>
              </a:rPr>
              <a:t>are 34 practices in ITIL 4 </a:t>
            </a:r>
            <a:r>
              <a:rPr lang="en-GB" sz="1100" kern="0">
                <a:solidFill>
                  <a:srgbClr val="0C2340"/>
                </a:solidFill>
                <a:latin typeface="Arial Narrow" panose="020B0606020202030204" pitchFamily="34" charset="0"/>
              </a:rPr>
              <a:t>and each of them has its distinct </a:t>
            </a:r>
            <a:r>
              <a:rPr lang="en-GB" sz="1100" b="1" kern="0">
                <a:solidFill>
                  <a:srgbClr val="0C2340"/>
                </a:solidFill>
                <a:latin typeface="Arial Narrow" panose="020B0606020202030204" pitchFamily="34" charset="0"/>
              </a:rPr>
              <a:t>roles</a:t>
            </a:r>
            <a:r>
              <a:rPr lang="en-GB" sz="1100" kern="0">
                <a:solidFill>
                  <a:srgbClr val="0C2340"/>
                </a:solidFill>
                <a:latin typeface="Arial Narrow" panose="020B0606020202030204" pitchFamily="34" charset="0"/>
              </a:rPr>
              <a:t>, </a:t>
            </a:r>
            <a:r>
              <a:rPr lang="en-GB" sz="1100" b="1" kern="0">
                <a:solidFill>
                  <a:srgbClr val="0C2340"/>
                </a:solidFill>
                <a:latin typeface="Arial Narrow" panose="020B0606020202030204" pitchFamily="34" charset="0"/>
              </a:rPr>
              <a:t>processes</a:t>
            </a:r>
            <a:r>
              <a:rPr lang="en-GB" sz="1100" kern="0">
                <a:solidFill>
                  <a:srgbClr val="0C2340"/>
                </a:solidFill>
                <a:latin typeface="Arial Narrow" panose="020B0606020202030204" pitchFamily="34" charset="0"/>
              </a:rPr>
              <a:t> and </a:t>
            </a:r>
            <a:r>
              <a:rPr lang="en-GB" sz="1100" b="1" kern="0">
                <a:solidFill>
                  <a:srgbClr val="0C2340"/>
                </a:solidFill>
                <a:latin typeface="Arial Narrow" panose="020B0606020202030204" pitchFamily="34" charset="0"/>
              </a:rPr>
              <a:t>functional units</a:t>
            </a:r>
          </a:p>
          <a:p>
            <a:pPr marL="171450" marR="0" lvl="0" indent="-171450" algn="l" defTabSz="914400" rtl="0" eaLnBrk="1" fontAlgn="auto" latinLnBrk="0" hangingPunct="1">
              <a:spcBef>
                <a:spcPts val="0"/>
              </a:spcBef>
              <a:spcAft>
                <a:spcPts val="600"/>
              </a:spcAft>
              <a:buClr>
                <a:srgbClr val="DA291C"/>
              </a:buClr>
              <a:buSzTx/>
              <a:buFont typeface="Wingdings" panose="05000000000000000000" pitchFamily="2" charset="2"/>
              <a:buChar char="§"/>
              <a:tabLst/>
              <a:defRPr/>
            </a:pPr>
            <a:r>
              <a:rPr lang="en-GB" sz="1100" b="1" kern="0">
                <a:solidFill>
                  <a:srgbClr val="0C2340"/>
                </a:solidFill>
                <a:latin typeface="Arial Narrow" panose="020B0606020202030204" pitchFamily="34" charset="0"/>
              </a:rPr>
              <a:t>Continual improvement </a:t>
            </a:r>
            <a:r>
              <a:rPr lang="en-GB" sz="1100" kern="0">
                <a:solidFill>
                  <a:srgbClr val="0C2340"/>
                </a:solidFill>
                <a:latin typeface="Arial Narrow" panose="020B0606020202030204" pitchFamily="34" charset="0"/>
              </a:rPr>
              <a:t>is not only an </a:t>
            </a:r>
            <a:r>
              <a:rPr lang="en-GB" sz="1100" b="1" kern="0">
                <a:solidFill>
                  <a:srgbClr val="0C2340"/>
                </a:solidFill>
                <a:latin typeface="Arial Narrow" panose="020B0606020202030204" pitchFamily="34" charset="0"/>
              </a:rPr>
              <a:t>element</a:t>
            </a:r>
            <a:r>
              <a:rPr lang="en-GB" sz="1100" kern="0">
                <a:solidFill>
                  <a:srgbClr val="0C2340"/>
                </a:solidFill>
                <a:latin typeface="Arial Narrow" panose="020B0606020202030204" pitchFamily="34" charset="0"/>
              </a:rPr>
              <a:t> but also a </a:t>
            </a:r>
            <a:r>
              <a:rPr lang="en-GB" sz="1100" b="1" kern="0">
                <a:solidFill>
                  <a:srgbClr val="0C2340"/>
                </a:solidFill>
                <a:latin typeface="Arial Narrow" panose="020B0606020202030204" pitchFamily="34" charset="0"/>
              </a:rPr>
              <a:t>practice</a:t>
            </a:r>
            <a:r>
              <a:rPr lang="en-GB" sz="1100" kern="0">
                <a:solidFill>
                  <a:srgbClr val="0C2340"/>
                </a:solidFill>
                <a:latin typeface="Arial Narrow" panose="020B0606020202030204" pitchFamily="34" charset="0"/>
              </a:rPr>
              <a:t> of the </a:t>
            </a:r>
            <a:r>
              <a:rPr lang="en-GB" sz="1100" b="1" kern="0">
                <a:solidFill>
                  <a:srgbClr val="0C2340"/>
                </a:solidFill>
                <a:latin typeface="Arial Narrow" panose="020B0606020202030204" pitchFamily="34" charset="0"/>
              </a:rPr>
              <a:t>SVS</a:t>
            </a:r>
          </a:p>
        </p:txBody>
      </p:sp>
      <p:sp>
        <p:nvSpPr>
          <p:cNvPr id="43" name="TextBox 42">
            <a:extLst>
              <a:ext uri="{FF2B5EF4-FFF2-40B4-BE49-F238E27FC236}">
                <a16:creationId xmlns:a16="http://schemas.microsoft.com/office/drawing/2014/main" id="{A428F926-1350-436C-BE3F-7F6FDEB4CB1C}"/>
              </a:ext>
            </a:extLst>
          </p:cNvPr>
          <p:cNvSpPr txBox="1"/>
          <p:nvPr/>
        </p:nvSpPr>
        <p:spPr>
          <a:xfrm>
            <a:off x="5078453" y="3141676"/>
            <a:ext cx="3600000" cy="1600438"/>
          </a:xfrm>
          <a:prstGeom prst="rect">
            <a:avLst/>
          </a:prstGeom>
          <a:noFill/>
        </p:spPr>
        <p:txBody>
          <a:bodyPr wrap="square">
            <a:spAutoFit/>
          </a:bodyPr>
          <a:lstStyle/>
          <a:p>
            <a:pPr marL="171450" marR="0" lvl="0" indent="-171450" algn="l" defTabSz="914400" rtl="0" eaLnBrk="1" fontAlgn="auto" latinLnBrk="0" hangingPunct="1">
              <a:spcBef>
                <a:spcPts val="0"/>
              </a:spcBef>
              <a:spcAft>
                <a:spcPts val="600"/>
              </a:spcAft>
              <a:buClr>
                <a:srgbClr val="DA291C"/>
              </a:buClr>
              <a:buSzTx/>
              <a:buFont typeface="Wingdings" panose="05000000000000000000" pitchFamily="2" charset="2"/>
              <a:buChar char="§"/>
              <a:tabLst/>
              <a:defRPr/>
            </a:pPr>
            <a:r>
              <a:rPr kumimoji="0" lang="en-GB" sz="1100" i="0" u="none" strike="noStrike" kern="0" cap="none" spc="0" normalizeH="0" baseline="0">
                <a:ln>
                  <a:noFill/>
                </a:ln>
                <a:solidFill>
                  <a:srgbClr val="0C2340"/>
                </a:solidFill>
                <a:effectLst/>
                <a:uLnTx/>
                <a:uFillTx/>
                <a:latin typeface="Arial Narrow" panose="020B0606020202030204" pitchFamily="34" charset="0"/>
              </a:rPr>
              <a:t>The </a:t>
            </a:r>
            <a:r>
              <a:rPr kumimoji="0" lang="en-GB" sz="1100" b="1" i="0" u="none" kern="0" cap="none" spc="0" normalizeH="0" baseline="0">
                <a:ln>
                  <a:noFill/>
                </a:ln>
                <a:solidFill>
                  <a:srgbClr val="0C2340"/>
                </a:solidFill>
                <a:effectLst/>
                <a:uLnTx/>
                <a:uFillTx/>
                <a:latin typeface="Arial Narrow" panose="020B0606020202030204" pitchFamily="34" charset="0"/>
              </a:rPr>
              <a:t>Service Value Chain (SVC) </a:t>
            </a:r>
            <a:r>
              <a:rPr kumimoji="0" lang="en-GB" sz="1100" i="0" u="none" strike="noStrike" kern="0" cap="none" spc="0" normalizeH="0" baseline="0">
                <a:ln>
                  <a:noFill/>
                </a:ln>
                <a:solidFill>
                  <a:srgbClr val="0C2340"/>
                </a:solidFill>
                <a:effectLst/>
                <a:uLnTx/>
                <a:uFillTx/>
                <a:latin typeface="Arial Narrow" panose="020B0606020202030204" pitchFamily="34" charset="0"/>
              </a:rPr>
              <a:t>is at the </a:t>
            </a:r>
            <a:r>
              <a:rPr kumimoji="0" lang="en-GB" sz="1100" b="1" i="0" u="none" strike="noStrike" kern="0" cap="none" spc="0" normalizeH="0" baseline="0">
                <a:ln>
                  <a:noFill/>
                </a:ln>
                <a:solidFill>
                  <a:srgbClr val="0C2340"/>
                </a:solidFill>
                <a:effectLst/>
                <a:uLnTx/>
                <a:uFillTx/>
                <a:latin typeface="Arial Narrow" panose="020B0606020202030204" pitchFamily="34" charset="0"/>
              </a:rPr>
              <a:t>core of ITIL 4 </a:t>
            </a:r>
            <a:r>
              <a:rPr kumimoji="0" lang="en-GB" sz="1100" i="0" u="none" strike="noStrike" kern="0" cap="none" spc="0" normalizeH="0" baseline="0">
                <a:ln>
                  <a:noFill/>
                </a:ln>
                <a:solidFill>
                  <a:srgbClr val="0C2340"/>
                </a:solidFill>
                <a:effectLst/>
                <a:uLnTx/>
                <a:uFillTx/>
                <a:latin typeface="Arial Narrow" panose="020B0606020202030204" pitchFamily="34" charset="0"/>
              </a:rPr>
              <a:t>and </a:t>
            </a:r>
            <a:r>
              <a:rPr kumimoji="0" lang="en-GB" sz="1100" b="1" i="0" u="none" strike="noStrike" kern="0" cap="none" spc="0" normalizeH="0" baseline="0">
                <a:ln>
                  <a:noFill/>
                </a:ln>
                <a:solidFill>
                  <a:srgbClr val="0C2340"/>
                </a:solidFill>
                <a:effectLst/>
                <a:uLnTx/>
                <a:uFillTx/>
                <a:latin typeface="Arial Narrow" panose="020B0606020202030204" pitchFamily="34" charset="0"/>
              </a:rPr>
              <a:t>SVS</a:t>
            </a:r>
          </a:p>
          <a:p>
            <a:pPr marL="171450" marR="0" lvl="0" indent="-171450" algn="l" defTabSz="914400" rtl="0" eaLnBrk="1" fontAlgn="auto" latinLnBrk="0" hangingPunct="1">
              <a:spcBef>
                <a:spcPts val="0"/>
              </a:spcBef>
              <a:spcAft>
                <a:spcPts val="600"/>
              </a:spcAft>
              <a:buClr>
                <a:srgbClr val="DA291C"/>
              </a:buClr>
              <a:buSzTx/>
              <a:buFont typeface="Wingdings" panose="05000000000000000000" pitchFamily="2" charset="2"/>
              <a:buChar char="§"/>
              <a:tabLst/>
              <a:defRPr/>
            </a:pPr>
            <a:r>
              <a:rPr lang="en-GB" sz="1100" kern="0">
                <a:solidFill>
                  <a:srgbClr val="0C2340"/>
                </a:solidFill>
                <a:latin typeface="Arial Narrow" panose="020B0606020202030204" pitchFamily="34" charset="0"/>
              </a:rPr>
              <a:t>The SVC </a:t>
            </a:r>
            <a:r>
              <a:rPr lang="en-GB" sz="1100" b="1" kern="0">
                <a:solidFill>
                  <a:srgbClr val="0C2340"/>
                </a:solidFill>
                <a:latin typeface="Arial Narrow" panose="020B0606020202030204" pitchFamily="34" charset="0"/>
              </a:rPr>
              <a:t>groups</a:t>
            </a:r>
            <a:r>
              <a:rPr lang="en-GB" sz="1100" kern="0">
                <a:solidFill>
                  <a:srgbClr val="0C2340"/>
                </a:solidFill>
                <a:latin typeface="Arial Narrow" panose="020B0606020202030204" pitchFamily="34" charset="0"/>
              </a:rPr>
              <a:t> the </a:t>
            </a:r>
            <a:r>
              <a:rPr lang="en-GB" sz="1100" b="1" kern="0">
                <a:solidFill>
                  <a:srgbClr val="0C2340"/>
                </a:solidFill>
                <a:latin typeface="Arial Narrow" panose="020B0606020202030204" pitchFamily="34" charset="0"/>
              </a:rPr>
              <a:t>activities</a:t>
            </a:r>
            <a:r>
              <a:rPr lang="en-GB" sz="1100" kern="0">
                <a:solidFill>
                  <a:srgbClr val="0C2340"/>
                </a:solidFill>
                <a:latin typeface="Arial Narrow" panose="020B0606020202030204" pitchFamily="34" charset="0"/>
              </a:rPr>
              <a:t> required for delivering new or changing services </a:t>
            </a:r>
            <a:r>
              <a:rPr lang="en-GB" sz="1100" b="1" kern="0">
                <a:solidFill>
                  <a:srgbClr val="0C2340"/>
                </a:solidFill>
                <a:latin typeface="Arial Narrow" panose="020B0606020202030204" pitchFamily="34" charset="0"/>
              </a:rPr>
              <a:t>based on their purpose</a:t>
            </a:r>
            <a:r>
              <a:rPr lang="en-GB" sz="1100" kern="0">
                <a:solidFill>
                  <a:srgbClr val="0C2340"/>
                </a:solidFill>
                <a:latin typeface="Arial Narrow" panose="020B0606020202030204" pitchFamily="34" charset="0"/>
              </a:rPr>
              <a:t>, </a:t>
            </a:r>
            <a:r>
              <a:rPr lang="en-GB" sz="1100" b="1" kern="0">
                <a:solidFill>
                  <a:srgbClr val="0C2340"/>
                </a:solidFill>
                <a:latin typeface="Arial Narrow" panose="020B0606020202030204" pitchFamily="34" charset="0"/>
              </a:rPr>
              <a:t>not imposing particular orders and lifecycle</a:t>
            </a:r>
          </a:p>
          <a:p>
            <a:pPr marL="171450" marR="0" lvl="0" indent="-171450" algn="l" defTabSz="914400" rtl="0" eaLnBrk="1" fontAlgn="auto" latinLnBrk="0" hangingPunct="1">
              <a:spcBef>
                <a:spcPts val="0"/>
              </a:spcBef>
              <a:spcAft>
                <a:spcPts val="600"/>
              </a:spcAft>
              <a:buClr>
                <a:srgbClr val="DA291C"/>
              </a:buClr>
              <a:buSzTx/>
              <a:buFont typeface="Wingdings" panose="05000000000000000000" pitchFamily="2" charset="2"/>
              <a:buChar char="§"/>
              <a:tabLst/>
              <a:defRPr/>
            </a:pPr>
            <a:r>
              <a:rPr kumimoji="0" lang="en-GB" sz="1100" i="0" u="none" strike="noStrike" kern="0" cap="none" spc="0" normalizeH="0" baseline="0">
                <a:ln>
                  <a:noFill/>
                </a:ln>
                <a:solidFill>
                  <a:srgbClr val="0C2340"/>
                </a:solidFill>
                <a:effectLst/>
                <a:uLnTx/>
                <a:uFillTx/>
                <a:latin typeface="Arial Narrow" panose="020B0606020202030204" pitchFamily="34" charset="0"/>
              </a:rPr>
              <a:t>The SVC </a:t>
            </a:r>
            <a:r>
              <a:rPr lang="en-GB" sz="1100" kern="0">
                <a:solidFill>
                  <a:srgbClr val="0C2340"/>
                </a:solidFill>
                <a:latin typeface="Arial Narrow" panose="020B0606020202030204" pitchFamily="34" charset="0"/>
              </a:rPr>
              <a:t>assures that the </a:t>
            </a:r>
            <a:r>
              <a:rPr lang="en-GB" sz="1100" b="1" kern="0">
                <a:solidFill>
                  <a:srgbClr val="0C2340"/>
                </a:solidFill>
                <a:latin typeface="Arial Narrow" panose="020B0606020202030204" pitchFamily="34" charset="0"/>
              </a:rPr>
              <a:t>activities</a:t>
            </a:r>
            <a:r>
              <a:rPr lang="en-GB" sz="1100" kern="0">
                <a:solidFill>
                  <a:srgbClr val="0C2340"/>
                </a:solidFill>
                <a:latin typeface="Arial Narrow" panose="020B0606020202030204" pitchFamily="34" charset="0"/>
              </a:rPr>
              <a:t> are </a:t>
            </a:r>
            <a:r>
              <a:rPr lang="en-GB" sz="1100" b="1" kern="0">
                <a:solidFill>
                  <a:srgbClr val="0C2340"/>
                </a:solidFill>
                <a:latin typeface="Arial Narrow" panose="020B0606020202030204" pitchFamily="34" charset="0"/>
              </a:rPr>
              <a:t>executed</a:t>
            </a:r>
            <a:r>
              <a:rPr lang="en-GB" sz="1100" kern="0">
                <a:solidFill>
                  <a:srgbClr val="0C2340"/>
                </a:solidFill>
                <a:latin typeface="Arial Narrow" panose="020B0606020202030204" pitchFamily="34" charset="0"/>
              </a:rPr>
              <a:t> </a:t>
            </a:r>
            <a:r>
              <a:rPr lang="en-GB" sz="1100" b="1" kern="0">
                <a:solidFill>
                  <a:srgbClr val="0C2340"/>
                </a:solidFill>
                <a:latin typeface="Arial Narrow" panose="020B0606020202030204" pitchFamily="34" charset="0"/>
              </a:rPr>
              <a:t>how</a:t>
            </a:r>
            <a:r>
              <a:rPr lang="en-GB" sz="1100" kern="0">
                <a:solidFill>
                  <a:srgbClr val="0C2340"/>
                </a:solidFill>
                <a:latin typeface="Arial Narrow" panose="020B0606020202030204" pitchFamily="34" charset="0"/>
              </a:rPr>
              <a:t> and </a:t>
            </a:r>
            <a:r>
              <a:rPr lang="en-GB" sz="1100" b="1" kern="0">
                <a:solidFill>
                  <a:srgbClr val="0C2340"/>
                </a:solidFill>
                <a:latin typeface="Arial Narrow" panose="020B0606020202030204" pitchFamily="34" charset="0"/>
              </a:rPr>
              <a:t>when</a:t>
            </a:r>
            <a:r>
              <a:rPr lang="en-GB" sz="1100" kern="0">
                <a:solidFill>
                  <a:srgbClr val="0C2340"/>
                </a:solidFill>
                <a:latin typeface="Arial Narrow" panose="020B0606020202030204" pitchFamily="34" charset="0"/>
              </a:rPr>
              <a:t> </a:t>
            </a:r>
            <a:r>
              <a:rPr lang="en-GB" sz="1100" b="1" kern="0">
                <a:solidFill>
                  <a:srgbClr val="0C2340"/>
                </a:solidFill>
                <a:latin typeface="Arial Narrow" panose="020B0606020202030204" pitchFamily="34" charset="0"/>
              </a:rPr>
              <a:t>they are supposed to be done </a:t>
            </a:r>
            <a:r>
              <a:rPr lang="en-GB" sz="1100" kern="0">
                <a:solidFill>
                  <a:srgbClr val="0C2340"/>
                </a:solidFill>
                <a:latin typeface="Arial Narrow" panose="020B0606020202030204" pitchFamily="34" charset="0"/>
              </a:rPr>
              <a:t>in order to deliver value to the consumer</a:t>
            </a:r>
          </a:p>
        </p:txBody>
      </p:sp>
      <p:sp>
        <p:nvSpPr>
          <p:cNvPr id="5" name="Slide Number Placeholder 4">
            <a:extLst>
              <a:ext uri="{FF2B5EF4-FFF2-40B4-BE49-F238E27FC236}">
                <a16:creationId xmlns:a16="http://schemas.microsoft.com/office/drawing/2014/main" id="{A9331290-663D-444A-9ED4-22C67DCFDFA6}"/>
              </a:ext>
            </a:extLst>
          </p:cNvPr>
          <p:cNvSpPr>
            <a:spLocks noGrp="1"/>
          </p:cNvSpPr>
          <p:nvPr>
            <p:ph type="sldNum" sz="quarter" idx="35"/>
          </p:nvPr>
        </p:nvSpPr>
        <p:spPr/>
        <p:txBody>
          <a:bodyPr/>
          <a:lstStyle/>
          <a:p>
            <a:fld id="{9C18EA95-C3D3-214C-9452-EF8527DBCD86}" type="slidenum">
              <a:rPr lang="it-IT" smtClean="0"/>
              <a:pPr/>
              <a:t>33</a:t>
            </a:fld>
            <a:endParaRPr lang="it-IT"/>
          </a:p>
        </p:txBody>
      </p:sp>
      <p:sp>
        <p:nvSpPr>
          <p:cNvPr id="40" name="Rectangle 210">
            <a:extLst>
              <a:ext uri="{FF2B5EF4-FFF2-40B4-BE49-F238E27FC236}">
                <a16:creationId xmlns:a16="http://schemas.microsoft.com/office/drawing/2014/main" id="{7C4D9F69-2D96-44C3-B632-0C38B58EA3A3}"/>
              </a:ext>
            </a:extLst>
          </p:cNvPr>
          <p:cNvSpPr/>
          <p:nvPr/>
        </p:nvSpPr>
        <p:spPr>
          <a:xfrm>
            <a:off x="4944310" y="4954731"/>
            <a:ext cx="1296000" cy="123111"/>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lIns="36000" tIns="0" rIns="36000" bIns="0">
            <a:noAutofit/>
          </a:bodyPr>
          <a:lstStyle/>
          <a:p>
            <a:pPr lvl="0" defTabSz="914400">
              <a:buClr>
                <a:srgbClr val="DA291C"/>
              </a:buClr>
              <a:defRPr/>
            </a:pPr>
            <a:r>
              <a:rPr lang="en-GB" sz="800" b="1" kern="0">
                <a:solidFill>
                  <a:srgbClr val="0C2340"/>
                </a:solidFill>
                <a:latin typeface="Arial Narrow" panose="020B0606020202030204" pitchFamily="34" charset="0"/>
              </a:rPr>
              <a:t>Source: </a:t>
            </a:r>
            <a:r>
              <a:rPr lang="en-GB" sz="800" kern="0">
                <a:solidFill>
                  <a:srgbClr val="0C2340"/>
                </a:solidFill>
                <a:latin typeface="Arial Narrow" panose="020B0606020202030204" pitchFamily="34" charset="0"/>
              </a:rPr>
              <a:t>AXELOS limited 2019</a:t>
            </a:r>
            <a:endParaRPr kumimoji="0" lang="en-GB" sz="800"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Tree>
    <p:extLst>
      <p:ext uri="{BB962C8B-B14F-4D97-AF65-F5344CB8AC3E}">
        <p14:creationId xmlns:p14="http://schemas.microsoft.com/office/powerpoint/2010/main" val="14107799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Hexagon 88">
            <a:extLst>
              <a:ext uri="{FF2B5EF4-FFF2-40B4-BE49-F238E27FC236}">
                <a16:creationId xmlns:a16="http://schemas.microsoft.com/office/drawing/2014/main" id="{A4D47BC1-743F-40C2-A112-EE807DCB8EA5}"/>
              </a:ext>
            </a:extLst>
          </p:cNvPr>
          <p:cNvSpPr/>
          <p:nvPr/>
        </p:nvSpPr>
        <p:spPr>
          <a:xfrm rot="16200000">
            <a:off x="1279775" y="576097"/>
            <a:ext cx="1948118" cy="2479424"/>
          </a:xfrm>
          <a:prstGeom prst="hexagon">
            <a:avLst/>
          </a:prstGeom>
          <a:solidFill>
            <a:srgbClr val="A37A9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600">
                <a:latin typeface="Arial Narrow" panose="020B0606020202030204" pitchFamily="34" charset="0"/>
              </a:rPr>
              <a:t>&lt;</a:t>
            </a:r>
          </a:p>
        </p:txBody>
      </p:sp>
      <p:sp>
        <p:nvSpPr>
          <p:cNvPr id="90" name="Hexagon 89">
            <a:extLst>
              <a:ext uri="{FF2B5EF4-FFF2-40B4-BE49-F238E27FC236}">
                <a16:creationId xmlns:a16="http://schemas.microsoft.com/office/drawing/2014/main" id="{2FA2AC24-FCBE-4867-9FD2-0D40697C13AB}"/>
              </a:ext>
            </a:extLst>
          </p:cNvPr>
          <p:cNvSpPr/>
          <p:nvPr/>
        </p:nvSpPr>
        <p:spPr>
          <a:xfrm rot="16200000">
            <a:off x="1545427" y="753199"/>
            <a:ext cx="1416813" cy="2125220"/>
          </a:xfrm>
          <a:prstGeom prst="hexagon">
            <a:avLst/>
          </a:prstGeom>
          <a:solidFill>
            <a:srgbClr val="66215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600">
              <a:latin typeface="Arial Narrow" panose="020B0606020202030204" pitchFamily="34" charset="0"/>
            </a:endParaRPr>
          </a:p>
        </p:txBody>
      </p:sp>
      <p:sp>
        <p:nvSpPr>
          <p:cNvPr id="92" name="Rectangle 91">
            <a:extLst>
              <a:ext uri="{FF2B5EF4-FFF2-40B4-BE49-F238E27FC236}">
                <a16:creationId xmlns:a16="http://schemas.microsoft.com/office/drawing/2014/main" id="{ED67DBF9-7864-4CD9-B0E8-855CB7FA2ABB}"/>
              </a:ext>
            </a:extLst>
          </p:cNvPr>
          <p:cNvSpPr/>
          <p:nvPr/>
        </p:nvSpPr>
        <p:spPr>
          <a:xfrm>
            <a:off x="1183388" y="1786852"/>
            <a:ext cx="2133055" cy="58182"/>
          </a:xfrm>
          <a:prstGeom prst="rect">
            <a:avLst/>
          </a:prstGeom>
          <a:solidFill>
            <a:srgbClr val="A37A9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600"/>
          </a:p>
        </p:txBody>
      </p:sp>
      <p:cxnSp>
        <p:nvCxnSpPr>
          <p:cNvPr id="94" name="Straight Connector 93">
            <a:extLst>
              <a:ext uri="{FF2B5EF4-FFF2-40B4-BE49-F238E27FC236}">
                <a16:creationId xmlns:a16="http://schemas.microsoft.com/office/drawing/2014/main" id="{D3EBB082-B0A8-4ED6-83DF-64AE49D5F820}"/>
              </a:ext>
            </a:extLst>
          </p:cNvPr>
          <p:cNvCxnSpPr>
            <a:cxnSpLocks/>
          </p:cNvCxnSpPr>
          <p:nvPr/>
        </p:nvCxnSpPr>
        <p:spPr>
          <a:xfrm>
            <a:off x="999548" y="1815809"/>
            <a:ext cx="2479424" cy="0"/>
          </a:xfrm>
          <a:prstGeom prst="line">
            <a:avLst/>
          </a:prstGeom>
          <a:ln w="19050">
            <a:solidFill>
              <a:srgbClr val="65205A"/>
            </a:solidFill>
            <a:prstDash val="sysDot"/>
          </a:ln>
          <a:effectLst/>
        </p:spPr>
        <p:style>
          <a:lnRef idx="2">
            <a:schemeClr val="accent1"/>
          </a:lnRef>
          <a:fillRef idx="0">
            <a:schemeClr val="accent1"/>
          </a:fillRef>
          <a:effectRef idx="1">
            <a:schemeClr val="accent1"/>
          </a:effectRef>
          <a:fontRef idx="minor">
            <a:schemeClr val="tx1"/>
          </a:fontRef>
        </p:style>
      </p:cxnSp>
      <p:sp>
        <p:nvSpPr>
          <p:cNvPr id="95" name="Oval 94">
            <a:extLst>
              <a:ext uri="{FF2B5EF4-FFF2-40B4-BE49-F238E27FC236}">
                <a16:creationId xmlns:a16="http://schemas.microsoft.com/office/drawing/2014/main" id="{85C10ECF-13A4-43F3-A834-01148C91FD69}"/>
              </a:ext>
            </a:extLst>
          </p:cNvPr>
          <p:cNvSpPr/>
          <p:nvPr/>
        </p:nvSpPr>
        <p:spPr>
          <a:xfrm>
            <a:off x="108483" y="1523591"/>
            <a:ext cx="584436" cy="584436"/>
          </a:xfrm>
          <a:prstGeom prst="ellipse">
            <a:avLst/>
          </a:prstGeom>
          <a:solidFill>
            <a:srgbClr val="AF187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600" b="1">
                <a:latin typeface="Arial Narrow" panose="020B0606020202030204" pitchFamily="34" charset="0"/>
              </a:rPr>
              <a:t>Opportunity/Demand</a:t>
            </a:r>
          </a:p>
        </p:txBody>
      </p:sp>
      <p:sp>
        <p:nvSpPr>
          <p:cNvPr id="96" name="Oval 95">
            <a:extLst>
              <a:ext uri="{FF2B5EF4-FFF2-40B4-BE49-F238E27FC236}">
                <a16:creationId xmlns:a16="http://schemas.microsoft.com/office/drawing/2014/main" id="{AEC94248-91D3-4A20-ABFF-CFCA0157F605}"/>
              </a:ext>
            </a:extLst>
          </p:cNvPr>
          <p:cNvSpPr/>
          <p:nvPr/>
        </p:nvSpPr>
        <p:spPr>
          <a:xfrm>
            <a:off x="3814749" y="1523591"/>
            <a:ext cx="584436" cy="584436"/>
          </a:xfrm>
          <a:prstGeom prst="ellipse">
            <a:avLst/>
          </a:prstGeom>
          <a:solidFill>
            <a:srgbClr val="AF187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600" b="1">
                <a:latin typeface="Arial Narrow" panose="020B0606020202030204" pitchFamily="34" charset="0"/>
              </a:rPr>
              <a:t>Value</a:t>
            </a:r>
          </a:p>
        </p:txBody>
      </p:sp>
      <p:cxnSp>
        <p:nvCxnSpPr>
          <p:cNvPr id="97" name="Straight Arrow Connector 96">
            <a:extLst>
              <a:ext uri="{FF2B5EF4-FFF2-40B4-BE49-F238E27FC236}">
                <a16:creationId xmlns:a16="http://schemas.microsoft.com/office/drawing/2014/main" id="{4DCBB603-7ECD-44C9-A823-0F367814E5B3}"/>
              </a:ext>
            </a:extLst>
          </p:cNvPr>
          <p:cNvCxnSpPr>
            <a:cxnSpLocks/>
            <a:stCxn id="95" idx="6"/>
          </p:cNvCxnSpPr>
          <p:nvPr/>
        </p:nvCxnSpPr>
        <p:spPr>
          <a:xfrm flipV="1">
            <a:off x="692919" y="1813063"/>
            <a:ext cx="315143" cy="2746"/>
          </a:xfrm>
          <a:prstGeom prst="straightConnector1">
            <a:avLst/>
          </a:prstGeom>
          <a:ln w="3175">
            <a:solidFill>
              <a:srgbClr val="651F5A"/>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98" name="TextBox 97">
            <a:extLst>
              <a:ext uri="{FF2B5EF4-FFF2-40B4-BE49-F238E27FC236}">
                <a16:creationId xmlns:a16="http://schemas.microsoft.com/office/drawing/2014/main" id="{D9F978FD-F5DE-47CB-AD2B-6ACA97AC87BE}"/>
              </a:ext>
            </a:extLst>
          </p:cNvPr>
          <p:cNvSpPr txBox="1"/>
          <p:nvPr/>
        </p:nvSpPr>
        <p:spPr>
          <a:xfrm>
            <a:off x="1654635" y="2308048"/>
            <a:ext cx="1198397" cy="92333"/>
          </a:xfrm>
          <a:prstGeom prst="rect">
            <a:avLst/>
          </a:prstGeom>
          <a:noFill/>
        </p:spPr>
        <p:txBody>
          <a:bodyPr wrap="square" lIns="0" tIns="0" rIns="0" bIns="0" rtlCol="0">
            <a:spAutoFit/>
          </a:bodyPr>
          <a:lstStyle/>
          <a:p>
            <a:pPr algn="ctr"/>
            <a:r>
              <a:rPr lang="en-US" sz="600" b="1">
                <a:solidFill>
                  <a:schemeClr val="bg1"/>
                </a:solidFill>
                <a:latin typeface="Arial Narrow" panose="020B0606020202030204" pitchFamily="34" charset="0"/>
              </a:rPr>
              <a:t>Practices</a:t>
            </a:r>
          </a:p>
        </p:txBody>
      </p:sp>
      <p:sp>
        <p:nvSpPr>
          <p:cNvPr id="99" name="TextBox 98">
            <a:extLst>
              <a:ext uri="{FF2B5EF4-FFF2-40B4-BE49-F238E27FC236}">
                <a16:creationId xmlns:a16="http://schemas.microsoft.com/office/drawing/2014/main" id="{019E1A06-7B19-492F-B528-A1BFD5116C52}"/>
              </a:ext>
            </a:extLst>
          </p:cNvPr>
          <p:cNvSpPr txBox="1"/>
          <p:nvPr/>
        </p:nvSpPr>
        <p:spPr>
          <a:xfrm>
            <a:off x="1654635" y="2554176"/>
            <a:ext cx="1198397" cy="92333"/>
          </a:xfrm>
          <a:prstGeom prst="rect">
            <a:avLst/>
          </a:prstGeom>
          <a:noFill/>
        </p:spPr>
        <p:txBody>
          <a:bodyPr wrap="square" lIns="0" tIns="0" rIns="0" bIns="0" rtlCol="0">
            <a:spAutoFit/>
          </a:bodyPr>
          <a:lstStyle/>
          <a:p>
            <a:pPr algn="ctr"/>
            <a:r>
              <a:rPr lang="en-US" sz="600" b="1">
                <a:solidFill>
                  <a:schemeClr val="bg1"/>
                </a:solidFill>
                <a:latin typeface="Arial Narrow" panose="020B0606020202030204" pitchFamily="34" charset="0"/>
              </a:rPr>
              <a:t>Continual Improvement</a:t>
            </a:r>
          </a:p>
        </p:txBody>
      </p:sp>
      <p:sp>
        <p:nvSpPr>
          <p:cNvPr id="100" name="TextBox 99">
            <a:extLst>
              <a:ext uri="{FF2B5EF4-FFF2-40B4-BE49-F238E27FC236}">
                <a16:creationId xmlns:a16="http://schemas.microsoft.com/office/drawing/2014/main" id="{99538AB6-CA2C-4AB9-AB17-AA24E6FF6ADD}"/>
              </a:ext>
            </a:extLst>
          </p:cNvPr>
          <p:cNvSpPr txBox="1"/>
          <p:nvPr/>
        </p:nvSpPr>
        <p:spPr>
          <a:xfrm>
            <a:off x="1654635" y="1195557"/>
            <a:ext cx="1198397" cy="92333"/>
          </a:xfrm>
          <a:prstGeom prst="rect">
            <a:avLst/>
          </a:prstGeom>
          <a:noFill/>
        </p:spPr>
        <p:txBody>
          <a:bodyPr wrap="square" lIns="0" tIns="0" rIns="0" bIns="0" rtlCol="0">
            <a:spAutoFit/>
          </a:bodyPr>
          <a:lstStyle/>
          <a:p>
            <a:pPr algn="ctr"/>
            <a:r>
              <a:rPr lang="en-US" sz="600" b="1">
                <a:solidFill>
                  <a:schemeClr val="bg1"/>
                </a:solidFill>
                <a:latin typeface="Arial Narrow" panose="020B0606020202030204" pitchFamily="34" charset="0"/>
              </a:rPr>
              <a:t>Governance</a:t>
            </a:r>
          </a:p>
        </p:txBody>
      </p:sp>
      <p:sp>
        <p:nvSpPr>
          <p:cNvPr id="101" name="TextBox 100">
            <a:extLst>
              <a:ext uri="{FF2B5EF4-FFF2-40B4-BE49-F238E27FC236}">
                <a16:creationId xmlns:a16="http://schemas.microsoft.com/office/drawing/2014/main" id="{E59B35FD-B73B-4BE6-9C69-84698E2A54B3}"/>
              </a:ext>
            </a:extLst>
          </p:cNvPr>
          <p:cNvSpPr txBox="1"/>
          <p:nvPr/>
        </p:nvSpPr>
        <p:spPr>
          <a:xfrm>
            <a:off x="1654635" y="949837"/>
            <a:ext cx="1198397" cy="92333"/>
          </a:xfrm>
          <a:prstGeom prst="rect">
            <a:avLst/>
          </a:prstGeom>
          <a:noFill/>
        </p:spPr>
        <p:txBody>
          <a:bodyPr wrap="square" lIns="0" tIns="0" rIns="0" bIns="0" rtlCol="0">
            <a:spAutoFit/>
          </a:bodyPr>
          <a:lstStyle/>
          <a:p>
            <a:pPr algn="ctr"/>
            <a:r>
              <a:rPr lang="en-US" sz="600" b="1">
                <a:solidFill>
                  <a:schemeClr val="bg1"/>
                </a:solidFill>
                <a:latin typeface="Arial Narrow" panose="020B0606020202030204" pitchFamily="34" charset="0"/>
              </a:rPr>
              <a:t>Guiding Principles</a:t>
            </a:r>
          </a:p>
        </p:txBody>
      </p:sp>
      <p:cxnSp>
        <p:nvCxnSpPr>
          <p:cNvPr id="102" name="Straight Arrow Connector 101">
            <a:extLst>
              <a:ext uri="{FF2B5EF4-FFF2-40B4-BE49-F238E27FC236}">
                <a16:creationId xmlns:a16="http://schemas.microsoft.com/office/drawing/2014/main" id="{064A6C4F-F354-4EAC-B768-1039809E9412}"/>
              </a:ext>
            </a:extLst>
          </p:cNvPr>
          <p:cNvCxnSpPr>
            <a:cxnSpLocks/>
            <a:endCxn id="96" idx="2"/>
          </p:cNvCxnSpPr>
          <p:nvPr/>
        </p:nvCxnSpPr>
        <p:spPr>
          <a:xfrm flipV="1">
            <a:off x="3493546" y="1815809"/>
            <a:ext cx="321203" cy="2748"/>
          </a:xfrm>
          <a:prstGeom prst="straightConnector1">
            <a:avLst/>
          </a:prstGeom>
          <a:ln w="3175">
            <a:solidFill>
              <a:srgbClr val="65205A"/>
            </a:solidFill>
            <a:headEnd type="triangle"/>
            <a:tailEnd type="triangle"/>
          </a:ln>
          <a:effectLst/>
        </p:spPr>
        <p:style>
          <a:lnRef idx="2">
            <a:schemeClr val="accent1"/>
          </a:lnRef>
          <a:fillRef idx="0">
            <a:schemeClr val="accent1"/>
          </a:fillRef>
          <a:effectRef idx="1">
            <a:schemeClr val="accent1"/>
          </a:effectRef>
          <a:fontRef idx="minor">
            <a:schemeClr val="tx1"/>
          </a:fontRef>
        </p:style>
      </p:cxnSp>
      <p:grpSp>
        <p:nvGrpSpPr>
          <p:cNvPr id="59" name="Group 58">
            <a:extLst>
              <a:ext uri="{FF2B5EF4-FFF2-40B4-BE49-F238E27FC236}">
                <a16:creationId xmlns:a16="http://schemas.microsoft.com/office/drawing/2014/main" id="{45E42A81-863A-481D-8D83-F7ADFC93147D}"/>
              </a:ext>
            </a:extLst>
          </p:cNvPr>
          <p:cNvGrpSpPr>
            <a:grpSpLocks noChangeAspect="1"/>
          </p:cNvGrpSpPr>
          <p:nvPr/>
        </p:nvGrpSpPr>
        <p:grpSpPr>
          <a:xfrm>
            <a:off x="4920862" y="837955"/>
            <a:ext cx="3869906" cy="1947600"/>
            <a:chOff x="5192327" y="1188000"/>
            <a:chExt cx="3327250" cy="1674498"/>
          </a:xfrm>
        </p:grpSpPr>
        <p:sp>
          <p:nvSpPr>
            <p:cNvPr id="60" name="Hexagon 71">
              <a:extLst>
                <a:ext uri="{FF2B5EF4-FFF2-40B4-BE49-F238E27FC236}">
                  <a16:creationId xmlns:a16="http://schemas.microsoft.com/office/drawing/2014/main" id="{AE40238E-C413-40E9-80B8-66B57F1088E7}"/>
                </a:ext>
              </a:extLst>
            </p:cNvPr>
            <p:cNvSpPr>
              <a:spLocks noChangeAspect="1"/>
            </p:cNvSpPr>
            <p:nvPr/>
          </p:nvSpPr>
          <p:spPr>
            <a:xfrm rot="16200000">
              <a:off x="6018313" y="979233"/>
              <a:ext cx="1674498" cy="2092032"/>
            </a:xfrm>
            <a:prstGeom prst="hexagon">
              <a:avLst/>
            </a:prstGeom>
            <a:solidFill>
              <a:srgbClr val="9E769F"/>
            </a:solidFill>
            <a:ln>
              <a:solidFill>
                <a:srgbClr val="9E76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Narrow" panose="020B0606020202030204" pitchFamily="34" charset="0"/>
              </a:endParaRPr>
            </a:p>
          </p:txBody>
        </p:sp>
        <p:sp>
          <p:nvSpPr>
            <p:cNvPr id="61" name="Oval 73">
              <a:extLst>
                <a:ext uri="{FF2B5EF4-FFF2-40B4-BE49-F238E27FC236}">
                  <a16:creationId xmlns:a16="http://schemas.microsoft.com/office/drawing/2014/main" id="{3682183F-7DB5-4C59-AC60-133AB22CAEC9}"/>
                </a:ext>
              </a:extLst>
            </p:cNvPr>
            <p:cNvSpPr/>
            <p:nvPr/>
          </p:nvSpPr>
          <p:spPr>
            <a:xfrm>
              <a:off x="5192327" y="1807064"/>
              <a:ext cx="432100" cy="432000"/>
            </a:xfrm>
            <a:prstGeom prst="ellipse">
              <a:avLst/>
            </a:prstGeom>
            <a:solidFill>
              <a:srgbClr val="9A1C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700" b="1">
                  <a:latin typeface="Arial Narrow" panose="020B0606020202030204" pitchFamily="34" charset="0"/>
                </a:rPr>
                <a:t>Demand</a:t>
              </a:r>
              <a:endParaRPr lang="en-US" sz="800" b="1">
                <a:latin typeface="Arial Narrow" panose="020B0606020202030204" pitchFamily="34" charset="0"/>
              </a:endParaRPr>
            </a:p>
          </p:txBody>
        </p:sp>
        <p:sp>
          <p:nvSpPr>
            <p:cNvPr id="62" name="Oval 74">
              <a:extLst>
                <a:ext uri="{FF2B5EF4-FFF2-40B4-BE49-F238E27FC236}">
                  <a16:creationId xmlns:a16="http://schemas.microsoft.com/office/drawing/2014/main" id="{8CFBF660-FB81-4A0F-BAB8-AE1315521AEC}"/>
                </a:ext>
              </a:extLst>
            </p:cNvPr>
            <p:cNvSpPr/>
            <p:nvPr/>
          </p:nvSpPr>
          <p:spPr>
            <a:xfrm>
              <a:off x="8087477" y="1807064"/>
              <a:ext cx="432100" cy="432000"/>
            </a:xfrm>
            <a:prstGeom prst="ellipse">
              <a:avLst/>
            </a:prstGeom>
            <a:solidFill>
              <a:srgbClr val="9D1C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700" b="1">
                  <a:latin typeface="Arial Narrow" panose="020B0606020202030204" pitchFamily="34" charset="0"/>
                </a:rPr>
                <a:t>Value</a:t>
              </a:r>
              <a:endParaRPr lang="en-US" sz="400" b="1">
                <a:latin typeface="Arial Narrow" panose="020B0606020202030204" pitchFamily="34" charset="0"/>
              </a:endParaRPr>
            </a:p>
          </p:txBody>
        </p:sp>
        <p:sp>
          <p:nvSpPr>
            <p:cNvPr id="63" name="TextBox 83">
              <a:extLst>
                <a:ext uri="{FF2B5EF4-FFF2-40B4-BE49-F238E27FC236}">
                  <a16:creationId xmlns:a16="http://schemas.microsoft.com/office/drawing/2014/main" id="{FDDE3E77-2FF7-4EFB-8130-20C064995466}"/>
                </a:ext>
              </a:extLst>
            </p:cNvPr>
            <p:cNvSpPr txBox="1"/>
            <p:nvPr/>
          </p:nvSpPr>
          <p:spPr>
            <a:xfrm>
              <a:off x="6663211" y="2675898"/>
              <a:ext cx="384703" cy="82327"/>
            </a:xfrm>
            <a:prstGeom prst="rect">
              <a:avLst/>
            </a:prstGeom>
            <a:noFill/>
          </p:spPr>
          <p:txBody>
            <a:bodyPr wrap="square" lIns="0" tIns="0" rIns="0" bIns="0" rtlCol="0">
              <a:spAutoFit/>
            </a:bodyPr>
            <a:lstStyle/>
            <a:p>
              <a:pPr algn="ctr"/>
              <a:r>
                <a:rPr lang="en-US" sz="700" b="1">
                  <a:solidFill>
                    <a:schemeClr val="bg1"/>
                  </a:solidFill>
                  <a:latin typeface="Arial Narrow" panose="020B0606020202030204" pitchFamily="34" charset="0"/>
                </a:rPr>
                <a:t>Improve</a:t>
              </a:r>
            </a:p>
          </p:txBody>
        </p:sp>
        <p:sp>
          <p:nvSpPr>
            <p:cNvPr id="64" name="TextBox 82">
              <a:extLst>
                <a:ext uri="{FF2B5EF4-FFF2-40B4-BE49-F238E27FC236}">
                  <a16:creationId xmlns:a16="http://schemas.microsoft.com/office/drawing/2014/main" id="{3C9811D4-45CF-42CA-8E5C-E53B5764D720}"/>
                </a:ext>
              </a:extLst>
            </p:cNvPr>
            <p:cNvSpPr txBox="1"/>
            <p:nvPr/>
          </p:nvSpPr>
          <p:spPr>
            <a:xfrm>
              <a:off x="6663211" y="1271188"/>
              <a:ext cx="384703" cy="82327"/>
            </a:xfrm>
            <a:prstGeom prst="rect">
              <a:avLst/>
            </a:prstGeom>
            <a:noFill/>
          </p:spPr>
          <p:txBody>
            <a:bodyPr wrap="square" lIns="0" tIns="0" rIns="0" bIns="0" rtlCol="0">
              <a:spAutoFit/>
            </a:bodyPr>
            <a:lstStyle/>
            <a:p>
              <a:pPr algn="ctr"/>
              <a:r>
                <a:rPr lang="en-US" sz="700" b="1">
                  <a:solidFill>
                    <a:schemeClr val="bg1"/>
                  </a:solidFill>
                  <a:latin typeface="Arial Narrow" panose="020B0606020202030204" pitchFamily="34" charset="0"/>
                </a:rPr>
                <a:t>Plan</a:t>
              </a:r>
            </a:p>
          </p:txBody>
        </p:sp>
        <p:cxnSp>
          <p:nvCxnSpPr>
            <p:cNvPr id="65" name="Straight Arrow Connector 80">
              <a:extLst>
                <a:ext uri="{FF2B5EF4-FFF2-40B4-BE49-F238E27FC236}">
                  <a16:creationId xmlns:a16="http://schemas.microsoft.com/office/drawing/2014/main" id="{465C8A9D-8F0F-4FC2-81EE-37BA5AABDFE5}"/>
                </a:ext>
              </a:extLst>
            </p:cNvPr>
            <p:cNvCxnSpPr>
              <a:cxnSpLocks/>
            </p:cNvCxnSpPr>
            <p:nvPr/>
          </p:nvCxnSpPr>
          <p:spPr>
            <a:xfrm>
              <a:off x="7911070" y="2025248"/>
              <a:ext cx="180000" cy="0"/>
            </a:xfrm>
            <a:prstGeom prst="straightConnector1">
              <a:avLst/>
            </a:prstGeom>
            <a:ln w="3175">
              <a:solidFill>
                <a:srgbClr val="581259"/>
              </a:solidFill>
              <a:prstDash val="dash"/>
              <a:tailEnd type="triangle" w="sm" len="sm"/>
            </a:ln>
            <a:effectLst/>
          </p:spPr>
          <p:style>
            <a:lnRef idx="2">
              <a:schemeClr val="accent1"/>
            </a:lnRef>
            <a:fillRef idx="0">
              <a:schemeClr val="accent1"/>
            </a:fillRef>
            <a:effectRef idx="1">
              <a:schemeClr val="accent1"/>
            </a:effectRef>
            <a:fontRef idx="minor">
              <a:schemeClr val="tx1"/>
            </a:fontRef>
          </p:style>
        </p:cxnSp>
        <p:cxnSp>
          <p:nvCxnSpPr>
            <p:cNvPr id="66" name="Straight Arrow Connector 79">
              <a:extLst>
                <a:ext uri="{FF2B5EF4-FFF2-40B4-BE49-F238E27FC236}">
                  <a16:creationId xmlns:a16="http://schemas.microsoft.com/office/drawing/2014/main" id="{BE5B8F1B-DEEC-4618-BD14-D5133BAB90A3}"/>
                </a:ext>
              </a:extLst>
            </p:cNvPr>
            <p:cNvCxnSpPr>
              <a:cxnSpLocks/>
            </p:cNvCxnSpPr>
            <p:nvPr/>
          </p:nvCxnSpPr>
          <p:spPr>
            <a:xfrm>
              <a:off x="5624427" y="2025248"/>
              <a:ext cx="180000" cy="0"/>
            </a:xfrm>
            <a:prstGeom prst="straightConnector1">
              <a:avLst/>
            </a:prstGeom>
            <a:ln w="3175">
              <a:solidFill>
                <a:srgbClr val="581259"/>
              </a:solidFill>
              <a:prstDash val="dash"/>
              <a:tailEnd type="triangle" w="sm" len="sm"/>
            </a:ln>
            <a:effectLst/>
          </p:spPr>
          <p:style>
            <a:lnRef idx="2">
              <a:schemeClr val="accent1"/>
            </a:lnRef>
            <a:fillRef idx="0">
              <a:schemeClr val="accent1"/>
            </a:fillRef>
            <a:effectRef idx="1">
              <a:schemeClr val="accent1"/>
            </a:effectRef>
            <a:fontRef idx="minor">
              <a:schemeClr val="tx1"/>
            </a:fontRef>
          </p:style>
        </p:cxnSp>
        <p:grpSp>
          <p:nvGrpSpPr>
            <p:cNvPr id="67" name="Group 66">
              <a:extLst>
                <a:ext uri="{FF2B5EF4-FFF2-40B4-BE49-F238E27FC236}">
                  <a16:creationId xmlns:a16="http://schemas.microsoft.com/office/drawing/2014/main" id="{170A15AD-8EAB-480E-82EB-025B1BDC1BEC}"/>
                </a:ext>
              </a:extLst>
            </p:cNvPr>
            <p:cNvGrpSpPr/>
            <p:nvPr/>
          </p:nvGrpSpPr>
          <p:grpSpPr>
            <a:xfrm>
              <a:off x="5797107" y="1835351"/>
              <a:ext cx="430513" cy="482146"/>
              <a:chOff x="1279958" y="1835351"/>
              <a:chExt cx="430513" cy="482146"/>
            </a:xfrm>
          </p:grpSpPr>
          <p:sp>
            <p:nvSpPr>
              <p:cNvPr id="84" name="Flowchart: Decision 88">
                <a:extLst>
                  <a:ext uri="{FF2B5EF4-FFF2-40B4-BE49-F238E27FC236}">
                    <a16:creationId xmlns:a16="http://schemas.microsoft.com/office/drawing/2014/main" id="{E0900E0C-0E85-460C-B9A8-57675B218E08}"/>
                  </a:ext>
                </a:extLst>
              </p:cNvPr>
              <p:cNvSpPr/>
              <p:nvPr/>
            </p:nvSpPr>
            <p:spPr>
              <a:xfrm rot="3541374">
                <a:off x="1194934" y="2002236"/>
                <a:ext cx="400285" cy="230238"/>
              </a:xfrm>
              <a:prstGeom prst="flowChartDecision">
                <a:avLst/>
              </a:prstGeom>
              <a:solidFill>
                <a:srgbClr val="AE2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85" name="Group 84">
                <a:extLst>
                  <a:ext uri="{FF2B5EF4-FFF2-40B4-BE49-F238E27FC236}">
                    <a16:creationId xmlns:a16="http://schemas.microsoft.com/office/drawing/2014/main" id="{52914A76-EE32-4774-8BB3-3E0BD908C184}"/>
                  </a:ext>
                </a:extLst>
              </p:cNvPr>
              <p:cNvGrpSpPr/>
              <p:nvPr/>
            </p:nvGrpSpPr>
            <p:grpSpPr>
              <a:xfrm>
                <a:off x="1292734" y="1835351"/>
                <a:ext cx="417737" cy="479616"/>
                <a:chOff x="1292734" y="1835351"/>
                <a:chExt cx="417737" cy="479616"/>
              </a:xfrm>
            </p:grpSpPr>
            <p:sp>
              <p:nvSpPr>
                <p:cNvPr id="86" name="Flowchart: Decision 87">
                  <a:extLst>
                    <a:ext uri="{FF2B5EF4-FFF2-40B4-BE49-F238E27FC236}">
                      <a16:creationId xmlns:a16="http://schemas.microsoft.com/office/drawing/2014/main" id="{4A7B724E-7003-4501-903A-793C457BDECC}"/>
                    </a:ext>
                  </a:extLst>
                </p:cNvPr>
                <p:cNvSpPr/>
                <p:nvPr/>
              </p:nvSpPr>
              <p:spPr>
                <a:xfrm>
                  <a:off x="1292734" y="1835351"/>
                  <a:ext cx="403200" cy="223513"/>
                </a:xfrm>
                <a:prstGeom prst="flowChartDecision">
                  <a:avLst/>
                </a:prstGeom>
                <a:solidFill>
                  <a:srgbClr val="9F1C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7" name="Flowchart: Decision 117">
                  <a:extLst>
                    <a:ext uri="{FF2B5EF4-FFF2-40B4-BE49-F238E27FC236}">
                      <a16:creationId xmlns:a16="http://schemas.microsoft.com/office/drawing/2014/main" id="{1B22C433-CC30-4A1A-A068-580331E2C547}"/>
                    </a:ext>
                  </a:extLst>
                </p:cNvPr>
                <p:cNvSpPr/>
                <p:nvPr/>
              </p:nvSpPr>
              <p:spPr>
                <a:xfrm rot="17986108">
                  <a:off x="1397367" y="2001864"/>
                  <a:ext cx="393069" cy="233138"/>
                </a:xfrm>
                <a:prstGeom prst="flowChartDecision">
                  <a:avLst/>
                </a:prstGeom>
                <a:solidFill>
                  <a:srgbClr val="911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8" name="TextBox 78">
                  <a:extLst>
                    <a:ext uri="{FF2B5EF4-FFF2-40B4-BE49-F238E27FC236}">
                      <a16:creationId xmlns:a16="http://schemas.microsoft.com/office/drawing/2014/main" id="{36B852B3-7516-4DAD-BA27-599D3CFB45FA}"/>
                    </a:ext>
                  </a:extLst>
                </p:cNvPr>
                <p:cNvSpPr txBox="1"/>
                <p:nvPr/>
              </p:nvSpPr>
              <p:spPr>
                <a:xfrm>
                  <a:off x="1295283" y="2015797"/>
                  <a:ext cx="384703" cy="107722"/>
                </a:xfrm>
                <a:prstGeom prst="rect">
                  <a:avLst/>
                </a:prstGeom>
                <a:noFill/>
              </p:spPr>
              <p:txBody>
                <a:bodyPr wrap="square" lIns="0" tIns="0" rIns="0" bIns="0" rtlCol="0">
                  <a:spAutoFit/>
                </a:bodyPr>
                <a:lstStyle/>
                <a:p>
                  <a:pPr algn="ctr"/>
                  <a:r>
                    <a:rPr lang="en-US" sz="700" b="1">
                      <a:solidFill>
                        <a:schemeClr val="bg1"/>
                      </a:solidFill>
                      <a:latin typeface="Arial Narrow" panose="020B0606020202030204" pitchFamily="34" charset="0"/>
                    </a:rPr>
                    <a:t>Engage</a:t>
                  </a:r>
                </a:p>
              </p:txBody>
            </p:sp>
          </p:grpSp>
        </p:grpSp>
        <p:sp>
          <p:nvSpPr>
            <p:cNvPr id="68" name="Hexagon 72">
              <a:extLst>
                <a:ext uri="{FF2B5EF4-FFF2-40B4-BE49-F238E27FC236}">
                  <a16:creationId xmlns:a16="http://schemas.microsoft.com/office/drawing/2014/main" id="{B1B69F91-994D-43FA-BC08-ED3B21EC1B60}"/>
                </a:ext>
              </a:extLst>
            </p:cNvPr>
            <p:cNvSpPr>
              <a:spLocks noChangeAspect="1"/>
            </p:cNvSpPr>
            <p:nvPr/>
          </p:nvSpPr>
          <p:spPr>
            <a:xfrm rot="16200000">
              <a:off x="6384632" y="1385615"/>
              <a:ext cx="934342" cy="1306441"/>
            </a:xfrm>
            <a:prstGeom prst="hexagon">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Narrow" panose="020B0606020202030204" pitchFamily="34" charset="0"/>
              </a:endParaRPr>
            </a:p>
          </p:txBody>
        </p:sp>
        <p:cxnSp>
          <p:nvCxnSpPr>
            <p:cNvPr id="69" name="Straight Connector 81">
              <a:extLst>
                <a:ext uri="{FF2B5EF4-FFF2-40B4-BE49-F238E27FC236}">
                  <a16:creationId xmlns:a16="http://schemas.microsoft.com/office/drawing/2014/main" id="{FD3897C4-8AE6-4D5A-8F4E-C1740884B25C}"/>
                </a:ext>
              </a:extLst>
            </p:cNvPr>
            <p:cNvCxnSpPr>
              <a:cxnSpLocks/>
            </p:cNvCxnSpPr>
            <p:nvPr/>
          </p:nvCxnSpPr>
          <p:spPr>
            <a:xfrm>
              <a:off x="6200743" y="2025248"/>
              <a:ext cx="1296000" cy="0"/>
            </a:xfrm>
            <a:prstGeom prst="line">
              <a:avLst/>
            </a:prstGeom>
            <a:ln w="3175">
              <a:solidFill>
                <a:srgbClr val="581259"/>
              </a:solidFill>
              <a:prstDash val="dash"/>
              <a:tailEnd type="triangle" w="sm" len="sm"/>
            </a:ln>
            <a:effectLst/>
          </p:spPr>
          <p:style>
            <a:lnRef idx="2">
              <a:schemeClr val="accent1"/>
            </a:lnRef>
            <a:fillRef idx="0">
              <a:schemeClr val="accent1"/>
            </a:fillRef>
            <a:effectRef idx="1">
              <a:schemeClr val="accent1"/>
            </a:effectRef>
            <a:fontRef idx="minor">
              <a:schemeClr val="tx1"/>
            </a:fontRef>
          </p:style>
        </p:cxnSp>
        <p:grpSp>
          <p:nvGrpSpPr>
            <p:cNvPr id="70" name="Group 69">
              <a:extLst>
                <a:ext uri="{FF2B5EF4-FFF2-40B4-BE49-F238E27FC236}">
                  <a16:creationId xmlns:a16="http://schemas.microsoft.com/office/drawing/2014/main" id="{2AF01929-51AF-4858-8A25-14FB65BE1D37}"/>
                </a:ext>
              </a:extLst>
            </p:cNvPr>
            <p:cNvGrpSpPr/>
            <p:nvPr/>
          </p:nvGrpSpPr>
          <p:grpSpPr>
            <a:xfrm>
              <a:off x="6297562" y="1473948"/>
              <a:ext cx="1116000" cy="1224305"/>
              <a:chOff x="6297562" y="1473948"/>
              <a:chExt cx="1116000" cy="1224305"/>
            </a:xfrm>
          </p:grpSpPr>
          <p:sp>
            <p:nvSpPr>
              <p:cNvPr id="77" name="Flowchart: Decision 118">
                <a:extLst>
                  <a:ext uri="{FF2B5EF4-FFF2-40B4-BE49-F238E27FC236}">
                    <a16:creationId xmlns:a16="http://schemas.microsoft.com/office/drawing/2014/main" id="{83BF51A8-8C7F-4CA2-A438-C6B124235365}"/>
                  </a:ext>
                </a:extLst>
              </p:cNvPr>
              <p:cNvSpPr/>
              <p:nvPr/>
            </p:nvSpPr>
            <p:spPr>
              <a:xfrm>
                <a:off x="6345336" y="1473948"/>
                <a:ext cx="1028308" cy="557999"/>
              </a:xfrm>
              <a:prstGeom prst="flowChartDecision">
                <a:avLst/>
              </a:prstGeom>
              <a:solidFill>
                <a:srgbClr val="9F1C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9" name="Flowchart: Decision 78">
                <a:extLst>
                  <a:ext uri="{FF2B5EF4-FFF2-40B4-BE49-F238E27FC236}">
                    <a16:creationId xmlns:a16="http://schemas.microsoft.com/office/drawing/2014/main" id="{AACB211E-78EB-49ED-822B-0C59E97E60C6}"/>
                  </a:ext>
                </a:extLst>
              </p:cNvPr>
              <p:cNvSpPr/>
              <p:nvPr/>
            </p:nvSpPr>
            <p:spPr>
              <a:xfrm rot="18026132">
                <a:off x="6601780" y="1885520"/>
                <a:ext cx="1020508" cy="603056"/>
              </a:xfrm>
              <a:prstGeom prst="flowChartDecision">
                <a:avLst/>
              </a:prstGeom>
              <a:solidFill>
                <a:srgbClr val="911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0" name="Flowchart: Decision 79">
                <a:extLst>
                  <a:ext uri="{FF2B5EF4-FFF2-40B4-BE49-F238E27FC236}">
                    <a16:creationId xmlns:a16="http://schemas.microsoft.com/office/drawing/2014/main" id="{70322739-01C9-4E89-8D0E-EC8B8C1B20DA}"/>
                  </a:ext>
                </a:extLst>
              </p:cNvPr>
              <p:cNvSpPr/>
              <p:nvPr/>
            </p:nvSpPr>
            <p:spPr>
              <a:xfrm rot="3562566" flipV="1">
                <a:off x="6093883" y="1879922"/>
                <a:ext cx="1022010" cy="614652"/>
              </a:xfrm>
              <a:prstGeom prst="flowChartDecision">
                <a:avLst/>
              </a:prstGeom>
              <a:solidFill>
                <a:srgbClr val="AE2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1" name="TextBox 78">
                <a:extLst>
                  <a:ext uri="{FF2B5EF4-FFF2-40B4-BE49-F238E27FC236}">
                    <a16:creationId xmlns:a16="http://schemas.microsoft.com/office/drawing/2014/main" id="{38AC5945-E277-460B-9FB3-598688268D50}"/>
                  </a:ext>
                </a:extLst>
              </p:cNvPr>
              <p:cNvSpPr txBox="1"/>
              <p:nvPr/>
            </p:nvSpPr>
            <p:spPr>
              <a:xfrm>
                <a:off x="6667139" y="1645225"/>
                <a:ext cx="384703" cy="215444"/>
              </a:xfrm>
              <a:prstGeom prst="rect">
                <a:avLst/>
              </a:prstGeom>
              <a:noFill/>
            </p:spPr>
            <p:txBody>
              <a:bodyPr wrap="square" lIns="0" tIns="0" rIns="0" bIns="0" rtlCol="0">
                <a:spAutoFit/>
              </a:bodyPr>
              <a:lstStyle/>
              <a:p>
                <a:pPr algn="ctr"/>
                <a:r>
                  <a:rPr lang="en-US" sz="700" b="1">
                    <a:solidFill>
                      <a:schemeClr val="bg1"/>
                    </a:solidFill>
                    <a:latin typeface="Arial Narrow" panose="020B0606020202030204" pitchFamily="34" charset="0"/>
                  </a:rPr>
                  <a:t>Design &amp; Transition</a:t>
                </a:r>
              </a:p>
            </p:txBody>
          </p:sp>
          <p:sp>
            <p:nvSpPr>
              <p:cNvPr id="82" name="TextBox 78">
                <a:extLst>
                  <a:ext uri="{FF2B5EF4-FFF2-40B4-BE49-F238E27FC236}">
                    <a16:creationId xmlns:a16="http://schemas.microsoft.com/office/drawing/2014/main" id="{73A9B282-F604-4CAC-A68C-5B8081F3CF9C}"/>
                  </a:ext>
                </a:extLst>
              </p:cNvPr>
              <p:cNvSpPr txBox="1"/>
              <p:nvPr/>
            </p:nvSpPr>
            <p:spPr>
              <a:xfrm>
                <a:off x="6925976" y="2074821"/>
                <a:ext cx="384703" cy="215444"/>
              </a:xfrm>
              <a:prstGeom prst="rect">
                <a:avLst/>
              </a:prstGeom>
              <a:noFill/>
            </p:spPr>
            <p:txBody>
              <a:bodyPr wrap="square" lIns="0" tIns="0" rIns="0" bIns="0" rtlCol="0">
                <a:spAutoFit/>
              </a:bodyPr>
              <a:lstStyle/>
              <a:p>
                <a:pPr algn="ctr"/>
                <a:r>
                  <a:rPr lang="en-US" sz="700" b="1">
                    <a:solidFill>
                      <a:schemeClr val="bg1"/>
                    </a:solidFill>
                    <a:latin typeface="Arial Narrow" panose="020B0606020202030204" pitchFamily="34" charset="0"/>
                  </a:rPr>
                  <a:t>Deliver &amp; Support</a:t>
                </a:r>
              </a:p>
            </p:txBody>
          </p:sp>
          <p:sp>
            <p:nvSpPr>
              <p:cNvPr id="83" name="TextBox 78">
                <a:extLst>
                  <a:ext uri="{FF2B5EF4-FFF2-40B4-BE49-F238E27FC236}">
                    <a16:creationId xmlns:a16="http://schemas.microsoft.com/office/drawing/2014/main" id="{DB24B642-26A0-4BF8-84C4-83751668A2A4}"/>
                  </a:ext>
                </a:extLst>
              </p:cNvPr>
              <p:cNvSpPr txBox="1"/>
              <p:nvPr/>
            </p:nvSpPr>
            <p:spPr>
              <a:xfrm>
                <a:off x="6370776" y="2074821"/>
                <a:ext cx="449811" cy="107722"/>
              </a:xfrm>
              <a:prstGeom prst="rect">
                <a:avLst/>
              </a:prstGeom>
              <a:noFill/>
            </p:spPr>
            <p:txBody>
              <a:bodyPr wrap="square" lIns="0" tIns="0" rIns="0" bIns="0" rtlCol="0">
                <a:spAutoFit/>
              </a:bodyPr>
              <a:lstStyle/>
              <a:p>
                <a:pPr algn="ctr"/>
                <a:r>
                  <a:rPr lang="en-US" sz="700" b="1">
                    <a:solidFill>
                      <a:schemeClr val="bg1"/>
                    </a:solidFill>
                    <a:latin typeface="Arial Narrow" panose="020B0606020202030204" pitchFamily="34" charset="0"/>
                  </a:rPr>
                  <a:t>Obtain/build</a:t>
                </a:r>
              </a:p>
            </p:txBody>
          </p:sp>
        </p:grpSp>
        <p:grpSp>
          <p:nvGrpSpPr>
            <p:cNvPr id="71" name="Group 70">
              <a:extLst>
                <a:ext uri="{FF2B5EF4-FFF2-40B4-BE49-F238E27FC236}">
                  <a16:creationId xmlns:a16="http://schemas.microsoft.com/office/drawing/2014/main" id="{A3783E02-02F8-4F32-A173-6ADC2132B465}"/>
                </a:ext>
              </a:extLst>
            </p:cNvPr>
            <p:cNvGrpSpPr/>
            <p:nvPr/>
          </p:nvGrpSpPr>
          <p:grpSpPr>
            <a:xfrm>
              <a:off x="7493461" y="1832970"/>
              <a:ext cx="430513" cy="481352"/>
              <a:chOff x="7493461" y="1832970"/>
              <a:chExt cx="430513" cy="481352"/>
            </a:xfrm>
          </p:grpSpPr>
          <p:sp>
            <p:nvSpPr>
              <p:cNvPr id="72" name="Flowchart: Decision 87">
                <a:extLst>
                  <a:ext uri="{FF2B5EF4-FFF2-40B4-BE49-F238E27FC236}">
                    <a16:creationId xmlns:a16="http://schemas.microsoft.com/office/drawing/2014/main" id="{2920A465-48BE-488A-9126-D4F771BDA398}"/>
                  </a:ext>
                </a:extLst>
              </p:cNvPr>
              <p:cNvSpPr/>
              <p:nvPr/>
            </p:nvSpPr>
            <p:spPr>
              <a:xfrm>
                <a:off x="7503856" y="1832970"/>
                <a:ext cx="403200" cy="223513"/>
              </a:xfrm>
              <a:prstGeom prst="flowChartDecision">
                <a:avLst/>
              </a:prstGeom>
              <a:solidFill>
                <a:srgbClr val="134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4" name="Flowchart: Decision 88">
                <a:extLst>
                  <a:ext uri="{FF2B5EF4-FFF2-40B4-BE49-F238E27FC236}">
                    <a16:creationId xmlns:a16="http://schemas.microsoft.com/office/drawing/2014/main" id="{8ED3E0E5-20C5-4EAA-A05C-A0358D6001D3}"/>
                  </a:ext>
                </a:extLst>
              </p:cNvPr>
              <p:cNvSpPr/>
              <p:nvPr/>
            </p:nvSpPr>
            <p:spPr>
              <a:xfrm rot="3541374">
                <a:off x="7408437" y="1999061"/>
                <a:ext cx="400285" cy="230238"/>
              </a:xfrm>
              <a:prstGeom prst="flowChartDecision">
                <a:avLst/>
              </a:prstGeom>
              <a:solidFill>
                <a:srgbClr val="185E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5" name="Flowchart: Decision 117">
                <a:extLst>
                  <a:ext uri="{FF2B5EF4-FFF2-40B4-BE49-F238E27FC236}">
                    <a16:creationId xmlns:a16="http://schemas.microsoft.com/office/drawing/2014/main" id="{80E4ED89-067B-4054-9907-0CA04C9C7DDE}"/>
                  </a:ext>
                </a:extLst>
              </p:cNvPr>
              <p:cNvSpPr/>
              <p:nvPr/>
            </p:nvSpPr>
            <p:spPr>
              <a:xfrm rot="17986108">
                <a:off x="7610870" y="1998689"/>
                <a:ext cx="393069" cy="233138"/>
              </a:xfrm>
              <a:prstGeom prst="flowChartDecision">
                <a:avLst/>
              </a:prstGeom>
              <a:solidFill>
                <a:srgbClr val="185E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6" name="TextBox 76">
                <a:extLst>
                  <a:ext uri="{FF2B5EF4-FFF2-40B4-BE49-F238E27FC236}">
                    <a16:creationId xmlns:a16="http://schemas.microsoft.com/office/drawing/2014/main" id="{7A256244-AE2C-47D3-9E6E-818A37A1A0CF}"/>
                  </a:ext>
                </a:extLst>
              </p:cNvPr>
              <p:cNvSpPr txBox="1"/>
              <p:nvPr/>
            </p:nvSpPr>
            <p:spPr>
              <a:xfrm>
                <a:off x="7520437" y="1977376"/>
                <a:ext cx="384703" cy="164655"/>
              </a:xfrm>
              <a:prstGeom prst="rect">
                <a:avLst/>
              </a:prstGeom>
              <a:noFill/>
            </p:spPr>
            <p:txBody>
              <a:bodyPr wrap="square" lIns="0" tIns="0" rIns="0" bIns="0" rtlCol="0">
                <a:spAutoFit/>
              </a:bodyPr>
              <a:lstStyle/>
              <a:p>
                <a:pPr algn="ctr"/>
                <a:r>
                  <a:rPr lang="en-US" sz="700" b="1">
                    <a:solidFill>
                      <a:schemeClr val="bg1"/>
                    </a:solidFill>
                    <a:latin typeface="Arial Narrow" panose="020B0606020202030204" pitchFamily="34" charset="0"/>
                  </a:rPr>
                  <a:t>Product &amp; Services</a:t>
                </a:r>
              </a:p>
            </p:txBody>
          </p:sp>
        </p:grpSp>
      </p:grpSp>
      <p:sp>
        <p:nvSpPr>
          <p:cNvPr id="57" name="Hexagon 56">
            <a:extLst>
              <a:ext uri="{FF2B5EF4-FFF2-40B4-BE49-F238E27FC236}">
                <a16:creationId xmlns:a16="http://schemas.microsoft.com/office/drawing/2014/main" id="{7C57051F-F876-4FA0-9300-F3C095466703}"/>
              </a:ext>
            </a:extLst>
          </p:cNvPr>
          <p:cNvSpPr/>
          <p:nvPr/>
        </p:nvSpPr>
        <p:spPr>
          <a:xfrm rot="16200000">
            <a:off x="1809091" y="969081"/>
            <a:ext cx="885508" cy="1682466"/>
          </a:xfrm>
          <a:prstGeom prst="hexagon">
            <a:avLst/>
          </a:prstGeom>
          <a:solidFill>
            <a:srgbClr val="B2227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600">
              <a:solidFill>
                <a:schemeClr val="bg1"/>
              </a:solidFill>
              <a:latin typeface="Arial Narrow" panose="020B0606020202030204" pitchFamily="34" charset="0"/>
            </a:endParaRPr>
          </a:p>
        </p:txBody>
      </p:sp>
      <p:sp>
        <p:nvSpPr>
          <p:cNvPr id="58" name="TextBox 57">
            <a:extLst>
              <a:ext uri="{FF2B5EF4-FFF2-40B4-BE49-F238E27FC236}">
                <a16:creationId xmlns:a16="http://schemas.microsoft.com/office/drawing/2014/main" id="{86B84C40-052D-4C1F-93A2-38DAD4FC4D32}"/>
              </a:ext>
            </a:extLst>
          </p:cNvPr>
          <p:cNvSpPr txBox="1"/>
          <p:nvPr/>
        </p:nvSpPr>
        <p:spPr>
          <a:xfrm>
            <a:off x="1650871" y="1754936"/>
            <a:ext cx="1198397" cy="92333"/>
          </a:xfrm>
          <a:prstGeom prst="rect">
            <a:avLst/>
          </a:prstGeom>
          <a:noFill/>
        </p:spPr>
        <p:txBody>
          <a:bodyPr wrap="square" lIns="0" tIns="0" rIns="0" bIns="0" rtlCol="0">
            <a:spAutoFit/>
          </a:bodyPr>
          <a:lstStyle/>
          <a:p>
            <a:pPr algn="ctr"/>
            <a:r>
              <a:rPr lang="en-US" sz="600" b="1">
                <a:solidFill>
                  <a:schemeClr val="bg1"/>
                </a:solidFill>
                <a:latin typeface="Arial Narrow" panose="020B0606020202030204" pitchFamily="34" charset="0"/>
              </a:rPr>
              <a:t>Service Value Chain</a:t>
            </a:r>
          </a:p>
        </p:txBody>
      </p:sp>
      <p:sp>
        <p:nvSpPr>
          <p:cNvPr id="24" name="TextBox 23">
            <a:extLst>
              <a:ext uri="{FF2B5EF4-FFF2-40B4-BE49-F238E27FC236}">
                <a16:creationId xmlns:a16="http://schemas.microsoft.com/office/drawing/2014/main" id="{A79FB978-9212-47D2-8C71-2291EC2664B8}"/>
              </a:ext>
            </a:extLst>
          </p:cNvPr>
          <p:cNvSpPr txBox="1"/>
          <p:nvPr/>
        </p:nvSpPr>
        <p:spPr>
          <a:xfrm>
            <a:off x="465547" y="3141675"/>
            <a:ext cx="3960000" cy="1184940"/>
          </a:xfrm>
          <a:prstGeom prst="rect">
            <a:avLst/>
          </a:prstGeom>
          <a:noFill/>
          <a:ln>
            <a:noFill/>
          </a:ln>
        </p:spPr>
        <p:txBody>
          <a:bodyPr wrap="square" rtlCol="0">
            <a:spAutoFit/>
          </a:bodyPr>
          <a:lstStyle/>
          <a:p>
            <a:pPr marL="171450" indent="-171450">
              <a:spcAft>
                <a:spcPts val="600"/>
              </a:spcAft>
              <a:buClr>
                <a:schemeClr val="accent2"/>
              </a:buClr>
              <a:buFont typeface="Wingdings" panose="05000000000000000000" pitchFamily="2" charset="2"/>
              <a:buChar char="§"/>
            </a:pPr>
            <a:r>
              <a:rPr lang="en-US" sz="1100">
                <a:solidFill>
                  <a:schemeClr val="accent1"/>
                </a:solidFill>
                <a:latin typeface="Arial Narrow" panose="020B0606020202030204" pitchFamily="34" charset="0"/>
              </a:rPr>
              <a:t>The </a:t>
            </a:r>
            <a:r>
              <a:rPr lang="en-US" sz="1100" b="1">
                <a:solidFill>
                  <a:schemeClr val="accent1"/>
                </a:solidFill>
                <a:latin typeface="Arial Narrow" panose="020B0606020202030204" pitchFamily="34" charset="0"/>
              </a:rPr>
              <a:t>SVS</a:t>
            </a:r>
            <a:r>
              <a:rPr lang="en-US" sz="1100">
                <a:solidFill>
                  <a:schemeClr val="accent1"/>
                </a:solidFill>
                <a:latin typeface="Arial Narrow" panose="020B0606020202030204" pitchFamily="34" charset="0"/>
              </a:rPr>
              <a:t> illustrates how the </a:t>
            </a:r>
            <a:r>
              <a:rPr lang="en-US" sz="1100" b="1">
                <a:solidFill>
                  <a:schemeClr val="accent1"/>
                </a:solidFill>
                <a:latin typeface="Arial Narrow" panose="020B0606020202030204" pitchFamily="34" charset="0"/>
              </a:rPr>
              <a:t>components</a:t>
            </a:r>
            <a:r>
              <a:rPr lang="en-US" sz="1100">
                <a:solidFill>
                  <a:schemeClr val="accent1"/>
                </a:solidFill>
                <a:latin typeface="Arial Narrow" panose="020B0606020202030204" pitchFamily="34" charset="0"/>
              </a:rPr>
              <a:t> and </a:t>
            </a:r>
            <a:r>
              <a:rPr lang="en-US" sz="1100" b="1">
                <a:solidFill>
                  <a:schemeClr val="accent1"/>
                </a:solidFill>
                <a:latin typeface="Arial Narrow" panose="020B0606020202030204" pitchFamily="34" charset="0"/>
              </a:rPr>
              <a:t>activities</a:t>
            </a:r>
            <a:r>
              <a:rPr lang="en-US" sz="1100">
                <a:solidFill>
                  <a:schemeClr val="accent1"/>
                </a:solidFill>
                <a:latin typeface="Arial Narrow" panose="020B0606020202030204" pitchFamily="34" charset="0"/>
              </a:rPr>
              <a:t> of an organization </a:t>
            </a:r>
            <a:r>
              <a:rPr lang="en-US" sz="1100" b="1">
                <a:solidFill>
                  <a:schemeClr val="accent1"/>
                </a:solidFill>
                <a:latin typeface="Arial Narrow" panose="020B0606020202030204" pitchFamily="34" charset="0"/>
              </a:rPr>
              <a:t>operate together </a:t>
            </a:r>
            <a:r>
              <a:rPr lang="en-US" sz="1100">
                <a:solidFill>
                  <a:schemeClr val="accent1"/>
                </a:solidFill>
                <a:latin typeface="Arial Narrow" panose="020B0606020202030204" pitchFamily="34" charset="0"/>
              </a:rPr>
              <a:t>as a system to foster </a:t>
            </a:r>
            <a:r>
              <a:rPr lang="en-US" sz="1100" b="1">
                <a:solidFill>
                  <a:schemeClr val="accent1"/>
                </a:solidFill>
                <a:latin typeface="Arial Narrow" panose="020B0606020202030204" pitchFamily="34" charset="0"/>
              </a:rPr>
              <a:t>value co-creation</a:t>
            </a:r>
          </a:p>
          <a:p>
            <a:pPr marL="171450" indent="-171450">
              <a:spcAft>
                <a:spcPts val="600"/>
              </a:spcAft>
              <a:buClr>
                <a:schemeClr val="accent2"/>
              </a:buClr>
              <a:buFont typeface="Wingdings" panose="05000000000000000000" pitchFamily="2" charset="2"/>
              <a:buChar char="§"/>
            </a:pPr>
            <a:r>
              <a:rPr lang="en-US" sz="1100">
                <a:solidFill>
                  <a:schemeClr val="accent1"/>
                </a:solidFill>
                <a:latin typeface="Arial Narrow" panose="020B0606020202030204" pitchFamily="34" charset="0"/>
              </a:rPr>
              <a:t>The </a:t>
            </a:r>
            <a:r>
              <a:rPr lang="en-US" sz="1100" b="1">
                <a:solidFill>
                  <a:schemeClr val="accent1"/>
                </a:solidFill>
                <a:latin typeface="Arial Narrow" panose="020B0606020202030204" pitchFamily="34" charset="0"/>
              </a:rPr>
              <a:t>SVS</a:t>
            </a:r>
            <a:r>
              <a:rPr lang="en-US" sz="1100">
                <a:solidFill>
                  <a:schemeClr val="accent1"/>
                </a:solidFill>
                <a:latin typeface="Arial Narrow" panose="020B0606020202030204" pitchFamily="34" charset="0"/>
              </a:rPr>
              <a:t> provides a </a:t>
            </a:r>
            <a:r>
              <a:rPr lang="en-US" sz="1100" b="1">
                <a:solidFill>
                  <a:schemeClr val="accent1"/>
                </a:solidFill>
                <a:latin typeface="Arial Narrow" panose="020B0606020202030204" pitchFamily="34" charset="0"/>
              </a:rPr>
              <a:t>framework</a:t>
            </a:r>
            <a:r>
              <a:rPr lang="en-US" sz="1100">
                <a:solidFill>
                  <a:schemeClr val="accent1"/>
                </a:solidFill>
                <a:latin typeface="Arial Narrow" panose="020B0606020202030204" pitchFamily="34" charset="0"/>
              </a:rPr>
              <a:t> for IT Service Management, covering everything from </a:t>
            </a:r>
            <a:r>
              <a:rPr lang="en-US" sz="1100" b="1">
                <a:solidFill>
                  <a:schemeClr val="accent1"/>
                </a:solidFill>
                <a:latin typeface="Arial Narrow" panose="020B0606020202030204" pitchFamily="34" charset="0"/>
              </a:rPr>
              <a:t>basic principles </a:t>
            </a:r>
            <a:r>
              <a:rPr lang="en-US" sz="1100">
                <a:solidFill>
                  <a:schemeClr val="accent1"/>
                </a:solidFill>
                <a:latin typeface="Arial Narrow" panose="020B0606020202030204" pitchFamily="34" charset="0"/>
              </a:rPr>
              <a:t>through defining appropriate </a:t>
            </a:r>
            <a:r>
              <a:rPr lang="en-US" sz="1100" b="1">
                <a:solidFill>
                  <a:schemeClr val="accent1"/>
                </a:solidFill>
                <a:latin typeface="Arial Narrow" panose="020B0606020202030204" pitchFamily="34" charset="0"/>
              </a:rPr>
              <a:t>practices</a:t>
            </a:r>
            <a:r>
              <a:rPr lang="en-US" sz="1100">
                <a:solidFill>
                  <a:schemeClr val="accent1"/>
                </a:solidFill>
                <a:latin typeface="Arial Narrow" panose="020B0606020202030204" pitchFamily="34" charset="0"/>
              </a:rPr>
              <a:t> and </a:t>
            </a:r>
            <a:r>
              <a:rPr lang="en-US" sz="1100" b="1">
                <a:solidFill>
                  <a:schemeClr val="accent1"/>
                </a:solidFill>
                <a:latin typeface="Arial Narrow" panose="020B0606020202030204" pitchFamily="34" charset="0"/>
              </a:rPr>
              <a:t>controls</a:t>
            </a:r>
          </a:p>
        </p:txBody>
      </p:sp>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a:noFill/>
          <a:effectLst/>
        </p:spPr>
        <p:txBody>
          <a:bodyPr/>
          <a:lstStyle/>
          <a:p>
            <a:r>
              <a:rPr lang="en-US">
                <a:latin typeface="Arial Narrow" panose="020B0606020202030204" pitchFamily="34" charset="0"/>
              </a:rPr>
              <a:t>The ITIL 4 Service Value System | </a:t>
            </a:r>
            <a:r>
              <a:rPr lang="en-US">
                <a:solidFill>
                  <a:schemeClr val="accent3"/>
                </a:solidFill>
                <a:latin typeface="Arial Narrow" panose="020B0606020202030204" pitchFamily="34" charset="0"/>
              </a:rPr>
              <a:t>Service Value Chain</a:t>
            </a:r>
            <a:endParaRPr lang="en-GB">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a:effectLst/>
        </p:spPr>
        <p:txBody>
          <a:bodyPr/>
          <a:lstStyle/>
          <a:p>
            <a:r>
              <a:rPr lang="en-GB">
                <a:latin typeface="Arial Narrow" panose="020B0606020202030204" pitchFamily="34" charset="0"/>
              </a:rPr>
              <a:t>The Service Value Chain represents a set of activities at the core of the SVS that need to be executed for delivering value to a service consumer</a:t>
            </a:r>
          </a:p>
        </p:txBody>
      </p:sp>
      <p:sp>
        <p:nvSpPr>
          <p:cNvPr id="146" name="TextBox 145">
            <a:extLst>
              <a:ext uri="{FF2B5EF4-FFF2-40B4-BE49-F238E27FC236}">
                <a16:creationId xmlns:a16="http://schemas.microsoft.com/office/drawing/2014/main" id="{630D9A64-1011-4E3A-806F-39768952DB15}"/>
              </a:ext>
            </a:extLst>
          </p:cNvPr>
          <p:cNvSpPr txBox="1"/>
          <p:nvPr/>
        </p:nvSpPr>
        <p:spPr>
          <a:xfrm>
            <a:off x="4620350" y="2981540"/>
            <a:ext cx="3030726" cy="314253"/>
          </a:xfrm>
          <a:prstGeom prst="rect">
            <a:avLst/>
          </a:prstGeom>
          <a:noFill/>
          <a:ln>
            <a:noFill/>
          </a:ln>
        </p:spPr>
        <p:txBody>
          <a:bodyPr wrap="square" rtlCol="0">
            <a:spAutoFit/>
          </a:bodyPr>
          <a:lstStyle/>
          <a:p>
            <a:pPr marL="171450" indent="-171450">
              <a:lnSpc>
                <a:spcPct val="150000"/>
              </a:lnSpc>
              <a:buClr>
                <a:schemeClr val="accent2"/>
              </a:buClr>
              <a:buFont typeface="Wingdings" panose="05000000000000000000" pitchFamily="2" charset="2"/>
              <a:buChar char="§"/>
            </a:pPr>
            <a:endParaRPr lang="en-US" sz="1100">
              <a:solidFill>
                <a:schemeClr val="accent1"/>
              </a:solidFill>
              <a:latin typeface="Arial Narrow" panose="020B0606020202030204" pitchFamily="34" charset="0"/>
            </a:endParaRPr>
          </a:p>
        </p:txBody>
      </p:sp>
      <p:cxnSp>
        <p:nvCxnSpPr>
          <p:cNvPr id="78" name="Straight Connector 77">
            <a:extLst>
              <a:ext uri="{FF2B5EF4-FFF2-40B4-BE49-F238E27FC236}">
                <a16:creationId xmlns:a16="http://schemas.microsoft.com/office/drawing/2014/main" id="{A54EC905-24F2-4C5C-B3AA-2F2281AB5A12}"/>
              </a:ext>
            </a:extLst>
          </p:cNvPr>
          <p:cNvCxnSpPr>
            <a:cxnSpLocks/>
            <a:endCxn id="60" idx="0"/>
          </p:cNvCxnSpPr>
          <p:nvPr/>
        </p:nvCxnSpPr>
        <p:spPr>
          <a:xfrm flipV="1">
            <a:off x="2240280" y="837955"/>
            <a:ext cx="4615082" cy="518405"/>
          </a:xfrm>
          <a:prstGeom prst="line">
            <a:avLst/>
          </a:prstGeom>
          <a:ln w="19050">
            <a:solidFill>
              <a:schemeClr val="accent2"/>
            </a:solidFill>
            <a:prstDash val="sysDot"/>
          </a:ln>
          <a:effectLst/>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EBD3B7D8-43FE-4F0A-829E-AB729471CDA0}"/>
              </a:ext>
            </a:extLst>
          </p:cNvPr>
          <p:cNvCxnSpPr>
            <a:cxnSpLocks/>
            <a:endCxn id="60" idx="3"/>
          </p:cNvCxnSpPr>
          <p:nvPr/>
        </p:nvCxnSpPr>
        <p:spPr>
          <a:xfrm>
            <a:off x="2240280" y="2255520"/>
            <a:ext cx="4615082" cy="530036"/>
          </a:xfrm>
          <a:prstGeom prst="line">
            <a:avLst/>
          </a:prstGeom>
          <a:ln w="19050">
            <a:solidFill>
              <a:schemeClr val="accent2"/>
            </a:solidFill>
            <a:prstDash val="sysDot"/>
          </a:ln>
          <a:effectLst/>
        </p:spPr>
        <p:style>
          <a:lnRef idx="2">
            <a:schemeClr val="accent1"/>
          </a:lnRef>
          <a:fillRef idx="0">
            <a:schemeClr val="accent1"/>
          </a:fillRef>
          <a:effectRef idx="1">
            <a:schemeClr val="accent1"/>
          </a:effectRef>
          <a:fontRef idx="minor">
            <a:schemeClr val="tx1"/>
          </a:fontRef>
        </p:style>
      </p:cxnSp>
      <p:cxnSp>
        <p:nvCxnSpPr>
          <p:cNvPr id="20" name="Straight Connector 12">
            <a:extLst>
              <a:ext uri="{FF2B5EF4-FFF2-40B4-BE49-F238E27FC236}">
                <a16:creationId xmlns:a16="http://schemas.microsoft.com/office/drawing/2014/main" id="{8B3EBE2F-4B64-45E0-B872-6E075F6996F5}"/>
              </a:ext>
            </a:extLst>
          </p:cNvPr>
          <p:cNvCxnSpPr>
            <a:cxnSpLocks/>
          </p:cNvCxnSpPr>
          <p:nvPr/>
        </p:nvCxnSpPr>
        <p:spPr>
          <a:xfrm>
            <a:off x="187129" y="2996039"/>
            <a:ext cx="411817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C8924C50-BE01-4EA5-A6C1-A4FA1D24A017}"/>
              </a:ext>
            </a:extLst>
          </p:cNvPr>
          <p:cNvSpPr txBox="1"/>
          <p:nvPr/>
        </p:nvSpPr>
        <p:spPr>
          <a:xfrm>
            <a:off x="5078453" y="3141676"/>
            <a:ext cx="3600000" cy="1600438"/>
          </a:xfrm>
          <a:prstGeom prst="rect">
            <a:avLst/>
          </a:prstGeom>
          <a:noFill/>
        </p:spPr>
        <p:txBody>
          <a:bodyPr wrap="square">
            <a:spAutoFit/>
          </a:bodyPr>
          <a:lstStyle/>
          <a:p>
            <a:pPr marL="171450" indent="-171450" defTabSz="914400">
              <a:spcAft>
                <a:spcPts val="600"/>
              </a:spcAft>
              <a:buClr>
                <a:srgbClr val="DA291C"/>
              </a:buClr>
              <a:buFont typeface="Wingdings" panose="05000000000000000000" pitchFamily="2" charset="2"/>
              <a:buChar char="§"/>
              <a:defRPr/>
            </a:pPr>
            <a:r>
              <a:rPr lang="en-US" sz="1100">
                <a:solidFill>
                  <a:schemeClr val="accent1"/>
                </a:solidFill>
                <a:latin typeface="Arial Narrow" panose="020B0606020202030204" pitchFamily="34" charset="0"/>
              </a:rPr>
              <a:t>The </a:t>
            </a:r>
            <a:r>
              <a:rPr lang="en-US" sz="1100" b="1">
                <a:solidFill>
                  <a:schemeClr val="accent1"/>
                </a:solidFill>
                <a:latin typeface="Arial Narrow" panose="020B0606020202030204" pitchFamily="34" charset="0"/>
              </a:rPr>
              <a:t>SVC</a:t>
            </a:r>
            <a:r>
              <a:rPr lang="en-US" sz="1100">
                <a:solidFill>
                  <a:schemeClr val="accent1"/>
                </a:solidFill>
                <a:latin typeface="Arial Narrow" panose="020B0606020202030204" pitchFamily="34" charset="0"/>
              </a:rPr>
              <a:t> is an </a:t>
            </a:r>
            <a:r>
              <a:rPr lang="en-US" sz="1100" b="1">
                <a:solidFill>
                  <a:schemeClr val="accent1"/>
                </a:solidFill>
                <a:latin typeface="Arial Narrow" panose="020B0606020202030204" pitchFamily="34" charset="0"/>
              </a:rPr>
              <a:t>operating model </a:t>
            </a:r>
            <a:r>
              <a:rPr lang="en-US" sz="1100">
                <a:solidFill>
                  <a:schemeClr val="accent1"/>
                </a:solidFill>
                <a:latin typeface="Arial Narrow" panose="020B0606020202030204" pitchFamily="34" charset="0"/>
              </a:rPr>
              <a:t>that outlines the </a:t>
            </a:r>
            <a:r>
              <a:rPr lang="en-US" sz="1100" b="1">
                <a:solidFill>
                  <a:schemeClr val="accent1"/>
                </a:solidFill>
                <a:latin typeface="Arial Narrow" panose="020B0606020202030204" pitchFamily="34" charset="0"/>
              </a:rPr>
              <a:t>key activities </a:t>
            </a:r>
            <a:r>
              <a:rPr lang="en-US" sz="1100">
                <a:solidFill>
                  <a:schemeClr val="accent1"/>
                </a:solidFill>
                <a:latin typeface="Arial Narrow" panose="020B0606020202030204" pitchFamily="34" charset="0"/>
              </a:rPr>
              <a:t>needed for responding to the demand and facilitate </a:t>
            </a:r>
            <a:r>
              <a:rPr lang="en-US" sz="1100" b="1">
                <a:solidFill>
                  <a:schemeClr val="accent1"/>
                </a:solidFill>
                <a:latin typeface="Arial Narrow" panose="020B0606020202030204" pitchFamily="34" charset="0"/>
              </a:rPr>
              <a:t>value realization</a:t>
            </a:r>
          </a:p>
          <a:p>
            <a:pPr marL="171450" indent="-171450" defTabSz="914400">
              <a:spcAft>
                <a:spcPts val="600"/>
              </a:spcAft>
              <a:buClr>
                <a:srgbClr val="DA291C"/>
              </a:buClr>
              <a:buFont typeface="Wingdings" panose="05000000000000000000" pitchFamily="2" charset="2"/>
              <a:buChar char="§"/>
              <a:defRPr/>
            </a:pPr>
            <a:r>
              <a:rPr lang="en-US" sz="1100">
                <a:solidFill>
                  <a:schemeClr val="accent1"/>
                </a:solidFill>
                <a:latin typeface="Arial Narrow" panose="020B0606020202030204" pitchFamily="34" charset="0"/>
              </a:rPr>
              <a:t>The </a:t>
            </a:r>
            <a:r>
              <a:rPr lang="en-US" sz="1100" b="1">
                <a:solidFill>
                  <a:schemeClr val="accent1"/>
                </a:solidFill>
                <a:latin typeface="Arial Narrow" panose="020B0606020202030204" pitchFamily="34" charset="0"/>
              </a:rPr>
              <a:t>SVC</a:t>
            </a:r>
            <a:r>
              <a:rPr lang="en-US" sz="1100">
                <a:solidFill>
                  <a:schemeClr val="accent1"/>
                </a:solidFill>
                <a:latin typeface="Arial Narrow" panose="020B0606020202030204" pitchFamily="34" charset="0"/>
              </a:rPr>
              <a:t> is at the core of the SVS and describes a structure for providing </a:t>
            </a:r>
            <a:r>
              <a:rPr lang="en-US" sz="1100" b="1">
                <a:solidFill>
                  <a:schemeClr val="accent1"/>
                </a:solidFill>
                <a:latin typeface="Arial Narrow" panose="020B0606020202030204" pitchFamily="34" charset="0"/>
              </a:rPr>
              <a:t>products</a:t>
            </a:r>
            <a:r>
              <a:rPr lang="en-US" sz="1100">
                <a:solidFill>
                  <a:schemeClr val="accent1"/>
                </a:solidFill>
                <a:latin typeface="Arial Narrow" panose="020B0606020202030204" pitchFamily="34" charset="0"/>
              </a:rPr>
              <a:t> and </a:t>
            </a:r>
            <a:r>
              <a:rPr lang="en-US" sz="1100" b="1">
                <a:solidFill>
                  <a:schemeClr val="accent1"/>
                </a:solidFill>
                <a:latin typeface="Arial Narrow" panose="020B0606020202030204" pitchFamily="34" charset="0"/>
              </a:rPr>
              <a:t>services</a:t>
            </a:r>
            <a:r>
              <a:rPr lang="en-US" sz="1100">
                <a:solidFill>
                  <a:schemeClr val="accent1"/>
                </a:solidFill>
                <a:latin typeface="Arial Narrow" panose="020B0606020202030204" pitchFamily="34" charset="0"/>
              </a:rPr>
              <a:t> that meet </a:t>
            </a:r>
            <a:r>
              <a:rPr lang="en-US" sz="1100" b="1">
                <a:solidFill>
                  <a:schemeClr val="accent1"/>
                </a:solidFill>
                <a:latin typeface="Arial Narrow" panose="020B0606020202030204" pitchFamily="34" charset="0"/>
              </a:rPr>
              <a:t>business needs</a:t>
            </a:r>
          </a:p>
          <a:p>
            <a:pPr marL="171450" indent="-171450" defTabSz="914400">
              <a:spcAft>
                <a:spcPts val="600"/>
              </a:spcAft>
              <a:buClr>
                <a:srgbClr val="DA291C"/>
              </a:buClr>
              <a:buFont typeface="Wingdings" panose="05000000000000000000" pitchFamily="2" charset="2"/>
              <a:buChar char="§"/>
              <a:defRPr/>
            </a:pPr>
            <a:r>
              <a:rPr lang="en-US" sz="1100">
                <a:solidFill>
                  <a:schemeClr val="accent1"/>
                </a:solidFill>
                <a:latin typeface="Arial Narrow" panose="020B0606020202030204" pitchFamily="34" charset="0"/>
              </a:rPr>
              <a:t>The </a:t>
            </a:r>
            <a:r>
              <a:rPr lang="en-US" sz="1100" b="1">
                <a:solidFill>
                  <a:schemeClr val="accent1"/>
                </a:solidFill>
                <a:latin typeface="Arial Narrow" panose="020B0606020202030204" pitchFamily="34" charset="0"/>
              </a:rPr>
              <a:t>SVC </a:t>
            </a:r>
            <a:r>
              <a:rPr lang="en-US" sz="1100">
                <a:solidFill>
                  <a:schemeClr val="accent1"/>
                </a:solidFill>
                <a:latin typeface="Arial Narrow" panose="020B0606020202030204" pitchFamily="34" charset="0"/>
              </a:rPr>
              <a:t>practices, differently from a lifecycle, are not </a:t>
            </a:r>
            <a:r>
              <a:rPr lang="en-US" sz="1100" b="1">
                <a:solidFill>
                  <a:schemeClr val="accent1"/>
                </a:solidFill>
                <a:latin typeface="Arial Narrow" panose="020B0606020202030204" pitchFamily="34" charset="0"/>
              </a:rPr>
              <a:t>classified</a:t>
            </a:r>
            <a:r>
              <a:rPr lang="en-US" sz="1100">
                <a:solidFill>
                  <a:schemeClr val="accent1"/>
                </a:solidFill>
                <a:latin typeface="Arial Narrow" panose="020B0606020202030204" pitchFamily="34" charset="0"/>
              </a:rPr>
              <a:t> considering the order in which they should be realized but they refers to the </a:t>
            </a:r>
            <a:r>
              <a:rPr lang="en-US" sz="1100" b="1">
                <a:solidFill>
                  <a:schemeClr val="accent1"/>
                </a:solidFill>
                <a:latin typeface="Arial Narrow" panose="020B0606020202030204" pitchFamily="34" charset="0"/>
              </a:rPr>
              <a:t>purposes</a:t>
            </a:r>
            <a:endParaRPr lang="en-GB" sz="1100" b="1" kern="0">
              <a:solidFill>
                <a:srgbClr val="0C2340"/>
              </a:solidFill>
              <a:latin typeface="Arial Narrow" panose="020B0606020202030204" pitchFamily="34" charset="0"/>
            </a:endParaRPr>
          </a:p>
        </p:txBody>
      </p:sp>
      <p:cxnSp>
        <p:nvCxnSpPr>
          <p:cNvPr id="18" name="Straight Connector 12">
            <a:extLst>
              <a:ext uri="{FF2B5EF4-FFF2-40B4-BE49-F238E27FC236}">
                <a16:creationId xmlns:a16="http://schemas.microsoft.com/office/drawing/2014/main" id="{1A12E797-7F30-4A48-A850-39110DA361CB}"/>
              </a:ext>
            </a:extLst>
          </p:cNvPr>
          <p:cNvCxnSpPr>
            <a:cxnSpLocks/>
          </p:cNvCxnSpPr>
          <p:nvPr/>
        </p:nvCxnSpPr>
        <p:spPr>
          <a:xfrm>
            <a:off x="187129" y="2996039"/>
            <a:ext cx="411817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TextBox 11">
            <a:extLst>
              <a:ext uri="{FF2B5EF4-FFF2-40B4-BE49-F238E27FC236}">
                <a16:creationId xmlns:a16="http://schemas.microsoft.com/office/drawing/2014/main" id="{9F136539-681E-4BC1-8F22-2ED6095B04A6}"/>
              </a:ext>
            </a:extLst>
          </p:cNvPr>
          <p:cNvSpPr txBox="1"/>
          <p:nvPr/>
        </p:nvSpPr>
        <p:spPr>
          <a:xfrm>
            <a:off x="1495905" y="2857540"/>
            <a:ext cx="1506637" cy="276999"/>
          </a:xfrm>
          <a:prstGeom prst="rect">
            <a:avLst/>
          </a:prstGeom>
          <a:solidFill>
            <a:schemeClr val="bg1"/>
          </a:solidFill>
        </p:spPr>
        <p:txBody>
          <a:bodyPr wrap="square" rtlCol="0">
            <a:spAutoFit/>
          </a:bodyPr>
          <a:lstStyle/>
          <a:p>
            <a:pPr algn="ctr" defTabSz="914400"/>
            <a:r>
              <a:rPr lang="en-GB" sz="1200" b="1">
                <a:solidFill>
                  <a:schemeClr val="accent2"/>
                </a:solidFill>
                <a:latin typeface="Arial Narrow" panose="020B0606020202030204" pitchFamily="34" charset="0"/>
              </a:rPr>
              <a:t>Service Value System</a:t>
            </a:r>
            <a:endParaRPr lang="en-GB" sz="1200">
              <a:solidFill>
                <a:schemeClr val="accent2"/>
              </a:solidFill>
              <a:latin typeface="Arial Narrow" panose="020B0606020202030204" pitchFamily="34" charset="0"/>
            </a:endParaRPr>
          </a:p>
        </p:txBody>
      </p:sp>
      <p:cxnSp>
        <p:nvCxnSpPr>
          <p:cNvPr id="23" name="Straight Connector 12">
            <a:extLst>
              <a:ext uri="{FF2B5EF4-FFF2-40B4-BE49-F238E27FC236}">
                <a16:creationId xmlns:a16="http://schemas.microsoft.com/office/drawing/2014/main" id="{42BE73B8-F1D4-4E75-8940-B220AF2CEB18}"/>
              </a:ext>
            </a:extLst>
          </p:cNvPr>
          <p:cNvCxnSpPr>
            <a:cxnSpLocks/>
          </p:cNvCxnSpPr>
          <p:nvPr/>
        </p:nvCxnSpPr>
        <p:spPr>
          <a:xfrm>
            <a:off x="4807655" y="2996039"/>
            <a:ext cx="411817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5" name="TextBox 11">
            <a:extLst>
              <a:ext uri="{FF2B5EF4-FFF2-40B4-BE49-F238E27FC236}">
                <a16:creationId xmlns:a16="http://schemas.microsoft.com/office/drawing/2014/main" id="{C3C833D5-7056-401C-A85B-E31D80001EA8}"/>
              </a:ext>
            </a:extLst>
          </p:cNvPr>
          <p:cNvSpPr txBox="1"/>
          <p:nvPr/>
        </p:nvSpPr>
        <p:spPr>
          <a:xfrm>
            <a:off x="6113422" y="2857540"/>
            <a:ext cx="1506637" cy="276999"/>
          </a:xfrm>
          <a:prstGeom prst="rect">
            <a:avLst/>
          </a:prstGeom>
          <a:solidFill>
            <a:schemeClr val="bg1"/>
          </a:solidFill>
        </p:spPr>
        <p:txBody>
          <a:bodyPr wrap="square" rtlCol="0">
            <a:spAutoFit/>
          </a:bodyPr>
          <a:lstStyle/>
          <a:p>
            <a:pPr algn="ctr" defTabSz="914400"/>
            <a:r>
              <a:rPr lang="en-GB" sz="1200" b="1">
                <a:solidFill>
                  <a:schemeClr val="accent2"/>
                </a:solidFill>
                <a:latin typeface="Arial Narrow" panose="020B0606020202030204" pitchFamily="34" charset="0"/>
              </a:rPr>
              <a:t>Service Value Chain</a:t>
            </a:r>
            <a:endParaRPr lang="en-GB" sz="1200">
              <a:solidFill>
                <a:schemeClr val="accent2"/>
              </a:solidFill>
              <a:latin typeface="Arial Narrow" panose="020B0606020202030204" pitchFamily="34" charset="0"/>
            </a:endParaRPr>
          </a:p>
        </p:txBody>
      </p:sp>
      <p:pic>
        <p:nvPicPr>
          <p:cNvPr id="22" name="Picture 21" descr="Icon&#10;&#10;Description automatically generated">
            <a:hlinkClick r:id="rId3" action="ppaction://hlinksldjump"/>
            <a:extLst>
              <a:ext uri="{FF2B5EF4-FFF2-40B4-BE49-F238E27FC236}">
                <a16:creationId xmlns:a16="http://schemas.microsoft.com/office/drawing/2014/main" id="{4D84E1B6-37AF-4D8B-B016-77CBA539E4A0}"/>
              </a:ext>
            </a:extLst>
          </p:cNvPr>
          <p:cNvPicPr>
            <a:picLocks noChangeAspect="1"/>
          </p:cNvPicPr>
          <p:nvPr/>
        </p:nvPicPr>
        <p:blipFill>
          <a:blip r:embed="rId4"/>
          <a:stretch>
            <a:fillRect/>
          </a:stretch>
        </p:blipFill>
        <p:spPr>
          <a:xfrm>
            <a:off x="6840936" y="4948365"/>
            <a:ext cx="144000" cy="144000"/>
          </a:xfrm>
          <a:prstGeom prst="rect">
            <a:avLst/>
          </a:prstGeom>
        </p:spPr>
      </p:pic>
      <p:sp>
        <p:nvSpPr>
          <p:cNvPr id="26" name="Rectangle 210">
            <a:extLst>
              <a:ext uri="{FF2B5EF4-FFF2-40B4-BE49-F238E27FC236}">
                <a16:creationId xmlns:a16="http://schemas.microsoft.com/office/drawing/2014/main" id="{7320642B-9564-4A29-B17E-3C8A5529690B}"/>
              </a:ext>
            </a:extLst>
          </p:cNvPr>
          <p:cNvSpPr/>
          <p:nvPr/>
        </p:nvSpPr>
        <p:spPr>
          <a:xfrm>
            <a:off x="6935276" y="4912643"/>
            <a:ext cx="1697379" cy="215444"/>
          </a:xfrm>
          <a:prstGeom prst="rect">
            <a:avLst/>
          </a:prstGeom>
        </p:spPr>
        <p:txBody>
          <a:bodyPr wrap="square">
            <a:spAutoFit/>
          </a:bodyPr>
          <a:lstStyle/>
          <a:p>
            <a:pPr marR="0" lvl="0" algn="l" defTabSz="914400" rtl="0" eaLnBrk="1" fontAlgn="auto" latinLnBrk="0" hangingPunct="1">
              <a:spcBef>
                <a:spcPts val="0"/>
              </a:spcBef>
              <a:buClr>
                <a:srgbClr val="DA291C"/>
              </a:buClr>
              <a:buSzTx/>
              <a:tabLst/>
              <a:defRPr/>
            </a:pPr>
            <a:r>
              <a:rPr lang="en-GB" sz="800" kern="0">
                <a:solidFill>
                  <a:srgbClr val="0C2340"/>
                </a:solidFill>
                <a:latin typeface="Arial Narrow" panose="020B0606020202030204" pitchFamily="34" charset="0"/>
              </a:rPr>
              <a:t>Link</a:t>
            </a:r>
            <a:r>
              <a:rPr kumimoji="0" lang="en-GB" sz="800" i="0" u="none" strike="noStrike" kern="0" cap="none" spc="0" normalizeH="0" baseline="0">
                <a:ln>
                  <a:noFill/>
                </a:ln>
                <a:solidFill>
                  <a:srgbClr val="0C2340"/>
                </a:solidFill>
                <a:effectLst/>
                <a:uLnTx/>
                <a:uFillTx/>
                <a:latin typeface="Arial Narrow" panose="020B0606020202030204" pitchFamily="34" charset="0"/>
              </a:rPr>
              <a:t> back to multiple-choice question</a:t>
            </a:r>
          </a:p>
        </p:txBody>
      </p:sp>
      <p:sp>
        <p:nvSpPr>
          <p:cNvPr id="9" name="Slide Number Placeholder 8">
            <a:extLst>
              <a:ext uri="{FF2B5EF4-FFF2-40B4-BE49-F238E27FC236}">
                <a16:creationId xmlns:a16="http://schemas.microsoft.com/office/drawing/2014/main" id="{DEFF0557-FB9B-4D63-AA34-7C4B0FCF22FC}"/>
              </a:ext>
            </a:extLst>
          </p:cNvPr>
          <p:cNvSpPr>
            <a:spLocks noGrp="1"/>
          </p:cNvSpPr>
          <p:nvPr>
            <p:ph type="sldNum" sz="quarter" idx="35"/>
          </p:nvPr>
        </p:nvSpPr>
        <p:spPr/>
        <p:txBody>
          <a:bodyPr/>
          <a:lstStyle/>
          <a:p>
            <a:fld id="{9C18EA95-C3D3-214C-9452-EF8527DBCD86}" type="slidenum">
              <a:rPr lang="it-IT" smtClean="0"/>
              <a:pPr/>
              <a:t>34</a:t>
            </a:fld>
            <a:endParaRPr lang="it-IT"/>
          </a:p>
        </p:txBody>
      </p:sp>
      <p:sp>
        <p:nvSpPr>
          <p:cNvPr id="91" name="Rectangle 210">
            <a:extLst>
              <a:ext uri="{FF2B5EF4-FFF2-40B4-BE49-F238E27FC236}">
                <a16:creationId xmlns:a16="http://schemas.microsoft.com/office/drawing/2014/main" id="{12867D8C-FDB3-44F6-A52E-9CBA1F454883}"/>
              </a:ext>
            </a:extLst>
          </p:cNvPr>
          <p:cNvSpPr/>
          <p:nvPr/>
        </p:nvSpPr>
        <p:spPr>
          <a:xfrm>
            <a:off x="4944310" y="4954731"/>
            <a:ext cx="1296000" cy="123111"/>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lIns="36000" tIns="0" rIns="36000" bIns="0">
            <a:noAutofit/>
          </a:bodyPr>
          <a:lstStyle/>
          <a:p>
            <a:pPr lvl="0" defTabSz="914400">
              <a:buClr>
                <a:srgbClr val="DA291C"/>
              </a:buClr>
              <a:defRPr/>
            </a:pPr>
            <a:r>
              <a:rPr lang="en-GB" sz="800" b="1" kern="0">
                <a:solidFill>
                  <a:srgbClr val="0C2340"/>
                </a:solidFill>
                <a:latin typeface="Arial Narrow" panose="020B0606020202030204" pitchFamily="34" charset="0"/>
              </a:rPr>
              <a:t>Source: </a:t>
            </a:r>
            <a:r>
              <a:rPr lang="en-GB" sz="800" kern="0">
                <a:solidFill>
                  <a:srgbClr val="0C2340"/>
                </a:solidFill>
                <a:latin typeface="Arial Narrow" panose="020B0606020202030204" pitchFamily="34" charset="0"/>
              </a:rPr>
              <a:t>AXELOS limited 2019</a:t>
            </a:r>
            <a:endParaRPr kumimoji="0" lang="en-GB" sz="800"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93" name="Rectangle 210">
            <a:extLst>
              <a:ext uri="{FF2B5EF4-FFF2-40B4-BE49-F238E27FC236}">
                <a16:creationId xmlns:a16="http://schemas.microsoft.com/office/drawing/2014/main" id="{75594506-60C1-4D6F-9333-6EFC155E182E}"/>
              </a:ext>
            </a:extLst>
          </p:cNvPr>
          <p:cNvSpPr/>
          <p:nvPr/>
        </p:nvSpPr>
        <p:spPr>
          <a:xfrm>
            <a:off x="640323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30217747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F928E588-ACD1-4A12-BEF1-E00F5CDB728C}"/>
              </a:ext>
            </a:extLst>
          </p:cNvPr>
          <p:cNvSpPr txBox="1"/>
          <p:nvPr/>
        </p:nvSpPr>
        <p:spPr>
          <a:xfrm>
            <a:off x="465547" y="3141676"/>
            <a:ext cx="3600000" cy="1092607"/>
          </a:xfrm>
          <a:prstGeom prst="rect">
            <a:avLst/>
          </a:prstGeom>
          <a:noFill/>
          <a:ln>
            <a:noFill/>
          </a:ln>
        </p:spPr>
        <p:txBody>
          <a:bodyPr wrap="square" rtlCol="0">
            <a:spAutoFit/>
          </a:bodyPr>
          <a:lstStyle/>
          <a:p>
            <a:pPr marL="171450" indent="-171450">
              <a:spcAft>
                <a:spcPts val="600"/>
              </a:spcAft>
              <a:buClr>
                <a:schemeClr val="accent2"/>
              </a:buClr>
              <a:buFont typeface="Wingdings" panose="05000000000000000000" pitchFamily="2" charset="2"/>
              <a:buChar char="§"/>
            </a:pPr>
            <a:r>
              <a:rPr lang="en-US" sz="1100" b="1">
                <a:solidFill>
                  <a:schemeClr val="accent1"/>
                </a:solidFill>
                <a:latin typeface="Arial Narrow" panose="020B0606020202030204" pitchFamily="34" charset="0"/>
              </a:rPr>
              <a:t>Demand</a:t>
            </a:r>
            <a:r>
              <a:rPr lang="en-US" sz="1100">
                <a:solidFill>
                  <a:schemeClr val="accent1"/>
                </a:solidFill>
                <a:latin typeface="Arial Narrow" panose="020B0606020202030204" pitchFamily="34" charset="0"/>
              </a:rPr>
              <a:t> understanding is the </a:t>
            </a:r>
            <a:r>
              <a:rPr lang="en-US" sz="1100" b="1">
                <a:solidFill>
                  <a:schemeClr val="accent1"/>
                </a:solidFill>
                <a:latin typeface="Arial Narrow" panose="020B0606020202030204" pitchFamily="34" charset="0"/>
              </a:rPr>
              <a:t>starting point </a:t>
            </a:r>
            <a:r>
              <a:rPr lang="en-US" sz="1100">
                <a:solidFill>
                  <a:schemeClr val="accent1"/>
                </a:solidFill>
                <a:latin typeface="Arial Narrow" panose="020B0606020202030204" pitchFamily="34" charset="0"/>
              </a:rPr>
              <a:t>for a SVC, triggering all the activities to happen</a:t>
            </a:r>
          </a:p>
          <a:p>
            <a:pPr marL="171450" indent="-171450">
              <a:spcAft>
                <a:spcPts val="600"/>
              </a:spcAft>
              <a:buClr>
                <a:schemeClr val="accent2"/>
              </a:buClr>
              <a:buFont typeface="Wingdings" panose="05000000000000000000" pitchFamily="2" charset="2"/>
              <a:buChar char="§"/>
            </a:pPr>
            <a:r>
              <a:rPr lang="en-US" sz="1100" b="1">
                <a:solidFill>
                  <a:schemeClr val="accent1"/>
                </a:solidFill>
                <a:latin typeface="Arial Narrow" panose="020B0606020202030204" pitchFamily="34" charset="0"/>
              </a:rPr>
              <a:t>Product &amp; Services </a:t>
            </a:r>
            <a:r>
              <a:rPr lang="en-US" sz="1100">
                <a:solidFill>
                  <a:schemeClr val="accent1"/>
                </a:solidFill>
                <a:latin typeface="Arial Narrow" panose="020B0606020202030204" pitchFamily="34" charset="0"/>
              </a:rPr>
              <a:t>are the generated </a:t>
            </a:r>
            <a:r>
              <a:rPr lang="en-US" sz="1100" b="1">
                <a:solidFill>
                  <a:schemeClr val="accent1"/>
                </a:solidFill>
                <a:latin typeface="Arial Narrow" panose="020B0606020202030204" pitchFamily="34" charset="0"/>
              </a:rPr>
              <a:t>outputs</a:t>
            </a:r>
            <a:r>
              <a:rPr lang="en-US" sz="1100">
                <a:solidFill>
                  <a:schemeClr val="accent1"/>
                </a:solidFill>
                <a:latin typeface="Arial Narrow" panose="020B0606020202030204" pitchFamily="34" charset="0"/>
              </a:rPr>
              <a:t> of the implemented activities</a:t>
            </a:r>
          </a:p>
          <a:p>
            <a:pPr marL="171450" indent="-171450">
              <a:spcAft>
                <a:spcPts val="600"/>
              </a:spcAft>
              <a:buClr>
                <a:schemeClr val="accent2"/>
              </a:buClr>
              <a:buFont typeface="Wingdings" panose="05000000000000000000" pitchFamily="2" charset="2"/>
              <a:buChar char="§"/>
            </a:pPr>
            <a:r>
              <a:rPr lang="en-US" sz="1100" b="1">
                <a:solidFill>
                  <a:schemeClr val="accent1"/>
                </a:solidFill>
                <a:latin typeface="Arial Narrow" panose="020B0606020202030204" pitchFamily="34" charset="0"/>
              </a:rPr>
              <a:t>Value</a:t>
            </a:r>
            <a:r>
              <a:rPr lang="en-US" sz="1100">
                <a:solidFill>
                  <a:schemeClr val="accent1"/>
                </a:solidFill>
                <a:latin typeface="Arial Narrow" panose="020B0606020202030204" pitchFamily="34" charset="0"/>
              </a:rPr>
              <a:t> represents the </a:t>
            </a:r>
            <a:r>
              <a:rPr lang="en-US" sz="1100" b="1">
                <a:solidFill>
                  <a:schemeClr val="accent1"/>
                </a:solidFill>
                <a:latin typeface="Arial Narrow" panose="020B0606020202030204" pitchFamily="34" charset="0"/>
              </a:rPr>
              <a:t>outcome</a:t>
            </a:r>
            <a:r>
              <a:rPr lang="en-US" sz="1100">
                <a:solidFill>
                  <a:schemeClr val="accent1"/>
                </a:solidFill>
                <a:latin typeface="Arial Narrow" panose="020B0606020202030204" pitchFamily="34" charset="0"/>
              </a:rPr>
              <a:t> provided to the consumer</a:t>
            </a:r>
          </a:p>
        </p:txBody>
      </p:sp>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a:effectLst/>
        </p:spPr>
        <p:txBody>
          <a:bodyPr/>
          <a:lstStyle/>
          <a:p>
            <a:r>
              <a:rPr lang="en-US">
                <a:latin typeface="Arial Narrow" panose="020B0606020202030204" pitchFamily="34" charset="0"/>
              </a:rPr>
              <a:t>The ITIL 4 Service Value System | </a:t>
            </a:r>
            <a:r>
              <a:rPr lang="en-US">
                <a:solidFill>
                  <a:schemeClr val="accent3"/>
                </a:solidFill>
                <a:latin typeface="Arial Narrow" panose="020B0606020202030204" pitchFamily="34" charset="0"/>
              </a:rPr>
              <a:t>The SVC activities 1/4</a:t>
            </a:r>
            <a:endParaRPr lang="en-GB">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a:effectLst/>
        </p:spPr>
        <p:txBody>
          <a:bodyPr/>
          <a:lstStyle/>
          <a:p>
            <a:r>
              <a:rPr lang="en-GB">
                <a:latin typeface="Arial Narrow" panose="020B0606020202030204" pitchFamily="34" charset="0"/>
              </a:rPr>
              <a:t>There are six activities that constitute the SVC, structure not representing a lifecycle but an operating model outlining key activities needed to respond to consumer demands</a:t>
            </a:r>
          </a:p>
        </p:txBody>
      </p:sp>
      <p:cxnSp>
        <p:nvCxnSpPr>
          <p:cNvPr id="73" name="Straight Connector 12">
            <a:extLst>
              <a:ext uri="{FF2B5EF4-FFF2-40B4-BE49-F238E27FC236}">
                <a16:creationId xmlns:a16="http://schemas.microsoft.com/office/drawing/2014/main" id="{2D7E1D41-8E09-46FF-9CAE-5E3E33F84E9E}"/>
              </a:ext>
            </a:extLst>
          </p:cNvPr>
          <p:cNvCxnSpPr>
            <a:cxnSpLocks/>
          </p:cNvCxnSpPr>
          <p:nvPr/>
        </p:nvCxnSpPr>
        <p:spPr>
          <a:xfrm>
            <a:off x="187129" y="2996039"/>
            <a:ext cx="411817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4" name="Straight Connector 12">
            <a:extLst>
              <a:ext uri="{FF2B5EF4-FFF2-40B4-BE49-F238E27FC236}">
                <a16:creationId xmlns:a16="http://schemas.microsoft.com/office/drawing/2014/main" id="{B23660BC-91E6-47C5-9B00-E0F752F21587}"/>
              </a:ext>
            </a:extLst>
          </p:cNvPr>
          <p:cNvCxnSpPr>
            <a:cxnSpLocks/>
          </p:cNvCxnSpPr>
          <p:nvPr/>
        </p:nvCxnSpPr>
        <p:spPr>
          <a:xfrm>
            <a:off x="4807655" y="2996039"/>
            <a:ext cx="411817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75" name="TextBox 11">
            <a:extLst>
              <a:ext uri="{FF2B5EF4-FFF2-40B4-BE49-F238E27FC236}">
                <a16:creationId xmlns:a16="http://schemas.microsoft.com/office/drawing/2014/main" id="{169FAE5C-FD44-48E9-951B-9C128E590323}"/>
              </a:ext>
            </a:extLst>
          </p:cNvPr>
          <p:cNvSpPr txBox="1"/>
          <p:nvPr/>
        </p:nvSpPr>
        <p:spPr>
          <a:xfrm>
            <a:off x="3818682" y="2855516"/>
            <a:ext cx="1506637" cy="276999"/>
          </a:xfrm>
          <a:prstGeom prst="rect">
            <a:avLst/>
          </a:prstGeom>
          <a:solidFill>
            <a:schemeClr val="bg1"/>
          </a:solidFill>
        </p:spPr>
        <p:txBody>
          <a:bodyPr wrap="square" rtlCol="0">
            <a:spAutoFit/>
          </a:bodyPr>
          <a:lstStyle/>
          <a:p>
            <a:pPr algn="ctr" defTabSz="914400"/>
            <a:r>
              <a:rPr lang="en-GB" sz="1200" b="1">
                <a:solidFill>
                  <a:schemeClr val="accent2"/>
                </a:solidFill>
                <a:latin typeface="Arial Narrow" panose="020B0606020202030204" pitchFamily="34" charset="0"/>
              </a:rPr>
              <a:t>Highlights</a:t>
            </a:r>
            <a:endParaRPr lang="en-GB" sz="1200">
              <a:solidFill>
                <a:schemeClr val="accent2"/>
              </a:solidFill>
              <a:latin typeface="Arial Narrow" panose="020B0606020202030204" pitchFamily="34" charset="0"/>
            </a:endParaRPr>
          </a:p>
        </p:txBody>
      </p:sp>
      <p:sp>
        <p:nvSpPr>
          <p:cNvPr id="30" name="TextBox 29">
            <a:extLst>
              <a:ext uri="{FF2B5EF4-FFF2-40B4-BE49-F238E27FC236}">
                <a16:creationId xmlns:a16="http://schemas.microsoft.com/office/drawing/2014/main" id="{952799DF-30D9-4810-A602-414E8BE684BF}"/>
              </a:ext>
            </a:extLst>
          </p:cNvPr>
          <p:cNvSpPr txBox="1"/>
          <p:nvPr/>
        </p:nvSpPr>
        <p:spPr>
          <a:xfrm>
            <a:off x="5078453" y="3141676"/>
            <a:ext cx="3600000" cy="1184940"/>
          </a:xfrm>
          <a:prstGeom prst="rect">
            <a:avLst/>
          </a:prstGeom>
          <a:noFill/>
        </p:spPr>
        <p:txBody>
          <a:bodyPr wrap="square">
            <a:spAutoFit/>
          </a:bodyPr>
          <a:lstStyle/>
          <a:p>
            <a:pPr marL="171450" indent="-171450">
              <a:spcAft>
                <a:spcPts val="600"/>
              </a:spcAft>
              <a:buClr>
                <a:schemeClr val="accent2"/>
              </a:buClr>
              <a:buFont typeface="Wingdings" panose="05000000000000000000" pitchFamily="2" charset="2"/>
              <a:buChar char="§"/>
            </a:pPr>
            <a:r>
              <a:rPr lang="en-US" sz="1100">
                <a:solidFill>
                  <a:schemeClr val="accent1"/>
                </a:solidFill>
                <a:latin typeface="Arial Narrow" panose="020B0606020202030204" pitchFamily="34" charset="0"/>
              </a:rPr>
              <a:t>In the transition between demand and value, the </a:t>
            </a:r>
            <a:r>
              <a:rPr lang="en-US" sz="1100" b="1">
                <a:solidFill>
                  <a:schemeClr val="accent1"/>
                </a:solidFill>
                <a:latin typeface="Arial Narrow" panose="020B0606020202030204" pitchFamily="34" charset="0"/>
              </a:rPr>
              <a:t>communication</a:t>
            </a:r>
            <a:r>
              <a:rPr lang="en-US" sz="1100">
                <a:solidFill>
                  <a:schemeClr val="accent1"/>
                </a:solidFill>
                <a:latin typeface="Arial Narrow" panose="020B0606020202030204" pitchFamily="34" charset="0"/>
              </a:rPr>
              <a:t> and understanding of </a:t>
            </a:r>
            <a:r>
              <a:rPr lang="en-US" sz="1100" b="1">
                <a:solidFill>
                  <a:schemeClr val="accent1"/>
                </a:solidFill>
                <a:latin typeface="Arial Narrow" panose="020B0606020202030204" pitchFamily="34" charset="0"/>
              </a:rPr>
              <a:t>stakeholder's requirements</a:t>
            </a:r>
            <a:r>
              <a:rPr lang="en-US" sz="1100">
                <a:solidFill>
                  <a:schemeClr val="accent1"/>
                </a:solidFill>
                <a:latin typeface="Arial Narrow" panose="020B0606020202030204" pitchFamily="34" charset="0"/>
              </a:rPr>
              <a:t> and needs are essential to deliver value to customer</a:t>
            </a:r>
          </a:p>
          <a:p>
            <a:pPr marL="171450" indent="-171450">
              <a:spcAft>
                <a:spcPts val="600"/>
              </a:spcAft>
              <a:buClr>
                <a:schemeClr val="accent2"/>
              </a:buClr>
              <a:buFont typeface="Wingdings" panose="05000000000000000000" pitchFamily="2" charset="2"/>
              <a:buChar char="§"/>
            </a:pPr>
            <a:r>
              <a:rPr lang="en-US" sz="1100">
                <a:solidFill>
                  <a:schemeClr val="accent1"/>
                </a:solidFill>
                <a:latin typeface="Arial Narrow" panose="020B0606020202030204" pitchFamily="34" charset="0"/>
              </a:rPr>
              <a:t>All the </a:t>
            </a:r>
            <a:r>
              <a:rPr lang="en-US" sz="1100" b="1">
                <a:solidFill>
                  <a:schemeClr val="accent1"/>
                </a:solidFill>
                <a:latin typeface="Arial Narrow" panose="020B0606020202030204" pitchFamily="34" charset="0"/>
              </a:rPr>
              <a:t>elements</a:t>
            </a:r>
            <a:r>
              <a:rPr lang="en-US" sz="1100">
                <a:solidFill>
                  <a:schemeClr val="accent1"/>
                </a:solidFill>
                <a:latin typeface="Arial Narrow" panose="020B0606020202030204" pitchFamily="34" charset="0"/>
              </a:rPr>
              <a:t> of the SVC need to be </a:t>
            </a:r>
            <a:r>
              <a:rPr lang="en-US" sz="1100" b="1">
                <a:solidFill>
                  <a:schemeClr val="accent1"/>
                </a:solidFill>
                <a:latin typeface="Arial Narrow" panose="020B0606020202030204" pitchFamily="34" charset="0"/>
              </a:rPr>
              <a:t>planned</a:t>
            </a:r>
            <a:r>
              <a:rPr lang="en-US" sz="1100">
                <a:solidFill>
                  <a:schemeClr val="accent1"/>
                </a:solidFill>
                <a:latin typeface="Arial Narrow" panose="020B0606020202030204" pitchFamily="34" charset="0"/>
              </a:rPr>
              <a:t> before the execution and regularly </a:t>
            </a:r>
            <a:r>
              <a:rPr lang="en-US" sz="1100" b="1">
                <a:solidFill>
                  <a:schemeClr val="accent1"/>
                </a:solidFill>
                <a:latin typeface="Arial Narrow" panose="020B0606020202030204" pitchFamily="34" charset="0"/>
              </a:rPr>
              <a:t>reviewed</a:t>
            </a:r>
            <a:r>
              <a:rPr lang="en-US" sz="1100">
                <a:solidFill>
                  <a:schemeClr val="accent1"/>
                </a:solidFill>
                <a:latin typeface="Arial Narrow" panose="020B0606020202030204" pitchFamily="34" charset="0"/>
              </a:rPr>
              <a:t> and improved</a:t>
            </a:r>
            <a:endParaRPr lang="en-GB" sz="1100" b="1" kern="0">
              <a:solidFill>
                <a:srgbClr val="0C2340"/>
              </a:solidFill>
              <a:latin typeface="Arial Narrow" panose="020B0606020202030204" pitchFamily="34" charset="0"/>
            </a:endParaRPr>
          </a:p>
        </p:txBody>
      </p:sp>
      <p:grpSp>
        <p:nvGrpSpPr>
          <p:cNvPr id="9" name="Group 8">
            <a:extLst>
              <a:ext uri="{FF2B5EF4-FFF2-40B4-BE49-F238E27FC236}">
                <a16:creationId xmlns:a16="http://schemas.microsoft.com/office/drawing/2014/main" id="{6FE1573D-1C52-4F95-BC91-F3EFDA89AF26}"/>
              </a:ext>
            </a:extLst>
          </p:cNvPr>
          <p:cNvGrpSpPr/>
          <p:nvPr/>
        </p:nvGrpSpPr>
        <p:grpSpPr>
          <a:xfrm>
            <a:off x="1710706" y="1465333"/>
            <a:ext cx="5722588" cy="747670"/>
            <a:chOff x="1710706" y="1325125"/>
            <a:chExt cx="5722588" cy="747670"/>
          </a:xfrm>
        </p:grpSpPr>
        <p:sp>
          <p:nvSpPr>
            <p:cNvPr id="100" name="Oval 73">
              <a:extLst>
                <a:ext uri="{FF2B5EF4-FFF2-40B4-BE49-F238E27FC236}">
                  <a16:creationId xmlns:a16="http://schemas.microsoft.com/office/drawing/2014/main" id="{28EC38A0-8686-401F-AEAC-6C47D4F055D3}"/>
                </a:ext>
              </a:extLst>
            </p:cNvPr>
            <p:cNvSpPr/>
            <p:nvPr/>
          </p:nvSpPr>
          <p:spPr>
            <a:xfrm>
              <a:off x="1710706" y="1327459"/>
              <a:ext cx="743175" cy="743003"/>
            </a:xfrm>
            <a:prstGeom prst="ellipse">
              <a:avLst/>
            </a:prstGeom>
            <a:solidFill>
              <a:srgbClr val="9A1C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000" b="1">
                  <a:latin typeface="Arial Narrow" panose="020B0606020202030204" pitchFamily="34" charset="0"/>
                </a:rPr>
                <a:t>Demand</a:t>
              </a:r>
            </a:p>
          </p:txBody>
        </p:sp>
        <p:sp>
          <p:nvSpPr>
            <p:cNvPr id="101" name="Oval 74">
              <a:extLst>
                <a:ext uri="{FF2B5EF4-FFF2-40B4-BE49-F238E27FC236}">
                  <a16:creationId xmlns:a16="http://schemas.microsoft.com/office/drawing/2014/main" id="{78FC919D-4D6E-4564-B18E-19BDAEAFCE74}"/>
                </a:ext>
              </a:extLst>
            </p:cNvPr>
            <p:cNvSpPr/>
            <p:nvPr/>
          </p:nvSpPr>
          <p:spPr>
            <a:xfrm>
              <a:off x="6690119" y="1327459"/>
              <a:ext cx="743175" cy="743003"/>
            </a:xfrm>
            <a:prstGeom prst="ellipse">
              <a:avLst/>
            </a:prstGeom>
            <a:solidFill>
              <a:srgbClr val="9D1C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000" b="1">
                  <a:latin typeface="Arial Narrow" panose="020B0606020202030204" pitchFamily="34" charset="0"/>
                </a:rPr>
                <a:t>Value</a:t>
              </a:r>
              <a:endParaRPr lang="en-US" sz="400" b="1">
                <a:latin typeface="Arial Narrow" panose="020B0606020202030204" pitchFamily="34" charset="0"/>
              </a:endParaRPr>
            </a:p>
          </p:txBody>
        </p:sp>
        <p:cxnSp>
          <p:nvCxnSpPr>
            <p:cNvPr id="108" name="Straight Arrow Connector 79">
              <a:extLst>
                <a:ext uri="{FF2B5EF4-FFF2-40B4-BE49-F238E27FC236}">
                  <a16:creationId xmlns:a16="http://schemas.microsoft.com/office/drawing/2014/main" id="{8BB7EAB7-0AD6-4C96-99FB-A1108606D373}"/>
                </a:ext>
              </a:extLst>
            </p:cNvPr>
            <p:cNvCxnSpPr>
              <a:cxnSpLocks/>
            </p:cNvCxnSpPr>
            <p:nvPr/>
          </p:nvCxnSpPr>
          <p:spPr>
            <a:xfrm>
              <a:off x="2453881" y="1688132"/>
              <a:ext cx="3129160" cy="0"/>
            </a:xfrm>
            <a:prstGeom prst="straightConnector1">
              <a:avLst/>
            </a:prstGeom>
            <a:ln w="3175">
              <a:solidFill>
                <a:srgbClr val="581259"/>
              </a:solidFill>
              <a:prstDash val="dash"/>
              <a:tailEnd type="triangle" w="sm" len="sm"/>
            </a:ln>
            <a:effectLst/>
          </p:spPr>
          <p:style>
            <a:lnRef idx="2">
              <a:schemeClr val="accent1"/>
            </a:lnRef>
            <a:fillRef idx="0">
              <a:schemeClr val="accent1"/>
            </a:fillRef>
            <a:effectRef idx="1">
              <a:schemeClr val="accent1"/>
            </a:effectRef>
            <a:fontRef idx="minor">
              <a:schemeClr val="tx1"/>
            </a:fontRef>
          </p:style>
        </p:cxnSp>
        <p:cxnSp>
          <p:nvCxnSpPr>
            <p:cNvPr id="109" name="Straight Arrow Connector 80">
              <a:extLst>
                <a:ext uri="{FF2B5EF4-FFF2-40B4-BE49-F238E27FC236}">
                  <a16:creationId xmlns:a16="http://schemas.microsoft.com/office/drawing/2014/main" id="{7E817B87-D8A6-4EA5-BC60-B837724DC530}"/>
                </a:ext>
              </a:extLst>
            </p:cNvPr>
            <p:cNvCxnSpPr>
              <a:cxnSpLocks/>
            </p:cNvCxnSpPr>
            <p:nvPr/>
          </p:nvCxnSpPr>
          <p:spPr>
            <a:xfrm>
              <a:off x="6228577" y="1688132"/>
              <a:ext cx="461542" cy="0"/>
            </a:xfrm>
            <a:prstGeom prst="straightConnector1">
              <a:avLst/>
            </a:prstGeom>
            <a:ln w="3175">
              <a:solidFill>
                <a:srgbClr val="581259"/>
              </a:solidFill>
              <a:prstDash val="dash"/>
              <a:tailEnd type="triangle" w="sm" len="sm"/>
            </a:ln>
            <a:effectLst/>
          </p:spPr>
          <p:style>
            <a:lnRef idx="2">
              <a:schemeClr val="accent1"/>
            </a:lnRef>
            <a:fillRef idx="0">
              <a:schemeClr val="accent1"/>
            </a:fillRef>
            <a:effectRef idx="1">
              <a:schemeClr val="accent1"/>
            </a:effectRef>
            <a:fontRef idx="minor">
              <a:schemeClr val="tx1"/>
            </a:fontRef>
          </p:style>
        </p:cxnSp>
        <p:grpSp>
          <p:nvGrpSpPr>
            <p:cNvPr id="29" name="Group 28">
              <a:extLst>
                <a:ext uri="{FF2B5EF4-FFF2-40B4-BE49-F238E27FC236}">
                  <a16:creationId xmlns:a16="http://schemas.microsoft.com/office/drawing/2014/main" id="{1456399E-7B7C-4ADB-A2F3-06B76430B4D8}"/>
                </a:ext>
              </a:extLst>
            </p:cNvPr>
            <p:cNvGrpSpPr/>
            <p:nvPr/>
          </p:nvGrpSpPr>
          <p:grpSpPr>
            <a:xfrm>
              <a:off x="5573221" y="1325125"/>
              <a:ext cx="685339" cy="747670"/>
              <a:chOff x="7493461" y="1832970"/>
              <a:chExt cx="430513" cy="481352"/>
            </a:xfrm>
          </p:grpSpPr>
          <p:sp>
            <p:nvSpPr>
              <p:cNvPr id="31" name="Flowchart: Decision 87">
                <a:extLst>
                  <a:ext uri="{FF2B5EF4-FFF2-40B4-BE49-F238E27FC236}">
                    <a16:creationId xmlns:a16="http://schemas.microsoft.com/office/drawing/2014/main" id="{5828A922-74C4-4343-9618-849FB74A5CC1}"/>
                  </a:ext>
                </a:extLst>
              </p:cNvPr>
              <p:cNvSpPr/>
              <p:nvPr/>
            </p:nvSpPr>
            <p:spPr>
              <a:xfrm>
                <a:off x="7503856" y="1832970"/>
                <a:ext cx="403200" cy="223513"/>
              </a:xfrm>
              <a:prstGeom prst="flowChartDecision">
                <a:avLst/>
              </a:prstGeom>
              <a:solidFill>
                <a:srgbClr val="134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Flowchart: Decision 88">
                <a:extLst>
                  <a:ext uri="{FF2B5EF4-FFF2-40B4-BE49-F238E27FC236}">
                    <a16:creationId xmlns:a16="http://schemas.microsoft.com/office/drawing/2014/main" id="{DAB62928-CF15-4AF4-A501-EF6F30A5D7F7}"/>
                  </a:ext>
                </a:extLst>
              </p:cNvPr>
              <p:cNvSpPr/>
              <p:nvPr/>
            </p:nvSpPr>
            <p:spPr>
              <a:xfrm rot="3541374">
                <a:off x="7408437" y="1999061"/>
                <a:ext cx="400285" cy="230238"/>
              </a:xfrm>
              <a:prstGeom prst="flowChartDecision">
                <a:avLst/>
              </a:prstGeom>
              <a:solidFill>
                <a:srgbClr val="185E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Flowchart: Decision 117">
                <a:extLst>
                  <a:ext uri="{FF2B5EF4-FFF2-40B4-BE49-F238E27FC236}">
                    <a16:creationId xmlns:a16="http://schemas.microsoft.com/office/drawing/2014/main" id="{5C6F5C90-3DB0-43DB-819A-36D0B8ED02EE}"/>
                  </a:ext>
                </a:extLst>
              </p:cNvPr>
              <p:cNvSpPr/>
              <p:nvPr/>
            </p:nvSpPr>
            <p:spPr>
              <a:xfrm rot="17986108">
                <a:off x="7610870" y="1998689"/>
                <a:ext cx="393069" cy="233138"/>
              </a:xfrm>
              <a:prstGeom prst="flowChartDecision">
                <a:avLst/>
              </a:prstGeom>
              <a:solidFill>
                <a:srgbClr val="185E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TextBox 76">
                <a:extLst>
                  <a:ext uri="{FF2B5EF4-FFF2-40B4-BE49-F238E27FC236}">
                    <a16:creationId xmlns:a16="http://schemas.microsoft.com/office/drawing/2014/main" id="{1C421C3B-733A-4F95-A658-B0EA1C7A8400}"/>
                  </a:ext>
                </a:extLst>
              </p:cNvPr>
              <p:cNvSpPr txBox="1"/>
              <p:nvPr/>
            </p:nvSpPr>
            <p:spPr>
              <a:xfrm>
                <a:off x="7520437" y="1977376"/>
                <a:ext cx="384703" cy="198148"/>
              </a:xfrm>
              <a:prstGeom prst="rect">
                <a:avLst/>
              </a:prstGeom>
              <a:noFill/>
            </p:spPr>
            <p:txBody>
              <a:bodyPr wrap="square" lIns="0" tIns="0" rIns="0" bIns="0" rtlCol="0">
                <a:spAutoFit/>
              </a:bodyPr>
              <a:lstStyle/>
              <a:p>
                <a:pPr algn="ctr"/>
                <a:r>
                  <a:rPr lang="en-US" sz="1000" b="1">
                    <a:solidFill>
                      <a:schemeClr val="bg1"/>
                    </a:solidFill>
                    <a:latin typeface="Arial Narrow" panose="020B0606020202030204" pitchFamily="34" charset="0"/>
                  </a:rPr>
                  <a:t>Product &amp; Services</a:t>
                </a:r>
              </a:p>
            </p:txBody>
          </p:sp>
        </p:grpSp>
      </p:grpSp>
      <p:sp>
        <p:nvSpPr>
          <p:cNvPr id="6" name="Slide Number Placeholder 5">
            <a:extLst>
              <a:ext uri="{FF2B5EF4-FFF2-40B4-BE49-F238E27FC236}">
                <a16:creationId xmlns:a16="http://schemas.microsoft.com/office/drawing/2014/main" id="{7EEAF764-87BC-449A-A3CF-0E46A34C3494}"/>
              </a:ext>
            </a:extLst>
          </p:cNvPr>
          <p:cNvSpPr>
            <a:spLocks noGrp="1"/>
          </p:cNvSpPr>
          <p:nvPr>
            <p:ph type="sldNum" sz="quarter" idx="35"/>
          </p:nvPr>
        </p:nvSpPr>
        <p:spPr/>
        <p:txBody>
          <a:bodyPr/>
          <a:lstStyle/>
          <a:p>
            <a:fld id="{9C18EA95-C3D3-214C-9452-EF8527DBCD86}" type="slidenum">
              <a:rPr lang="it-IT" smtClean="0"/>
              <a:pPr/>
              <a:t>35</a:t>
            </a:fld>
            <a:endParaRPr lang="it-IT"/>
          </a:p>
        </p:txBody>
      </p:sp>
      <p:sp>
        <p:nvSpPr>
          <p:cNvPr id="24" name="Rectangle 210">
            <a:extLst>
              <a:ext uri="{FF2B5EF4-FFF2-40B4-BE49-F238E27FC236}">
                <a16:creationId xmlns:a16="http://schemas.microsoft.com/office/drawing/2014/main" id="{4D4F2E7A-1883-4DE7-A7A3-3237B9A89457}"/>
              </a:ext>
            </a:extLst>
          </p:cNvPr>
          <p:cNvSpPr/>
          <p:nvPr/>
        </p:nvSpPr>
        <p:spPr>
          <a:xfrm>
            <a:off x="4944310" y="4954731"/>
            <a:ext cx="1296000" cy="123111"/>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lIns="36000" tIns="0" rIns="36000" bIns="0">
            <a:noAutofit/>
          </a:bodyPr>
          <a:lstStyle/>
          <a:p>
            <a:pPr lvl="0" defTabSz="914400">
              <a:buClr>
                <a:srgbClr val="DA291C"/>
              </a:buClr>
              <a:defRPr/>
            </a:pPr>
            <a:r>
              <a:rPr lang="en-GB" sz="800" b="1" kern="0">
                <a:solidFill>
                  <a:srgbClr val="0C2340"/>
                </a:solidFill>
                <a:latin typeface="Arial Narrow" panose="020B0606020202030204" pitchFamily="34" charset="0"/>
              </a:rPr>
              <a:t>Source: </a:t>
            </a:r>
            <a:r>
              <a:rPr lang="en-GB" sz="800" kern="0">
                <a:solidFill>
                  <a:srgbClr val="0C2340"/>
                </a:solidFill>
                <a:latin typeface="Arial Narrow" panose="020B0606020202030204" pitchFamily="34" charset="0"/>
              </a:rPr>
              <a:t>AXELOS limited 2019</a:t>
            </a:r>
            <a:endParaRPr kumimoji="0" lang="en-GB" sz="800"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Tree>
    <p:extLst>
      <p:ext uri="{BB962C8B-B14F-4D97-AF65-F5344CB8AC3E}">
        <p14:creationId xmlns:p14="http://schemas.microsoft.com/office/powerpoint/2010/main" val="14810022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a:effectLst/>
        </p:spPr>
        <p:txBody>
          <a:bodyPr/>
          <a:lstStyle/>
          <a:p>
            <a:r>
              <a:rPr lang="en-US">
                <a:latin typeface="Arial Narrow" panose="020B0606020202030204" pitchFamily="34" charset="0"/>
              </a:rPr>
              <a:t>The ITIL 4 Service Value System | </a:t>
            </a:r>
            <a:r>
              <a:rPr lang="en-US">
                <a:solidFill>
                  <a:schemeClr val="accent3"/>
                </a:solidFill>
                <a:latin typeface="Arial Narrow" panose="020B0606020202030204" pitchFamily="34" charset="0"/>
              </a:rPr>
              <a:t>The SVC activities 2/4</a:t>
            </a:r>
            <a:endParaRPr lang="en-GB">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a:effectLst/>
        </p:spPr>
        <p:txBody>
          <a:bodyPr/>
          <a:lstStyle/>
          <a:p>
            <a:r>
              <a:rPr lang="en-GB">
                <a:latin typeface="Arial Narrow" panose="020B0606020202030204" pitchFamily="34" charset="0"/>
              </a:rPr>
              <a:t>There are six activities that constitute the SVC, structure not representing a lifecycle but an operating model outlining key activities needed to respond to consumer demands</a:t>
            </a:r>
          </a:p>
        </p:txBody>
      </p:sp>
      <p:sp>
        <p:nvSpPr>
          <p:cNvPr id="67" name="Rectangle 30">
            <a:extLst>
              <a:ext uri="{FF2B5EF4-FFF2-40B4-BE49-F238E27FC236}">
                <a16:creationId xmlns:a16="http://schemas.microsoft.com/office/drawing/2014/main" id="{8D14C1EE-807C-460B-9C63-E6C68EAE0A50}"/>
              </a:ext>
            </a:extLst>
          </p:cNvPr>
          <p:cNvSpPr/>
          <p:nvPr/>
        </p:nvSpPr>
        <p:spPr>
          <a:xfrm>
            <a:off x="63000" y="1069943"/>
            <a:ext cx="4450098" cy="315905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a:ln>
                <a:noFill/>
              </a:ln>
              <a:solidFill>
                <a:srgbClr val="FFFFFF"/>
              </a:solidFill>
              <a:effectLst/>
              <a:uLnTx/>
              <a:uFillTx/>
              <a:latin typeface="Arial Narrow" panose="020B0606020202030204" pitchFamily="34" charset="0"/>
            </a:endParaRPr>
          </a:p>
        </p:txBody>
      </p:sp>
      <p:sp>
        <p:nvSpPr>
          <p:cNvPr id="80" name="Rectangle 30">
            <a:extLst>
              <a:ext uri="{FF2B5EF4-FFF2-40B4-BE49-F238E27FC236}">
                <a16:creationId xmlns:a16="http://schemas.microsoft.com/office/drawing/2014/main" id="{0DE6E030-A47E-4049-9A76-6EA152CACBF3}"/>
              </a:ext>
            </a:extLst>
          </p:cNvPr>
          <p:cNvSpPr/>
          <p:nvPr/>
        </p:nvSpPr>
        <p:spPr>
          <a:xfrm>
            <a:off x="4635000" y="1069943"/>
            <a:ext cx="4450098" cy="315905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a:ln>
                <a:noFill/>
              </a:ln>
              <a:solidFill>
                <a:srgbClr val="FFFFFF"/>
              </a:solidFill>
              <a:effectLst/>
              <a:uLnTx/>
              <a:uFillTx/>
              <a:latin typeface="Arial Narrow" panose="020B0606020202030204" pitchFamily="34" charset="0"/>
            </a:endParaRPr>
          </a:p>
        </p:txBody>
      </p:sp>
      <p:sp>
        <p:nvSpPr>
          <p:cNvPr id="63" name="Rounded Rectangle 38">
            <a:extLst>
              <a:ext uri="{FF2B5EF4-FFF2-40B4-BE49-F238E27FC236}">
                <a16:creationId xmlns:a16="http://schemas.microsoft.com/office/drawing/2014/main" id="{F8D8F614-940D-475C-8711-35752CD59AB8}"/>
              </a:ext>
            </a:extLst>
          </p:cNvPr>
          <p:cNvSpPr>
            <a:spLocks noChangeArrowheads="1"/>
          </p:cNvSpPr>
          <p:nvPr/>
        </p:nvSpPr>
        <p:spPr bwMode="auto">
          <a:xfrm>
            <a:off x="406229" y="3135719"/>
            <a:ext cx="3987820" cy="892562"/>
          </a:xfrm>
          <a:prstGeom prst="roundRect">
            <a:avLst>
              <a:gd name="adj" fmla="val 8452"/>
            </a:avLst>
          </a:prstGeom>
          <a:solidFill>
            <a:srgbClr val="FFFFFF"/>
          </a:solidFill>
          <a:ln w="12700" algn="ctr">
            <a:solidFill>
              <a:schemeClr val="accent1"/>
            </a:solidFill>
            <a:prstDash val="sysDot"/>
            <a:round/>
            <a:headEnd/>
            <a:tailEnd/>
          </a:ln>
        </p:spPr>
        <p:txBody>
          <a:bodyPr lIns="180000" tIns="0" rIns="144000" bIns="0" anchor="ctr"/>
          <a:lstStyle/>
          <a:p>
            <a:pPr lvl="0" algn="ctr" fontAlgn="base">
              <a:lnSpc>
                <a:spcPct val="120000"/>
              </a:lnSpc>
              <a:spcBef>
                <a:spcPct val="0"/>
              </a:spcBef>
              <a:spcAft>
                <a:spcPct val="0"/>
              </a:spcAft>
              <a:defRPr/>
            </a:pPr>
            <a:r>
              <a:rPr lang="en-GB" sz="1100" b="1" kern="0">
                <a:solidFill>
                  <a:schemeClr val="accent1"/>
                </a:solidFill>
                <a:latin typeface="Arial Narrow" panose="020B0606020202030204" pitchFamily="34" charset="0"/>
                <a:cs typeface="Lucida Sans" pitchFamily="34" charset="0"/>
              </a:rPr>
              <a:t>PLAN:</a:t>
            </a:r>
            <a:r>
              <a:rPr lang="en-GB" sz="1100" kern="0">
                <a:solidFill>
                  <a:schemeClr val="accent1"/>
                </a:solidFill>
                <a:latin typeface="Arial Narrow" panose="020B0606020202030204" pitchFamily="34" charset="0"/>
                <a:cs typeface="Lucida Sans" pitchFamily="34" charset="0"/>
              </a:rPr>
              <a:t> The purpose of this activity is to ensure a shared understanding of the vision, current status and improvement direction for all four dimensions and all products and services across the organization</a:t>
            </a:r>
          </a:p>
        </p:txBody>
      </p:sp>
      <p:grpSp>
        <p:nvGrpSpPr>
          <p:cNvPr id="171" name="Gruppo 170">
            <a:extLst>
              <a:ext uri="{FF2B5EF4-FFF2-40B4-BE49-F238E27FC236}">
                <a16:creationId xmlns:a16="http://schemas.microsoft.com/office/drawing/2014/main" id="{84B39B65-7BEC-47B6-A088-9BB97D11FB64}"/>
              </a:ext>
            </a:extLst>
          </p:cNvPr>
          <p:cNvGrpSpPr/>
          <p:nvPr/>
        </p:nvGrpSpPr>
        <p:grpSpPr>
          <a:xfrm>
            <a:off x="182049" y="3357000"/>
            <a:ext cx="451297" cy="450000"/>
            <a:chOff x="8637458" y="3626650"/>
            <a:chExt cx="451297" cy="450000"/>
          </a:xfrm>
        </p:grpSpPr>
        <p:grpSp>
          <p:nvGrpSpPr>
            <p:cNvPr id="172" name="Group 49">
              <a:extLst>
                <a:ext uri="{FF2B5EF4-FFF2-40B4-BE49-F238E27FC236}">
                  <a16:creationId xmlns:a16="http://schemas.microsoft.com/office/drawing/2014/main" id="{1EDF0FC4-FB74-4CEC-80BB-BD3860B7A767}"/>
                </a:ext>
              </a:extLst>
            </p:cNvPr>
            <p:cNvGrpSpPr/>
            <p:nvPr/>
          </p:nvGrpSpPr>
          <p:grpSpPr>
            <a:xfrm>
              <a:off x="8637458" y="3626650"/>
              <a:ext cx="451297" cy="450000"/>
              <a:chOff x="10130023" y="2277920"/>
              <a:chExt cx="1188000" cy="1188000"/>
            </a:xfrm>
            <a:solidFill>
              <a:schemeClr val="accent2">
                <a:lumMod val="20000"/>
                <a:lumOff val="80000"/>
              </a:schemeClr>
            </a:solidFill>
          </p:grpSpPr>
          <p:pic>
            <p:nvPicPr>
              <p:cNvPr id="174" name="Picture 51">
                <a:extLst>
                  <a:ext uri="{FF2B5EF4-FFF2-40B4-BE49-F238E27FC236}">
                    <a16:creationId xmlns:a16="http://schemas.microsoft.com/office/drawing/2014/main" id="{2BBFF44E-4590-4818-B4F2-468D3A06DAF2}"/>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175" name="Oval 17">
                <a:extLst>
                  <a:ext uri="{FF2B5EF4-FFF2-40B4-BE49-F238E27FC236}">
                    <a16:creationId xmlns:a16="http://schemas.microsoft.com/office/drawing/2014/main" id="{A29564F3-70AD-441F-8985-D1FA08225FA0}"/>
                  </a:ext>
                </a:extLst>
              </p:cNvPr>
              <p:cNvSpPr/>
              <p:nvPr/>
            </p:nvSpPr>
            <p:spPr>
              <a:xfrm rot="5400000">
                <a:off x="10148023" y="2295920"/>
                <a:ext cx="1152000" cy="115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rial Narrow" panose="020B0606020202030204" pitchFamily="34" charset="0"/>
                </a:endParaRPr>
              </a:p>
            </p:txBody>
          </p:sp>
          <p:sp>
            <p:nvSpPr>
              <p:cNvPr id="176" name="Google Shape;21;p4">
                <a:extLst>
                  <a:ext uri="{FF2B5EF4-FFF2-40B4-BE49-F238E27FC236}">
                    <a16:creationId xmlns:a16="http://schemas.microsoft.com/office/drawing/2014/main" id="{067373FC-88A1-4055-91DF-E5E5CFD6D510}"/>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173" name="Rectangle 210">
              <a:extLst>
                <a:ext uri="{FF2B5EF4-FFF2-40B4-BE49-F238E27FC236}">
                  <a16:creationId xmlns:a16="http://schemas.microsoft.com/office/drawing/2014/main" id="{7810136A-2858-4B41-9446-8E2E8C8EEB8E}"/>
                </a:ext>
              </a:extLst>
            </p:cNvPr>
            <p:cNvSpPr/>
            <p:nvPr/>
          </p:nvSpPr>
          <p:spPr>
            <a:xfrm>
              <a:off x="8657682" y="3718487"/>
              <a:ext cx="410848" cy="347247"/>
            </a:xfrm>
            <a:prstGeom prst="rect">
              <a:avLst/>
            </a:prstGeom>
          </p:spPr>
          <p:txBody>
            <a:bodyPr wrap="square">
              <a:spAutoFit/>
            </a:bodyPr>
            <a:lstStyle/>
            <a:p>
              <a:pPr marR="0" lvl="0" algn="ctr" defTabSz="914400" rtl="0" eaLnBrk="1" fontAlgn="auto" latinLnBrk="0" hangingPunct="1">
                <a:spcBef>
                  <a:spcPts val="0"/>
                </a:spcBef>
                <a:buClr>
                  <a:srgbClr val="DA291C"/>
                </a:buClr>
                <a:buSzTx/>
                <a:tabLst/>
                <a:defRPr/>
              </a:pPr>
              <a:r>
                <a:rPr kumimoji="0" lang="en-GB" sz="1200" b="1" i="0" u="none" strike="noStrike" kern="0" cap="none" spc="0" normalizeH="0" baseline="0">
                  <a:ln>
                    <a:noFill/>
                  </a:ln>
                  <a:solidFill>
                    <a:schemeClr val="accent2"/>
                  </a:solidFill>
                  <a:effectLst/>
                  <a:uLnTx/>
                  <a:uFillTx/>
                  <a:latin typeface="Arial Narrow" panose="020B0606020202030204" pitchFamily="34" charset="0"/>
                </a:rPr>
                <a:t>!!!</a:t>
              </a:r>
              <a:endParaRPr kumimoji="0" lang="en-GB" sz="1200" b="0" i="0" u="none" strike="noStrike" kern="0" cap="none" spc="0" normalizeH="0" baseline="0">
                <a:ln>
                  <a:noFill/>
                </a:ln>
                <a:solidFill>
                  <a:schemeClr val="accent2"/>
                </a:solidFill>
                <a:effectLst/>
                <a:uLnTx/>
                <a:uFillTx/>
                <a:latin typeface="Arial Narrow" panose="020B0606020202030204" pitchFamily="34" charset="0"/>
              </a:endParaRPr>
            </a:p>
          </p:txBody>
        </p:sp>
      </p:grpSp>
      <p:sp>
        <p:nvSpPr>
          <p:cNvPr id="79" name="Rounded Rectangle 38">
            <a:extLst>
              <a:ext uri="{FF2B5EF4-FFF2-40B4-BE49-F238E27FC236}">
                <a16:creationId xmlns:a16="http://schemas.microsoft.com/office/drawing/2014/main" id="{5F671327-9C51-40AB-A0B4-9237E7D3461B}"/>
              </a:ext>
            </a:extLst>
          </p:cNvPr>
          <p:cNvSpPr>
            <a:spLocks noChangeArrowheads="1"/>
          </p:cNvSpPr>
          <p:nvPr/>
        </p:nvSpPr>
        <p:spPr bwMode="auto">
          <a:xfrm>
            <a:off x="4978229" y="3135719"/>
            <a:ext cx="3987820" cy="892562"/>
          </a:xfrm>
          <a:prstGeom prst="roundRect">
            <a:avLst>
              <a:gd name="adj" fmla="val 8452"/>
            </a:avLst>
          </a:prstGeom>
          <a:solidFill>
            <a:srgbClr val="FFFFFF"/>
          </a:solidFill>
          <a:ln w="12700" algn="ctr">
            <a:solidFill>
              <a:schemeClr val="accent1"/>
            </a:solidFill>
            <a:prstDash val="sysDot"/>
            <a:round/>
            <a:headEnd/>
            <a:tailEnd/>
          </a:ln>
        </p:spPr>
        <p:txBody>
          <a:bodyPr lIns="180000" tIns="0" rIns="144000" bIns="0" anchor="ctr"/>
          <a:lstStyle/>
          <a:p>
            <a:pPr lvl="0" algn="ctr" fontAlgn="base">
              <a:lnSpc>
                <a:spcPct val="120000"/>
              </a:lnSpc>
              <a:spcBef>
                <a:spcPct val="0"/>
              </a:spcBef>
              <a:spcAft>
                <a:spcPct val="0"/>
              </a:spcAft>
              <a:defRPr/>
            </a:pPr>
            <a:r>
              <a:rPr lang="en-GB" sz="1100" b="1" kern="0">
                <a:solidFill>
                  <a:schemeClr val="accent1"/>
                </a:solidFill>
                <a:latin typeface="Arial Narrow" panose="020B0606020202030204" pitchFamily="34" charset="0"/>
                <a:cs typeface="Lucida Sans" pitchFamily="34" charset="0"/>
              </a:rPr>
              <a:t>IMPROVE: </a:t>
            </a:r>
            <a:r>
              <a:rPr lang="en-GB" sz="1100" kern="0">
                <a:solidFill>
                  <a:schemeClr val="accent1"/>
                </a:solidFill>
                <a:latin typeface="Arial Narrow" panose="020B0606020202030204" pitchFamily="34" charset="0"/>
                <a:cs typeface="Lucida Sans" pitchFamily="34" charset="0"/>
              </a:rPr>
              <a:t>The purpose of this activity is to ensure continual improvement of products services and practices across all value chain activities and the four dimensions of service management</a:t>
            </a:r>
          </a:p>
        </p:txBody>
      </p:sp>
      <p:grpSp>
        <p:nvGrpSpPr>
          <p:cNvPr id="81" name="Gruppo 170">
            <a:extLst>
              <a:ext uri="{FF2B5EF4-FFF2-40B4-BE49-F238E27FC236}">
                <a16:creationId xmlns:a16="http://schemas.microsoft.com/office/drawing/2014/main" id="{E4FCAB09-CBB7-4F10-904B-C1FE8B901909}"/>
              </a:ext>
            </a:extLst>
          </p:cNvPr>
          <p:cNvGrpSpPr/>
          <p:nvPr/>
        </p:nvGrpSpPr>
        <p:grpSpPr>
          <a:xfrm>
            <a:off x="4754049" y="3357000"/>
            <a:ext cx="451297" cy="450000"/>
            <a:chOff x="8637458" y="3626650"/>
            <a:chExt cx="451297" cy="450000"/>
          </a:xfrm>
        </p:grpSpPr>
        <p:grpSp>
          <p:nvGrpSpPr>
            <p:cNvPr id="82" name="Group 49">
              <a:extLst>
                <a:ext uri="{FF2B5EF4-FFF2-40B4-BE49-F238E27FC236}">
                  <a16:creationId xmlns:a16="http://schemas.microsoft.com/office/drawing/2014/main" id="{758EBBC9-833E-4D91-B5D9-8C4EC9DAA1D2}"/>
                </a:ext>
              </a:extLst>
            </p:cNvPr>
            <p:cNvGrpSpPr/>
            <p:nvPr/>
          </p:nvGrpSpPr>
          <p:grpSpPr>
            <a:xfrm>
              <a:off x="8637458" y="3626650"/>
              <a:ext cx="451297" cy="450000"/>
              <a:chOff x="10130023" y="2277920"/>
              <a:chExt cx="1188000" cy="1188000"/>
            </a:xfrm>
            <a:solidFill>
              <a:schemeClr val="accent2">
                <a:lumMod val="20000"/>
                <a:lumOff val="80000"/>
              </a:schemeClr>
            </a:solidFill>
          </p:grpSpPr>
          <p:pic>
            <p:nvPicPr>
              <p:cNvPr id="84" name="Picture 51">
                <a:extLst>
                  <a:ext uri="{FF2B5EF4-FFF2-40B4-BE49-F238E27FC236}">
                    <a16:creationId xmlns:a16="http://schemas.microsoft.com/office/drawing/2014/main" id="{89B931F8-8666-4BC7-A1B4-7755B5E19826}"/>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85" name="Oval 17">
                <a:extLst>
                  <a:ext uri="{FF2B5EF4-FFF2-40B4-BE49-F238E27FC236}">
                    <a16:creationId xmlns:a16="http://schemas.microsoft.com/office/drawing/2014/main" id="{3E19EB6D-1FD4-4C27-91FF-1210B2513CD2}"/>
                  </a:ext>
                </a:extLst>
              </p:cNvPr>
              <p:cNvSpPr/>
              <p:nvPr/>
            </p:nvSpPr>
            <p:spPr>
              <a:xfrm rot="5400000">
                <a:off x="10148023" y="2295920"/>
                <a:ext cx="1152000" cy="115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rial Narrow" panose="020B0606020202030204" pitchFamily="34" charset="0"/>
                </a:endParaRPr>
              </a:p>
            </p:txBody>
          </p:sp>
          <p:sp>
            <p:nvSpPr>
              <p:cNvPr id="86" name="Google Shape;21;p4">
                <a:extLst>
                  <a:ext uri="{FF2B5EF4-FFF2-40B4-BE49-F238E27FC236}">
                    <a16:creationId xmlns:a16="http://schemas.microsoft.com/office/drawing/2014/main" id="{E3D6B18F-9D24-4FF8-BF8E-31415053000A}"/>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83" name="Rectangle 210">
              <a:extLst>
                <a:ext uri="{FF2B5EF4-FFF2-40B4-BE49-F238E27FC236}">
                  <a16:creationId xmlns:a16="http://schemas.microsoft.com/office/drawing/2014/main" id="{439F45BA-DF40-459D-8EE3-E8C4D9C98910}"/>
                </a:ext>
              </a:extLst>
            </p:cNvPr>
            <p:cNvSpPr/>
            <p:nvPr/>
          </p:nvSpPr>
          <p:spPr>
            <a:xfrm>
              <a:off x="8657682" y="3718487"/>
              <a:ext cx="410848" cy="347247"/>
            </a:xfrm>
            <a:prstGeom prst="rect">
              <a:avLst/>
            </a:prstGeom>
          </p:spPr>
          <p:txBody>
            <a:bodyPr wrap="square">
              <a:spAutoFit/>
            </a:bodyPr>
            <a:lstStyle/>
            <a:p>
              <a:pPr marR="0" lvl="0" algn="ctr" defTabSz="914400" rtl="0" eaLnBrk="1" fontAlgn="auto" latinLnBrk="0" hangingPunct="1">
                <a:spcBef>
                  <a:spcPts val="0"/>
                </a:spcBef>
                <a:buClr>
                  <a:srgbClr val="DA291C"/>
                </a:buClr>
                <a:buSzTx/>
                <a:tabLst/>
                <a:defRPr/>
              </a:pPr>
              <a:r>
                <a:rPr kumimoji="0" lang="en-GB" sz="1200" b="1" i="0" u="none" strike="noStrike" kern="0" cap="none" spc="0" normalizeH="0" baseline="0">
                  <a:ln>
                    <a:noFill/>
                  </a:ln>
                  <a:solidFill>
                    <a:schemeClr val="accent2"/>
                  </a:solidFill>
                  <a:effectLst/>
                  <a:uLnTx/>
                  <a:uFillTx/>
                  <a:latin typeface="Arial Narrow" panose="020B0606020202030204" pitchFamily="34" charset="0"/>
                </a:rPr>
                <a:t>!!!</a:t>
              </a:r>
              <a:endParaRPr kumimoji="0" lang="en-GB" sz="1200" b="0" i="0" u="none" strike="noStrike" kern="0" cap="none" spc="0" normalizeH="0" baseline="0">
                <a:ln>
                  <a:noFill/>
                </a:ln>
                <a:solidFill>
                  <a:schemeClr val="accent2"/>
                </a:solidFill>
                <a:effectLst/>
                <a:uLnTx/>
                <a:uFillTx/>
                <a:latin typeface="Arial Narrow" panose="020B0606020202030204" pitchFamily="34" charset="0"/>
              </a:endParaRPr>
            </a:p>
          </p:txBody>
        </p:sp>
      </p:grpSp>
      <p:sp>
        <p:nvSpPr>
          <p:cNvPr id="390" name="Hexagon 71">
            <a:extLst>
              <a:ext uri="{FF2B5EF4-FFF2-40B4-BE49-F238E27FC236}">
                <a16:creationId xmlns:a16="http://schemas.microsoft.com/office/drawing/2014/main" id="{B08F3B30-643D-4690-BA76-B27D542D81E8}"/>
              </a:ext>
            </a:extLst>
          </p:cNvPr>
          <p:cNvSpPr>
            <a:spLocks noChangeAspect="1"/>
          </p:cNvSpPr>
          <p:nvPr/>
        </p:nvSpPr>
        <p:spPr>
          <a:xfrm rot="16200000">
            <a:off x="6018313" y="979233"/>
            <a:ext cx="1674498" cy="2092032"/>
          </a:xfrm>
          <a:prstGeom prst="hexagon">
            <a:avLst/>
          </a:prstGeom>
          <a:solidFill>
            <a:srgbClr val="9E769F"/>
          </a:solidFill>
          <a:ln>
            <a:solidFill>
              <a:srgbClr val="9E76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Narrow" panose="020B0606020202030204" pitchFamily="34" charset="0"/>
            </a:endParaRPr>
          </a:p>
        </p:txBody>
      </p:sp>
      <p:sp>
        <p:nvSpPr>
          <p:cNvPr id="391" name="Hexagon 72">
            <a:extLst>
              <a:ext uri="{FF2B5EF4-FFF2-40B4-BE49-F238E27FC236}">
                <a16:creationId xmlns:a16="http://schemas.microsoft.com/office/drawing/2014/main" id="{B794A204-03F9-447B-A9EE-73CB4CF9229B}"/>
              </a:ext>
            </a:extLst>
          </p:cNvPr>
          <p:cNvSpPr>
            <a:spLocks noChangeAspect="1"/>
          </p:cNvSpPr>
          <p:nvPr/>
        </p:nvSpPr>
        <p:spPr>
          <a:xfrm rot="16200000">
            <a:off x="6384632" y="1385615"/>
            <a:ext cx="934342" cy="1306441"/>
          </a:xfrm>
          <a:prstGeom prst="hexagon">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Narrow" panose="020B0606020202030204" pitchFamily="34" charset="0"/>
            </a:endParaRPr>
          </a:p>
        </p:txBody>
      </p:sp>
      <p:sp>
        <p:nvSpPr>
          <p:cNvPr id="392" name="Oval 73">
            <a:extLst>
              <a:ext uri="{FF2B5EF4-FFF2-40B4-BE49-F238E27FC236}">
                <a16:creationId xmlns:a16="http://schemas.microsoft.com/office/drawing/2014/main" id="{28FDB201-462D-4686-B56C-870D9EB68328}"/>
              </a:ext>
            </a:extLst>
          </p:cNvPr>
          <p:cNvSpPr/>
          <p:nvPr/>
        </p:nvSpPr>
        <p:spPr>
          <a:xfrm>
            <a:off x="5192327" y="1807064"/>
            <a:ext cx="432100" cy="432000"/>
          </a:xfrm>
          <a:prstGeom prst="ellipse">
            <a:avLst/>
          </a:prstGeom>
          <a:solidFill>
            <a:srgbClr val="9A1C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700" b="1">
                <a:latin typeface="Arial Narrow" panose="020B0606020202030204" pitchFamily="34" charset="0"/>
              </a:rPr>
              <a:t>Demand</a:t>
            </a:r>
            <a:endParaRPr lang="en-US" sz="800" b="1">
              <a:latin typeface="Arial Narrow" panose="020B0606020202030204" pitchFamily="34" charset="0"/>
            </a:endParaRPr>
          </a:p>
        </p:txBody>
      </p:sp>
      <p:sp>
        <p:nvSpPr>
          <p:cNvPr id="393" name="Oval 74">
            <a:extLst>
              <a:ext uri="{FF2B5EF4-FFF2-40B4-BE49-F238E27FC236}">
                <a16:creationId xmlns:a16="http://schemas.microsoft.com/office/drawing/2014/main" id="{9D19053D-4094-43E2-BA3B-BDC1E39CA42B}"/>
              </a:ext>
            </a:extLst>
          </p:cNvPr>
          <p:cNvSpPr/>
          <p:nvPr/>
        </p:nvSpPr>
        <p:spPr>
          <a:xfrm>
            <a:off x="8087477" y="1807064"/>
            <a:ext cx="432100" cy="432000"/>
          </a:xfrm>
          <a:prstGeom prst="ellipse">
            <a:avLst/>
          </a:prstGeom>
          <a:solidFill>
            <a:srgbClr val="9D1C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700" b="1">
                <a:latin typeface="Arial Narrow" panose="020B0606020202030204" pitchFamily="34" charset="0"/>
              </a:rPr>
              <a:t>Value</a:t>
            </a:r>
            <a:endParaRPr lang="en-US" sz="400" b="1">
              <a:latin typeface="Arial Narrow" panose="020B0606020202030204" pitchFamily="34" charset="0"/>
            </a:endParaRPr>
          </a:p>
        </p:txBody>
      </p:sp>
      <p:cxnSp>
        <p:nvCxnSpPr>
          <p:cNvPr id="401" name="Straight Arrow Connector 80">
            <a:extLst>
              <a:ext uri="{FF2B5EF4-FFF2-40B4-BE49-F238E27FC236}">
                <a16:creationId xmlns:a16="http://schemas.microsoft.com/office/drawing/2014/main" id="{E3E91907-6D6D-474F-96D4-076BD53AA211}"/>
              </a:ext>
            </a:extLst>
          </p:cNvPr>
          <p:cNvCxnSpPr>
            <a:cxnSpLocks/>
          </p:cNvCxnSpPr>
          <p:nvPr/>
        </p:nvCxnSpPr>
        <p:spPr>
          <a:xfrm>
            <a:off x="7911072" y="2025248"/>
            <a:ext cx="180000" cy="0"/>
          </a:xfrm>
          <a:prstGeom prst="straightConnector1">
            <a:avLst/>
          </a:prstGeom>
          <a:ln w="3175">
            <a:solidFill>
              <a:srgbClr val="581259"/>
            </a:solidFill>
            <a:prstDash val="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404" name="TextBox 83">
            <a:extLst>
              <a:ext uri="{FF2B5EF4-FFF2-40B4-BE49-F238E27FC236}">
                <a16:creationId xmlns:a16="http://schemas.microsoft.com/office/drawing/2014/main" id="{2849648F-B401-4C00-9206-263400F16CC1}"/>
              </a:ext>
            </a:extLst>
          </p:cNvPr>
          <p:cNvSpPr txBox="1"/>
          <p:nvPr/>
        </p:nvSpPr>
        <p:spPr>
          <a:xfrm>
            <a:off x="6663211" y="2675898"/>
            <a:ext cx="384703" cy="82327"/>
          </a:xfrm>
          <a:prstGeom prst="rect">
            <a:avLst/>
          </a:prstGeom>
          <a:noFill/>
        </p:spPr>
        <p:txBody>
          <a:bodyPr wrap="square" lIns="0" tIns="0" rIns="0" bIns="0" rtlCol="0">
            <a:spAutoFit/>
          </a:bodyPr>
          <a:lstStyle/>
          <a:p>
            <a:pPr algn="ctr"/>
            <a:r>
              <a:rPr lang="en-US" sz="700" b="1">
                <a:solidFill>
                  <a:schemeClr val="bg1"/>
                </a:solidFill>
                <a:latin typeface="Arial Narrow" panose="020B0606020202030204" pitchFamily="34" charset="0"/>
              </a:rPr>
              <a:t>Improve</a:t>
            </a:r>
          </a:p>
        </p:txBody>
      </p:sp>
      <p:sp>
        <p:nvSpPr>
          <p:cNvPr id="98" name="Hexagon 71">
            <a:extLst>
              <a:ext uri="{FF2B5EF4-FFF2-40B4-BE49-F238E27FC236}">
                <a16:creationId xmlns:a16="http://schemas.microsoft.com/office/drawing/2014/main" id="{71EEBAA3-7AAA-464C-ABC7-4903A05B2581}"/>
              </a:ext>
            </a:extLst>
          </p:cNvPr>
          <p:cNvSpPr>
            <a:spLocks noChangeAspect="1"/>
          </p:cNvSpPr>
          <p:nvPr/>
        </p:nvSpPr>
        <p:spPr>
          <a:xfrm rot="16200000">
            <a:off x="1450410" y="991933"/>
            <a:ext cx="1674498" cy="2092032"/>
          </a:xfrm>
          <a:prstGeom prst="hexagon">
            <a:avLst/>
          </a:prstGeom>
          <a:solidFill>
            <a:srgbClr val="9E769F"/>
          </a:solidFill>
          <a:ln>
            <a:solidFill>
              <a:srgbClr val="9E76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Narrow" panose="020B0606020202030204" pitchFamily="34" charset="0"/>
            </a:endParaRPr>
          </a:p>
        </p:txBody>
      </p:sp>
      <p:sp>
        <p:nvSpPr>
          <p:cNvPr id="99" name="Hexagon 72">
            <a:extLst>
              <a:ext uri="{FF2B5EF4-FFF2-40B4-BE49-F238E27FC236}">
                <a16:creationId xmlns:a16="http://schemas.microsoft.com/office/drawing/2014/main" id="{1348A298-5041-475F-918E-A080DBF6FCF3}"/>
              </a:ext>
            </a:extLst>
          </p:cNvPr>
          <p:cNvSpPr>
            <a:spLocks noChangeAspect="1"/>
          </p:cNvSpPr>
          <p:nvPr/>
        </p:nvSpPr>
        <p:spPr>
          <a:xfrm rot="16200000">
            <a:off x="1816729" y="1398315"/>
            <a:ext cx="934342" cy="1306441"/>
          </a:xfrm>
          <a:prstGeom prst="hexagon">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Narrow" panose="020B0606020202030204" pitchFamily="34" charset="0"/>
            </a:endParaRPr>
          </a:p>
        </p:txBody>
      </p:sp>
      <p:sp>
        <p:nvSpPr>
          <p:cNvPr id="100" name="Oval 73">
            <a:extLst>
              <a:ext uri="{FF2B5EF4-FFF2-40B4-BE49-F238E27FC236}">
                <a16:creationId xmlns:a16="http://schemas.microsoft.com/office/drawing/2014/main" id="{28EC38A0-8686-401F-AEAC-6C47D4F055D3}"/>
              </a:ext>
            </a:extLst>
          </p:cNvPr>
          <p:cNvSpPr/>
          <p:nvPr/>
        </p:nvSpPr>
        <p:spPr>
          <a:xfrm>
            <a:off x="624424" y="1819764"/>
            <a:ext cx="432100" cy="432000"/>
          </a:xfrm>
          <a:prstGeom prst="ellipse">
            <a:avLst/>
          </a:prstGeom>
          <a:solidFill>
            <a:srgbClr val="9A1C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700" b="1">
                <a:latin typeface="Arial Narrow" panose="020B0606020202030204" pitchFamily="34" charset="0"/>
              </a:rPr>
              <a:t>Demand</a:t>
            </a:r>
            <a:endParaRPr lang="en-US" sz="800" b="1">
              <a:latin typeface="Arial Narrow" panose="020B0606020202030204" pitchFamily="34" charset="0"/>
            </a:endParaRPr>
          </a:p>
        </p:txBody>
      </p:sp>
      <p:sp>
        <p:nvSpPr>
          <p:cNvPr id="101" name="Oval 74">
            <a:extLst>
              <a:ext uri="{FF2B5EF4-FFF2-40B4-BE49-F238E27FC236}">
                <a16:creationId xmlns:a16="http://schemas.microsoft.com/office/drawing/2014/main" id="{78FC919D-4D6E-4564-B18E-19BDAEAFCE74}"/>
              </a:ext>
            </a:extLst>
          </p:cNvPr>
          <p:cNvSpPr/>
          <p:nvPr/>
        </p:nvSpPr>
        <p:spPr>
          <a:xfrm>
            <a:off x="3519574" y="1819764"/>
            <a:ext cx="432100" cy="432000"/>
          </a:xfrm>
          <a:prstGeom prst="ellipse">
            <a:avLst/>
          </a:prstGeom>
          <a:solidFill>
            <a:srgbClr val="9D1C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700" b="1">
                <a:latin typeface="Arial Narrow" panose="020B0606020202030204" pitchFamily="34" charset="0"/>
              </a:rPr>
              <a:t>Value</a:t>
            </a:r>
            <a:endParaRPr lang="en-US" sz="400" b="1">
              <a:latin typeface="Arial Narrow" panose="020B0606020202030204" pitchFamily="34" charset="0"/>
            </a:endParaRPr>
          </a:p>
        </p:txBody>
      </p:sp>
      <p:sp>
        <p:nvSpPr>
          <p:cNvPr id="14" name="Rectangle 13">
            <a:extLst>
              <a:ext uri="{FF2B5EF4-FFF2-40B4-BE49-F238E27FC236}">
                <a16:creationId xmlns:a16="http://schemas.microsoft.com/office/drawing/2014/main" id="{86726686-1D41-4BF1-AD66-FAA632E1B3C5}"/>
              </a:ext>
            </a:extLst>
          </p:cNvPr>
          <p:cNvSpPr/>
          <p:nvPr/>
        </p:nvSpPr>
        <p:spPr>
          <a:xfrm>
            <a:off x="1235293" y="2050490"/>
            <a:ext cx="2119983" cy="84339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9" name="Straight Arrow Connector 80">
            <a:extLst>
              <a:ext uri="{FF2B5EF4-FFF2-40B4-BE49-F238E27FC236}">
                <a16:creationId xmlns:a16="http://schemas.microsoft.com/office/drawing/2014/main" id="{7E817B87-D8A6-4EA5-BC60-B837724DC530}"/>
              </a:ext>
            </a:extLst>
          </p:cNvPr>
          <p:cNvCxnSpPr>
            <a:cxnSpLocks/>
          </p:cNvCxnSpPr>
          <p:nvPr/>
        </p:nvCxnSpPr>
        <p:spPr>
          <a:xfrm>
            <a:off x="3272287" y="2037948"/>
            <a:ext cx="247288" cy="0"/>
          </a:xfrm>
          <a:prstGeom prst="straightConnector1">
            <a:avLst/>
          </a:prstGeom>
          <a:ln w="3175">
            <a:solidFill>
              <a:srgbClr val="581259"/>
            </a:solidFill>
            <a:prstDash val="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102" name="Flowchart: Decision 87">
            <a:extLst>
              <a:ext uri="{FF2B5EF4-FFF2-40B4-BE49-F238E27FC236}">
                <a16:creationId xmlns:a16="http://schemas.microsoft.com/office/drawing/2014/main" id="{43F78D37-A7BC-4B47-BF07-FD1AA12FC00F}"/>
              </a:ext>
            </a:extLst>
          </p:cNvPr>
          <p:cNvSpPr/>
          <p:nvPr/>
        </p:nvSpPr>
        <p:spPr>
          <a:xfrm>
            <a:off x="2934980" y="1835351"/>
            <a:ext cx="403200" cy="223513"/>
          </a:xfrm>
          <a:prstGeom prst="flowChartDecision">
            <a:avLst/>
          </a:prstGeom>
          <a:solidFill>
            <a:srgbClr val="134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3" name="Flowchart: Decision 88">
            <a:extLst>
              <a:ext uri="{FF2B5EF4-FFF2-40B4-BE49-F238E27FC236}">
                <a16:creationId xmlns:a16="http://schemas.microsoft.com/office/drawing/2014/main" id="{CA828D63-B217-4EEF-B1DE-30EBAEA632EF}"/>
              </a:ext>
            </a:extLst>
          </p:cNvPr>
          <p:cNvSpPr/>
          <p:nvPr/>
        </p:nvSpPr>
        <p:spPr>
          <a:xfrm rot="3541374">
            <a:off x="2839561" y="1999061"/>
            <a:ext cx="400285" cy="230238"/>
          </a:xfrm>
          <a:prstGeom prst="flowChartDecision">
            <a:avLst/>
          </a:prstGeom>
          <a:solidFill>
            <a:srgbClr val="185E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4" name="Flowchart: Decision 117">
            <a:extLst>
              <a:ext uri="{FF2B5EF4-FFF2-40B4-BE49-F238E27FC236}">
                <a16:creationId xmlns:a16="http://schemas.microsoft.com/office/drawing/2014/main" id="{B58AD786-B5CC-42EB-A41A-AFE7061ADE0E}"/>
              </a:ext>
            </a:extLst>
          </p:cNvPr>
          <p:cNvSpPr/>
          <p:nvPr/>
        </p:nvSpPr>
        <p:spPr>
          <a:xfrm rot="17986108">
            <a:off x="3041994" y="1998689"/>
            <a:ext cx="393069" cy="233138"/>
          </a:xfrm>
          <a:prstGeom prst="flowChartDecision">
            <a:avLst/>
          </a:prstGeom>
          <a:solidFill>
            <a:srgbClr val="185E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9" name="TextBox 76">
            <a:extLst>
              <a:ext uri="{FF2B5EF4-FFF2-40B4-BE49-F238E27FC236}">
                <a16:creationId xmlns:a16="http://schemas.microsoft.com/office/drawing/2014/main" id="{07C48CBD-F75C-451C-8E0E-4F12F3814724}"/>
              </a:ext>
            </a:extLst>
          </p:cNvPr>
          <p:cNvSpPr txBox="1"/>
          <p:nvPr/>
        </p:nvSpPr>
        <p:spPr>
          <a:xfrm>
            <a:off x="2951561" y="1977376"/>
            <a:ext cx="384703" cy="164655"/>
          </a:xfrm>
          <a:prstGeom prst="rect">
            <a:avLst/>
          </a:prstGeom>
          <a:noFill/>
        </p:spPr>
        <p:txBody>
          <a:bodyPr wrap="square" lIns="0" tIns="0" rIns="0" bIns="0" rtlCol="0">
            <a:spAutoFit/>
          </a:bodyPr>
          <a:lstStyle/>
          <a:p>
            <a:pPr algn="ctr"/>
            <a:r>
              <a:rPr lang="en-US" sz="700" b="1">
                <a:solidFill>
                  <a:schemeClr val="bg1"/>
                </a:solidFill>
                <a:latin typeface="Arial Narrow" panose="020B0606020202030204" pitchFamily="34" charset="0"/>
              </a:rPr>
              <a:t>Product &amp; Services</a:t>
            </a:r>
          </a:p>
        </p:txBody>
      </p:sp>
      <p:grpSp>
        <p:nvGrpSpPr>
          <p:cNvPr id="9" name="Group 8">
            <a:extLst>
              <a:ext uri="{FF2B5EF4-FFF2-40B4-BE49-F238E27FC236}">
                <a16:creationId xmlns:a16="http://schemas.microsoft.com/office/drawing/2014/main" id="{989382BE-91C9-426D-AF7A-B7C255214E9C}"/>
              </a:ext>
            </a:extLst>
          </p:cNvPr>
          <p:cNvGrpSpPr/>
          <p:nvPr/>
        </p:nvGrpSpPr>
        <p:grpSpPr>
          <a:xfrm>
            <a:off x="7493461" y="1832970"/>
            <a:ext cx="430513" cy="481352"/>
            <a:chOff x="7493461" y="1832970"/>
            <a:chExt cx="430513" cy="481352"/>
          </a:xfrm>
        </p:grpSpPr>
        <p:sp>
          <p:nvSpPr>
            <p:cNvPr id="68" name="Flowchart: Decision 87">
              <a:extLst>
                <a:ext uri="{FF2B5EF4-FFF2-40B4-BE49-F238E27FC236}">
                  <a16:creationId xmlns:a16="http://schemas.microsoft.com/office/drawing/2014/main" id="{1965F31C-DC24-4B1D-8EB0-17F23F763129}"/>
                </a:ext>
              </a:extLst>
            </p:cNvPr>
            <p:cNvSpPr/>
            <p:nvPr/>
          </p:nvSpPr>
          <p:spPr>
            <a:xfrm>
              <a:off x="7503856" y="1832970"/>
              <a:ext cx="403200" cy="223513"/>
            </a:xfrm>
            <a:prstGeom prst="flowChartDecision">
              <a:avLst/>
            </a:prstGeom>
            <a:solidFill>
              <a:srgbClr val="134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9" name="Flowchart: Decision 88">
              <a:extLst>
                <a:ext uri="{FF2B5EF4-FFF2-40B4-BE49-F238E27FC236}">
                  <a16:creationId xmlns:a16="http://schemas.microsoft.com/office/drawing/2014/main" id="{B9C063BF-A197-42D9-A644-157818DF3F58}"/>
                </a:ext>
              </a:extLst>
            </p:cNvPr>
            <p:cNvSpPr/>
            <p:nvPr/>
          </p:nvSpPr>
          <p:spPr>
            <a:xfrm rot="3541374">
              <a:off x="7408437" y="1999061"/>
              <a:ext cx="400285" cy="230238"/>
            </a:xfrm>
            <a:prstGeom prst="flowChartDecision">
              <a:avLst/>
            </a:prstGeom>
            <a:solidFill>
              <a:srgbClr val="185E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0" name="Flowchart: Decision 117">
              <a:extLst>
                <a:ext uri="{FF2B5EF4-FFF2-40B4-BE49-F238E27FC236}">
                  <a16:creationId xmlns:a16="http://schemas.microsoft.com/office/drawing/2014/main" id="{CD6742F7-B48B-432D-B498-AFD8714A84EE}"/>
                </a:ext>
              </a:extLst>
            </p:cNvPr>
            <p:cNvSpPr/>
            <p:nvPr/>
          </p:nvSpPr>
          <p:spPr>
            <a:xfrm rot="17986108">
              <a:off x="7610870" y="1998689"/>
              <a:ext cx="393069" cy="233138"/>
            </a:xfrm>
            <a:prstGeom prst="flowChartDecision">
              <a:avLst/>
            </a:prstGeom>
            <a:solidFill>
              <a:srgbClr val="185E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1" name="TextBox 76">
              <a:extLst>
                <a:ext uri="{FF2B5EF4-FFF2-40B4-BE49-F238E27FC236}">
                  <a16:creationId xmlns:a16="http://schemas.microsoft.com/office/drawing/2014/main" id="{2B5B4016-DFBB-4758-9682-AC214A4CCB0E}"/>
                </a:ext>
              </a:extLst>
            </p:cNvPr>
            <p:cNvSpPr txBox="1"/>
            <p:nvPr/>
          </p:nvSpPr>
          <p:spPr>
            <a:xfrm>
              <a:off x="7520437" y="1977376"/>
              <a:ext cx="384703" cy="164655"/>
            </a:xfrm>
            <a:prstGeom prst="rect">
              <a:avLst/>
            </a:prstGeom>
            <a:noFill/>
          </p:spPr>
          <p:txBody>
            <a:bodyPr wrap="square" lIns="0" tIns="0" rIns="0" bIns="0" rtlCol="0">
              <a:spAutoFit/>
            </a:bodyPr>
            <a:lstStyle/>
            <a:p>
              <a:pPr algn="ctr"/>
              <a:r>
                <a:rPr lang="en-US" sz="700" b="1">
                  <a:solidFill>
                    <a:schemeClr val="bg1"/>
                  </a:solidFill>
                  <a:latin typeface="Arial Narrow" panose="020B0606020202030204" pitchFamily="34" charset="0"/>
                </a:rPr>
                <a:t>Product &amp; Services</a:t>
              </a:r>
            </a:p>
          </p:txBody>
        </p:sp>
      </p:grpSp>
      <p:sp>
        <p:nvSpPr>
          <p:cNvPr id="72" name="TextBox 82">
            <a:extLst>
              <a:ext uri="{FF2B5EF4-FFF2-40B4-BE49-F238E27FC236}">
                <a16:creationId xmlns:a16="http://schemas.microsoft.com/office/drawing/2014/main" id="{AC8650A3-B837-4C8D-801A-4DBE3277E64C}"/>
              </a:ext>
            </a:extLst>
          </p:cNvPr>
          <p:cNvSpPr txBox="1"/>
          <p:nvPr/>
        </p:nvSpPr>
        <p:spPr>
          <a:xfrm>
            <a:off x="6659453" y="1271188"/>
            <a:ext cx="384703" cy="82327"/>
          </a:xfrm>
          <a:prstGeom prst="rect">
            <a:avLst/>
          </a:prstGeom>
          <a:noFill/>
        </p:spPr>
        <p:txBody>
          <a:bodyPr wrap="square" lIns="0" tIns="0" rIns="0" bIns="0" rtlCol="0">
            <a:spAutoFit/>
          </a:bodyPr>
          <a:lstStyle/>
          <a:p>
            <a:pPr algn="ctr"/>
            <a:r>
              <a:rPr lang="en-US" sz="700" b="1">
                <a:solidFill>
                  <a:schemeClr val="bg1"/>
                </a:solidFill>
                <a:latin typeface="Arial Narrow" panose="020B0606020202030204" pitchFamily="34" charset="0"/>
              </a:rPr>
              <a:t>Plan</a:t>
            </a:r>
          </a:p>
        </p:txBody>
      </p:sp>
      <p:sp>
        <p:nvSpPr>
          <p:cNvPr id="73" name="TextBox 82">
            <a:extLst>
              <a:ext uri="{FF2B5EF4-FFF2-40B4-BE49-F238E27FC236}">
                <a16:creationId xmlns:a16="http://schemas.microsoft.com/office/drawing/2014/main" id="{74CB61A2-21FB-477D-96DD-819875FC2BF5}"/>
              </a:ext>
            </a:extLst>
          </p:cNvPr>
          <p:cNvSpPr txBox="1"/>
          <p:nvPr/>
        </p:nvSpPr>
        <p:spPr>
          <a:xfrm>
            <a:off x="2091550" y="1283888"/>
            <a:ext cx="384703" cy="82327"/>
          </a:xfrm>
          <a:prstGeom prst="rect">
            <a:avLst/>
          </a:prstGeom>
          <a:noFill/>
        </p:spPr>
        <p:txBody>
          <a:bodyPr wrap="square" lIns="0" tIns="0" rIns="0" bIns="0" rtlCol="0">
            <a:spAutoFit/>
          </a:bodyPr>
          <a:lstStyle/>
          <a:p>
            <a:pPr algn="ctr"/>
            <a:r>
              <a:rPr lang="en-US" sz="700" b="1">
                <a:solidFill>
                  <a:schemeClr val="bg1"/>
                </a:solidFill>
                <a:latin typeface="Arial Narrow" panose="020B0606020202030204" pitchFamily="34" charset="0"/>
              </a:rPr>
              <a:t>Plan</a:t>
            </a:r>
          </a:p>
        </p:txBody>
      </p:sp>
      <p:cxnSp>
        <p:nvCxnSpPr>
          <p:cNvPr id="75" name="Straight Arrow Connector 79">
            <a:extLst>
              <a:ext uri="{FF2B5EF4-FFF2-40B4-BE49-F238E27FC236}">
                <a16:creationId xmlns:a16="http://schemas.microsoft.com/office/drawing/2014/main" id="{A853FF2F-7C9A-4DB6-BC51-3ED868EACADA}"/>
              </a:ext>
            </a:extLst>
          </p:cNvPr>
          <p:cNvCxnSpPr>
            <a:cxnSpLocks/>
          </p:cNvCxnSpPr>
          <p:nvPr/>
        </p:nvCxnSpPr>
        <p:spPr>
          <a:xfrm>
            <a:off x="5624427" y="2025248"/>
            <a:ext cx="180000" cy="0"/>
          </a:xfrm>
          <a:prstGeom prst="straightConnector1">
            <a:avLst/>
          </a:prstGeom>
          <a:ln w="3175">
            <a:solidFill>
              <a:srgbClr val="581259"/>
            </a:solidFill>
            <a:prstDash val="dash"/>
            <a:tailEnd type="triangle" w="sm" len="sm"/>
          </a:ln>
          <a:effectLst/>
        </p:spPr>
        <p:style>
          <a:lnRef idx="2">
            <a:schemeClr val="accent1"/>
          </a:lnRef>
          <a:fillRef idx="0">
            <a:schemeClr val="accent1"/>
          </a:fillRef>
          <a:effectRef idx="1">
            <a:schemeClr val="accent1"/>
          </a:effectRef>
          <a:fontRef idx="minor">
            <a:schemeClr val="tx1"/>
          </a:fontRef>
        </p:style>
      </p:cxnSp>
      <p:cxnSp>
        <p:nvCxnSpPr>
          <p:cNvPr id="76" name="Straight Connector 81">
            <a:extLst>
              <a:ext uri="{FF2B5EF4-FFF2-40B4-BE49-F238E27FC236}">
                <a16:creationId xmlns:a16="http://schemas.microsoft.com/office/drawing/2014/main" id="{39697A1E-9C77-4A29-9627-488ED186EF83}"/>
              </a:ext>
            </a:extLst>
          </p:cNvPr>
          <p:cNvCxnSpPr>
            <a:cxnSpLocks/>
          </p:cNvCxnSpPr>
          <p:nvPr/>
        </p:nvCxnSpPr>
        <p:spPr>
          <a:xfrm>
            <a:off x="6200743" y="2025248"/>
            <a:ext cx="1296000" cy="0"/>
          </a:xfrm>
          <a:prstGeom prst="line">
            <a:avLst/>
          </a:prstGeom>
          <a:ln w="3175">
            <a:solidFill>
              <a:srgbClr val="581259"/>
            </a:solidFill>
            <a:prstDash val="dash"/>
            <a:tailEnd type="triangle" w="sm" len="sm"/>
          </a:ln>
          <a:effectLst/>
        </p:spPr>
        <p:style>
          <a:lnRef idx="2">
            <a:schemeClr val="accent1"/>
          </a:lnRef>
          <a:fillRef idx="0">
            <a:schemeClr val="accent1"/>
          </a:fillRef>
          <a:effectRef idx="1">
            <a:schemeClr val="accent1"/>
          </a:effectRef>
          <a:fontRef idx="minor">
            <a:schemeClr val="tx1"/>
          </a:fontRef>
        </p:style>
      </p:cxnSp>
      <p:cxnSp>
        <p:nvCxnSpPr>
          <p:cNvPr id="77" name="Straight Arrow Connector 79">
            <a:extLst>
              <a:ext uri="{FF2B5EF4-FFF2-40B4-BE49-F238E27FC236}">
                <a16:creationId xmlns:a16="http://schemas.microsoft.com/office/drawing/2014/main" id="{E15C4562-FBC1-46A6-BCD4-3CDC751C0709}"/>
              </a:ext>
            </a:extLst>
          </p:cNvPr>
          <p:cNvCxnSpPr>
            <a:cxnSpLocks/>
          </p:cNvCxnSpPr>
          <p:nvPr/>
        </p:nvCxnSpPr>
        <p:spPr>
          <a:xfrm>
            <a:off x="1056524" y="2037948"/>
            <a:ext cx="180000" cy="0"/>
          </a:xfrm>
          <a:prstGeom prst="straightConnector1">
            <a:avLst/>
          </a:prstGeom>
          <a:ln w="3175">
            <a:solidFill>
              <a:srgbClr val="581259"/>
            </a:solidFill>
            <a:prstDash val="dash"/>
            <a:tailEnd type="triangle" w="sm" len="sm"/>
          </a:ln>
          <a:effectLst/>
        </p:spPr>
        <p:style>
          <a:lnRef idx="2">
            <a:schemeClr val="accent1"/>
          </a:lnRef>
          <a:fillRef idx="0">
            <a:schemeClr val="accent1"/>
          </a:fillRef>
          <a:effectRef idx="1">
            <a:schemeClr val="accent1"/>
          </a:effectRef>
          <a:fontRef idx="minor">
            <a:schemeClr val="tx1"/>
          </a:fontRef>
        </p:style>
      </p:cxnSp>
      <p:cxnSp>
        <p:nvCxnSpPr>
          <p:cNvPr id="78" name="Straight Connector 81">
            <a:extLst>
              <a:ext uri="{FF2B5EF4-FFF2-40B4-BE49-F238E27FC236}">
                <a16:creationId xmlns:a16="http://schemas.microsoft.com/office/drawing/2014/main" id="{C632A4B0-55B6-40EB-89FF-AD1E960160E5}"/>
              </a:ext>
            </a:extLst>
          </p:cNvPr>
          <p:cNvCxnSpPr>
            <a:cxnSpLocks/>
          </p:cNvCxnSpPr>
          <p:nvPr/>
        </p:nvCxnSpPr>
        <p:spPr>
          <a:xfrm>
            <a:off x="1636597" y="2037948"/>
            <a:ext cx="1296000" cy="0"/>
          </a:xfrm>
          <a:prstGeom prst="line">
            <a:avLst/>
          </a:prstGeom>
          <a:ln w="3175">
            <a:solidFill>
              <a:srgbClr val="581259"/>
            </a:solidFill>
            <a:prstDash val="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6" name="Slide Number Placeholder 5">
            <a:extLst>
              <a:ext uri="{FF2B5EF4-FFF2-40B4-BE49-F238E27FC236}">
                <a16:creationId xmlns:a16="http://schemas.microsoft.com/office/drawing/2014/main" id="{D173CB28-6FD3-46E6-8645-BFA2330D1CCB}"/>
              </a:ext>
            </a:extLst>
          </p:cNvPr>
          <p:cNvSpPr>
            <a:spLocks noGrp="1"/>
          </p:cNvSpPr>
          <p:nvPr>
            <p:ph type="sldNum" sz="quarter" idx="35"/>
          </p:nvPr>
        </p:nvSpPr>
        <p:spPr/>
        <p:txBody>
          <a:bodyPr/>
          <a:lstStyle/>
          <a:p>
            <a:fld id="{9C18EA95-C3D3-214C-9452-EF8527DBCD86}" type="slidenum">
              <a:rPr lang="it-IT" smtClean="0"/>
              <a:pPr/>
              <a:t>36</a:t>
            </a:fld>
            <a:endParaRPr lang="it-IT"/>
          </a:p>
        </p:txBody>
      </p:sp>
      <p:sp>
        <p:nvSpPr>
          <p:cNvPr id="57" name="Rectangle 210">
            <a:extLst>
              <a:ext uri="{FF2B5EF4-FFF2-40B4-BE49-F238E27FC236}">
                <a16:creationId xmlns:a16="http://schemas.microsoft.com/office/drawing/2014/main" id="{869AF546-FF5A-4290-9B0E-3954961072FF}"/>
              </a:ext>
            </a:extLst>
          </p:cNvPr>
          <p:cNvSpPr/>
          <p:nvPr/>
        </p:nvSpPr>
        <p:spPr>
          <a:xfrm>
            <a:off x="4944310" y="4954731"/>
            <a:ext cx="1296000" cy="123111"/>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lIns="36000" tIns="0" rIns="36000" bIns="0">
            <a:noAutofit/>
          </a:bodyPr>
          <a:lstStyle/>
          <a:p>
            <a:pPr lvl="0" defTabSz="914400">
              <a:buClr>
                <a:srgbClr val="DA291C"/>
              </a:buClr>
              <a:defRPr/>
            </a:pPr>
            <a:r>
              <a:rPr lang="en-GB" sz="800" b="1" kern="0">
                <a:solidFill>
                  <a:srgbClr val="0C2340"/>
                </a:solidFill>
                <a:latin typeface="Arial Narrow" panose="020B0606020202030204" pitchFamily="34" charset="0"/>
              </a:rPr>
              <a:t>Source: </a:t>
            </a:r>
            <a:r>
              <a:rPr lang="en-GB" sz="800" kern="0">
                <a:solidFill>
                  <a:srgbClr val="0C2340"/>
                </a:solidFill>
                <a:latin typeface="Arial Narrow" panose="020B0606020202030204" pitchFamily="34" charset="0"/>
              </a:rPr>
              <a:t>AXELOS limited 2019</a:t>
            </a:r>
            <a:endPar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grpSp>
        <p:nvGrpSpPr>
          <p:cNvPr id="56" name="Group 49">
            <a:extLst>
              <a:ext uri="{FF2B5EF4-FFF2-40B4-BE49-F238E27FC236}">
                <a16:creationId xmlns:a16="http://schemas.microsoft.com/office/drawing/2014/main" id="{9DFDB367-3F24-417C-9224-1BFC016E42DE}"/>
              </a:ext>
            </a:extLst>
          </p:cNvPr>
          <p:cNvGrpSpPr/>
          <p:nvPr/>
        </p:nvGrpSpPr>
        <p:grpSpPr>
          <a:xfrm>
            <a:off x="6841340" y="4969080"/>
            <a:ext cx="108000" cy="108000"/>
            <a:chOff x="10130023" y="2277920"/>
            <a:chExt cx="1188000" cy="1188000"/>
          </a:xfrm>
          <a:solidFill>
            <a:schemeClr val="accent2">
              <a:lumMod val="20000"/>
              <a:lumOff val="80000"/>
            </a:schemeClr>
          </a:solidFill>
        </p:grpSpPr>
        <p:pic>
          <p:nvPicPr>
            <p:cNvPr id="58" name="Picture 51">
              <a:extLst>
                <a:ext uri="{FF2B5EF4-FFF2-40B4-BE49-F238E27FC236}">
                  <a16:creationId xmlns:a16="http://schemas.microsoft.com/office/drawing/2014/main" id="{FDDC2270-B787-4F5C-BD8C-B739E408B6DA}"/>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60" name="Oval 17">
              <a:extLst>
                <a:ext uri="{FF2B5EF4-FFF2-40B4-BE49-F238E27FC236}">
                  <a16:creationId xmlns:a16="http://schemas.microsoft.com/office/drawing/2014/main" id="{97FF42D6-BC09-4906-B11F-A641E668E956}"/>
                </a:ext>
              </a:extLst>
            </p:cNvPr>
            <p:cNvSpPr/>
            <p:nvPr/>
          </p:nvSpPr>
          <p:spPr>
            <a:xfrm rot="5400000">
              <a:off x="10148023" y="2295920"/>
              <a:ext cx="1152000" cy="115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61" name="Google Shape;21;p4">
              <a:extLst>
                <a:ext uri="{FF2B5EF4-FFF2-40B4-BE49-F238E27FC236}">
                  <a16:creationId xmlns:a16="http://schemas.microsoft.com/office/drawing/2014/main" id="{857F8614-5C3F-4A21-91A3-1EC5D197600B}"/>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62" name="Rectangle 210">
            <a:extLst>
              <a:ext uri="{FF2B5EF4-FFF2-40B4-BE49-F238E27FC236}">
                <a16:creationId xmlns:a16="http://schemas.microsoft.com/office/drawing/2014/main" id="{5169BDB3-9E39-415E-A758-91F9D56E7DFD}"/>
              </a:ext>
            </a:extLst>
          </p:cNvPr>
          <p:cNvSpPr/>
          <p:nvPr/>
        </p:nvSpPr>
        <p:spPr>
          <a:xfrm>
            <a:off x="6928298" y="4916723"/>
            <a:ext cx="2172905"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Subject to exam question</a:t>
            </a:r>
            <a:endPar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87" name="Rectangle 210">
            <a:extLst>
              <a:ext uri="{FF2B5EF4-FFF2-40B4-BE49-F238E27FC236}">
                <a16:creationId xmlns:a16="http://schemas.microsoft.com/office/drawing/2014/main" id="{D8D0697B-FEB5-4610-A684-54C57E202562}"/>
              </a:ext>
            </a:extLst>
          </p:cNvPr>
          <p:cNvSpPr/>
          <p:nvPr/>
        </p:nvSpPr>
        <p:spPr>
          <a:xfrm>
            <a:off x="640323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39112411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a:effectLst/>
        </p:spPr>
        <p:txBody>
          <a:bodyPr/>
          <a:lstStyle/>
          <a:p>
            <a:r>
              <a:rPr lang="en-US">
                <a:latin typeface="Arial Narrow" panose="020B0606020202030204" pitchFamily="34" charset="0"/>
              </a:rPr>
              <a:t>The ITIL 4 Service Value System | </a:t>
            </a:r>
            <a:r>
              <a:rPr lang="en-US">
                <a:solidFill>
                  <a:schemeClr val="accent3"/>
                </a:solidFill>
                <a:latin typeface="Arial Narrow" panose="020B0606020202030204" pitchFamily="34" charset="0"/>
              </a:rPr>
              <a:t>The SVC activities 3/4</a:t>
            </a:r>
            <a:endParaRPr lang="en-GB">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a:effectLst/>
        </p:spPr>
        <p:txBody>
          <a:bodyPr/>
          <a:lstStyle/>
          <a:p>
            <a:r>
              <a:rPr lang="en-GB">
                <a:latin typeface="Arial Narrow" panose="020B0606020202030204" pitchFamily="34" charset="0"/>
              </a:rPr>
              <a:t>There are six activities that constitute the SVC, structure not representing a lifecycle but an operating model outlining key activities needed to respond to consumer demands</a:t>
            </a:r>
          </a:p>
        </p:txBody>
      </p:sp>
      <p:sp>
        <p:nvSpPr>
          <p:cNvPr id="67" name="Rectangle 30">
            <a:extLst>
              <a:ext uri="{FF2B5EF4-FFF2-40B4-BE49-F238E27FC236}">
                <a16:creationId xmlns:a16="http://schemas.microsoft.com/office/drawing/2014/main" id="{8D14C1EE-807C-460B-9C63-E6C68EAE0A50}"/>
              </a:ext>
            </a:extLst>
          </p:cNvPr>
          <p:cNvSpPr/>
          <p:nvPr/>
        </p:nvSpPr>
        <p:spPr>
          <a:xfrm>
            <a:off x="63000" y="1069943"/>
            <a:ext cx="4450098" cy="315905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a:ln>
                <a:noFill/>
              </a:ln>
              <a:solidFill>
                <a:srgbClr val="FFFFFF"/>
              </a:solidFill>
              <a:effectLst/>
              <a:uLnTx/>
              <a:uFillTx/>
              <a:latin typeface="Arial Narrow" panose="020B0606020202030204" pitchFamily="34" charset="0"/>
            </a:endParaRPr>
          </a:p>
        </p:txBody>
      </p:sp>
      <p:sp>
        <p:nvSpPr>
          <p:cNvPr id="219" name="Rounded Rectangle 38">
            <a:extLst>
              <a:ext uri="{FF2B5EF4-FFF2-40B4-BE49-F238E27FC236}">
                <a16:creationId xmlns:a16="http://schemas.microsoft.com/office/drawing/2014/main" id="{80B84C2C-92F1-4A0A-BA23-D079274AE31D}"/>
              </a:ext>
            </a:extLst>
          </p:cNvPr>
          <p:cNvSpPr>
            <a:spLocks noChangeArrowheads="1"/>
          </p:cNvSpPr>
          <p:nvPr/>
        </p:nvSpPr>
        <p:spPr bwMode="auto">
          <a:xfrm>
            <a:off x="406229" y="3135719"/>
            <a:ext cx="3987820" cy="892562"/>
          </a:xfrm>
          <a:prstGeom prst="roundRect">
            <a:avLst>
              <a:gd name="adj" fmla="val 8452"/>
            </a:avLst>
          </a:prstGeom>
          <a:solidFill>
            <a:srgbClr val="FFFFFF"/>
          </a:solidFill>
          <a:ln w="12700" algn="ctr">
            <a:solidFill>
              <a:schemeClr val="accent1"/>
            </a:solidFill>
            <a:prstDash val="sysDot"/>
            <a:round/>
            <a:headEnd/>
            <a:tailEnd/>
          </a:ln>
        </p:spPr>
        <p:txBody>
          <a:bodyPr lIns="180000" tIns="0" rIns="144000" bIns="0" anchor="ctr"/>
          <a:lstStyle/>
          <a:p>
            <a:pPr algn="ctr" fontAlgn="base">
              <a:lnSpc>
                <a:spcPct val="120000"/>
              </a:lnSpc>
              <a:spcBef>
                <a:spcPct val="0"/>
              </a:spcBef>
              <a:spcAft>
                <a:spcPct val="0"/>
              </a:spcAft>
              <a:defRPr/>
            </a:pPr>
            <a:r>
              <a:rPr lang="en-GB" sz="1100" b="1" kern="0">
                <a:solidFill>
                  <a:schemeClr val="accent1"/>
                </a:solidFill>
                <a:latin typeface="Arial Narrow" panose="020B0606020202030204" pitchFamily="34" charset="0"/>
                <a:cs typeface="Lucida Sans" pitchFamily="34" charset="0"/>
              </a:rPr>
              <a:t>ENGAGE: </a:t>
            </a:r>
            <a:r>
              <a:rPr lang="en-GB" sz="1100" kern="0">
                <a:solidFill>
                  <a:schemeClr val="accent1"/>
                </a:solidFill>
                <a:latin typeface="Arial Narrow" panose="020B0606020202030204" pitchFamily="34" charset="0"/>
                <a:cs typeface="Lucida Sans" pitchFamily="34" charset="0"/>
              </a:rPr>
              <a:t>The purpose of this activity is to provide a good understanding of stakeholder needs, transparency and continual engagement and good relationships with all stakeholders</a:t>
            </a:r>
          </a:p>
        </p:txBody>
      </p:sp>
      <p:grpSp>
        <p:nvGrpSpPr>
          <p:cNvPr id="221" name="Group 49">
            <a:extLst>
              <a:ext uri="{FF2B5EF4-FFF2-40B4-BE49-F238E27FC236}">
                <a16:creationId xmlns:a16="http://schemas.microsoft.com/office/drawing/2014/main" id="{9E6930E3-2A80-4EC8-B1D5-4AE4915AD5B1}"/>
              </a:ext>
            </a:extLst>
          </p:cNvPr>
          <p:cNvGrpSpPr/>
          <p:nvPr/>
        </p:nvGrpSpPr>
        <p:grpSpPr>
          <a:xfrm>
            <a:off x="182049" y="3357000"/>
            <a:ext cx="451297" cy="450000"/>
            <a:chOff x="10130023" y="2277920"/>
            <a:chExt cx="1188000" cy="1188000"/>
          </a:xfrm>
          <a:solidFill>
            <a:schemeClr val="accent2">
              <a:lumMod val="20000"/>
              <a:lumOff val="80000"/>
            </a:schemeClr>
          </a:solidFill>
        </p:grpSpPr>
        <p:pic>
          <p:nvPicPr>
            <p:cNvPr id="223" name="Picture 51">
              <a:extLst>
                <a:ext uri="{FF2B5EF4-FFF2-40B4-BE49-F238E27FC236}">
                  <a16:creationId xmlns:a16="http://schemas.microsoft.com/office/drawing/2014/main" id="{9F468799-ECD9-45E0-9E73-EEF8EF758B5D}"/>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224" name="Oval 17">
              <a:extLst>
                <a:ext uri="{FF2B5EF4-FFF2-40B4-BE49-F238E27FC236}">
                  <a16:creationId xmlns:a16="http://schemas.microsoft.com/office/drawing/2014/main" id="{2FF95201-FBB9-4399-A2BB-AAD652BAA7A6}"/>
                </a:ext>
              </a:extLst>
            </p:cNvPr>
            <p:cNvSpPr/>
            <p:nvPr/>
          </p:nvSpPr>
          <p:spPr>
            <a:xfrm rot="5400000">
              <a:off x="10148023" y="2295920"/>
              <a:ext cx="1152000" cy="115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rial Narrow" panose="020B0606020202030204" pitchFamily="34" charset="0"/>
              </a:endParaRPr>
            </a:p>
          </p:txBody>
        </p:sp>
        <p:sp>
          <p:nvSpPr>
            <p:cNvPr id="225" name="Google Shape;21;p4">
              <a:extLst>
                <a:ext uri="{FF2B5EF4-FFF2-40B4-BE49-F238E27FC236}">
                  <a16:creationId xmlns:a16="http://schemas.microsoft.com/office/drawing/2014/main" id="{EF640457-3328-4C6B-BE41-CC8503DAAF36}"/>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222" name="Rectangle 210">
            <a:extLst>
              <a:ext uri="{FF2B5EF4-FFF2-40B4-BE49-F238E27FC236}">
                <a16:creationId xmlns:a16="http://schemas.microsoft.com/office/drawing/2014/main" id="{88B919C8-0CF0-4466-8B40-4AA58B8AE3A8}"/>
              </a:ext>
            </a:extLst>
          </p:cNvPr>
          <p:cNvSpPr/>
          <p:nvPr/>
        </p:nvSpPr>
        <p:spPr>
          <a:xfrm>
            <a:off x="202273" y="3448837"/>
            <a:ext cx="410848" cy="347247"/>
          </a:xfrm>
          <a:prstGeom prst="rect">
            <a:avLst/>
          </a:prstGeom>
        </p:spPr>
        <p:txBody>
          <a:bodyPr wrap="square">
            <a:spAutoFit/>
          </a:bodyPr>
          <a:lstStyle/>
          <a:p>
            <a:pPr marR="0" lvl="0" algn="ctr" defTabSz="914400" rtl="0" eaLnBrk="1" fontAlgn="auto" latinLnBrk="0" hangingPunct="1">
              <a:spcBef>
                <a:spcPts val="0"/>
              </a:spcBef>
              <a:buClr>
                <a:srgbClr val="DA291C"/>
              </a:buClr>
              <a:buSzTx/>
              <a:tabLst/>
              <a:defRPr/>
            </a:pPr>
            <a:r>
              <a:rPr kumimoji="0" lang="en-GB" sz="1200" b="1" i="0" u="none" strike="noStrike" kern="0" cap="none" spc="0" normalizeH="0" baseline="0">
                <a:ln>
                  <a:noFill/>
                </a:ln>
                <a:solidFill>
                  <a:schemeClr val="accent2"/>
                </a:solidFill>
                <a:effectLst/>
                <a:uLnTx/>
                <a:uFillTx/>
                <a:latin typeface="Arial Narrow" panose="020B0606020202030204" pitchFamily="34" charset="0"/>
              </a:rPr>
              <a:t>!!!</a:t>
            </a:r>
            <a:endParaRPr kumimoji="0" lang="en-GB" sz="1200" b="0" i="0" u="none" strike="noStrike" kern="0" cap="none" spc="0" normalizeH="0" baseline="0">
              <a:ln>
                <a:noFill/>
              </a:ln>
              <a:solidFill>
                <a:schemeClr val="accent2"/>
              </a:solidFill>
              <a:effectLst/>
              <a:uLnTx/>
              <a:uFillTx/>
              <a:latin typeface="Arial Narrow" panose="020B0606020202030204" pitchFamily="34" charset="0"/>
            </a:endParaRPr>
          </a:p>
        </p:txBody>
      </p:sp>
      <p:sp>
        <p:nvSpPr>
          <p:cNvPr id="295" name="Rounded Rectangle 38">
            <a:extLst>
              <a:ext uri="{FF2B5EF4-FFF2-40B4-BE49-F238E27FC236}">
                <a16:creationId xmlns:a16="http://schemas.microsoft.com/office/drawing/2014/main" id="{35653445-BDF5-4560-B325-258FC003A093}"/>
              </a:ext>
            </a:extLst>
          </p:cNvPr>
          <p:cNvSpPr>
            <a:spLocks noChangeArrowheads="1"/>
          </p:cNvSpPr>
          <p:nvPr/>
        </p:nvSpPr>
        <p:spPr bwMode="auto">
          <a:xfrm>
            <a:off x="4978229" y="3135719"/>
            <a:ext cx="3987820" cy="892562"/>
          </a:xfrm>
          <a:prstGeom prst="roundRect">
            <a:avLst>
              <a:gd name="adj" fmla="val 8452"/>
            </a:avLst>
          </a:prstGeom>
          <a:solidFill>
            <a:srgbClr val="FFFFFF"/>
          </a:solidFill>
          <a:ln w="12700" algn="ctr">
            <a:solidFill>
              <a:schemeClr val="accent1"/>
            </a:solidFill>
            <a:prstDash val="sysDot"/>
            <a:round/>
            <a:headEnd/>
            <a:tailEnd/>
          </a:ln>
        </p:spPr>
        <p:txBody>
          <a:bodyPr lIns="180000" tIns="0" rIns="144000" bIns="0" anchor="ctr"/>
          <a:lstStyle/>
          <a:p>
            <a:pPr lvl="0" algn="ctr" fontAlgn="base">
              <a:lnSpc>
                <a:spcPct val="120000"/>
              </a:lnSpc>
              <a:spcBef>
                <a:spcPct val="0"/>
              </a:spcBef>
              <a:spcAft>
                <a:spcPct val="0"/>
              </a:spcAft>
              <a:defRPr/>
            </a:pPr>
            <a:r>
              <a:rPr lang="en-US" sz="1100" b="1" kern="0">
                <a:solidFill>
                  <a:schemeClr val="accent1"/>
                </a:solidFill>
                <a:latin typeface="Arial Narrow" panose="020B0606020202030204" pitchFamily="34" charset="0"/>
                <a:cs typeface="Lucida Sans" pitchFamily="34" charset="0"/>
              </a:rPr>
              <a:t>DESIGN &amp; TRANSITION: </a:t>
            </a:r>
            <a:r>
              <a:rPr lang="en-US" sz="1100" kern="0">
                <a:solidFill>
                  <a:schemeClr val="accent1"/>
                </a:solidFill>
                <a:latin typeface="Arial Narrow" panose="020B0606020202030204" pitchFamily="34" charset="0"/>
                <a:cs typeface="Lucida Sans" pitchFamily="34" charset="0"/>
              </a:rPr>
              <a:t>The purpose of this activity is to ensure that products and services continually meet stakeholder expectations for quality, costs and time to market</a:t>
            </a:r>
          </a:p>
        </p:txBody>
      </p:sp>
      <p:grpSp>
        <p:nvGrpSpPr>
          <p:cNvPr id="297" name="Group 49">
            <a:extLst>
              <a:ext uri="{FF2B5EF4-FFF2-40B4-BE49-F238E27FC236}">
                <a16:creationId xmlns:a16="http://schemas.microsoft.com/office/drawing/2014/main" id="{BDAD8E86-88D9-4BF5-B4AD-95F3854542E1}"/>
              </a:ext>
            </a:extLst>
          </p:cNvPr>
          <p:cNvGrpSpPr/>
          <p:nvPr/>
        </p:nvGrpSpPr>
        <p:grpSpPr>
          <a:xfrm>
            <a:off x="4754049" y="3357000"/>
            <a:ext cx="451297" cy="450000"/>
            <a:chOff x="10130023" y="2277920"/>
            <a:chExt cx="1188000" cy="1188000"/>
          </a:xfrm>
          <a:solidFill>
            <a:schemeClr val="accent2">
              <a:lumMod val="20000"/>
              <a:lumOff val="80000"/>
            </a:schemeClr>
          </a:solidFill>
        </p:grpSpPr>
        <p:pic>
          <p:nvPicPr>
            <p:cNvPr id="299" name="Picture 51">
              <a:extLst>
                <a:ext uri="{FF2B5EF4-FFF2-40B4-BE49-F238E27FC236}">
                  <a16:creationId xmlns:a16="http://schemas.microsoft.com/office/drawing/2014/main" id="{9D90CB7F-5C91-4BC3-AD29-83C740D83209}"/>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300" name="Oval 17">
              <a:extLst>
                <a:ext uri="{FF2B5EF4-FFF2-40B4-BE49-F238E27FC236}">
                  <a16:creationId xmlns:a16="http://schemas.microsoft.com/office/drawing/2014/main" id="{7F2D1CF0-5695-44B1-A268-53A62D5A1385}"/>
                </a:ext>
              </a:extLst>
            </p:cNvPr>
            <p:cNvSpPr/>
            <p:nvPr/>
          </p:nvSpPr>
          <p:spPr>
            <a:xfrm rot="5400000">
              <a:off x="10148023" y="2295920"/>
              <a:ext cx="1152000" cy="115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rial Narrow" panose="020B0606020202030204" pitchFamily="34" charset="0"/>
              </a:endParaRPr>
            </a:p>
          </p:txBody>
        </p:sp>
        <p:sp>
          <p:nvSpPr>
            <p:cNvPr id="301" name="Google Shape;21;p4">
              <a:extLst>
                <a:ext uri="{FF2B5EF4-FFF2-40B4-BE49-F238E27FC236}">
                  <a16:creationId xmlns:a16="http://schemas.microsoft.com/office/drawing/2014/main" id="{457E1DCD-6998-4078-B0D8-5E4AB2404EED}"/>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298" name="Rectangle 210">
            <a:extLst>
              <a:ext uri="{FF2B5EF4-FFF2-40B4-BE49-F238E27FC236}">
                <a16:creationId xmlns:a16="http://schemas.microsoft.com/office/drawing/2014/main" id="{CE25390C-8135-4872-B149-73BC51DD04F1}"/>
              </a:ext>
            </a:extLst>
          </p:cNvPr>
          <p:cNvSpPr/>
          <p:nvPr/>
        </p:nvSpPr>
        <p:spPr>
          <a:xfrm>
            <a:off x="4774273" y="3448837"/>
            <a:ext cx="410848" cy="347247"/>
          </a:xfrm>
          <a:prstGeom prst="rect">
            <a:avLst/>
          </a:prstGeom>
        </p:spPr>
        <p:txBody>
          <a:bodyPr wrap="square">
            <a:spAutoFit/>
          </a:bodyPr>
          <a:lstStyle/>
          <a:p>
            <a:pPr marR="0" lvl="0" algn="ctr" defTabSz="914400" rtl="0" eaLnBrk="1" fontAlgn="auto" latinLnBrk="0" hangingPunct="1">
              <a:spcBef>
                <a:spcPts val="0"/>
              </a:spcBef>
              <a:buClr>
                <a:srgbClr val="DA291C"/>
              </a:buClr>
              <a:buSzTx/>
              <a:tabLst/>
              <a:defRPr/>
            </a:pPr>
            <a:r>
              <a:rPr kumimoji="0" lang="en-GB" sz="1200" b="1" i="0" u="none" strike="noStrike" kern="0" cap="none" spc="0" normalizeH="0" baseline="0">
                <a:ln>
                  <a:noFill/>
                </a:ln>
                <a:solidFill>
                  <a:schemeClr val="accent2"/>
                </a:solidFill>
                <a:effectLst/>
                <a:uLnTx/>
                <a:uFillTx/>
                <a:latin typeface="Arial Narrow" panose="020B0606020202030204" pitchFamily="34" charset="0"/>
              </a:rPr>
              <a:t>!!!</a:t>
            </a:r>
            <a:endParaRPr kumimoji="0" lang="en-GB" sz="1200" b="0" i="0" u="none" strike="noStrike" kern="0" cap="none" spc="0" normalizeH="0" baseline="0">
              <a:ln>
                <a:noFill/>
              </a:ln>
              <a:solidFill>
                <a:schemeClr val="accent2"/>
              </a:solidFill>
              <a:effectLst/>
              <a:uLnTx/>
              <a:uFillTx/>
              <a:latin typeface="Arial Narrow" panose="020B0606020202030204" pitchFamily="34" charset="0"/>
            </a:endParaRPr>
          </a:p>
        </p:txBody>
      </p:sp>
      <p:sp>
        <p:nvSpPr>
          <p:cNvPr id="336" name="Hexagon 71">
            <a:extLst>
              <a:ext uri="{FF2B5EF4-FFF2-40B4-BE49-F238E27FC236}">
                <a16:creationId xmlns:a16="http://schemas.microsoft.com/office/drawing/2014/main" id="{4AD1E91E-5418-4B6A-9E83-B9FF2ADC9619}"/>
              </a:ext>
            </a:extLst>
          </p:cNvPr>
          <p:cNvSpPr>
            <a:spLocks noChangeAspect="1"/>
          </p:cNvSpPr>
          <p:nvPr/>
        </p:nvSpPr>
        <p:spPr>
          <a:xfrm rot="16200000">
            <a:off x="6018313" y="979233"/>
            <a:ext cx="1674498" cy="2092032"/>
          </a:xfrm>
          <a:prstGeom prst="hexagon">
            <a:avLst/>
          </a:prstGeom>
          <a:solidFill>
            <a:srgbClr val="9E769F"/>
          </a:solidFill>
          <a:ln>
            <a:solidFill>
              <a:srgbClr val="9E76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Narrow" panose="020B0606020202030204" pitchFamily="34" charset="0"/>
            </a:endParaRPr>
          </a:p>
        </p:txBody>
      </p:sp>
      <p:sp>
        <p:nvSpPr>
          <p:cNvPr id="338" name="Oval 73">
            <a:extLst>
              <a:ext uri="{FF2B5EF4-FFF2-40B4-BE49-F238E27FC236}">
                <a16:creationId xmlns:a16="http://schemas.microsoft.com/office/drawing/2014/main" id="{EA8755FE-F065-471C-85F6-1A26C692803A}"/>
              </a:ext>
            </a:extLst>
          </p:cNvPr>
          <p:cNvSpPr/>
          <p:nvPr/>
        </p:nvSpPr>
        <p:spPr>
          <a:xfrm>
            <a:off x="5192327" y="1807064"/>
            <a:ext cx="432100" cy="432000"/>
          </a:xfrm>
          <a:prstGeom prst="ellipse">
            <a:avLst/>
          </a:prstGeom>
          <a:solidFill>
            <a:srgbClr val="9A1C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700" b="1">
                <a:latin typeface="Arial Narrow" panose="020B0606020202030204" pitchFamily="34" charset="0"/>
              </a:rPr>
              <a:t>Demand</a:t>
            </a:r>
            <a:endParaRPr lang="en-US" sz="800" b="1">
              <a:latin typeface="Arial Narrow" panose="020B0606020202030204" pitchFamily="34" charset="0"/>
            </a:endParaRPr>
          </a:p>
        </p:txBody>
      </p:sp>
      <p:sp>
        <p:nvSpPr>
          <p:cNvPr id="339" name="Oval 74">
            <a:extLst>
              <a:ext uri="{FF2B5EF4-FFF2-40B4-BE49-F238E27FC236}">
                <a16:creationId xmlns:a16="http://schemas.microsoft.com/office/drawing/2014/main" id="{3064E1CC-BAF9-4C30-B2EC-6C6B232A4464}"/>
              </a:ext>
            </a:extLst>
          </p:cNvPr>
          <p:cNvSpPr/>
          <p:nvPr/>
        </p:nvSpPr>
        <p:spPr>
          <a:xfrm>
            <a:off x="8087477" y="1807064"/>
            <a:ext cx="432100" cy="432000"/>
          </a:xfrm>
          <a:prstGeom prst="ellipse">
            <a:avLst/>
          </a:prstGeom>
          <a:solidFill>
            <a:srgbClr val="9D1C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700" b="1">
                <a:latin typeface="Arial Narrow" panose="020B0606020202030204" pitchFamily="34" charset="0"/>
              </a:rPr>
              <a:t>Value</a:t>
            </a:r>
            <a:endParaRPr lang="en-US" sz="400" b="1">
              <a:latin typeface="Arial Narrow" panose="020B0606020202030204" pitchFamily="34" charset="0"/>
            </a:endParaRPr>
          </a:p>
        </p:txBody>
      </p:sp>
      <p:sp>
        <p:nvSpPr>
          <p:cNvPr id="350" name="TextBox 83">
            <a:extLst>
              <a:ext uri="{FF2B5EF4-FFF2-40B4-BE49-F238E27FC236}">
                <a16:creationId xmlns:a16="http://schemas.microsoft.com/office/drawing/2014/main" id="{6B41B985-3B67-46CC-AF5A-9D9710286EEA}"/>
              </a:ext>
            </a:extLst>
          </p:cNvPr>
          <p:cNvSpPr txBox="1"/>
          <p:nvPr/>
        </p:nvSpPr>
        <p:spPr>
          <a:xfrm>
            <a:off x="6663211" y="2675898"/>
            <a:ext cx="384703" cy="82327"/>
          </a:xfrm>
          <a:prstGeom prst="rect">
            <a:avLst/>
          </a:prstGeom>
          <a:noFill/>
        </p:spPr>
        <p:txBody>
          <a:bodyPr wrap="square" lIns="0" tIns="0" rIns="0" bIns="0" rtlCol="0">
            <a:spAutoFit/>
          </a:bodyPr>
          <a:lstStyle/>
          <a:p>
            <a:pPr algn="ctr"/>
            <a:r>
              <a:rPr lang="en-US" sz="700" b="1">
                <a:solidFill>
                  <a:schemeClr val="bg1"/>
                </a:solidFill>
                <a:latin typeface="Arial Narrow" panose="020B0606020202030204" pitchFamily="34" charset="0"/>
              </a:rPr>
              <a:t>Improve</a:t>
            </a:r>
          </a:p>
        </p:txBody>
      </p:sp>
      <p:sp>
        <p:nvSpPr>
          <p:cNvPr id="404" name="Hexagon 71">
            <a:extLst>
              <a:ext uri="{FF2B5EF4-FFF2-40B4-BE49-F238E27FC236}">
                <a16:creationId xmlns:a16="http://schemas.microsoft.com/office/drawing/2014/main" id="{95BEF48C-78BA-4974-AB6B-2D707C27A73C}"/>
              </a:ext>
            </a:extLst>
          </p:cNvPr>
          <p:cNvSpPr>
            <a:spLocks noChangeAspect="1"/>
          </p:cNvSpPr>
          <p:nvPr/>
        </p:nvSpPr>
        <p:spPr>
          <a:xfrm rot="16200000">
            <a:off x="1450410" y="991933"/>
            <a:ext cx="1674498" cy="2092032"/>
          </a:xfrm>
          <a:prstGeom prst="hexagon">
            <a:avLst/>
          </a:prstGeom>
          <a:solidFill>
            <a:srgbClr val="9E769F"/>
          </a:solidFill>
          <a:ln>
            <a:solidFill>
              <a:srgbClr val="9E76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Narrow" panose="020B0606020202030204" pitchFamily="34" charset="0"/>
            </a:endParaRPr>
          </a:p>
        </p:txBody>
      </p:sp>
      <p:sp>
        <p:nvSpPr>
          <p:cNvPr id="406" name="Oval 73">
            <a:extLst>
              <a:ext uri="{FF2B5EF4-FFF2-40B4-BE49-F238E27FC236}">
                <a16:creationId xmlns:a16="http://schemas.microsoft.com/office/drawing/2014/main" id="{EB751AE2-B9D1-4E78-B8D5-71FA1FE372EE}"/>
              </a:ext>
            </a:extLst>
          </p:cNvPr>
          <p:cNvSpPr/>
          <p:nvPr/>
        </p:nvSpPr>
        <p:spPr>
          <a:xfrm>
            <a:off x="624424" y="1819764"/>
            <a:ext cx="432100" cy="432000"/>
          </a:xfrm>
          <a:prstGeom prst="ellipse">
            <a:avLst/>
          </a:prstGeom>
          <a:solidFill>
            <a:srgbClr val="9A1C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700" b="1">
                <a:latin typeface="Arial Narrow" panose="020B0606020202030204" pitchFamily="34" charset="0"/>
              </a:rPr>
              <a:t>Demand</a:t>
            </a:r>
            <a:endParaRPr lang="en-US" sz="800" b="1">
              <a:latin typeface="Arial Narrow" panose="020B0606020202030204" pitchFamily="34" charset="0"/>
            </a:endParaRPr>
          </a:p>
        </p:txBody>
      </p:sp>
      <p:sp>
        <p:nvSpPr>
          <p:cNvPr id="407" name="Oval 74">
            <a:extLst>
              <a:ext uri="{FF2B5EF4-FFF2-40B4-BE49-F238E27FC236}">
                <a16:creationId xmlns:a16="http://schemas.microsoft.com/office/drawing/2014/main" id="{543D73EE-6316-43F7-95BA-0B1A76F971DB}"/>
              </a:ext>
            </a:extLst>
          </p:cNvPr>
          <p:cNvSpPr/>
          <p:nvPr/>
        </p:nvSpPr>
        <p:spPr>
          <a:xfrm>
            <a:off x="3519574" y="1819764"/>
            <a:ext cx="432100" cy="432000"/>
          </a:xfrm>
          <a:prstGeom prst="ellipse">
            <a:avLst/>
          </a:prstGeom>
          <a:solidFill>
            <a:srgbClr val="9D1C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700" b="1">
                <a:latin typeface="Arial Narrow" panose="020B0606020202030204" pitchFamily="34" charset="0"/>
              </a:rPr>
              <a:t>Value</a:t>
            </a:r>
            <a:endParaRPr lang="en-US" sz="400" b="1">
              <a:latin typeface="Arial Narrow" panose="020B0606020202030204" pitchFamily="34" charset="0"/>
            </a:endParaRPr>
          </a:p>
        </p:txBody>
      </p:sp>
      <p:sp>
        <p:nvSpPr>
          <p:cNvPr id="418" name="TextBox 83">
            <a:extLst>
              <a:ext uri="{FF2B5EF4-FFF2-40B4-BE49-F238E27FC236}">
                <a16:creationId xmlns:a16="http://schemas.microsoft.com/office/drawing/2014/main" id="{9C1A9F86-6DCB-42A2-9B43-30F456D06F04}"/>
              </a:ext>
            </a:extLst>
          </p:cNvPr>
          <p:cNvSpPr txBox="1"/>
          <p:nvPr/>
        </p:nvSpPr>
        <p:spPr>
          <a:xfrm>
            <a:off x="2095308" y="2688598"/>
            <a:ext cx="384703" cy="82327"/>
          </a:xfrm>
          <a:prstGeom prst="rect">
            <a:avLst/>
          </a:prstGeom>
          <a:noFill/>
        </p:spPr>
        <p:txBody>
          <a:bodyPr wrap="square" lIns="0" tIns="0" rIns="0" bIns="0" rtlCol="0">
            <a:spAutoFit/>
          </a:bodyPr>
          <a:lstStyle/>
          <a:p>
            <a:pPr algn="ctr"/>
            <a:r>
              <a:rPr lang="en-US" sz="700" b="1">
                <a:solidFill>
                  <a:schemeClr val="bg1"/>
                </a:solidFill>
                <a:latin typeface="Arial Narrow" panose="020B0606020202030204" pitchFamily="34" charset="0"/>
              </a:rPr>
              <a:t>Improve</a:t>
            </a:r>
          </a:p>
        </p:txBody>
      </p:sp>
      <p:sp>
        <p:nvSpPr>
          <p:cNvPr id="85" name="TextBox 82">
            <a:extLst>
              <a:ext uri="{FF2B5EF4-FFF2-40B4-BE49-F238E27FC236}">
                <a16:creationId xmlns:a16="http://schemas.microsoft.com/office/drawing/2014/main" id="{7A3D5BCF-E889-46F3-B971-829DA5ECF6CB}"/>
              </a:ext>
            </a:extLst>
          </p:cNvPr>
          <p:cNvSpPr txBox="1"/>
          <p:nvPr/>
        </p:nvSpPr>
        <p:spPr>
          <a:xfrm>
            <a:off x="6663211" y="1271188"/>
            <a:ext cx="384703" cy="82327"/>
          </a:xfrm>
          <a:prstGeom prst="rect">
            <a:avLst/>
          </a:prstGeom>
          <a:noFill/>
        </p:spPr>
        <p:txBody>
          <a:bodyPr wrap="square" lIns="0" tIns="0" rIns="0" bIns="0" rtlCol="0">
            <a:spAutoFit/>
          </a:bodyPr>
          <a:lstStyle/>
          <a:p>
            <a:pPr algn="ctr"/>
            <a:r>
              <a:rPr lang="en-US" sz="700" b="1">
                <a:solidFill>
                  <a:schemeClr val="bg1"/>
                </a:solidFill>
                <a:latin typeface="Arial Narrow" panose="020B0606020202030204" pitchFamily="34" charset="0"/>
              </a:rPr>
              <a:t>Plan</a:t>
            </a:r>
          </a:p>
        </p:txBody>
      </p:sp>
      <p:sp>
        <p:nvSpPr>
          <p:cNvPr id="86" name="TextBox 82">
            <a:extLst>
              <a:ext uri="{FF2B5EF4-FFF2-40B4-BE49-F238E27FC236}">
                <a16:creationId xmlns:a16="http://schemas.microsoft.com/office/drawing/2014/main" id="{F8999FE3-3198-4834-8C1F-777CC6CE1B6E}"/>
              </a:ext>
            </a:extLst>
          </p:cNvPr>
          <p:cNvSpPr txBox="1"/>
          <p:nvPr/>
        </p:nvSpPr>
        <p:spPr>
          <a:xfrm>
            <a:off x="2095308" y="1283888"/>
            <a:ext cx="384703" cy="82327"/>
          </a:xfrm>
          <a:prstGeom prst="rect">
            <a:avLst/>
          </a:prstGeom>
          <a:noFill/>
        </p:spPr>
        <p:txBody>
          <a:bodyPr wrap="square" lIns="0" tIns="0" rIns="0" bIns="0" rtlCol="0">
            <a:spAutoFit/>
          </a:bodyPr>
          <a:lstStyle/>
          <a:p>
            <a:pPr algn="ctr"/>
            <a:r>
              <a:rPr lang="en-US" sz="700" b="1">
                <a:solidFill>
                  <a:schemeClr val="bg1"/>
                </a:solidFill>
                <a:latin typeface="Arial Narrow" panose="020B0606020202030204" pitchFamily="34" charset="0"/>
              </a:rPr>
              <a:t>Plan</a:t>
            </a:r>
          </a:p>
        </p:txBody>
      </p:sp>
      <p:grpSp>
        <p:nvGrpSpPr>
          <p:cNvPr id="11" name="Group 10">
            <a:extLst>
              <a:ext uri="{FF2B5EF4-FFF2-40B4-BE49-F238E27FC236}">
                <a16:creationId xmlns:a16="http://schemas.microsoft.com/office/drawing/2014/main" id="{00CE49A9-A1CA-4674-AAAD-D9937837B03E}"/>
              </a:ext>
            </a:extLst>
          </p:cNvPr>
          <p:cNvGrpSpPr/>
          <p:nvPr/>
        </p:nvGrpSpPr>
        <p:grpSpPr>
          <a:xfrm>
            <a:off x="1226618" y="1835351"/>
            <a:ext cx="430513" cy="482146"/>
            <a:chOff x="1279958" y="1835351"/>
            <a:chExt cx="430513" cy="482146"/>
          </a:xfrm>
        </p:grpSpPr>
        <p:sp>
          <p:nvSpPr>
            <p:cNvPr id="101" name="Flowchart: Decision 88">
              <a:extLst>
                <a:ext uri="{FF2B5EF4-FFF2-40B4-BE49-F238E27FC236}">
                  <a16:creationId xmlns:a16="http://schemas.microsoft.com/office/drawing/2014/main" id="{A20849EC-C30B-4932-AC28-CDBB25A041D8}"/>
                </a:ext>
              </a:extLst>
            </p:cNvPr>
            <p:cNvSpPr/>
            <p:nvPr/>
          </p:nvSpPr>
          <p:spPr>
            <a:xfrm rot="3541374">
              <a:off x="1194934" y="2002236"/>
              <a:ext cx="400285" cy="230238"/>
            </a:xfrm>
            <a:prstGeom prst="flowChartDecision">
              <a:avLst/>
            </a:prstGeom>
            <a:solidFill>
              <a:srgbClr val="AE2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DA0FCBB1-2DDB-4DB0-BDC3-695C96F8357A}"/>
                </a:ext>
              </a:extLst>
            </p:cNvPr>
            <p:cNvGrpSpPr/>
            <p:nvPr/>
          </p:nvGrpSpPr>
          <p:grpSpPr>
            <a:xfrm>
              <a:off x="1292734" y="1835351"/>
              <a:ext cx="417737" cy="479616"/>
              <a:chOff x="1292734" y="1835351"/>
              <a:chExt cx="417737" cy="479616"/>
            </a:xfrm>
          </p:grpSpPr>
          <p:sp>
            <p:nvSpPr>
              <p:cNvPr id="100" name="Flowchart: Decision 87">
                <a:extLst>
                  <a:ext uri="{FF2B5EF4-FFF2-40B4-BE49-F238E27FC236}">
                    <a16:creationId xmlns:a16="http://schemas.microsoft.com/office/drawing/2014/main" id="{59C4B64D-D7C0-4970-B963-D6FC5B520638}"/>
                  </a:ext>
                </a:extLst>
              </p:cNvPr>
              <p:cNvSpPr/>
              <p:nvPr/>
            </p:nvSpPr>
            <p:spPr>
              <a:xfrm>
                <a:off x="1292734" y="1835351"/>
                <a:ext cx="403200" cy="223513"/>
              </a:xfrm>
              <a:prstGeom prst="flowChartDecision">
                <a:avLst/>
              </a:prstGeom>
              <a:solidFill>
                <a:srgbClr val="9F1C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2" name="Flowchart: Decision 117">
                <a:extLst>
                  <a:ext uri="{FF2B5EF4-FFF2-40B4-BE49-F238E27FC236}">
                    <a16:creationId xmlns:a16="http://schemas.microsoft.com/office/drawing/2014/main" id="{4925E5BE-324E-4402-9143-090613A3B46B}"/>
                  </a:ext>
                </a:extLst>
              </p:cNvPr>
              <p:cNvSpPr/>
              <p:nvPr/>
            </p:nvSpPr>
            <p:spPr>
              <a:xfrm rot="17986108">
                <a:off x="1397367" y="2001864"/>
                <a:ext cx="393069" cy="233138"/>
              </a:xfrm>
              <a:prstGeom prst="flowChartDecision">
                <a:avLst/>
              </a:prstGeom>
              <a:solidFill>
                <a:srgbClr val="911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6" name="TextBox 78">
                <a:extLst>
                  <a:ext uri="{FF2B5EF4-FFF2-40B4-BE49-F238E27FC236}">
                    <a16:creationId xmlns:a16="http://schemas.microsoft.com/office/drawing/2014/main" id="{56B6799C-B9A8-4120-B0AE-A24B32D37287}"/>
                  </a:ext>
                </a:extLst>
              </p:cNvPr>
              <p:cNvSpPr txBox="1"/>
              <p:nvPr/>
            </p:nvSpPr>
            <p:spPr>
              <a:xfrm>
                <a:off x="1295283" y="2015797"/>
                <a:ext cx="384703" cy="107722"/>
              </a:xfrm>
              <a:prstGeom prst="rect">
                <a:avLst/>
              </a:prstGeom>
              <a:noFill/>
            </p:spPr>
            <p:txBody>
              <a:bodyPr wrap="square" lIns="0" tIns="0" rIns="0" bIns="0" rtlCol="0">
                <a:spAutoFit/>
              </a:bodyPr>
              <a:lstStyle/>
              <a:p>
                <a:pPr algn="ctr"/>
                <a:r>
                  <a:rPr lang="en-US" sz="700" b="1">
                    <a:solidFill>
                      <a:schemeClr val="bg1"/>
                    </a:solidFill>
                    <a:latin typeface="Arial Narrow" panose="020B0606020202030204" pitchFamily="34" charset="0"/>
                  </a:rPr>
                  <a:t>Engage</a:t>
                </a:r>
              </a:p>
            </p:txBody>
          </p:sp>
        </p:grpSp>
      </p:grpSp>
      <p:grpSp>
        <p:nvGrpSpPr>
          <p:cNvPr id="108" name="Group 107">
            <a:extLst>
              <a:ext uri="{FF2B5EF4-FFF2-40B4-BE49-F238E27FC236}">
                <a16:creationId xmlns:a16="http://schemas.microsoft.com/office/drawing/2014/main" id="{B4EF0E5A-8E60-45ED-90E8-6C6448E98BC3}"/>
              </a:ext>
            </a:extLst>
          </p:cNvPr>
          <p:cNvGrpSpPr/>
          <p:nvPr/>
        </p:nvGrpSpPr>
        <p:grpSpPr>
          <a:xfrm>
            <a:off x="5797107" y="1835351"/>
            <a:ext cx="430513" cy="482146"/>
            <a:chOff x="1279958" y="1835351"/>
            <a:chExt cx="430513" cy="482146"/>
          </a:xfrm>
        </p:grpSpPr>
        <p:sp>
          <p:nvSpPr>
            <p:cNvPr id="109" name="Flowchart: Decision 88">
              <a:extLst>
                <a:ext uri="{FF2B5EF4-FFF2-40B4-BE49-F238E27FC236}">
                  <a16:creationId xmlns:a16="http://schemas.microsoft.com/office/drawing/2014/main" id="{589F3CD5-9FFA-4ED5-BC68-0664E646B9CC}"/>
                </a:ext>
              </a:extLst>
            </p:cNvPr>
            <p:cNvSpPr/>
            <p:nvPr/>
          </p:nvSpPr>
          <p:spPr>
            <a:xfrm rot="3541374">
              <a:off x="1194934" y="2002236"/>
              <a:ext cx="400285" cy="230238"/>
            </a:xfrm>
            <a:prstGeom prst="flowChartDecision">
              <a:avLst/>
            </a:prstGeom>
            <a:solidFill>
              <a:srgbClr val="AE2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10" name="Group 109">
              <a:extLst>
                <a:ext uri="{FF2B5EF4-FFF2-40B4-BE49-F238E27FC236}">
                  <a16:creationId xmlns:a16="http://schemas.microsoft.com/office/drawing/2014/main" id="{7AB064BC-2E81-43EA-B240-6456B6897F69}"/>
                </a:ext>
              </a:extLst>
            </p:cNvPr>
            <p:cNvGrpSpPr/>
            <p:nvPr/>
          </p:nvGrpSpPr>
          <p:grpSpPr>
            <a:xfrm>
              <a:off x="1292734" y="1835351"/>
              <a:ext cx="417737" cy="479616"/>
              <a:chOff x="1292734" y="1835351"/>
              <a:chExt cx="417737" cy="479616"/>
            </a:xfrm>
          </p:grpSpPr>
          <p:sp>
            <p:nvSpPr>
              <p:cNvPr id="111" name="Flowchart: Decision 87">
                <a:extLst>
                  <a:ext uri="{FF2B5EF4-FFF2-40B4-BE49-F238E27FC236}">
                    <a16:creationId xmlns:a16="http://schemas.microsoft.com/office/drawing/2014/main" id="{5105A410-61CD-43B6-874E-126A4F7FE8BF}"/>
                  </a:ext>
                </a:extLst>
              </p:cNvPr>
              <p:cNvSpPr/>
              <p:nvPr/>
            </p:nvSpPr>
            <p:spPr>
              <a:xfrm>
                <a:off x="1292734" y="1835351"/>
                <a:ext cx="403200" cy="223513"/>
              </a:xfrm>
              <a:prstGeom prst="flowChartDecision">
                <a:avLst/>
              </a:prstGeom>
              <a:solidFill>
                <a:srgbClr val="9F1C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2" name="Flowchart: Decision 117">
                <a:extLst>
                  <a:ext uri="{FF2B5EF4-FFF2-40B4-BE49-F238E27FC236}">
                    <a16:creationId xmlns:a16="http://schemas.microsoft.com/office/drawing/2014/main" id="{4AB72498-F80F-488B-A04A-064CE40649A9}"/>
                  </a:ext>
                </a:extLst>
              </p:cNvPr>
              <p:cNvSpPr/>
              <p:nvPr/>
            </p:nvSpPr>
            <p:spPr>
              <a:xfrm rot="17986108">
                <a:off x="1397367" y="2001864"/>
                <a:ext cx="393069" cy="233138"/>
              </a:xfrm>
              <a:prstGeom prst="flowChartDecision">
                <a:avLst/>
              </a:prstGeom>
              <a:solidFill>
                <a:srgbClr val="911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3" name="TextBox 78">
                <a:extLst>
                  <a:ext uri="{FF2B5EF4-FFF2-40B4-BE49-F238E27FC236}">
                    <a16:creationId xmlns:a16="http://schemas.microsoft.com/office/drawing/2014/main" id="{B44706E3-FF8E-4F52-8BF7-4BEF142BB6F0}"/>
                  </a:ext>
                </a:extLst>
              </p:cNvPr>
              <p:cNvSpPr txBox="1"/>
              <p:nvPr/>
            </p:nvSpPr>
            <p:spPr>
              <a:xfrm>
                <a:off x="1295283" y="2015797"/>
                <a:ext cx="384703" cy="107722"/>
              </a:xfrm>
              <a:prstGeom prst="rect">
                <a:avLst/>
              </a:prstGeom>
              <a:noFill/>
            </p:spPr>
            <p:txBody>
              <a:bodyPr wrap="square" lIns="0" tIns="0" rIns="0" bIns="0" rtlCol="0">
                <a:spAutoFit/>
              </a:bodyPr>
              <a:lstStyle/>
              <a:p>
                <a:pPr algn="ctr"/>
                <a:r>
                  <a:rPr lang="en-US" sz="700" b="1">
                    <a:solidFill>
                      <a:schemeClr val="bg1"/>
                    </a:solidFill>
                    <a:latin typeface="Arial Narrow" panose="020B0606020202030204" pitchFamily="34" charset="0"/>
                  </a:rPr>
                  <a:t>Engage</a:t>
                </a:r>
              </a:p>
            </p:txBody>
          </p:sp>
        </p:grpSp>
      </p:grpSp>
      <p:cxnSp>
        <p:nvCxnSpPr>
          <p:cNvPr id="159" name="Straight Arrow Connector 80">
            <a:extLst>
              <a:ext uri="{FF2B5EF4-FFF2-40B4-BE49-F238E27FC236}">
                <a16:creationId xmlns:a16="http://schemas.microsoft.com/office/drawing/2014/main" id="{D7AB02FF-F159-4D54-AEC8-C7E50236931A}"/>
              </a:ext>
            </a:extLst>
          </p:cNvPr>
          <p:cNvCxnSpPr>
            <a:cxnSpLocks/>
          </p:cNvCxnSpPr>
          <p:nvPr/>
        </p:nvCxnSpPr>
        <p:spPr>
          <a:xfrm>
            <a:off x="7911070" y="2025248"/>
            <a:ext cx="180000" cy="0"/>
          </a:xfrm>
          <a:prstGeom prst="straightConnector1">
            <a:avLst/>
          </a:prstGeom>
          <a:ln w="3175">
            <a:solidFill>
              <a:srgbClr val="581259"/>
            </a:solidFill>
            <a:prstDash val="dash"/>
            <a:tailEnd type="triangle" w="sm" len="sm"/>
          </a:ln>
          <a:effectLst/>
        </p:spPr>
        <p:style>
          <a:lnRef idx="2">
            <a:schemeClr val="accent1"/>
          </a:lnRef>
          <a:fillRef idx="0">
            <a:schemeClr val="accent1"/>
          </a:fillRef>
          <a:effectRef idx="1">
            <a:schemeClr val="accent1"/>
          </a:effectRef>
          <a:fontRef idx="minor">
            <a:schemeClr val="tx1"/>
          </a:fontRef>
        </p:style>
      </p:cxnSp>
      <p:cxnSp>
        <p:nvCxnSpPr>
          <p:cNvPr id="160" name="Straight Arrow Connector 80">
            <a:extLst>
              <a:ext uri="{FF2B5EF4-FFF2-40B4-BE49-F238E27FC236}">
                <a16:creationId xmlns:a16="http://schemas.microsoft.com/office/drawing/2014/main" id="{D82404DC-55BB-4B6A-B6B2-CEB07C52892B}"/>
              </a:ext>
            </a:extLst>
          </p:cNvPr>
          <p:cNvCxnSpPr>
            <a:cxnSpLocks/>
          </p:cNvCxnSpPr>
          <p:nvPr/>
        </p:nvCxnSpPr>
        <p:spPr>
          <a:xfrm>
            <a:off x="3272287" y="2037948"/>
            <a:ext cx="247288" cy="0"/>
          </a:xfrm>
          <a:prstGeom prst="straightConnector1">
            <a:avLst/>
          </a:prstGeom>
          <a:ln w="3175">
            <a:solidFill>
              <a:srgbClr val="581259"/>
            </a:solidFill>
            <a:prstDash val="dash"/>
            <a:tailEnd type="triangle" w="sm" len="sm"/>
          </a:ln>
          <a:effectLst/>
        </p:spPr>
        <p:style>
          <a:lnRef idx="2">
            <a:schemeClr val="accent1"/>
          </a:lnRef>
          <a:fillRef idx="0">
            <a:schemeClr val="accent1"/>
          </a:fillRef>
          <a:effectRef idx="1">
            <a:schemeClr val="accent1"/>
          </a:effectRef>
          <a:fontRef idx="minor">
            <a:schemeClr val="tx1"/>
          </a:fontRef>
        </p:style>
      </p:cxnSp>
      <p:cxnSp>
        <p:nvCxnSpPr>
          <p:cNvPr id="161" name="Straight Arrow Connector 79">
            <a:extLst>
              <a:ext uri="{FF2B5EF4-FFF2-40B4-BE49-F238E27FC236}">
                <a16:creationId xmlns:a16="http://schemas.microsoft.com/office/drawing/2014/main" id="{9E4F479A-9D52-4183-A347-3AE3F91C5294}"/>
              </a:ext>
            </a:extLst>
          </p:cNvPr>
          <p:cNvCxnSpPr>
            <a:cxnSpLocks/>
          </p:cNvCxnSpPr>
          <p:nvPr/>
        </p:nvCxnSpPr>
        <p:spPr>
          <a:xfrm>
            <a:off x="5624427" y="2025248"/>
            <a:ext cx="180000" cy="0"/>
          </a:xfrm>
          <a:prstGeom prst="straightConnector1">
            <a:avLst/>
          </a:prstGeom>
          <a:ln w="3175">
            <a:solidFill>
              <a:srgbClr val="581259"/>
            </a:solidFill>
            <a:prstDash val="dash"/>
            <a:tailEnd type="triangle" w="sm" len="sm"/>
          </a:ln>
          <a:effectLst/>
        </p:spPr>
        <p:style>
          <a:lnRef idx="2">
            <a:schemeClr val="accent1"/>
          </a:lnRef>
          <a:fillRef idx="0">
            <a:schemeClr val="accent1"/>
          </a:fillRef>
          <a:effectRef idx="1">
            <a:schemeClr val="accent1"/>
          </a:effectRef>
          <a:fontRef idx="minor">
            <a:schemeClr val="tx1"/>
          </a:fontRef>
        </p:style>
      </p:cxnSp>
      <p:cxnSp>
        <p:nvCxnSpPr>
          <p:cNvPr id="163" name="Straight Arrow Connector 79">
            <a:extLst>
              <a:ext uri="{FF2B5EF4-FFF2-40B4-BE49-F238E27FC236}">
                <a16:creationId xmlns:a16="http://schemas.microsoft.com/office/drawing/2014/main" id="{A45C360F-CE96-447F-894C-2CC1173098D3}"/>
              </a:ext>
            </a:extLst>
          </p:cNvPr>
          <p:cNvCxnSpPr>
            <a:cxnSpLocks/>
          </p:cNvCxnSpPr>
          <p:nvPr/>
        </p:nvCxnSpPr>
        <p:spPr>
          <a:xfrm>
            <a:off x="1056524" y="2037948"/>
            <a:ext cx="180000" cy="0"/>
          </a:xfrm>
          <a:prstGeom prst="straightConnector1">
            <a:avLst/>
          </a:prstGeom>
          <a:ln w="3175">
            <a:solidFill>
              <a:srgbClr val="581259"/>
            </a:solidFill>
            <a:prstDash val="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337" name="Hexagon 72">
            <a:extLst>
              <a:ext uri="{FF2B5EF4-FFF2-40B4-BE49-F238E27FC236}">
                <a16:creationId xmlns:a16="http://schemas.microsoft.com/office/drawing/2014/main" id="{0E0CE3B5-FA66-4EB8-B286-B1D7BB28C725}"/>
              </a:ext>
            </a:extLst>
          </p:cNvPr>
          <p:cNvSpPr>
            <a:spLocks noChangeAspect="1"/>
          </p:cNvSpPr>
          <p:nvPr/>
        </p:nvSpPr>
        <p:spPr>
          <a:xfrm rot="16200000">
            <a:off x="6384632" y="1385615"/>
            <a:ext cx="934342" cy="1306441"/>
          </a:xfrm>
          <a:prstGeom prst="hexagon">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Narrow" panose="020B0606020202030204" pitchFamily="34" charset="0"/>
            </a:endParaRPr>
          </a:p>
        </p:txBody>
      </p:sp>
      <p:grpSp>
        <p:nvGrpSpPr>
          <p:cNvPr id="128" name="Group 127">
            <a:extLst>
              <a:ext uri="{FF2B5EF4-FFF2-40B4-BE49-F238E27FC236}">
                <a16:creationId xmlns:a16="http://schemas.microsoft.com/office/drawing/2014/main" id="{9235497C-EF83-4375-BA79-F655B603202A}"/>
              </a:ext>
            </a:extLst>
          </p:cNvPr>
          <p:cNvGrpSpPr/>
          <p:nvPr/>
        </p:nvGrpSpPr>
        <p:grpSpPr>
          <a:xfrm>
            <a:off x="6345336" y="1473948"/>
            <a:ext cx="1028308" cy="557999"/>
            <a:chOff x="6345336" y="1473948"/>
            <a:chExt cx="1028308" cy="557999"/>
          </a:xfrm>
        </p:grpSpPr>
        <p:sp>
          <p:nvSpPr>
            <p:cNvPr id="129" name="Flowchart: Decision 118">
              <a:extLst>
                <a:ext uri="{FF2B5EF4-FFF2-40B4-BE49-F238E27FC236}">
                  <a16:creationId xmlns:a16="http://schemas.microsoft.com/office/drawing/2014/main" id="{08D0A9D8-991A-476D-A0C6-3F04F86126B8}"/>
                </a:ext>
              </a:extLst>
            </p:cNvPr>
            <p:cNvSpPr/>
            <p:nvPr/>
          </p:nvSpPr>
          <p:spPr>
            <a:xfrm>
              <a:off x="6345336" y="1473948"/>
              <a:ext cx="1028308" cy="557999"/>
            </a:xfrm>
            <a:prstGeom prst="flowChartDecision">
              <a:avLst/>
            </a:prstGeom>
            <a:solidFill>
              <a:srgbClr val="9F1C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2" name="TextBox 78">
              <a:extLst>
                <a:ext uri="{FF2B5EF4-FFF2-40B4-BE49-F238E27FC236}">
                  <a16:creationId xmlns:a16="http://schemas.microsoft.com/office/drawing/2014/main" id="{0C1092A2-0CE2-4ABC-A8B7-7B1BE3AA2DF8}"/>
                </a:ext>
              </a:extLst>
            </p:cNvPr>
            <p:cNvSpPr txBox="1"/>
            <p:nvPr/>
          </p:nvSpPr>
          <p:spPr>
            <a:xfrm>
              <a:off x="6667139" y="1645225"/>
              <a:ext cx="384703" cy="215444"/>
            </a:xfrm>
            <a:prstGeom prst="rect">
              <a:avLst/>
            </a:prstGeom>
            <a:noFill/>
          </p:spPr>
          <p:txBody>
            <a:bodyPr wrap="square" lIns="0" tIns="0" rIns="0" bIns="0" rtlCol="0">
              <a:spAutoFit/>
            </a:bodyPr>
            <a:lstStyle/>
            <a:p>
              <a:pPr algn="ctr"/>
              <a:r>
                <a:rPr lang="en-US" sz="700" b="1">
                  <a:solidFill>
                    <a:schemeClr val="bg1"/>
                  </a:solidFill>
                  <a:latin typeface="Arial Narrow" panose="020B0606020202030204" pitchFamily="34" charset="0"/>
                </a:rPr>
                <a:t>Design &amp; Transition</a:t>
              </a:r>
            </a:p>
          </p:txBody>
        </p:sp>
      </p:grpSp>
      <p:cxnSp>
        <p:nvCxnSpPr>
          <p:cNvPr id="162" name="Straight Connector 81">
            <a:extLst>
              <a:ext uri="{FF2B5EF4-FFF2-40B4-BE49-F238E27FC236}">
                <a16:creationId xmlns:a16="http://schemas.microsoft.com/office/drawing/2014/main" id="{0009FC59-FA21-486A-9C45-A752D322B398}"/>
              </a:ext>
            </a:extLst>
          </p:cNvPr>
          <p:cNvCxnSpPr>
            <a:cxnSpLocks/>
          </p:cNvCxnSpPr>
          <p:nvPr/>
        </p:nvCxnSpPr>
        <p:spPr>
          <a:xfrm>
            <a:off x="6200743" y="2025248"/>
            <a:ext cx="1296000" cy="0"/>
          </a:xfrm>
          <a:prstGeom prst="line">
            <a:avLst/>
          </a:prstGeom>
          <a:ln w="3175">
            <a:solidFill>
              <a:srgbClr val="581259"/>
            </a:solidFill>
            <a:prstDash val="dash"/>
            <a:tailEnd type="triangle" w="sm" len="sm"/>
          </a:ln>
          <a:effectLst/>
        </p:spPr>
        <p:style>
          <a:lnRef idx="2">
            <a:schemeClr val="accent1"/>
          </a:lnRef>
          <a:fillRef idx="0">
            <a:schemeClr val="accent1"/>
          </a:fillRef>
          <a:effectRef idx="1">
            <a:schemeClr val="accent1"/>
          </a:effectRef>
          <a:fontRef idx="minor">
            <a:schemeClr val="tx1"/>
          </a:fontRef>
        </p:style>
      </p:cxnSp>
      <p:grpSp>
        <p:nvGrpSpPr>
          <p:cNvPr id="148" name="Group 147">
            <a:extLst>
              <a:ext uri="{FF2B5EF4-FFF2-40B4-BE49-F238E27FC236}">
                <a16:creationId xmlns:a16="http://schemas.microsoft.com/office/drawing/2014/main" id="{2E6E8E40-A89B-45A0-B662-4AA1541153F8}"/>
              </a:ext>
            </a:extLst>
          </p:cNvPr>
          <p:cNvGrpSpPr/>
          <p:nvPr/>
        </p:nvGrpSpPr>
        <p:grpSpPr>
          <a:xfrm>
            <a:off x="2924585" y="1835351"/>
            <a:ext cx="430513" cy="482146"/>
            <a:chOff x="2848917" y="1835351"/>
            <a:chExt cx="430513" cy="482146"/>
          </a:xfrm>
        </p:grpSpPr>
        <p:sp>
          <p:nvSpPr>
            <p:cNvPr id="149" name="Flowchart: Decision 87">
              <a:extLst>
                <a:ext uri="{FF2B5EF4-FFF2-40B4-BE49-F238E27FC236}">
                  <a16:creationId xmlns:a16="http://schemas.microsoft.com/office/drawing/2014/main" id="{16A8C113-EE40-45C8-9EA2-AE9C2264A13A}"/>
                </a:ext>
              </a:extLst>
            </p:cNvPr>
            <p:cNvSpPr/>
            <p:nvPr/>
          </p:nvSpPr>
          <p:spPr>
            <a:xfrm>
              <a:off x="2859312" y="1835351"/>
              <a:ext cx="403200" cy="223513"/>
            </a:xfrm>
            <a:prstGeom prst="flowChartDecision">
              <a:avLst/>
            </a:prstGeom>
            <a:solidFill>
              <a:srgbClr val="134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0" name="Flowchart: Decision 88">
              <a:extLst>
                <a:ext uri="{FF2B5EF4-FFF2-40B4-BE49-F238E27FC236}">
                  <a16:creationId xmlns:a16="http://schemas.microsoft.com/office/drawing/2014/main" id="{6849F589-8175-4608-A1B9-83CC86DBB12E}"/>
                </a:ext>
              </a:extLst>
            </p:cNvPr>
            <p:cNvSpPr/>
            <p:nvPr/>
          </p:nvSpPr>
          <p:spPr>
            <a:xfrm rot="3541374">
              <a:off x="2763893" y="2002236"/>
              <a:ext cx="400285" cy="230238"/>
            </a:xfrm>
            <a:prstGeom prst="flowChartDecision">
              <a:avLst/>
            </a:prstGeom>
            <a:solidFill>
              <a:srgbClr val="185E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1" name="Flowchart: Decision 117">
              <a:extLst>
                <a:ext uri="{FF2B5EF4-FFF2-40B4-BE49-F238E27FC236}">
                  <a16:creationId xmlns:a16="http://schemas.microsoft.com/office/drawing/2014/main" id="{315C0874-BE5D-4047-8AAD-060978884130}"/>
                </a:ext>
              </a:extLst>
            </p:cNvPr>
            <p:cNvSpPr/>
            <p:nvPr/>
          </p:nvSpPr>
          <p:spPr>
            <a:xfrm rot="17986108">
              <a:off x="2966326" y="2001864"/>
              <a:ext cx="393069" cy="233138"/>
            </a:xfrm>
            <a:prstGeom prst="flowChartDecision">
              <a:avLst/>
            </a:prstGeom>
            <a:solidFill>
              <a:srgbClr val="185E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2" name="TextBox 76">
              <a:extLst>
                <a:ext uri="{FF2B5EF4-FFF2-40B4-BE49-F238E27FC236}">
                  <a16:creationId xmlns:a16="http://schemas.microsoft.com/office/drawing/2014/main" id="{1047AEC7-79DF-42E9-8859-45635DB3C27D}"/>
                </a:ext>
              </a:extLst>
            </p:cNvPr>
            <p:cNvSpPr txBox="1"/>
            <p:nvPr/>
          </p:nvSpPr>
          <p:spPr>
            <a:xfrm>
              <a:off x="2875893" y="1977376"/>
              <a:ext cx="384703" cy="164655"/>
            </a:xfrm>
            <a:prstGeom prst="rect">
              <a:avLst/>
            </a:prstGeom>
            <a:noFill/>
          </p:spPr>
          <p:txBody>
            <a:bodyPr wrap="square" lIns="0" tIns="0" rIns="0" bIns="0" rtlCol="0">
              <a:spAutoFit/>
            </a:bodyPr>
            <a:lstStyle/>
            <a:p>
              <a:pPr algn="ctr"/>
              <a:r>
                <a:rPr lang="en-US" sz="700" b="1">
                  <a:solidFill>
                    <a:schemeClr val="bg1"/>
                  </a:solidFill>
                  <a:latin typeface="Arial Narrow" panose="020B0606020202030204" pitchFamily="34" charset="0"/>
                </a:rPr>
                <a:t>Product &amp; Services</a:t>
              </a:r>
            </a:p>
          </p:txBody>
        </p:sp>
      </p:grpSp>
      <p:sp>
        <p:nvSpPr>
          <p:cNvPr id="405" name="Hexagon 72">
            <a:extLst>
              <a:ext uri="{FF2B5EF4-FFF2-40B4-BE49-F238E27FC236}">
                <a16:creationId xmlns:a16="http://schemas.microsoft.com/office/drawing/2014/main" id="{CCC26C0A-9882-4A60-9F7A-CDC74CE48A3F}"/>
              </a:ext>
            </a:extLst>
          </p:cNvPr>
          <p:cNvSpPr>
            <a:spLocks noChangeAspect="1"/>
          </p:cNvSpPr>
          <p:nvPr/>
        </p:nvSpPr>
        <p:spPr>
          <a:xfrm rot="16200000">
            <a:off x="1816729" y="1398315"/>
            <a:ext cx="934342" cy="1306441"/>
          </a:xfrm>
          <a:prstGeom prst="hexagon">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Narrow" panose="020B0606020202030204" pitchFamily="34" charset="0"/>
            </a:endParaRPr>
          </a:p>
        </p:txBody>
      </p:sp>
      <p:cxnSp>
        <p:nvCxnSpPr>
          <p:cNvPr id="164" name="Straight Connector 81">
            <a:extLst>
              <a:ext uri="{FF2B5EF4-FFF2-40B4-BE49-F238E27FC236}">
                <a16:creationId xmlns:a16="http://schemas.microsoft.com/office/drawing/2014/main" id="{954728A9-A838-4812-9709-4C348CC7B6A5}"/>
              </a:ext>
            </a:extLst>
          </p:cNvPr>
          <p:cNvCxnSpPr>
            <a:cxnSpLocks/>
          </p:cNvCxnSpPr>
          <p:nvPr/>
        </p:nvCxnSpPr>
        <p:spPr>
          <a:xfrm>
            <a:off x="1636597" y="2037948"/>
            <a:ext cx="1296000" cy="0"/>
          </a:xfrm>
          <a:prstGeom prst="line">
            <a:avLst/>
          </a:prstGeom>
          <a:ln w="3175">
            <a:solidFill>
              <a:srgbClr val="581259"/>
            </a:solidFill>
            <a:prstDash val="dash"/>
            <a:tailEnd type="triangle" w="sm" len="sm"/>
          </a:ln>
          <a:effectLst/>
        </p:spPr>
        <p:style>
          <a:lnRef idx="2">
            <a:schemeClr val="accent1"/>
          </a:lnRef>
          <a:fillRef idx="0">
            <a:schemeClr val="accent1"/>
          </a:fillRef>
          <a:effectRef idx="1">
            <a:schemeClr val="accent1"/>
          </a:effectRef>
          <a:fontRef idx="minor">
            <a:schemeClr val="tx1"/>
          </a:fontRef>
        </p:style>
      </p:cxnSp>
      <p:grpSp>
        <p:nvGrpSpPr>
          <p:cNvPr id="165" name="Group 164">
            <a:extLst>
              <a:ext uri="{FF2B5EF4-FFF2-40B4-BE49-F238E27FC236}">
                <a16:creationId xmlns:a16="http://schemas.microsoft.com/office/drawing/2014/main" id="{829E19AD-96B5-4F92-B581-6E51160008F9}"/>
              </a:ext>
            </a:extLst>
          </p:cNvPr>
          <p:cNvGrpSpPr/>
          <p:nvPr/>
        </p:nvGrpSpPr>
        <p:grpSpPr>
          <a:xfrm>
            <a:off x="7493461" y="1832970"/>
            <a:ext cx="430513" cy="481352"/>
            <a:chOff x="7493461" y="1832970"/>
            <a:chExt cx="430513" cy="481352"/>
          </a:xfrm>
        </p:grpSpPr>
        <p:sp>
          <p:nvSpPr>
            <p:cNvPr id="166" name="Flowchart: Decision 87">
              <a:extLst>
                <a:ext uri="{FF2B5EF4-FFF2-40B4-BE49-F238E27FC236}">
                  <a16:creationId xmlns:a16="http://schemas.microsoft.com/office/drawing/2014/main" id="{53B1414B-BD9C-44E9-B9E4-B58B737356F9}"/>
                </a:ext>
              </a:extLst>
            </p:cNvPr>
            <p:cNvSpPr/>
            <p:nvPr/>
          </p:nvSpPr>
          <p:spPr>
            <a:xfrm>
              <a:off x="7503856" y="1832970"/>
              <a:ext cx="403200" cy="223513"/>
            </a:xfrm>
            <a:prstGeom prst="flowChartDecision">
              <a:avLst/>
            </a:prstGeom>
            <a:solidFill>
              <a:srgbClr val="134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7" name="Flowchart: Decision 88">
              <a:extLst>
                <a:ext uri="{FF2B5EF4-FFF2-40B4-BE49-F238E27FC236}">
                  <a16:creationId xmlns:a16="http://schemas.microsoft.com/office/drawing/2014/main" id="{BFAF9C8C-7EB4-491B-B01F-FBD6FFE74F7A}"/>
                </a:ext>
              </a:extLst>
            </p:cNvPr>
            <p:cNvSpPr/>
            <p:nvPr/>
          </p:nvSpPr>
          <p:spPr>
            <a:xfrm rot="3541374">
              <a:off x="7408437" y="1999061"/>
              <a:ext cx="400285" cy="230238"/>
            </a:xfrm>
            <a:prstGeom prst="flowChartDecision">
              <a:avLst/>
            </a:prstGeom>
            <a:solidFill>
              <a:srgbClr val="185E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8" name="Flowchart: Decision 117">
              <a:extLst>
                <a:ext uri="{FF2B5EF4-FFF2-40B4-BE49-F238E27FC236}">
                  <a16:creationId xmlns:a16="http://schemas.microsoft.com/office/drawing/2014/main" id="{DA589371-D0B0-4E5C-9215-C8FBFB4EBF7A}"/>
                </a:ext>
              </a:extLst>
            </p:cNvPr>
            <p:cNvSpPr/>
            <p:nvPr/>
          </p:nvSpPr>
          <p:spPr>
            <a:xfrm rot="17986108">
              <a:off x="7610870" y="1998689"/>
              <a:ext cx="393069" cy="233138"/>
            </a:xfrm>
            <a:prstGeom prst="flowChartDecision">
              <a:avLst/>
            </a:prstGeom>
            <a:solidFill>
              <a:srgbClr val="185E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9" name="TextBox 76">
              <a:extLst>
                <a:ext uri="{FF2B5EF4-FFF2-40B4-BE49-F238E27FC236}">
                  <a16:creationId xmlns:a16="http://schemas.microsoft.com/office/drawing/2014/main" id="{D97DB02F-B4D7-41CE-B40F-7E40844C3A08}"/>
                </a:ext>
              </a:extLst>
            </p:cNvPr>
            <p:cNvSpPr txBox="1"/>
            <p:nvPr/>
          </p:nvSpPr>
          <p:spPr>
            <a:xfrm>
              <a:off x="7520437" y="1977376"/>
              <a:ext cx="384703" cy="164655"/>
            </a:xfrm>
            <a:prstGeom prst="rect">
              <a:avLst/>
            </a:prstGeom>
            <a:noFill/>
          </p:spPr>
          <p:txBody>
            <a:bodyPr wrap="square" lIns="0" tIns="0" rIns="0" bIns="0" rtlCol="0">
              <a:spAutoFit/>
            </a:bodyPr>
            <a:lstStyle/>
            <a:p>
              <a:pPr algn="ctr"/>
              <a:r>
                <a:rPr lang="en-US" sz="700" b="1">
                  <a:solidFill>
                    <a:schemeClr val="bg1"/>
                  </a:solidFill>
                  <a:latin typeface="Arial Narrow" panose="020B0606020202030204" pitchFamily="34" charset="0"/>
                </a:rPr>
                <a:t>Product &amp; Services</a:t>
              </a:r>
            </a:p>
          </p:txBody>
        </p:sp>
      </p:grpSp>
      <p:sp>
        <p:nvSpPr>
          <p:cNvPr id="6" name="Slide Number Placeholder 5">
            <a:extLst>
              <a:ext uri="{FF2B5EF4-FFF2-40B4-BE49-F238E27FC236}">
                <a16:creationId xmlns:a16="http://schemas.microsoft.com/office/drawing/2014/main" id="{B4EEFD0C-CF11-4527-8558-AB9ABEFF30F1}"/>
              </a:ext>
            </a:extLst>
          </p:cNvPr>
          <p:cNvSpPr>
            <a:spLocks noGrp="1"/>
          </p:cNvSpPr>
          <p:nvPr>
            <p:ph type="sldNum" sz="quarter" idx="35"/>
          </p:nvPr>
        </p:nvSpPr>
        <p:spPr/>
        <p:txBody>
          <a:bodyPr/>
          <a:lstStyle/>
          <a:p>
            <a:fld id="{9C18EA95-C3D3-214C-9452-EF8527DBCD86}" type="slidenum">
              <a:rPr lang="it-IT" smtClean="0"/>
              <a:pPr/>
              <a:t>37</a:t>
            </a:fld>
            <a:endParaRPr lang="it-IT"/>
          </a:p>
        </p:txBody>
      </p:sp>
      <p:sp>
        <p:nvSpPr>
          <p:cNvPr id="71" name="Rectangle 210">
            <a:extLst>
              <a:ext uri="{FF2B5EF4-FFF2-40B4-BE49-F238E27FC236}">
                <a16:creationId xmlns:a16="http://schemas.microsoft.com/office/drawing/2014/main" id="{2702A94D-3475-4300-B182-F1249055DE2E}"/>
              </a:ext>
            </a:extLst>
          </p:cNvPr>
          <p:cNvSpPr/>
          <p:nvPr/>
        </p:nvSpPr>
        <p:spPr>
          <a:xfrm>
            <a:off x="4944310" y="4954731"/>
            <a:ext cx="1296000" cy="123111"/>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lIns="36000" tIns="0" rIns="36000" bIns="0">
            <a:noAutofit/>
          </a:bodyPr>
          <a:lstStyle/>
          <a:p>
            <a:pPr lvl="0" defTabSz="914400">
              <a:buClr>
                <a:srgbClr val="DA291C"/>
              </a:buClr>
              <a:defRPr/>
            </a:pPr>
            <a:r>
              <a:rPr lang="en-GB" sz="800" b="1" kern="0">
                <a:solidFill>
                  <a:srgbClr val="0C2340"/>
                </a:solidFill>
                <a:latin typeface="Arial Narrow" panose="020B0606020202030204" pitchFamily="34" charset="0"/>
              </a:rPr>
              <a:t>Source:</a:t>
            </a:r>
            <a:r>
              <a:rPr lang="en-GB" sz="800" kern="0">
                <a:solidFill>
                  <a:srgbClr val="0C2340"/>
                </a:solidFill>
                <a:latin typeface="Arial Narrow" panose="020B0606020202030204" pitchFamily="34" charset="0"/>
              </a:rPr>
              <a:t> AXELOS limited 2019</a:t>
            </a:r>
            <a:endPar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grpSp>
        <p:nvGrpSpPr>
          <p:cNvPr id="70" name="Group 49">
            <a:extLst>
              <a:ext uri="{FF2B5EF4-FFF2-40B4-BE49-F238E27FC236}">
                <a16:creationId xmlns:a16="http://schemas.microsoft.com/office/drawing/2014/main" id="{AC8DE9C6-AE34-4B19-A978-11D3B6644F54}"/>
              </a:ext>
            </a:extLst>
          </p:cNvPr>
          <p:cNvGrpSpPr/>
          <p:nvPr/>
        </p:nvGrpSpPr>
        <p:grpSpPr>
          <a:xfrm>
            <a:off x="6841340" y="4969080"/>
            <a:ext cx="108000" cy="108000"/>
            <a:chOff x="10130023" y="2277920"/>
            <a:chExt cx="1188000" cy="1188000"/>
          </a:xfrm>
          <a:solidFill>
            <a:schemeClr val="accent2">
              <a:lumMod val="20000"/>
              <a:lumOff val="80000"/>
            </a:schemeClr>
          </a:solidFill>
        </p:grpSpPr>
        <p:pic>
          <p:nvPicPr>
            <p:cNvPr id="73" name="Picture 51">
              <a:extLst>
                <a:ext uri="{FF2B5EF4-FFF2-40B4-BE49-F238E27FC236}">
                  <a16:creationId xmlns:a16="http://schemas.microsoft.com/office/drawing/2014/main" id="{53A0A5A0-DE23-4558-B3FE-193F1560CB89}"/>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74" name="Oval 17">
              <a:extLst>
                <a:ext uri="{FF2B5EF4-FFF2-40B4-BE49-F238E27FC236}">
                  <a16:creationId xmlns:a16="http://schemas.microsoft.com/office/drawing/2014/main" id="{B3EE0F84-EFCC-4165-9AA9-8AC0CE829A6A}"/>
                </a:ext>
              </a:extLst>
            </p:cNvPr>
            <p:cNvSpPr/>
            <p:nvPr/>
          </p:nvSpPr>
          <p:spPr>
            <a:xfrm rot="5400000">
              <a:off x="10148023" y="2295920"/>
              <a:ext cx="1152000" cy="115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75" name="Google Shape;21;p4">
              <a:extLst>
                <a:ext uri="{FF2B5EF4-FFF2-40B4-BE49-F238E27FC236}">
                  <a16:creationId xmlns:a16="http://schemas.microsoft.com/office/drawing/2014/main" id="{28A97AFA-ECC2-4F7E-8F4D-ECABFB46CD8D}"/>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76" name="Rectangle 210">
            <a:extLst>
              <a:ext uri="{FF2B5EF4-FFF2-40B4-BE49-F238E27FC236}">
                <a16:creationId xmlns:a16="http://schemas.microsoft.com/office/drawing/2014/main" id="{2501D171-065F-4F91-A156-434EFAC2E470}"/>
              </a:ext>
            </a:extLst>
          </p:cNvPr>
          <p:cNvSpPr/>
          <p:nvPr/>
        </p:nvSpPr>
        <p:spPr>
          <a:xfrm>
            <a:off x="6928298" y="4916723"/>
            <a:ext cx="2172905"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Subject to exam question</a:t>
            </a:r>
            <a:endPar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81" name="Rectangle 210">
            <a:extLst>
              <a:ext uri="{FF2B5EF4-FFF2-40B4-BE49-F238E27FC236}">
                <a16:creationId xmlns:a16="http://schemas.microsoft.com/office/drawing/2014/main" id="{ED870B91-A305-4999-A080-69320786EFE0}"/>
              </a:ext>
            </a:extLst>
          </p:cNvPr>
          <p:cNvSpPr/>
          <p:nvPr/>
        </p:nvSpPr>
        <p:spPr>
          <a:xfrm>
            <a:off x="640323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
        <p:nvSpPr>
          <p:cNvPr id="77" name="Rectangle 30">
            <a:extLst>
              <a:ext uri="{FF2B5EF4-FFF2-40B4-BE49-F238E27FC236}">
                <a16:creationId xmlns:a16="http://schemas.microsoft.com/office/drawing/2014/main" id="{5B93A10E-703D-4DC4-B6AD-F1FDC7103001}"/>
              </a:ext>
            </a:extLst>
          </p:cNvPr>
          <p:cNvSpPr/>
          <p:nvPr/>
        </p:nvSpPr>
        <p:spPr>
          <a:xfrm>
            <a:off x="4635000" y="1069943"/>
            <a:ext cx="4450098" cy="315905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a:ln>
                <a:noFill/>
              </a:ln>
              <a:solidFill>
                <a:srgbClr val="FFFFFF"/>
              </a:solidFill>
              <a:effectLst/>
              <a:uLnTx/>
              <a:uFillTx/>
              <a:latin typeface="Arial Narrow" panose="020B0606020202030204" pitchFamily="34" charset="0"/>
            </a:endParaRPr>
          </a:p>
        </p:txBody>
      </p:sp>
    </p:spTree>
    <p:extLst>
      <p:ext uri="{BB962C8B-B14F-4D97-AF65-F5344CB8AC3E}">
        <p14:creationId xmlns:p14="http://schemas.microsoft.com/office/powerpoint/2010/main" val="16291753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Rectangle 210">
            <a:extLst>
              <a:ext uri="{FF2B5EF4-FFF2-40B4-BE49-F238E27FC236}">
                <a16:creationId xmlns:a16="http://schemas.microsoft.com/office/drawing/2014/main" id="{BC9B1CB4-EEB9-43EF-85B1-565DE3DC7EAA}"/>
              </a:ext>
            </a:extLst>
          </p:cNvPr>
          <p:cNvSpPr/>
          <p:nvPr/>
        </p:nvSpPr>
        <p:spPr>
          <a:xfrm>
            <a:off x="5152147" y="4916723"/>
            <a:ext cx="1697379" cy="215444"/>
          </a:xfrm>
          <a:prstGeom prst="rect">
            <a:avLst/>
          </a:prstGeom>
        </p:spPr>
        <p:txBody>
          <a:bodyPr wrap="square">
            <a:spAutoFit/>
          </a:bodyPr>
          <a:lstStyle/>
          <a:p>
            <a:pPr marR="0" lvl="0" algn="l" defTabSz="914400" rtl="0" eaLnBrk="1" fontAlgn="auto" latinLnBrk="0" hangingPunct="1">
              <a:spcBef>
                <a:spcPts val="0"/>
              </a:spcBef>
              <a:buClr>
                <a:srgbClr val="DA291C"/>
              </a:buClr>
              <a:buSzTx/>
              <a:tabLst/>
              <a:defRPr/>
            </a:pPr>
            <a:r>
              <a:rPr lang="en-GB" sz="800" kern="0">
                <a:solidFill>
                  <a:srgbClr val="0C2340"/>
                </a:solidFill>
                <a:latin typeface="Arial Narrow" panose="020B0606020202030204" pitchFamily="34" charset="0"/>
              </a:rPr>
              <a:t>Link</a:t>
            </a:r>
            <a:r>
              <a:rPr kumimoji="0" lang="en-GB" sz="800" i="0" u="none" strike="noStrike" kern="0" cap="none" spc="0" normalizeH="0" baseline="0">
                <a:ln>
                  <a:noFill/>
                </a:ln>
                <a:solidFill>
                  <a:srgbClr val="0C2340"/>
                </a:solidFill>
                <a:effectLst/>
                <a:uLnTx/>
                <a:uFillTx/>
                <a:latin typeface="Arial Narrow" panose="020B0606020202030204" pitchFamily="34" charset="0"/>
              </a:rPr>
              <a:t> back to multiple-choice question</a:t>
            </a:r>
          </a:p>
        </p:txBody>
      </p:sp>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a:effectLst/>
        </p:spPr>
        <p:txBody>
          <a:bodyPr/>
          <a:lstStyle/>
          <a:p>
            <a:r>
              <a:rPr lang="en-US">
                <a:latin typeface="Arial Narrow" panose="020B0606020202030204" pitchFamily="34" charset="0"/>
              </a:rPr>
              <a:t>The ITIL 4 Service Value System | </a:t>
            </a:r>
            <a:r>
              <a:rPr lang="en-US">
                <a:solidFill>
                  <a:schemeClr val="accent3"/>
                </a:solidFill>
                <a:latin typeface="Arial Narrow" panose="020B0606020202030204" pitchFamily="34" charset="0"/>
              </a:rPr>
              <a:t>The SVC activities 4/4</a:t>
            </a:r>
            <a:endParaRPr lang="en-GB">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a:effectLst/>
        </p:spPr>
        <p:txBody>
          <a:bodyPr/>
          <a:lstStyle/>
          <a:p>
            <a:r>
              <a:rPr lang="en-GB">
                <a:latin typeface="Arial Narrow" panose="020B0606020202030204" pitchFamily="34" charset="0"/>
              </a:rPr>
              <a:t>There are six activities that constitute the SVC, structure not representing a lifecycle but an operating model outlining key activities needed to respond to consumer demands</a:t>
            </a:r>
          </a:p>
        </p:txBody>
      </p:sp>
      <p:grpSp>
        <p:nvGrpSpPr>
          <p:cNvPr id="180" name="Group 179">
            <a:extLst>
              <a:ext uri="{FF2B5EF4-FFF2-40B4-BE49-F238E27FC236}">
                <a16:creationId xmlns:a16="http://schemas.microsoft.com/office/drawing/2014/main" id="{D6115850-1141-411A-A2E2-0D26AF70F919}"/>
              </a:ext>
            </a:extLst>
          </p:cNvPr>
          <p:cNvGrpSpPr/>
          <p:nvPr/>
        </p:nvGrpSpPr>
        <p:grpSpPr>
          <a:xfrm>
            <a:off x="6841340" y="4916723"/>
            <a:ext cx="2259863" cy="215444"/>
            <a:chOff x="6841340" y="4916723"/>
            <a:chExt cx="2259863" cy="215444"/>
          </a:xfrm>
        </p:grpSpPr>
        <p:grpSp>
          <p:nvGrpSpPr>
            <p:cNvPr id="181" name="Group 49">
              <a:extLst>
                <a:ext uri="{FF2B5EF4-FFF2-40B4-BE49-F238E27FC236}">
                  <a16:creationId xmlns:a16="http://schemas.microsoft.com/office/drawing/2014/main" id="{BDC825ED-5581-48EE-81FF-EB2BDDBB3183}"/>
                </a:ext>
              </a:extLst>
            </p:cNvPr>
            <p:cNvGrpSpPr/>
            <p:nvPr/>
          </p:nvGrpSpPr>
          <p:grpSpPr>
            <a:xfrm>
              <a:off x="6841340" y="4969080"/>
              <a:ext cx="108000" cy="108000"/>
              <a:chOff x="10130023" y="2277920"/>
              <a:chExt cx="1188000" cy="1188000"/>
            </a:xfrm>
            <a:solidFill>
              <a:schemeClr val="accent2">
                <a:lumMod val="20000"/>
                <a:lumOff val="80000"/>
              </a:schemeClr>
            </a:solidFill>
          </p:grpSpPr>
          <p:pic>
            <p:nvPicPr>
              <p:cNvPr id="183" name="Picture 51">
                <a:extLst>
                  <a:ext uri="{FF2B5EF4-FFF2-40B4-BE49-F238E27FC236}">
                    <a16:creationId xmlns:a16="http://schemas.microsoft.com/office/drawing/2014/main" id="{D723F83C-A673-41E2-B0FD-3164DF0B0439}"/>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184" name="Oval 17">
                <a:extLst>
                  <a:ext uri="{FF2B5EF4-FFF2-40B4-BE49-F238E27FC236}">
                    <a16:creationId xmlns:a16="http://schemas.microsoft.com/office/drawing/2014/main" id="{0EEB2DF9-6756-4C59-88FE-AD65AC4C1CD1}"/>
                  </a:ext>
                </a:extLst>
              </p:cNvPr>
              <p:cNvSpPr/>
              <p:nvPr/>
            </p:nvSpPr>
            <p:spPr>
              <a:xfrm rot="5400000">
                <a:off x="10148023" y="2295920"/>
                <a:ext cx="1152000" cy="115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rial Narrow" panose="020B0606020202030204" pitchFamily="34" charset="0"/>
                </a:endParaRPr>
              </a:p>
            </p:txBody>
          </p:sp>
          <p:sp>
            <p:nvSpPr>
              <p:cNvPr id="185" name="Google Shape;21;p4">
                <a:extLst>
                  <a:ext uri="{FF2B5EF4-FFF2-40B4-BE49-F238E27FC236}">
                    <a16:creationId xmlns:a16="http://schemas.microsoft.com/office/drawing/2014/main" id="{447D3B1F-4EBB-48D5-9CEC-6F61E16AA54D}"/>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182" name="Rectangle 210">
              <a:extLst>
                <a:ext uri="{FF2B5EF4-FFF2-40B4-BE49-F238E27FC236}">
                  <a16:creationId xmlns:a16="http://schemas.microsoft.com/office/drawing/2014/main" id="{3258FED0-5FAE-4B73-B563-974145867720}"/>
                </a:ext>
              </a:extLst>
            </p:cNvPr>
            <p:cNvSpPr/>
            <p:nvPr/>
          </p:nvSpPr>
          <p:spPr>
            <a:xfrm>
              <a:off x="6928298" y="4916723"/>
              <a:ext cx="2172905" cy="215444"/>
            </a:xfrm>
            <a:prstGeom prst="rect">
              <a:avLst/>
            </a:prstGeom>
          </p:spPr>
          <p:txBody>
            <a:bodyPr wrap="square">
              <a:spAutoFit/>
            </a:bodyPr>
            <a:lstStyle/>
            <a:p>
              <a:pPr marR="0" lvl="0" algn="l" defTabSz="914400" rtl="0" eaLnBrk="1" fontAlgn="auto" latinLnBrk="0" hangingPunct="1">
                <a:spcBef>
                  <a:spcPts val="0"/>
                </a:spcBef>
                <a:buClr>
                  <a:srgbClr val="DA291C"/>
                </a:buClr>
                <a:buSzTx/>
                <a:tabLst/>
                <a:defRPr/>
              </a:pPr>
              <a:r>
                <a:rPr kumimoji="0" lang="en-GB" sz="800" b="0" i="0" u="none" strike="noStrike" kern="0" cap="none" spc="0" normalizeH="0" baseline="0">
                  <a:ln>
                    <a:noFill/>
                  </a:ln>
                  <a:solidFill>
                    <a:srgbClr val="0C2340"/>
                  </a:solidFill>
                  <a:effectLst/>
                  <a:uLnTx/>
                  <a:uFillTx/>
                  <a:latin typeface="Arial Narrow" panose="020B0606020202030204" pitchFamily="34" charset="0"/>
                </a:rPr>
                <a:t>Subject to exam question</a:t>
              </a:r>
              <a:endParaRPr kumimoji="0" lang="en-GB" sz="800" b="1" i="0" u="none" strike="noStrike" kern="0" cap="none" spc="0" normalizeH="0" baseline="0">
                <a:ln>
                  <a:noFill/>
                </a:ln>
                <a:solidFill>
                  <a:srgbClr val="0C2340"/>
                </a:solidFill>
                <a:effectLst/>
                <a:uLnTx/>
                <a:uFillTx/>
                <a:latin typeface="Arial Narrow" panose="020B0606020202030204" pitchFamily="34" charset="0"/>
              </a:endParaRPr>
            </a:p>
          </p:txBody>
        </p:sp>
      </p:grpSp>
      <p:sp>
        <p:nvSpPr>
          <p:cNvPr id="91" name="Rectangle 30">
            <a:extLst>
              <a:ext uri="{FF2B5EF4-FFF2-40B4-BE49-F238E27FC236}">
                <a16:creationId xmlns:a16="http://schemas.microsoft.com/office/drawing/2014/main" id="{0BA9084C-8AAE-4C6D-A80F-D8CF7A5E40A9}"/>
              </a:ext>
            </a:extLst>
          </p:cNvPr>
          <p:cNvSpPr/>
          <p:nvPr/>
        </p:nvSpPr>
        <p:spPr>
          <a:xfrm>
            <a:off x="63000" y="1069943"/>
            <a:ext cx="4450098" cy="315905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a:ln>
                <a:noFill/>
              </a:ln>
              <a:solidFill>
                <a:srgbClr val="FFFFFF"/>
              </a:solidFill>
              <a:effectLst/>
              <a:uLnTx/>
              <a:uFillTx/>
              <a:latin typeface="Arial Narrow" panose="020B0606020202030204" pitchFamily="34" charset="0"/>
            </a:endParaRPr>
          </a:p>
        </p:txBody>
      </p:sp>
      <p:sp>
        <p:nvSpPr>
          <p:cNvPr id="71" name="Hexagon 71">
            <a:extLst>
              <a:ext uri="{FF2B5EF4-FFF2-40B4-BE49-F238E27FC236}">
                <a16:creationId xmlns:a16="http://schemas.microsoft.com/office/drawing/2014/main" id="{9392F8DE-0AE0-4765-88AF-F6D503B88A6D}"/>
              </a:ext>
            </a:extLst>
          </p:cNvPr>
          <p:cNvSpPr>
            <a:spLocks noChangeAspect="1"/>
          </p:cNvSpPr>
          <p:nvPr/>
        </p:nvSpPr>
        <p:spPr>
          <a:xfrm rot="16200000">
            <a:off x="1450410" y="991933"/>
            <a:ext cx="1674498" cy="2092032"/>
          </a:xfrm>
          <a:prstGeom prst="hexagon">
            <a:avLst/>
          </a:prstGeom>
          <a:solidFill>
            <a:srgbClr val="9E769F"/>
          </a:solidFill>
          <a:ln>
            <a:solidFill>
              <a:srgbClr val="9E76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Narrow" panose="020B0606020202030204" pitchFamily="34" charset="0"/>
            </a:endParaRPr>
          </a:p>
        </p:txBody>
      </p:sp>
      <p:sp>
        <p:nvSpPr>
          <p:cNvPr id="73" name="Oval 73">
            <a:extLst>
              <a:ext uri="{FF2B5EF4-FFF2-40B4-BE49-F238E27FC236}">
                <a16:creationId xmlns:a16="http://schemas.microsoft.com/office/drawing/2014/main" id="{A14A7D52-6CD8-4B44-8937-D4A2864ACB72}"/>
              </a:ext>
            </a:extLst>
          </p:cNvPr>
          <p:cNvSpPr/>
          <p:nvPr/>
        </p:nvSpPr>
        <p:spPr>
          <a:xfrm>
            <a:off x="624424" y="1819764"/>
            <a:ext cx="432100" cy="432000"/>
          </a:xfrm>
          <a:prstGeom prst="ellipse">
            <a:avLst/>
          </a:prstGeom>
          <a:solidFill>
            <a:srgbClr val="9A1C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700" b="1">
                <a:latin typeface="Arial Narrow" panose="020B0606020202030204" pitchFamily="34" charset="0"/>
              </a:rPr>
              <a:t>Demand</a:t>
            </a:r>
            <a:endParaRPr lang="en-US" sz="800" b="1">
              <a:latin typeface="Arial Narrow" panose="020B0606020202030204" pitchFamily="34" charset="0"/>
            </a:endParaRPr>
          </a:p>
        </p:txBody>
      </p:sp>
      <p:sp>
        <p:nvSpPr>
          <p:cNvPr id="74" name="Oval 74">
            <a:extLst>
              <a:ext uri="{FF2B5EF4-FFF2-40B4-BE49-F238E27FC236}">
                <a16:creationId xmlns:a16="http://schemas.microsoft.com/office/drawing/2014/main" id="{D0D6DE99-B232-4689-88FF-3CB8CB7DB155}"/>
              </a:ext>
            </a:extLst>
          </p:cNvPr>
          <p:cNvSpPr/>
          <p:nvPr/>
        </p:nvSpPr>
        <p:spPr>
          <a:xfrm>
            <a:off x="3519574" y="1819764"/>
            <a:ext cx="432100" cy="432000"/>
          </a:xfrm>
          <a:prstGeom prst="ellipse">
            <a:avLst/>
          </a:prstGeom>
          <a:solidFill>
            <a:srgbClr val="9D1C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700" b="1">
                <a:latin typeface="Arial Narrow" panose="020B0606020202030204" pitchFamily="34" charset="0"/>
              </a:rPr>
              <a:t>Value</a:t>
            </a:r>
            <a:endParaRPr lang="en-US" sz="400" b="1">
              <a:latin typeface="Arial Narrow" panose="020B0606020202030204" pitchFamily="34" charset="0"/>
            </a:endParaRPr>
          </a:p>
        </p:txBody>
      </p:sp>
      <p:sp>
        <p:nvSpPr>
          <p:cNvPr id="76" name="Rounded Rectangle 38">
            <a:extLst>
              <a:ext uri="{FF2B5EF4-FFF2-40B4-BE49-F238E27FC236}">
                <a16:creationId xmlns:a16="http://schemas.microsoft.com/office/drawing/2014/main" id="{70E1A985-FAE5-4BAF-9245-6F3088B49A1A}"/>
              </a:ext>
            </a:extLst>
          </p:cNvPr>
          <p:cNvSpPr>
            <a:spLocks noChangeArrowheads="1"/>
          </p:cNvSpPr>
          <p:nvPr/>
        </p:nvSpPr>
        <p:spPr bwMode="auto">
          <a:xfrm>
            <a:off x="406229" y="3135719"/>
            <a:ext cx="3987820" cy="892562"/>
          </a:xfrm>
          <a:prstGeom prst="roundRect">
            <a:avLst>
              <a:gd name="adj" fmla="val 8452"/>
            </a:avLst>
          </a:prstGeom>
          <a:solidFill>
            <a:srgbClr val="FFFFFF"/>
          </a:solidFill>
          <a:ln w="12700" algn="ctr">
            <a:solidFill>
              <a:schemeClr val="accent1"/>
            </a:solidFill>
            <a:prstDash val="sysDot"/>
            <a:round/>
            <a:headEnd/>
            <a:tailEnd/>
          </a:ln>
        </p:spPr>
        <p:txBody>
          <a:bodyPr lIns="180000" tIns="0" rIns="144000" bIns="0" anchor="ctr"/>
          <a:lstStyle/>
          <a:p>
            <a:pPr algn="ctr" fontAlgn="base">
              <a:lnSpc>
                <a:spcPct val="120000"/>
              </a:lnSpc>
              <a:spcBef>
                <a:spcPct val="0"/>
              </a:spcBef>
              <a:spcAft>
                <a:spcPct val="0"/>
              </a:spcAft>
              <a:defRPr/>
            </a:pPr>
            <a:r>
              <a:rPr lang="en-GB" sz="1100" b="1" kern="0">
                <a:solidFill>
                  <a:schemeClr val="accent1"/>
                </a:solidFill>
                <a:latin typeface="Arial Narrow" panose="020B0606020202030204" pitchFamily="34" charset="0"/>
                <a:cs typeface="Lucida Sans" pitchFamily="34" charset="0"/>
              </a:rPr>
              <a:t>OBTAIN/BUILD: </a:t>
            </a:r>
            <a:r>
              <a:rPr lang="en-GB" sz="1100" kern="0">
                <a:solidFill>
                  <a:schemeClr val="accent1"/>
                </a:solidFill>
                <a:latin typeface="Arial Narrow" panose="020B0606020202030204" pitchFamily="34" charset="0"/>
                <a:cs typeface="Lucida Sans" pitchFamily="34" charset="0"/>
              </a:rPr>
              <a:t>The purpose of this activity is to ensure that service components are available when and where they are needed and that they meet agreed specifications</a:t>
            </a:r>
          </a:p>
          <a:p>
            <a:pPr lvl="0" algn="ctr" fontAlgn="base">
              <a:lnSpc>
                <a:spcPct val="120000"/>
              </a:lnSpc>
              <a:spcBef>
                <a:spcPct val="0"/>
              </a:spcBef>
              <a:spcAft>
                <a:spcPct val="0"/>
              </a:spcAft>
              <a:defRPr/>
            </a:pPr>
            <a:endParaRPr lang="en-GB" sz="1100" kern="0">
              <a:solidFill>
                <a:schemeClr val="accent1"/>
              </a:solidFill>
              <a:latin typeface="Arial Narrow" panose="020B0606020202030204" pitchFamily="34" charset="0"/>
              <a:cs typeface="Lucida Sans" pitchFamily="34" charset="0"/>
            </a:endParaRPr>
          </a:p>
        </p:txBody>
      </p:sp>
      <p:grpSp>
        <p:nvGrpSpPr>
          <p:cNvPr id="124" name="Gruppo 123">
            <a:extLst>
              <a:ext uri="{FF2B5EF4-FFF2-40B4-BE49-F238E27FC236}">
                <a16:creationId xmlns:a16="http://schemas.microsoft.com/office/drawing/2014/main" id="{3CD5656E-B48A-4584-9748-6AE4D5DE5851}"/>
              </a:ext>
            </a:extLst>
          </p:cNvPr>
          <p:cNvGrpSpPr/>
          <p:nvPr/>
        </p:nvGrpSpPr>
        <p:grpSpPr>
          <a:xfrm>
            <a:off x="182049" y="3357000"/>
            <a:ext cx="451297" cy="450000"/>
            <a:chOff x="8637458" y="3626650"/>
            <a:chExt cx="451297" cy="450000"/>
          </a:xfrm>
        </p:grpSpPr>
        <p:grpSp>
          <p:nvGrpSpPr>
            <p:cNvPr id="125" name="Group 49">
              <a:extLst>
                <a:ext uri="{FF2B5EF4-FFF2-40B4-BE49-F238E27FC236}">
                  <a16:creationId xmlns:a16="http://schemas.microsoft.com/office/drawing/2014/main" id="{FA2B1655-1A2F-4EF2-8341-5A46A0F4B0B5}"/>
                </a:ext>
              </a:extLst>
            </p:cNvPr>
            <p:cNvGrpSpPr/>
            <p:nvPr/>
          </p:nvGrpSpPr>
          <p:grpSpPr>
            <a:xfrm>
              <a:off x="8637458" y="3626650"/>
              <a:ext cx="451297" cy="450000"/>
              <a:chOff x="10130023" y="2277920"/>
              <a:chExt cx="1188000" cy="1188000"/>
            </a:xfrm>
            <a:solidFill>
              <a:schemeClr val="accent2">
                <a:lumMod val="20000"/>
                <a:lumOff val="80000"/>
              </a:schemeClr>
            </a:solidFill>
          </p:grpSpPr>
          <p:pic>
            <p:nvPicPr>
              <p:cNvPr id="127" name="Picture 51">
                <a:extLst>
                  <a:ext uri="{FF2B5EF4-FFF2-40B4-BE49-F238E27FC236}">
                    <a16:creationId xmlns:a16="http://schemas.microsoft.com/office/drawing/2014/main" id="{DA926644-1094-456D-9E74-C2EB1B9FE6E3}"/>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131" name="Oval 17">
                <a:extLst>
                  <a:ext uri="{FF2B5EF4-FFF2-40B4-BE49-F238E27FC236}">
                    <a16:creationId xmlns:a16="http://schemas.microsoft.com/office/drawing/2014/main" id="{BC9734E2-AACA-485F-AFE7-90F0C1D94F2F}"/>
                  </a:ext>
                </a:extLst>
              </p:cNvPr>
              <p:cNvSpPr/>
              <p:nvPr/>
            </p:nvSpPr>
            <p:spPr>
              <a:xfrm rot="5400000">
                <a:off x="10148023" y="2295920"/>
                <a:ext cx="1152000" cy="115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rial Narrow" panose="020B0606020202030204" pitchFamily="34" charset="0"/>
                </a:endParaRPr>
              </a:p>
            </p:txBody>
          </p:sp>
          <p:sp>
            <p:nvSpPr>
              <p:cNvPr id="132" name="Google Shape;21;p4">
                <a:extLst>
                  <a:ext uri="{FF2B5EF4-FFF2-40B4-BE49-F238E27FC236}">
                    <a16:creationId xmlns:a16="http://schemas.microsoft.com/office/drawing/2014/main" id="{D2B96355-DA55-40E3-B8CD-6F56873FFD69}"/>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126" name="Rectangle 210">
              <a:extLst>
                <a:ext uri="{FF2B5EF4-FFF2-40B4-BE49-F238E27FC236}">
                  <a16:creationId xmlns:a16="http://schemas.microsoft.com/office/drawing/2014/main" id="{02B50543-8216-4DD6-9F6D-76A671ACE9B7}"/>
                </a:ext>
              </a:extLst>
            </p:cNvPr>
            <p:cNvSpPr/>
            <p:nvPr/>
          </p:nvSpPr>
          <p:spPr>
            <a:xfrm>
              <a:off x="8657682" y="3718487"/>
              <a:ext cx="410848" cy="347247"/>
            </a:xfrm>
            <a:prstGeom prst="rect">
              <a:avLst/>
            </a:prstGeom>
          </p:spPr>
          <p:txBody>
            <a:bodyPr wrap="square">
              <a:spAutoFit/>
            </a:bodyPr>
            <a:lstStyle/>
            <a:p>
              <a:pPr marR="0" lvl="0" algn="ctr" defTabSz="914400" rtl="0" eaLnBrk="1" fontAlgn="auto" latinLnBrk="0" hangingPunct="1">
                <a:spcBef>
                  <a:spcPts val="0"/>
                </a:spcBef>
                <a:buClr>
                  <a:srgbClr val="DA291C"/>
                </a:buClr>
                <a:buSzTx/>
                <a:tabLst/>
                <a:defRPr/>
              </a:pPr>
              <a:r>
                <a:rPr kumimoji="0" lang="en-GB" sz="1200" b="1" i="0" u="none" strike="noStrike" kern="0" cap="none" spc="0" normalizeH="0" baseline="0">
                  <a:ln>
                    <a:noFill/>
                  </a:ln>
                  <a:solidFill>
                    <a:schemeClr val="accent2"/>
                  </a:solidFill>
                  <a:effectLst/>
                  <a:uLnTx/>
                  <a:uFillTx/>
                  <a:latin typeface="Arial Narrow" panose="020B0606020202030204" pitchFamily="34" charset="0"/>
                </a:rPr>
                <a:t>!!!</a:t>
              </a:r>
              <a:endParaRPr kumimoji="0" lang="en-GB" sz="1200" b="0" i="0" u="none" strike="noStrike" kern="0" cap="none" spc="0" normalizeH="0" baseline="0">
                <a:ln>
                  <a:noFill/>
                </a:ln>
                <a:solidFill>
                  <a:schemeClr val="accent2"/>
                </a:solidFill>
                <a:effectLst/>
                <a:uLnTx/>
                <a:uFillTx/>
                <a:latin typeface="Arial Narrow" panose="020B0606020202030204" pitchFamily="34" charset="0"/>
              </a:endParaRPr>
            </a:p>
          </p:txBody>
        </p:sp>
      </p:grpSp>
      <p:sp>
        <p:nvSpPr>
          <p:cNvPr id="105" name="Rounded Rectangle 38">
            <a:extLst>
              <a:ext uri="{FF2B5EF4-FFF2-40B4-BE49-F238E27FC236}">
                <a16:creationId xmlns:a16="http://schemas.microsoft.com/office/drawing/2014/main" id="{52BF83D0-F0EC-4DBB-982B-280126B608F8}"/>
              </a:ext>
            </a:extLst>
          </p:cNvPr>
          <p:cNvSpPr>
            <a:spLocks noChangeArrowheads="1"/>
          </p:cNvSpPr>
          <p:nvPr/>
        </p:nvSpPr>
        <p:spPr bwMode="auto">
          <a:xfrm>
            <a:off x="4978229" y="3135719"/>
            <a:ext cx="3987820" cy="892562"/>
          </a:xfrm>
          <a:prstGeom prst="roundRect">
            <a:avLst>
              <a:gd name="adj" fmla="val 8452"/>
            </a:avLst>
          </a:prstGeom>
          <a:solidFill>
            <a:srgbClr val="FFFFFF"/>
          </a:solidFill>
          <a:ln w="12700" algn="ctr">
            <a:solidFill>
              <a:schemeClr val="accent1"/>
            </a:solidFill>
            <a:prstDash val="sysDot"/>
            <a:round/>
            <a:headEnd/>
            <a:tailEnd/>
          </a:ln>
        </p:spPr>
        <p:txBody>
          <a:bodyPr lIns="180000" tIns="0" rIns="144000" bIns="0" anchor="ctr"/>
          <a:lstStyle/>
          <a:p>
            <a:pPr algn="ctr" fontAlgn="base">
              <a:lnSpc>
                <a:spcPct val="120000"/>
              </a:lnSpc>
              <a:spcBef>
                <a:spcPct val="0"/>
              </a:spcBef>
              <a:spcAft>
                <a:spcPct val="0"/>
              </a:spcAft>
              <a:defRPr/>
            </a:pPr>
            <a:r>
              <a:rPr lang="en-GB" sz="1100" b="1" kern="0">
                <a:solidFill>
                  <a:schemeClr val="accent1"/>
                </a:solidFill>
                <a:latin typeface="Arial Narrow" panose="020B0606020202030204" pitchFamily="34" charset="0"/>
                <a:cs typeface="Lucida Sans" pitchFamily="34" charset="0"/>
              </a:rPr>
              <a:t>DELIVER &amp; SUPPORT: </a:t>
            </a:r>
            <a:r>
              <a:rPr lang="en-GB" sz="1100" kern="0">
                <a:solidFill>
                  <a:schemeClr val="accent1"/>
                </a:solidFill>
                <a:latin typeface="Arial Narrow" panose="020B0606020202030204" pitchFamily="34" charset="0"/>
                <a:cs typeface="Lucida Sans" pitchFamily="34" charset="0"/>
              </a:rPr>
              <a:t>The purpose of this activity is to ensure that services are delivered and supported according to agreed specifications and stakeholder’s expectations </a:t>
            </a:r>
          </a:p>
        </p:txBody>
      </p:sp>
      <p:grpSp>
        <p:nvGrpSpPr>
          <p:cNvPr id="109" name="Gruppo 170">
            <a:extLst>
              <a:ext uri="{FF2B5EF4-FFF2-40B4-BE49-F238E27FC236}">
                <a16:creationId xmlns:a16="http://schemas.microsoft.com/office/drawing/2014/main" id="{AE6DC63D-C6CB-4AA7-AD17-CCDC5FB0B7CE}"/>
              </a:ext>
            </a:extLst>
          </p:cNvPr>
          <p:cNvGrpSpPr/>
          <p:nvPr/>
        </p:nvGrpSpPr>
        <p:grpSpPr>
          <a:xfrm>
            <a:off x="4754049" y="3357000"/>
            <a:ext cx="451297" cy="450000"/>
            <a:chOff x="8637458" y="3626650"/>
            <a:chExt cx="451297" cy="450000"/>
          </a:xfrm>
        </p:grpSpPr>
        <p:grpSp>
          <p:nvGrpSpPr>
            <p:cNvPr id="110" name="Group 49">
              <a:extLst>
                <a:ext uri="{FF2B5EF4-FFF2-40B4-BE49-F238E27FC236}">
                  <a16:creationId xmlns:a16="http://schemas.microsoft.com/office/drawing/2014/main" id="{B0A42A59-4381-4367-8403-3B744FA69CC0}"/>
                </a:ext>
              </a:extLst>
            </p:cNvPr>
            <p:cNvGrpSpPr/>
            <p:nvPr/>
          </p:nvGrpSpPr>
          <p:grpSpPr>
            <a:xfrm>
              <a:off x="8637458" y="3626650"/>
              <a:ext cx="451297" cy="450000"/>
              <a:chOff x="10130023" y="2277920"/>
              <a:chExt cx="1188000" cy="1188000"/>
            </a:xfrm>
            <a:solidFill>
              <a:schemeClr val="accent2">
                <a:lumMod val="20000"/>
                <a:lumOff val="80000"/>
              </a:schemeClr>
            </a:solidFill>
          </p:grpSpPr>
          <p:pic>
            <p:nvPicPr>
              <p:cNvPr id="112" name="Picture 51">
                <a:extLst>
                  <a:ext uri="{FF2B5EF4-FFF2-40B4-BE49-F238E27FC236}">
                    <a16:creationId xmlns:a16="http://schemas.microsoft.com/office/drawing/2014/main" id="{33E23725-B75B-4234-8F12-2F9E263AF214}"/>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113" name="Oval 17">
                <a:extLst>
                  <a:ext uri="{FF2B5EF4-FFF2-40B4-BE49-F238E27FC236}">
                    <a16:creationId xmlns:a16="http://schemas.microsoft.com/office/drawing/2014/main" id="{CAE001A0-8D0E-4719-B183-A1CDECB434E7}"/>
                  </a:ext>
                </a:extLst>
              </p:cNvPr>
              <p:cNvSpPr/>
              <p:nvPr/>
            </p:nvSpPr>
            <p:spPr>
              <a:xfrm rot="5400000">
                <a:off x="10148023" y="2295920"/>
                <a:ext cx="1152000" cy="115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rial Narrow" panose="020B0606020202030204" pitchFamily="34" charset="0"/>
                </a:endParaRPr>
              </a:p>
            </p:txBody>
          </p:sp>
          <p:sp>
            <p:nvSpPr>
              <p:cNvPr id="114" name="Google Shape;21;p4">
                <a:extLst>
                  <a:ext uri="{FF2B5EF4-FFF2-40B4-BE49-F238E27FC236}">
                    <a16:creationId xmlns:a16="http://schemas.microsoft.com/office/drawing/2014/main" id="{4C39D9D3-E6AE-4855-9EE3-A983BDBF6C8D}"/>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111" name="Rectangle 210">
              <a:extLst>
                <a:ext uri="{FF2B5EF4-FFF2-40B4-BE49-F238E27FC236}">
                  <a16:creationId xmlns:a16="http://schemas.microsoft.com/office/drawing/2014/main" id="{49803888-F3C0-4D90-A823-88AF41871A1C}"/>
                </a:ext>
              </a:extLst>
            </p:cNvPr>
            <p:cNvSpPr/>
            <p:nvPr/>
          </p:nvSpPr>
          <p:spPr>
            <a:xfrm>
              <a:off x="8657682" y="3718487"/>
              <a:ext cx="410848" cy="347247"/>
            </a:xfrm>
            <a:prstGeom prst="rect">
              <a:avLst/>
            </a:prstGeom>
          </p:spPr>
          <p:txBody>
            <a:bodyPr wrap="square">
              <a:spAutoFit/>
            </a:bodyPr>
            <a:lstStyle/>
            <a:p>
              <a:pPr marR="0" lvl="0" algn="ctr" defTabSz="914400" rtl="0" eaLnBrk="1" fontAlgn="auto" latinLnBrk="0" hangingPunct="1">
                <a:spcBef>
                  <a:spcPts val="0"/>
                </a:spcBef>
                <a:buClr>
                  <a:srgbClr val="DA291C"/>
                </a:buClr>
                <a:buSzTx/>
                <a:tabLst/>
                <a:defRPr/>
              </a:pPr>
              <a:r>
                <a:rPr kumimoji="0" lang="en-GB" sz="1200" b="1" i="0" u="none" strike="noStrike" kern="0" cap="none" spc="0" normalizeH="0" baseline="0">
                  <a:ln>
                    <a:noFill/>
                  </a:ln>
                  <a:solidFill>
                    <a:schemeClr val="accent2"/>
                  </a:solidFill>
                  <a:effectLst/>
                  <a:uLnTx/>
                  <a:uFillTx/>
                  <a:latin typeface="Arial Narrow" panose="020B0606020202030204" pitchFamily="34" charset="0"/>
                </a:rPr>
                <a:t>!!!</a:t>
              </a:r>
              <a:endParaRPr kumimoji="0" lang="en-GB" sz="1200" b="0" i="0" u="none" strike="noStrike" kern="0" cap="none" spc="0" normalizeH="0" baseline="0">
                <a:ln>
                  <a:noFill/>
                </a:ln>
                <a:solidFill>
                  <a:schemeClr val="accent2"/>
                </a:solidFill>
                <a:effectLst/>
                <a:uLnTx/>
                <a:uFillTx/>
                <a:latin typeface="Arial Narrow" panose="020B0606020202030204" pitchFamily="34" charset="0"/>
              </a:endParaRPr>
            </a:p>
          </p:txBody>
        </p:sp>
      </p:grpSp>
      <p:grpSp>
        <p:nvGrpSpPr>
          <p:cNvPr id="136" name="Group 135">
            <a:extLst>
              <a:ext uri="{FF2B5EF4-FFF2-40B4-BE49-F238E27FC236}">
                <a16:creationId xmlns:a16="http://schemas.microsoft.com/office/drawing/2014/main" id="{74EBF71D-EBB4-44E6-9098-BAD8E7CFB4E6}"/>
              </a:ext>
            </a:extLst>
          </p:cNvPr>
          <p:cNvGrpSpPr/>
          <p:nvPr/>
        </p:nvGrpSpPr>
        <p:grpSpPr>
          <a:xfrm>
            <a:off x="1226618" y="1835351"/>
            <a:ext cx="430513" cy="482146"/>
            <a:chOff x="1279958" y="1835351"/>
            <a:chExt cx="430513" cy="482146"/>
          </a:xfrm>
        </p:grpSpPr>
        <p:sp>
          <p:nvSpPr>
            <p:cNvPr id="137" name="Flowchart: Decision 88">
              <a:extLst>
                <a:ext uri="{FF2B5EF4-FFF2-40B4-BE49-F238E27FC236}">
                  <a16:creationId xmlns:a16="http://schemas.microsoft.com/office/drawing/2014/main" id="{BC633C10-229F-43FC-9DBD-5FFB26ED4918}"/>
                </a:ext>
              </a:extLst>
            </p:cNvPr>
            <p:cNvSpPr/>
            <p:nvPr/>
          </p:nvSpPr>
          <p:spPr>
            <a:xfrm rot="3541374">
              <a:off x="1194934" y="2002236"/>
              <a:ext cx="400285" cy="230238"/>
            </a:xfrm>
            <a:prstGeom prst="flowChartDecision">
              <a:avLst/>
            </a:prstGeom>
            <a:solidFill>
              <a:srgbClr val="AE2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38" name="Group 137">
              <a:extLst>
                <a:ext uri="{FF2B5EF4-FFF2-40B4-BE49-F238E27FC236}">
                  <a16:creationId xmlns:a16="http://schemas.microsoft.com/office/drawing/2014/main" id="{D47A323B-5431-460E-8B7C-4B64AA92236E}"/>
                </a:ext>
              </a:extLst>
            </p:cNvPr>
            <p:cNvGrpSpPr/>
            <p:nvPr/>
          </p:nvGrpSpPr>
          <p:grpSpPr>
            <a:xfrm>
              <a:off x="1292734" y="1835351"/>
              <a:ext cx="417737" cy="479616"/>
              <a:chOff x="1292734" y="1835351"/>
              <a:chExt cx="417737" cy="479616"/>
            </a:xfrm>
          </p:grpSpPr>
          <p:sp>
            <p:nvSpPr>
              <p:cNvPr id="139" name="Flowchart: Decision 87">
                <a:extLst>
                  <a:ext uri="{FF2B5EF4-FFF2-40B4-BE49-F238E27FC236}">
                    <a16:creationId xmlns:a16="http://schemas.microsoft.com/office/drawing/2014/main" id="{21CC5478-2A69-4D35-A172-DD4A51ECEA5B}"/>
                  </a:ext>
                </a:extLst>
              </p:cNvPr>
              <p:cNvSpPr/>
              <p:nvPr/>
            </p:nvSpPr>
            <p:spPr>
              <a:xfrm>
                <a:off x="1292734" y="1835351"/>
                <a:ext cx="403200" cy="223513"/>
              </a:xfrm>
              <a:prstGeom prst="flowChartDecision">
                <a:avLst/>
              </a:prstGeom>
              <a:solidFill>
                <a:srgbClr val="9F1C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0" name="Flowchart: Decision 117">
                <a:extLst>
                  <a:ext uri="{FF2B5EF4-FFF2-40B4-BE49-F238E27FC236}">
                    <a16:creationId xmlns:a16="http://schemas.microsoft.com/office/drawing/2014/main" id="{AD8B49B8-B32C-47A4-82F1-156B0429B4C6}"/>
                  </a:ext>
                </a:extLst>
              </p:cNvPr>
              <p:cNvSpPr/>
              <p:nvPr/>
            </p:nvSpPr>
            <p:spPr>
              <a:xfrm rot="17986108">
                <a:off x="1397367" y="2001864"/>
                <a:ext cx="393069" cy="233138"/>
              </a:xfrm>
              <a:prstGeom prst="flowChartDecision">
                <a:avLst/>
              </a:prstGeom>
              <a:solidFill>
                <a:srgbClr val="911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1" name="TextBox 78">
                <a:extLst>
                  <a:ext uri="{FF2B5EF4-FFF2-40B4-BE49-F238E27FC236}">
                    <a16:creationId xmlns:a16="http://schemas.microsoft.com/office/drawing/2014/main" id="{3E331CCA-E716-4674-83F7-C978E98405CE}"/>
                  </a:ext>
                </a:extLst>
              </p:cNvPr>
              <p:cNvSpPr txBox="1"/>
              <p:nvPr/>
            </p:nvSpPr>
            <p:spPr>
              <a:xfrm>
                <a:off x="1295283" y="2015797"/>
                <a:ext cx="384703" cy="107722"/>
              </a:xfrm>
              <a:prstGeom prst="rect">
                <a:avLst/>
              </a:prstGeom>
              <a:noFill/>
            </p:spPr>
            <p:txBody>
              <a:bodyPr wrap="square" lIns="0" tIns="0" rIns="0" bIns="0" rtlCol="0">
                <a:spAutoFit/>
              </a:bodyPr>
              <a:lstStyle/>
              <a:p>
                <a:pPr algn="ctr"/>
                <a:r>
                  <a:rPr lang="en-US" sz="700" b="1">
                    <a:solidFill>
                      <a:schemeClr val="bg1"/>
                    </a:solidFill>
                    <a:latin typeface="Arial Narrow" panose="020B0606020202030204" pitchFamily="34" charset="0"/>
                  </a:rPr>
                  <a:t>Engage</a:t>
                </a:r>
              </a:p>
            </p:txBody>
          </p:sp>
        </p:grpSp>
      </p:grpSp>
      <p:sp>
        <p:nvSpPr>
          <p:cNvPr id="149" name="TextBox 82">
            <a:extLst>
              <a:ext uri="{FF2B5EF4-FFF2-40B4-BE49-F238E27FC236}">
                <a16:creationId xmlns:a16="http://schemas.microsoft.com/office/drawing/2014/main" id="{0677209C-56B6-4B38-97CE-D4BAC30D2665}"/>
              </a:ext>
            </a:extLst>
          </p:cNvPr>
          <p:cNvSpPr txBox="1"/>
          <p:nvPr/>
        </p:nvSpPr>
        <p:spPr>
          <a:xfrm>
            <a:off x="2095308" y="1283888"/>
            <a:ext cx="384703" cy="82327"/>
          </a:xfrm>
          <a:prstGeom prst="rect">
            <a:avLst/>
          </a:prstGeom>
          <a:noFill/>
        </p:spPr>
        <p:txBody>
          <a:bodyPr wrap="square" lIns="0" tIns="0" rIns="0" bIns="0" rtlCol="0">
            <a:spAutoFit/>
          </a:bodyPr>
          <a:lstStyle/>
          <a:p>
            <a:pPr algn="ctr"/>
            <a:r>
              <a:rPr lang="en-US" sz="700" b="1">
                <a:solidFill>
                  <a:schemeClr val="bg1"/>
                </a:solidFill>
                <a:latin typeface="Arial Narrow" panose="020B0606020202030204" pitchFamily="34" charset="0"/>
              </a:rPr>
              <a:t>Plan</a:t>
            </a:r>
          </a:p>
        </p:txBody>
      </p:sp>
      <p:cxnSp>
        <p:nvCxnSpPr>
          <p:cNvPr id="217" name="Straight Arrow Connector 80">
            <a:extLst>
              <a:ext uri="{FF2B5EF4-FFF2-40B4-BE49-F238E27FC236}">
                <a16:creationId xmlns:a16="http://schemas.microsoft.com/office/drawing/2014/main" id="{85E52424-007B-4B49-A61D-B5DAA4700D7F}"/>
              </a:ext>
            </a:extLst>
          </p:cNvPr>
          <p:cNvCxnSpPr>
            <a:cxnSpLocks/>
          </p:cNvCxnSpPr>
          <p:nvPr/>
        </p:nvCxnSpPr>
        <p:spPr>
          <a:xfrm>
            <a:off x="3272287" y="2037948"/>
            <a:ext cx="247288" cy="0"/>
          </a:xfrm>
          <a:prstGeom prst="straightConnector1">
            <a:avLst/>
          </a:prstGeom>
          <a:ln w="3175">
            <a:solidFill>
              <a:srgbClr val="581259"/>
            </a:solidFill>
            <a:prstDash val="dash"/>
            <a:tailEnd type="triangle" w="sm" len="sm"/>
          </a:ln>
          <a:effectLst/>
        </p:spPr>
        <p:style>
          <a:lnRef idx="2">
            <a:schemeClr val="accent1"/>
          </a:lnRef>
          <a:fillRef idx="0">
            <a:schemeClr val="accent1"/>
          </a:fillRef>
          <a:effectRef idx="1">
            <a:schemeClr val="accent1"/>
          </a:effectRef>
          <a:fontRef idx="minor">
            <a:schemeClr val="tx1"/>
          </a:fontRef>
        </p:style>
      </p:cxnSp>
      <p:cxnSp>
        <p:nvCxnSpPr>
          <p:cNvPr id="220" name="Straight Arrow Connector 79">
            <a:extLst>
              <a:ext uri="{FF2B5EF4-FFF2-40B4-BE49-F238E27FC236}">
                <a16:creationId xmlns:a16="http://schemas.microsoft.com/office/drawing/2014/main" id="{5ACBE06A-5961-4FA1-84ED-4828C500A358}"/>
              </a:ext>
            </a:extLst>
          </p:cNvPr>
          <p:cNvCxnSpPr>
            <a:cxnSpLocks/>
          </p:cNvCxnSpPr>
          <p:nvPr/>
        </p:nvCxnSpPr>
        <p:spPr>
          <a:xfrm>
            <a:off x="1056524" y="2037948"/>
            <a:ext cx="180000" cy="0"/>
          </a:xfrm>
          <a:prstGeom prst="straightConnector1">
            <a:avLst/>
          </a:prstGeom>
          <a:ln w="3175">
            <a:solidFill>
              <a:srgbClr val="581259"/>
            </a:solidFill>
            <a:prstDash val="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233" name="TextBox 83">
            <a:extLst>
              <a:ext uri="{FF2B5EF4-FFF2-40B4-BE49-F238E27FC236}">
                <a16:creationId xmlns:a16="http://schemas.microsoft.com/office/drawing/2014/main" id="{AA806CE2-EA27-4274-90D9-64F7325A5066}"/>
              </a:ext>
            </a:extLst>
          </p:cNvPr>
          <p:cNvSpPr txBox="1"/>
          <p:nvPr/>
        </p:nvSpPr>
        <p:spPr>
          <a:xfrm>
            <a:off x="2095308" y="2688598"/>
            <a:ext cx="384703" cy="82327"/>
          </a:xfrm>
          <a:prstGeom prst="rect">
            <a:avLst/>
          </a:prstGeom>
          <a:noFill/>
        </p:spPr>
        <p:txBody>
          <a:bodyPr wrap="square" lIns="0" tIns="0" rIns="0" bIns="0" rtlCol="0">
            <a:spAutoFit/>
          </a:bodyPr>
          <a:lstStyle/>
          <a:p>
            <a:pPr algn="ctr"/>
            <a:r>
              <a:rPr lang="en-US" sz="700" b="1">
                <a:solidFill>
                  <a:schemeClr val="bg1"/>
                </a:solidFill>
                <a:latin typeface="Arial Narrow" panose="020B0606020202030204" pitchFamily="34" charset="0"/>
              </a:rPr>
              <a:t>Improve</a:t>
            </a:r>
          </a:p>
        </p:txBody>
      </p:sp>
      <p:grpSp>
        <p:nvGrpSpPr>
          <p:cNvPr id="211" name="Group 210">
            <a:extLst>
              <a:ext uri="{FF2B5EF4-FFF2-40B4-BE49-F238E27FC236}">
                <a16:creationId xmlns:a16="http://schemas.microsoft.com/office/drawing/2014/main" id="{0B4FB3D0-D103-4588-9115-965D7990933E}"/>
              </a:ext>
            </a:extLst>
          </p:cNvPr>
          <p:cNvGrpSpPr/>
          <p:nvPr/>
        </p:nvGrpSpPr>
        <p:grpSpPr>
          <a:xfrm>
            <a:off x="2924585" y="1835351"/>
            <a:ext cx="430513" cy="482146"/>
            <a:chOff x="2848917" y="1835351"/>
            <a:chExt cx="430513" cy="482146"/>
          </a:xfrm>
        </p:grpSpPr>
        <p:sp>
          <p:nvSpPr>
            <p:cNvPr id="212" name="Flowchart: Decision 87">
              <a:extLst>
                <a:ext uri="{FF2B5EF4-FFF2-40B4-BE49-F238E27FC236}">
                  <a16:creationId xmlns:a16="http://schemas.microsoft.com/office/drawing/2014/main" id="{2436D8A3-5FF4-49BF-8EA1-5BBF7A4DFA76}"/>
                </a:ext>
              </a:extLst>
            </p:cNvPr>
            <p:cNvSpPr/>
            <p:nvPr/>
          </p:nvSpPr>
          <p:spPr>
            <a:xfrm>
              <a:off x="2859312" y="1835351"/>
              <a:ext cx="403200" cy="223513"/>
            </a:xfrm>
            <a:prstGeom prst="flowChartDecision">
              <a:avLst/>
            </a:prstGeom>
            <a:solidFill>
              <a:srgbClr val="134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3" name="Flowchart: Decision 88">
              <a:extLst>
                <a:ext uri="{FF2B5EF4-FFF2-40B4-BE49-F238E27FC236}">
                  <a16:creationId xmlns:a16="http://schemas.microsoft.com/office/drawing/2014/main" id="{878A1BDC-B65C-4297-A72A-24C1E20BF2EB}"/>
                </a:ext>
              </a:extLst>
            </p:cNvPr>
            <p:cNvSpPr/>
            <p:nvPr/>
          </p:nvSpPr>
          <p:spPr>
            <a:xfrm rot="3541374">
              <a:off x="2763893" y="2002236"/>
              <a:ext cx="400285" cy="230238"/>
            </a:xfrm>
            <a:prstGeom prst="flowChartDecision">
              <a:avLst/>
            </a:prstGeom>
            <a:solidFill>
              <a:srgbClr val="185E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4" name="Flowchart: Decision 117">
              <a:extLst>
                <a:ext uri="{FF2B5EF4-FFF2-40B4-BE49-F238E27FC236}">
                  <a16:creationId xmlns:a16="http://schemas.microsoft.com/office/drawing/2014/main" id="{ABA9F05B-0245-4AD7-9269-A1C7CE3FFABE}"/>
                </a:ext>
              </a:extLst>
            </p:cNvPr>
            <p:cNvSpPr/>
            <p:nvPr/>
          </p:nvSpPr>
          <p:spPr>
            <a:xfrm rot="17986108">
              <a:off x="2966326" y="2001864"/>
              <a:ext cx="393069" cy="233138"/>
            </a:xfrm>
            <a:prstGeom prst="flowChartDecision">
              <a:avLst/>
            </a:prstGeom>
            <a:solidFill>
              <a:srgbClr val="185E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5" name="TextBox 76">
              <a:extLst>
                <a:ext uri="{FF2B5EF4-FFF2-40B4-BE49-F238E27FC236}">
                  <a16:creationId xmlns:a16="http://schemas.microsoft.com/office/drawing/2014/main" id="{7F93AADE-7C4F-4E7C-BA1B-9CFE360E6E71}"/>
                </a:ext>
              </a:extLst>
            </p:cNvPr>
            <p:cNvSpPr txBox="1"/>
            <p:nvPr/>
          </p:nvSpPr>
          <p:spPr>
            <a:xfrm>
              <a:off x="2875893" y="1977376"/>
              <a:ext cx="384703" cy="164655"/>
            </a:xfrm>
            <a:prstGeom prst="rect">
              <a:avLst/>
            </a:prstGeom>
            <a:noFill/>
          </p:spPr>
          <p:txBody>
            <a:bodyPr wrap="square" lIns="0" tIns="0" rIns="0" bIns="0" rtlCol="0">
              <a:spAutoFit/>
            </a:bodyPr>
            <a:lstStyle/>
            <a:p>
              <a:pPr algn="ctr"/>
              <a:r>
                <a:rPr lang="en-US" sz="700" b="1">
                  <a:solidFill>
                    <a:schemeClr val="bg1"/>
                  </a:solidFill>
                  <a:latin typeface="Arial Narrow" panose="020B0606020202030204" pitchFamily="34" charset="0"/>
                </a:rPr>
                <a:t>Product &amp; Services</a:t>
              </a:r>
            </a:p>
          </p:txBody>
        </p:sp>
      </p:grpSp>
      <p:sp>
        <p:nvSpPr>
          <p:cNvPr id="72" name="Hexagon 72">
            <a:extLst>
              <a:ext uri="{FF2B5EF4-FFF2-40B4-BE49-F238E27FC236}">
                <a16:creationId xmlns:a16="http://schemas.microsoft.com/office/drawing/2014/main" id="{D5A98A6E-879B-43D6-9DB2-D9BF6EB4DF17}"/>
              </a:ext>
            </a:extLst>
          </p:cNvPr>
          <p:cNvSpPr>
            <a:spLocks noChangeAspect="1"/>
          </p:cNvSpPr>
          <p:nvPr/>
        </p:nvSpPr>
        <p:spPr>
          <a:xfrm rot="16200000">
            <a:off x="1816729" y="1398315"/>
            <a:ext cx="934342" cy="1306441"/>
          </a:xfrm>
          <a:prstGeom prst="hexagon">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Narrow" panose="020B0606020202030204" pitchFamily="34" charset="0"/>
            </a:endParaRPr>
          </a:p>
        </p:txBody>
      </p:sp>
      <p:cxnSp>
        <p:nvCxnSpPr>
          <p:cNvPr id="221" name="Straight Connector 81">
            <a:extLst>
              <a:ext uri="{FF2B5EF4-FFF2-40B4-BE49-F238E27FC236}">
                <a16:creationId xmlns:a16="http://schemas.microsoft.com/office/drawing/2014/main" id="{4EECBE80-25EA-4728-A276-98C472DC38D3}"/>
              </a:ext>
            </a:extLst>
          </p:cNvPr>
          <p:cNvCxnSpPr>
            <a:cxnSpLocks/>
          </p:cNvCxnSpPr>
          <p:nvPr/>
        </p:nvCxnSpPr>
        <p:spPr>
          <a:xfrm>
            <a:off x="1636597" y="2037948"/>
            <a:ext cx="1296000" cy="0"/>
          </a:xfrm>
          <a:prstGeom prst="line">
            <a:avLst/>
          </a:prstGeom>
          <a:ln w="3175">
            <a:solidFill>
              <a:srgbClr val="581259"/>
            </a:solidFill>
            <a:prstDash val="dash"/>
            <a:tailEnd type="triangle" w="sm" len="sm"/>
          </a:ln>
          <a:effectLst/>
        </p:spPr>
        <p:style>
          <a:lnRef idx="2">
            <a:schemeClr val="accent1"/>
          </a:lnRef>
          <a:fillRef idx="0">
            <a:schemeClr val="accent1"/>
          </a:fillRef>
          <a:effectRef idx="1">
            <a:schemeClr val="accent1"/>
          </a:effectRef>
          <a:fontRef idx="minor">
            <a:schemeClr val="tx1"/>
          </a:fontRef>
        </p:style>
      </p:cxnSp>
      <p:grpSp>
        <p:nvGrpSpPr>
          <p:cNvPr id="179" name="Group 178">
            <a:extLst>
              <a:ext uri="{FF2B5EF4-FFF2-40B4-BE49-F238E27FC236}">
                <a16:creationId xmlns:a16="http://schemas.microsoft.com/office/drawing/2014/main" id="{E91BCA29-A2E0-4835-BFFD-2ADF96805E6E}"/>
              </a:ext>
            </a:extLst>
          </p:cNvPr>
          <p:cNvGrpSpPr/>
          <p:nvPr/>
        </p:nvGrpSpPr>
        <p:grpSpPr>
          <a:xfrm>
            <a:off x="1729659" y="1473948"/>
            <a:ext cx="1076082" cy="1224305"/>
            <a:chOff x="6297562" y="1473948"/>
            <a:chExt cx="1076082" cy="1224305"/>
          </a:xfrm>
        </p:grpSpPr>
        <p:sp>
          <p:nvSpPr>
            <p:cNvPr id="199" name="Flowchart: Decision 118">
              <a:extLst>
                <a:ext uri="{FF2B5EF4-FFF2-40B4-BE49-F238E27FC236}">
                  <a16:creationId xmlns:a16="http://schemas.microsoft.com/office/drawing/2014/main" id="{F0BEEFCD-4634-4BF7-BE9D-3B186B1402AF}"/>
                </a:ext>
              </a:extLst>
            </p:cNvPr>
            <p:cNvSpPr/>
            <p:nvPr/>
          </p:nvSpPr>
          <p:spPr>
            <a:xfrm>
              <a:off x="6345336" y="1473948"/>
              <a:ext cx="1028308" cy="557999"/>
            </a:xfrm>
            <a:prstGeom prst="flowChartDecision">
              <a:avLst/>
            </a:prstGeom>
            <a:solidFill>
              <a:srgbClr val="9F1C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1" name="Flowchart: Decision 200">
              <a:extLst>
                <a:ext uri="{FF2B5EF4-FFF2-40B4-BE49-F238E27FC236}">
                  <a16:creationId xmlns:a16="http://schemas.microsoft.com/office/drawing/2014/main" id="{0956C349-B768-46AD-A6F4-7C269C322A0E}"/>
                </a:ext>
              </a:extLst>
            </p:cNvPr>
            <p:cNvSpPr/>
            <p:nvPr/>
          </p:nvSpPr>
          <p:spPr>
            <a:xfrm rot="3562566" flipV="1">
              <a:off x="6093883" y="1879922"/>
              <a:ext cx="1022010" cy="614652"/>
            </a:xfrm>
            <a:prstGeom prst="flowChartDecision">
              <a:avLst/>
            </a:prstGeom>
            <a:solidFill>
              <a:srgbClr val="AE2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2" name="TextBox 78">
              <a:extLst>
                <a:ext uri="{FF2B5EF4-FFF2-40B4-BE49-F238E27FC236}">
                  <a16:creationId xmlns:a16="http://schemas.microsoft.com/office/drawing/2014/main" id="{5C694410-1519-408A-909B-28BEB4FDE5B9}"/>
                </a:ext>
              </a:extLst>
            </p:cNvPr>
            <p:cNvSpPr txBox="1"/>
            <p:nvPr/>
          </p:nvSpPr>
          <p:spPr>
            <a:xfrm>
              <a:off x="6667139" y="1645225"/>
              <a:ext cx="384703" cy="215444"/>
            </a:xfrm>
            <a:prstGeom prst="rect">
              <a:avLst/>
            </a:prstGeom>
            <a:noFill/>
          </p:spPr>
          <p:txBody>
            <a:bodyPr wrap="square" lIns="0" tIns="0" rIns="0" bIns="0" rtlCol="0">
              <a:spAutoFit/>
            </a:bodyPr>
            <a:lstStyle/>
            <a:p>
              <a:pPr algn="ctr"/>
              <a:r>
                <a:rPr lang="en-US" sz="700" b="1">
                  <a:solidFill>
                    <a:schemeClr val="bg1"/>
                  </a:solidFill>
                  <a:latin typeface="Arial Narrow" panose="020B0606020202030204" pitchFamily="34" charset="0"/>
                </a:rPr>
                <a:t>Design &amp; Transition</a:t>
              </a:r>
            </a:p>
          </p:txBody>
        </p:sp>
        <p:sp>
          <p:nvSpPr>
            <p:cNvPr id="204" name="TextBox 78">
              <a:extLst>
                <a:ext uri="{FF2B5EF4-FFF2-40B4-BE49-F238E27FC236}">
                  <a16:creationId xmlns:a16="http://schemas.microsoft.com/office/drawing/2014/main" id="{15799757-BDC6-426B-B1CF-61D1B1A5B06E}"/>
                </a:ext>
              </a:extLst>
            </p:cNvPr>
            <p:cNvSpPr txBox="1"/>
            <p:nvPr/>
          </p:nvSpPr>
          <p:spPr>
            <a:xfrm>
              <a:off x="6370776" y="2074821"/>
              <a:ext cx="449811" cy="107722"/>
            </a:xfrm>
            <a:prstGeom prst="rect">
              <a:avLst/>
            </a:prstGeom>
            <a:noFill/>
          </p:spPr>
          <p:txBody>
            <a:bodyPr wrap="square" lIns="0" tIns="0" rIns="0" bIns="0" rtlCol="0">
              <a:spAutoFit/>
            </a:bodyPr>
            <a:lstStyle/>
            <a:p>
              <a:pPr algn="ctr"/>
              <a:r>
                <a:rPr lang="en-US" sz="700" b="1">
                  <a:solidFill>
                    <a:schemeClr val="bg1"/>
                  </a:solidFill>
                  <a:latin typeface="Arial Narrow" panose="020B0606020202030204" pitchFamily="34" charset="0"/>
                </a:rPr>
                <a:t>Obtain/build</a:t>
              </a:r>
            </a:p>
          </p:txBody>
        </p:sp>
      </p:grpSp>
      <p:grpSp>
        <p:nvGrpSpPr>
          <p:cNvPr id="4" name="Group 3">
            <a:extLst>
              <a:ext uri="{FF2B5EF4-FFF2-40B4-BE49-F238E27FC236}">
                <a16:creationId xmlns:a16="http://schemas.microsoft.com/office/drawing/2014/main" id="{8E4752C9-6B4D-471A-9A74-CDAA1E548F7D}"/>
              </a:ext>
            </a:extLst>
          </p:cNvPr>
          <p:cNvGrpSpPr/>
          <p:nvPr/>
        </p:nvGrpSpPr>
        <p:grpSpPr>
          <a:xfrm>
            <a:off x="5192327" y="1188000"/>
            <a:ext cx="3327250" cy="1674498"/>
            <a:chOff x="5192327" y="1188000"/>
            <a:chExt cx="3327250" cy="1674498"/>
          </a:xfrm>
        </p:grpSpPr>
        <p:sp>
          <p:nvSpPr>
            <p:cNvPr id="152" name="Hexagon 71">
              <a:extLst>
                <a:ext uri="{FF2B5EF4-FFF2-40B4-BE49-F238E27FC236}">
                  <a16:creationId xmlns:a16="http://schemas.microsoft.com/office/drawing/2014/main" id="{6376415F-1A9A-4AF4-99DE-1B3FFCB3465A}"/>
                </a:ext>
              </a:extLst>
            </p:cNvPr>
            <p:cNvSpPr>
              <a:spLocks noChangeAspect="1"/>
            </p:cNvSpPr>
            <p:nvPr/>
          </p:nvSpPr>
          <p:spPr>
            <a:xfrm rot="16200000">
              <a:off x="6018313" y="979233"/>
              <a:ext cx="1674498" cy="2092032"/>
            </a:xfrm>
            <a:prstGeom prst="hexagon">
              <a:avLst/>
            </a:prstGeom>
            <a:solidFill>
              <a:srgbClr val="9E769F"/>
            </a:solidFill>
            <a:ln>
              <a:solidFill>
                <a:srgbClr val="9E76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Narrow" panose="020B0606020202030204" pitchFamily="34" charset="0"/>
              </a:endParaRPr>
            </a:p>
          </p:txBody>
        </p:sp>
        <p:sp>
          <p:nvSpPr>
            <p:cNvPr id="155" name="Oval 73">
              <a:extLst>
                <a:ext uri="{FF2B5EF4-FFF2-40B4-BE49-F238E27FC236}">
                  <a16:creationId xmlns:a16="http://schemas.microsoft.com/office/drawing/2014/main" id="{E238D83E-FB87-4532-A5AA-EDECF3CD2D5C}"/>
                </a:ext>
              </a:extLst>
            </p:cNvPr>
            <p:cNvSpPr/>
            <p:nvPr/>
          </p:nvSpPr>
          <p:spPr>
            <a:xfrm>
              <a:off x="5192327" y="1807064"/>
              <a:ext cx="432100" cy="432000"/>
            </a:xfrm>
            <a:prstGeom prst="ellipse">
              <a:avLst/>
            </a:prstGeom>
            <a:solidFill>
              <a:srgbClr val="9A1C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700" b="1">
                  <a:latin typeface="Arial Narrow" panose="020B0606020202030204" pitchFamily="34" charset="0"/>
                </a:rPr>
                <a:t>Demand</a:t>
              </a:r>
              <a:endParaRPr lang="en-US" sz="800" b="1">
                <a:latin typeface="Arial Narrow" panose="020B0606020202030204" pitchFamily="34" charset="0"/>
              </a:endParaRPr>
            </a:p>
          </p:txBody>
        </p:sp>
        <p:sp>
          <p:nvSpPr>
            <p:cNvPr id="156" name="Oval 74">
              <a:extLst>
                <a:ext uri="{FF2B5EF4-FFF2-40B4-BE49-F238E27FC236}">
                  <a16:creationId xmlns:a16="http://schemas.microsoft.com/office/drawing/2014/main" id="{459F5D37-43AE-4C94-A701-917F3A609CA3}"/>
                </a:ext>
              </a:extLst>
            </p:cNvPr>
            <p:cNvSpPr/>
            <p:nvPr/>
          </p:nvSpPr>
          <p:spPr>
            <a:xfrm>
              <a:off x="8087477" y="1807064"/>
              <a:ext cx="432100" cy="432000"/>
            </a:xfrm>
            <a:prstGeom prst="ellipse">
              <a:avLst/>
            </a:prstGeom>
            <a:solidFill>
              <a:srgbClr val="9D1C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700" b="1">
                  <a:latin typeface="Arial Narrow" panose="020B0606020202030204" pitchFamily="34" charset="0"/>
                </a:rPr>
                <a:t>Value</a:t>
              </a:r>
              <a:endParaRPr lang="en-US" sz="400" b="1">
                <a:latin typeface="Arial Narrow" panose="020B0606020202030204" pitchFamily="34" charset="0"/>
              </a:endParaRPr>
            </a:p>
          </p:txBody>
        </p:sp>
        <p:sp>
          <p:nvSpPr>
            <p:cNvPr id="167" name="TextBox 83">
              <a:extLst>
                <a:ext uri="{FF2B5EF4-FFF2-40B4-BE49-F238E27FC236}">
                  <a16:creationId xmlns:a16="http://schemas.microsoft.com/office/drawing/2014/main" id="{573F6EED-85CC-4607-A23A-28195DC0F559}"/>
                </a:ext>
              </a:extLst>
            </p:cNvPr>
            <p:cNvSpPr txBox="1"/>
            <p:nvPr/>
          </p:nvSpPr>
          <p:spPr>
            <a:xfrm>
              <a:off x="6663211" y="2675898"/>
              <a:ext cx="384703" cy="82327"/>
            </a:xfrm>
            <a:prstGeom prst="rect">
              <a:avLst/>
            </a:prstGeom>
            <a:noFill/>
          </p:spPr>
          <p:txBody>
            <a:bodyPr wrap="square" lIns="0" tIns="0" rIns="0" bIns="0" rtlCol="0">
              <a:spAutoFit/>
            </a:bodyPr>
            <a:lstStyle/>
            <a:p>
              <a:pPr algn="ctr"/>
              <a:r>
                <a:rPr lang="en-US" sz="700" b="1">
                  <a:solidFill>
                    <a:schemeClr val="bg1"/>
                  </a:solidFill>
                  <a:latin typeface="Arial Narrow" panose="020B0606020202030204" pitchFamily="34" charset="0"/>
                </a:rPr>
                <a:t>Improve</a:t>
              </a:r>
            </a:p>
          </p:txBody>
        </p:sp>
        <p:sp>
          <p:nvSpPr>
            <p:cNvPr id="148" name="TextBox 82">
              <a:extLst>
                <a:ext uri="{FF2B5EF4-FFF2-40B4-BE49-F238E27FC236}">
                  <a16:creationId xmlns:a16="http://schemas.microsoft.com/office/drawing/2014/main" id="{12F20229-3AC9-47A5-B401-A09A0586E07E}"/>
                </a:ext>
              </a:extLst>
            </p:cNvPr>
            <p:cNvSpPr txBox="1"/>
            <p:nvPr/>
          </p:nvSpPr>
          <p:spPr>
            <a:xfrm>
              <a:off x="6663211" y="1271188"/>
              <a:ext cx="384703" cy="82327"/>
            </a:xfrm>
            <a:prstGeom prst="rect">
              <a:avLst/>
            </a:prstGeom>
            <a:noFill/>
          </p:spPr>
          <p:txBody>
            <a:bodyPr wrap="square" lIns="0" tIns="0" rIns="0" bIns="0" rtlCol="0">
              <a:spAutoFit/>
            </a:bodyPr>
            <a:lstStyle/>
            <a:p>
              <a:pPr algn="ctr"/>
              <a:r>
                <a:rPr lang="en-US" sz="700" b="1">
                  <a:solidFill>
                    <a:schemeClr val="bg1"/>
                  </a:solidFill>
                  <a:latin typeface="Arial Narrow" panose="020B0606020202030204" pitchFamily="34" charset="0"/>
                </a:rPr>
                <a:t>Plan</a:t>
              </a:r>
            </a:p>
          </p:txBody>
        </p:sp>
        <p:cxnSp>
          <p:nvCxnSpPr>
            <p:cNvPr id="216" name="Straight Arrow Connector 80">
              <a:extLst>
                <a:ext uri="{FF2B5EF4-FFF2-40B4-BE49-F238E27FC236}">
                  <a16:creationId xmlns:a16="http://schemas.microsoft.com/office/drawing/2014/main" id="{0A5CA924-2499-4F14-BE2E-33605FCEE691}"/>
                </a:ext>
              </a:extLst>
            </p:cNvPr>
            <p:cNvCxnSpPr>
              <a:cxnSpLocks/>
            </p:cNvCxnSpPr>
            <p:nvPr/>
          </p:nvCxnSpPr>
          <p:spPr>
            <a:xfrm>
              <a:off x="7911070" y="2025248"/>
              <a:ext cx="180000" cy="0"/>
            </a:xfrm>
            <a:prstGeom prst="straightConnector1">
              <a:avLst/>
            </a:prstGeom>
            <a:ln w="3175">
              <a:solidFill>
                <a:srgbClr val="581259"/>
              </a:solidFill>
              <a:prstDash val="dash"/>
              <a:tailEnd type="triangle" w="sm" len="sm"/>
            </a:ln>
            <a:effectLst/>
          </p:spPr>
          <p:style>
            <a:lnRef idx="2">
              <a:schemeClr val="accent1"/>
            </a:lnRef>
            <a:fillRef idx="0">
              <a:schemeClr val="accent1"/>
            </a:fillRef>
            <a:effectRef idx="1">
              <a:schemeClr val="accent1"/>
            </a:effectRef>
            <a:fontRef idx="minor">
              <a:schemeClr val="tx1"/>
            </a:fontRef>
          </p:style>
        </p:cxnSp>
        <p:cxnSp>
          <p:nvCxnSpPr>
            <p:cNvPr id="218" name="Straight Arrow Connector 79">
              <a:extLst>
                <a:ext uri="{FF2B5EF4-FFF2-40B4-BE49-F238E27FC236}">
                  <a16:creationId xmlns:a16="http://schemas.microsoft.com/office/drawing/2014/main" id="{21F02DF3-D21A-4AC4-928A-3C40CC4006B1}"/>
                </a:ext>
              </a:extLst>
            </p:cNvPr>
            <p:cNvCxnSpPr>
              <a:cxnSpLocks/>
            </p:cNvCxnSpPr>
            <p:nvPr/>
          </p:nvCxnSpPr>
          <p:spPr>
            <a:xfrm>
              <a:off x="5624427" y="2025248"/>
              <a:ext cx="180000" cy="0"/>
            </a:xfrm>
            <a:prstGeom prst="straightConnector1">
              <a:avLst/>
            </a:prstGeom>
            <a:ln w="3175">
              <a:solidFill>
                <a:srgbClr val="581259"/>
              </a:solidFill>
              <a:prstDash val="dash"/>
              <a:tailEnd type="triangle" w="sm" len="sm"/>
            </a:ln>
            <a:effectLst/>
          </p:spPr>
          <p:style>
            <a:lnRef idx="2">
              <a:schemeClr val="accent1"/>
            </a:lnRef>
            <a:fillRef idx="0">
              <a:schemeClr val="accent1"/>
            </a:fillRef>
            <a:effectRef idx="1">
              <a:schemeClr val="accent1"/>
            </a:effectRef>
            <a:fontRef idx="minor">
              <a:schemeClr val="tx1"/>
            </a:fontRef>
          </p:style>
        </p:cxnSp>
        <p:grpSp>
          <p:nvGrpSpPr>
            <p:cNvPr id="227" name="Group 226">
              <a:extLst>
                <a:ext uri="{FF2B5EF4-FFF2-40B4-BE49-F238E27FC236}">
                  <a16:creationId xmlns:a16="http://schemas.microsoft.com/office/drawing/2014/main" id="{E7ECF581-C363-4DFF-93FE-C514146D4D03}"/>
                </a:ext>
              </a:extLst>
            </p:cNvPr>
            <p:cNvGrpSpPr/>
            <p:nvPr/>
          </p:nvGrpSpPr>
          <p:grpSpPr>
            <a:xfrm>
              <a:off x="5797107" y="1835351"/>
              <a:ext cx="430513" cy="482146"/>
              <a:chOff x="1279958" y="1835351"/>
              <a:chExt cx="430513" cy="482146"/>
            </a:xfrm>
          </p:grpSpPr>
          <p:sp>
            <p:nvSpPr>
              <p:cNvPr id="228" name="Flowchart: Decision 88">
                <a:extLst>
                  <a:ext uri="{FF2B5EF4-FFF2-40B4-BE49-F238E27FC236}">
                    <a16:creationId xmlns:a16="http://schemas.microsoft.com/office/drawing/2014/main" id="{D9569267-7E5C-474C-A209-74476902329E}"/>
                  </a:ext>
                </a:extLst>
              </p:cNvPr>
              <p:cNvSpPr/>
              <p:nvPr/>
            </p:nvSpPr>
            <p:spPr>
              <a:xfrm rot="3541374">
                <a:off x="1194934" y="2002236"/>
                <a:ext cx="400285" cy="230238"/>
              </a:xfrm>
              <a:prstGeom prst="flowChartDecision">
                <a:avLst/>
              </a:prstGeom>
              <a:solidFill>
                <a:srgbClr val="AE2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229" name="Group 228">
                <a:extLst>
                  <a:ext uri="{FF2B5EF4-FFF2-40B4-BE49-F238E27FC236}">
                    <a16:creationId xmlns:a16="http://schemas.microsoft.com/office/drawing/2014/main" id="{52B88419-0FDA-4774-A66B-A0426AFEEF14}"/>
                  </a:ext>
                </a:extLst>
              </p:cNvPr>
              <p:cNvGrpSpPr/>
              <p:nvPr/>
            </p:nvGrpSpPr>
            <p:grpSpPr>
              <a:xfrm>
                <a:off x="1292734" y="1835351"/>
                <a:ext cx="417737" cy="479616"/>
                <a:chOff x="1292734" y="1835351"/>
                <a:chExt cx="417737" cy="479616"/>
              </a:xfrm>
            </p:grpSpPr>
            <p:sp>
              <p:nvSpPr>
                <p:cNvPr id="230" name="Flowchart: Decision 87">
                  <a:extLst>
                    <a:ext uri="{FF2B5EF4-FFF2-40B4-BE49-F238E27FC236}">
                      <a16:creationId xmlns:a16="http://schemas.microsoft.com/office/drawing/2014/main" id="{AE82265F-FACD-44A6-BF53-D67EAB8188E6}"/>
                    </a:ext>
                  </a:extLst>
                </p:cNvPr>
                <p:cNvSpPr/>
                <p:nvPr/>
              </p:nvSpPr>
              <p:spPr>
                <a:xfrm>
                  <a:off x="1292734" y="1835351"/>
                  <a:ext cx="403200" cy="223513"/>
                </a:xfrm>
                <a:prstGeom prst="flowChartDecision">
                  <a:avLst/>
                </a:prstGeom>
                <a:solidFill>
                  <a:srgbClr val="9F1C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1" name="Flowchart: Decision 117">
                  <a:extLst>
                    <a:ext uri="{FF2B5EF4-FFF2-40B4-BE49-F238E27FC236}">
                      <a16:creationId xmlns:a16="http://schemas.microsoft.com/office/drawing/2014/main" id="{43607D9B-24ED-4B72-AA68-155F01FF7385}"/>
                    </a:ext>
                  </a:extLst>
                </p:cNvPr>
                <p:cNvSpPr/>
                <p:nvPr/>
              </p:nvSpPr>
              <p:spPr>
                <a:xfrm rot="17986108">
                  <a:off x="1397367" y="2001864"/>
                  <a:ext cx="393069" cy="233138"/>
                </a:xfrm>
                <a:prstGeom prst="flowChartDecision">
                  <a:avLst/>
                </a:prstGeom>
                <a:solidFill>
                  <a:srgbClr val="911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2" name="TextBox 78">
                  <a:extLst>
                    <a:ext uri="{FF2B5EF4-FFF2-40B4-BE49-F238E27FC236}">
                      <a16:creationId xmlns:a16="http://schemas.microsoft.com/office/drawing/2014/main" id="{3E2EDBFF-BA80-46FE-8D94-A1AB05C6256C}"/>
                    </a:ext>
                  </a:extLst>
                </p:cNvPr>
                <p:cNvSpPr txBox="1"/>
                <p:nvPr/>
              </p:nvSpPr>
              <p:spPr>
                <a:xfrm>
                  <a:off x="1295283" y="2015797"/>
                  <a:ext cx="384703" cy="107722"/>
                </a:xfrm>
                <a:prstGeom prst="rect">
                  <a:avLst/>
                </a:prstGeom>
                <a:noFill/>
              </p:spPr>
              <p:txBody>
                <a:bodyPr wrap="square" lIns="0" tIns="0" rIns="0" bIns="0" rtlCol="0">
                  <a:spAutoFit/>
                </a:bodyPr>
                <a:lstStyle/>
                <a:p>
                  <a:pPr algn="ctr"/>
                  <a:r>
                    <a:rPr lang="en-US" sz="700" b="1">
                      <a:solidFill>
                        <a:schemeClr val="bg1"/>
                      </a:solidFill>
                      <a:latin typeface="Arial Narrow" panose="020B0606020202030204" pitchFamily="34" charset="0"/>
                    </a:rPr>
                    <a:t>Engage</a:t>
                  </a:r>
                </a:p>
              </p:txBody>
            </p:sp>
          </p:grpSp>
        </p:grpSp>
        <p:sp>
          <p:nvSpPr>
            <p:cNvPr id="154" name="Hexagon 72">
              <a:extLst>
                <a:ext uri="{FF2B5EF4-FFF2-40B4-BE49-F238E27FC236}">
                  <a16:creationId xmlns:a16="http://schemas.microsoft.com/office/drawing/2014/main" id="{98BF8FA3-AE84-4E9A-AFE7-A961F159B811}"/>
                </a:ext>
              </a:extLst>
            </p:cNvPr>
            <p:cNvSpPr>
              <a:spLocks noChangeAspect="1"/>
            </p:cNvSpPr>
            <p:nvPr/>
          </p:nvSpPr>
          <p:spPr>
            <a:xfrm rot="16200000">
              <a:off x="6384632" y="1385615"/>
              <a:ext cx="934342" cy="1306441"/>
            </a:xfrm>
            <a:prstGeom prst="hexagon">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Narrow" panose="020B0606020202030204" pitchFamily="34" charset="0"/>
              </a:endParaRPr>
            </a:p>
          </p:txBody>
        </p:sp>
        <p:cxnSp>
          <p:nvCxnSpPr>
            <p:cNvPr id="219" name="Straight Connector 81">
              <a:extLst>
                <a:ext uri="{FF2B5EF4-FFF2-40B4-BE49-F238E27FC236}">
                  <a16:creationId xmlns:a16="http://schemas.microsoft.com/office/drawing/2014/main" id="{EAA0E58F-21ED-4B40-9250-FA54FA507C5F}"/>
                </a:ext>
              </a:extLst>
            </p:cNvPr>
            <p:cNvCxnSpPr>
              <a:cxnSpLocks/>
            </p:cNvCxnSpPr>
            <p:nvPr/>
          </p:nvCxnSpPr>
          <p:spPr>
            <a:xfrm>
              <a:off x="6200743" y="2025248"/>
              <a:ext cx="1296000" cy="0"/>
            </a:xfrm>
            <a:prstGeom prst="line">
              <a:avLst/>
            </a:prstGeom>
            <a:ln w="3175">
              <a:solidFill>
                <a:srgbClr val="581259"/>
              </a:solidFill>
              <a:prstDash val="dash"/>
              <a:tailEnd type="triangle" w="sm" len="sm"/>
            </a:ln>
            <a:effectLst/>
          </p:spPr>
          <p:style>
            <a:lnRef idx="2">
              <a:schemeClr val="accent1"/>
            </a:lnRef>
            <a:fillRef idx="0">
              <a:schemeClr val="accent1"/>
            </a:fillRef>
            <a:effectRef idx="1">
              <a:schemeClr val="accent1"/>
            </a:effectRef>
            <a:fontRef idx="minor">
              <a:schemeClr val="tx1"/>
            </a:fontRef>
          </p:style>
        </p:cxnSp>
        <p:grpSp>
          <p:nvGrpSpPr>
            <p:cNvPr id="153" name="Group 152">
              <a:extLst>
                <a:ext uri="{FF2B5EF4-FFF2-40B4-BE49-F238E27FC236}">
                  <a16:creationId xmlns:a16="http://schemas.microsoft.com/office/drawing/2014/main" id="{31F12209-C207-47AD-BC39-553BFC65CC63}"/>
                </a:ext>
              </a:extLst>
            </p:cNvPr>
            <p:cNvGrpSpPr/>
            <p:nvPr/>
          </p:nvGrpSpPr>
          <p:grpSpPr>
            <a:xfrm>
              <a:off x="6297562" y="1473948"/>
              <a:ext cx="1116000" cy="1224305"/>
              <a:chOff x="6297562" y="1473948"/>
              <a:chExt cx="1116000" cy="1224305"/>
            </a:xfrm>
          </p:grpSpPr>
          <p:sp>
            <p:nvSpPr>
              <p:cNvPr id="173" name="Flowchart: Decision 118">
                <a:extLst>
                  <a:ext uri="{FF2B5EF4-FFF2-40B4-BE49-F238E27FC236}">
                    <a16:creationId xmlns:a16="http://schemas.microsoft.com/office/drawing/2014/main" id="{7E6C527D-2948-4E2C-84CE-77DD53C36F5E}"/>
                  </a:ext>
                </a:extLst>
              </p:cNvPr>
              <p:cNvSpPr/>
              <p:nvPr/>
            </p:nvSpPr>
            <p:spPr>
              <a:xfrm>
                <a:off x="6345336" y="1473948"/>
                <a:ext cx="1028308" cy="557999"/>
              </a:xfrm>
              <a:prstGeom prst="flowChartDecision">
                <a:avLst/>
              </a:prstGeom>
              <a:solidFill>
                <a:srgbClr val="9F1C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4" name="Flowchart: Decision 173">
                <a:extLst>
                  <a:ext uri="{FF2B5EF4-FFF2-40B4-BE49-F238E27FC236}">
                    <a16:creationId xmlns:a16="http://schemas.microsoft.com/office/drawing/2014/main" id="{97AC86A3-D712-48CD-8E7A-366682C5415A}"/>
                  </a:ext>
                </a:extLst>
              </p:cNvPr>
              <p:cNvSpPr/>
              <p:nvPr/>
            </p:nvSpPr>
            <p:spPr>
              <a:xfrm rot="18026132">
                <a:off x="6601780" y="1885520"/>
                <a:ext cx="1020508" cy="603056"/>
              </a:xfrm>
              <a:prstGeom prst="flowChartDecision">
                <a:avLst/>
              </a:prstGeom>
              <a:solidFill>
                <a:srgbClr val="911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5" name="Flowchart: Decision 174">
                <a:extLst>
                  <a:ext uri="{FF2B5EF4-FFF2-40B4-BE49-F238E27FC236}">
                    <a16:creationId xmlns:a16="http://schemas.microsoft.com/office/drawing/2014/main" id="{048EF84F-4244-4693-AB4C-B03A6A5DAA80}"/>
                  </a:ext>
                </a:extLst>
              </p:cNvPr>
              <p:cNvSpPr/>
              <p:nvPr/>
            </p:nvSpPr>
            <p:spPr>
              <a:xfrm rot="3562566" flipV="1">
                <a:off x="6093883" y="1879922"/>
                <a:ext cx="1022010" cy="614652"/>
              </a:xfrm>
              <a:prstGeom prst="flowChartDecision">
                <a:avLst/>
              </a:prstGeom>
              <a:solidFill>
                <a:srgbClr val="AE2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6" name="TextBox 78">
                <a:extLst>
                  <a:ext uri="{FF2B5EF4-FFF2-40B4-BE49-F238E27FC236}">
                    <a16:creationId xmlns:a16="http://schemas.microsoft.com/office/drawing/2014/main" id="{5E7B7F6B-BEC1-4398-8FDB-451A5CBF6772}"/>
                  </a:ext>
                </a:extLst>
              </p:cNvPr>
              <p:cNvSpPr txBox="1"/>
              <p:nvPr/>
            </p:nvSpPr>
            <p:spPr>
              <a:xfrm>
                <a:off x="6667139" y="1645225"/>
                <a:ext cx="384703" cy="215444"/>
              </a:xfrm>
              <a:prstGeom prst="rect">
                <a:avLst/>
              </a:prstGeom>
              <a:noFill/>
            </p:spPr>
            <p:txBody>
              <a:bodyPr wrap="square" lIns="0" tIns="0" rIns="0" bIns="0" rtlCol="0">
                <a:spAutoFit/>
              </a:bodyPr>
              <a:lstStyle/>
              <a:p>
                <a:pPr algn="ctr"/>
                <a:r>
                  <a:rPr lang="en-US" sz="700" b="1">
                    <a:solidFill>
                      <a:schemeClr val="bg1"/>
                    </a:solidFill>
                    <a:latin typeface="Arial Narrow" panose="020B0606020202030204" pitchFamily="34" charset="0"/>
                  </a:rPr>
                  <a:t>Design &amp; Transition</a:t>
                </a:r>
              </a:p>
            </p:txBody>
          </p:sp>
          <p:sp>
            <p:nvSpPr>
              <p:cNvPr id="177" name="TextBox 78">
                <a:extLst>
                  <a:ext uri="{FF2B5EF4-FFF2-40B4-BE49-F238E27FC236}">
                    <a16:creationId xmlns:a16="http://schemas.microsoft.com/office/drawing/2014/main" id="{78D48371-F110-4BD5-B315-93E435BC3036}"/>
                  </a:ext>
                </a:extLst>
              </p:cNvPr>
              <p:cNvSpPr txBox="1"/>
              <p:nvPr/>
            </p:nvSpPr>
            <p:spPr>
              <a:xfrm>
                <a:off x="6925976" y="2074821"/>
                <a:ext cx="384703" cy="215444"/>
              </a:xfrm>
              <a:prstGeom prst="rect">
                <a:avLst/>
              </a:prstGeom>
              <a:noFill/>
            </p:spPr>
            <p:txBody>
              <a:bodyPr wrap="square" lIns="0" tIns="0" rIns="0" bIns="0" rtlCol="0">
                <a:spAutoFit/>
              </a:bodyPr>
              <a:lstStyle/>
              <a:p>
                <a:pPr algn="ctr"/>
                <a:r>
                  <a:rPr lang="en-US" sz="700" b="1">
                    <a:solidFill>
                      <a:schemeClr val="bg1"/>
                    </a:solidFill>
                    <a:latin typeface="Arial Narrow" panose="020B0606020202030204" pitchFamily="34" charset="0"/>
                  </a:rPr>
                  <a:t>Deliver &amp; Support</a:t>
                </a:r>
              </a:p>
            </p:txBody>
          </p:sp>
          <p:sp>
            <p:nvSpPr>
              <p:cNvPr id="178" name="TextBox 78">
                <a:extLst>
                  <a:ext uri="{FF2B5EF4-FFF2-40B4-BE49-F238E27FC236}">
                    <a16:creationId xmlns:a16="http://schemas.microsoft.com/office/drawing/2014/main" id="{37B98C2C-E4B1-4744-92A7-225E8CB361AF}"/>
                  </a:ext>
                </a:extLst>
              </p:cNvPr>
              <p:cNvSpPr txBox="1"/>
              <p:nvPr/>
            </p:nvSpPr>
            <p:spPr>
              <a:xfrm>
                <a:off x="6370776" y="2074821"/>
                <a:ext cx="449811" cy="107722"/>
              </a:xfrm>
              <a:prstGeom prst="rect">
                <a:avLst/>
              </a:prstGeom>
              <a:noFill/>
            </p:spPr>
            <p:txBody>
              <a:bodyPr wrap="square" lIns="0" tIns="0" rIns="0" bIns="0" rtlCol="0">
                <a:spAutoFit/>
              </a:bodyPr>
              <a:lstStyle/>
              <a:p>
                <a:pPr algn="ctr"/>
                <a:r>
                  <a:rPr lang="en-US" sz="700" b="1">
                    <a:solidFill>
                      <a:schemeClr val="bg1"/>
                    </a:solidFill>
                    <a:latin typeface="Arial Narrow" panose="020B0606020202030204" pitchFamily="34" charset="0"/>
                  </a:rPr>
                  <a:t>Obtain/build</a:t>
                </a:r>
              </a:p>
            </p:txBody>
          </p:sp>
        </p:grpSp>
        <p:grpSp>
          <p:nvGrpSpPr>
            <p:cNvPr id="236" name="Group 235">
              <a:extLst>
                <a:ext uri="{FF2B5EF4-FFF2-40B4-BE49-F238E27FC236}">
                  <a16:creationId xmlns:a16="http://schemas.microsoft.com/office/drawing/2014/main" id="{36EDA458-8E87-42EE-AEB8-83ADFBDCE3C3}"/>
                </a:ext>
              </a:extLst>
            </p:cNvPr>
            <p:cNvGrpSpPr/>
            <p:nvPr/>
          </p:nvGrpSpPr>
          <p:grpSpPr>
            <a:xfrm>
              <a:off x="7493461" y="1832970"/>
              <a:ext cx="430513" cy="481352"/>
              <a:chOff x="7493461" y="1832970"/>
              <a:chExt cx="430513" cy="481352"/>
            </a:xfrm>
          </p:grpSpPr>
          <p:sp>
            <p:nvSpPr>
              <p:cNvPr id="237" name="Flowchart: Decision 87">
                <a:extLst>
                  <a:ext uri="{FF2B5EF4-FFF2-40B4-BE49-F238E27FC236}">
                    <a16:creationId xmlns:a16="http://schemas.microsoft.com/office/drawing/2014/main" id="{7C2924A6-050E-4BC2-9A3D-9625E9FC4E76}"/>
                  </a:ext>
                </a:extLst>
              </p:cNvPr>
              <p:cNvSpPr/>
              <p:nvPr/>
            </p:nvSpPr>
            <p:spPr>
              <a:xfrm>
                <a:off x="7503856" y="1832970"/>
                <a:ext cx="403200" cy="223513"/>
              </a:xfrm>
              <a:prstGeom prst="flowChartDecision">
                <a:avLst/>
              </a:prstGeom>
              <a:solidFill>
                <a:srgbClr val="134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8" name="Flowchart: Decision 88">
                <a:extLst>
                  <a:ext uri="{FF2B5EF4-FFF2-40B4-BE49-F238E27FC236}">
                    <a16:creationId xmlns:a16="http://schemas.microsoft.com/office/drawing/2014/main" id="{93B6F041-3169-4F62-8E03-EC8D30127112}"/>
                  </a:ext>
                </a:extLst>
              </p:cNvPr>
              <p:cNvSpPr/>
              <p:nvPr/>
            </p:nvSpPr>
            <p:spPr>
              <a:xfrm rot="3541374">
                <a:off x="7408437" y="1999061"/>
                <a:ext cx="400285" cy="230238"/>
              </a:xfrm>
              <a:prstGeom prst="flowChartDecision">
                <a:avLst/>
              </a:prstGeom>
              <a:solidFill>
                <a:srgbClr val="185E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9" name="Flowchart: Decision 117">
                <a:extLst>
                  <a:ext uri="{FF2B5EF4-FFF2-40B4-BE49-F238E27FC236}">
                    <a16:creationId xmlns:a16="http://schemas.microsoft.com/office/drawing/2014/main" id="{A3E5D17B-153D-4913-8ACC-598FCE3ACB80}"/>
                  </a:ext>
                </a:extLst>
              </p:cNvPr>
              <p:cNvSpPr/>
              <p:nvPr/>
            </p:nvSpPr>
            <p:spPr>
              <a:xfrm rot="17986108">
                <a:off x="7610870" y="1998689"/>
                <a:ext cx="393069" cy="233138"/>
              </a:xfrm>
              <a:prstGeom prst="flowChartDecision">
                <a:avLst/>
              </a:prstGeom>
              <a:solidFill>
                <a:srgbClr val="185E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0" name="TextBox 76">
                <a:extLst>
                  <a:ext uri="{FF2B5EF4-FFF2-40B4-BE49-F238E27FC236}">
                    <a16:creationId xmlns:a16="http://schemas.microsoft.com/office/drawing/2014/main" id="{D84BF63C-BC49-44AA-881E-3B2F8CC9129F}"/>
                  </a:ext>
                </a:extLst>
              </p:cNvPr>
              <p:cNvSpPr txBox="1"/>
              <p:nvPr/>
            </p:nvSpPr>
            <p:spPr>
              <a:xfrm>
                <a:off x="7520437" y="1977376"/>
                <a:ext cx="384703" cy="164655"/>
              </a:xfrm>
              <a:prstGeom prst="rect">
                <a:avLst/>
              </a:prstGeom>
              <a:noFill/>
            </p:spPr>
            <p:txBody>
              <a:bodyPr wrap="square" lIns="0" tIns="0" rIns="0" bIns="0" rtlCol="0">
                <a:spAutoFit/>
              </a:bodyPr>
              <a:lstStyle/>
              <a:p>
                <a:pPr algn="ctr"/>
                <a:r>
                  <a:rPr lang="en-US" sz="700" b="1">
                    <a:solidFill>
                      <a:schemeClr val="bg1"/>
                    </a:solidFill>
                    <a:latin typeface="Arial Narrow" panose="020B0606020202030204" pitchFamily="34" charset="0"/>
                  </a:rPr>
                  <a:t>Product &amp; Services</a:t>
                </a:r>
              </a:p>
            </p:txBody>
          </p:sp>
        </p:grpSp>
      </p:grpSp>
      <p:pic>
        <p:nvPicPr>
          <p:cNvPr id="84" name="Picture 83" descr="Icon&#10;&#10;Description automatically generated">
            <a:hlinkClick r:id="rId5" action="ppaction://hlinksldjump"/>
            <a:extLst>
              <a:ext uri="{FF2B5EF4-FFF2-40B4-BE49-F238E27FC236}">
                <a16:creationId xmlns:a16="http://schemas.microsoft.com/office/drawing/2014/main" id="{8B31FCBC-8D25-4B71-A090-432DE24038EB}"/>
              </a:ext>
            </a:extLst>
          </p:cNvPr>
          <p:cNvPicPr>
            <a:picLocks noChangeAspect="1"/>
          </p:cNvPicPr>
          <p:nvPr/>
        </p:nvPicPr>
        <p:blipFill>
          <a:blip r:embed="rId6"/>
          <a:stretch>
            <a:fillRect/>
          </a:stretch>
        </p:blipFill>
        <p:spPr>
          <a:xfrm>
            <a:off x="5057807" y="4952445"/>
            <a:ext cx="144000" cy="144000"/>
          </a:xfrm>
          <a:prstGeom prst="rect">
            <a:avLst/>
          </a:prstGeom>
        </p:spPr>
      </p:pic>
      <p:sp>
        <p:nvSpPr>
          <p:cNvPr id="7" name="Slide Number Placeholder 6">
            <a:extLst>
              <a:ext uri="{FF2B5EF4-FFF2-40B4-BE49-F238E27FC236}">
                <a16:creationId xmlns:a16="http://schemas.microsoft.com/office/drawing/2014/main" id="{BC9B54C7-D91E-41DF-9658-06E872552464}"/>
              </a:ext>
            </a:extLst>
          </p:cNvPr>
          <p:cNvSpPr>
            <a:spLocks noGrp="1"/>
          </p:cNvSpPr>
          <p:nvPr>
            <p:ph type="sldNum" sz="quarter" idx="35"/>
          </p:nvPr>
        </p:nvSpPr>
        <p:spPr/>
        <p:txBody>
          <a:bodyPr/>
          <a:lstStyle/>
          <a:p>
            <a:fld id="{9C18EA95-C3D3-214C-9452-EF8527DBCD86}" type="slidenum">
              <a:rPr lang="it-IT" smtClean="0"/>
              <a:pPr/>
              <a:t>38</a:t>
            </a:fld>
            <a:endParaRPr lang="it-IT"/>
          </a:p>
        </p:txBody>
      </p:sp>
      <p:sp>
        <p:nvSpPr>
          <p:cNvPr id="90" name="Rectangle 210">
            <a:extLst>
              <a:ext uri="{FF2B5EF4-FFF2-40B4-BE49-F238E27FC236}">
                <a16:creationId xmlns:a16="http://schemas.microsoft.com/office/drawing/2014/main" id="{8F714473-F61F-4ECE-9291-F3A6D0CE50D7}"/>
              </a:ext>
            </a:extLst>
          </p:cNvPr>
          <p:cNvSpPr/>
          <p:nvPr/>
        </p:nvSpPr>
        <p:spPr>
          <a:xfrm>
            <a:off x="463285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
        <p:nvSpPr>
          <p:cNvPr id="87" name="Rectangle 30">
            <a:extLst>
              <a:ext uri="{FF2B5EF4-FFF2-40B4-BE49-F238E27FC236}">
                <a16:creationId xmlns:a16="http://schemas.microsoft.com/office/drawing/2014/main" id="{74450451-07B4-4530-BF6F-FB632C111F78}"/>
              </a:ext>
            </a:extLst>
          </p:cNvPr>
          <p:cNvSpPr/>
          <p:nvPr/>
        </p:nvSpPr>
        <p:spPr>
          <a:xfrm>
            <a:off x="4635000" y="1069943"/>
            <a:ext cx="4450098" cy="315905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a:ln>
                <a:noFill/>
              </a:ln>
              <a:solidFill>
                <a:srgbClr val="FFFFFF"/>
              </a:solidFill>
              <a:effectLst/>
              <a:uLnTx/>
              <a:uFillTx/>
              <a:latin typeface="Arial Narrow" panose="020B0606020202030204" pitchFamily="34" charset="0"/>
            </a:endParaRPr>
          </a:p>
        </p:txBody>
      </p:sp>
    </p:spTree>
    <p:extLst>
      <p:ext uri="{BB962C8B-B14F-4D97-AF65-F5344CB8AC3E}">
        <p14:creationId xmlns:p14="http://schemas.microsoft.com/office/powerpoint/2010/main" val="21624106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8FFF35D9-C2BA-4356-8034-489723DA11CC}"/>
              </a:ext>
            </a:extLst>
          </p:cNvPr>
          <p:cNvGrpSpPr/>
          <p:nvPr/>
        </p:nvGrpSpPr>
        <p:grpSpPr>
          <a:xfrm>
            <a:off x="442090" y="1549811"/>
            <a:ext cx="3862800" cy="2528913"/>
            <a:chOff x="356649" y="1110033"/>
            <a:chExt cx="3862800" cy="2528913"/>
          </a:xfrm>
        </p:grpSpPr>
        <p:pic>
          <p:nvPicPr>
            <p:cNvPr id="74" name="Picture 49" descr="Diagram&#10;&#10;Description automatically generated">
              <a:extLst>
                <a:ext uri="{FF2B5EF4-FFF2-40B4-BE49-F238E27FC236}">
                  <a16:creationId xmlns:a16="http://schemas.microsoft.com/office/drawing/2014/main" id="{C36787B4-A1FE-4118-98FA-45768E1584AF}"/>
                </a:ext>
              </a:extLst>
            </p:cNvPr>
            <p:cNvPicPr>
              <a:picLocks noChangeAspect="1"/>
            </p:cNvPicPr>
            <p:nvPr/>
          </p:nvPicPr>
          <p:blipFill rotWithShape="1">
            <a:blip r:embed="rId3"/>
            <a:srcRect t="7137"/>
            <a:stretch/>
          </p:blipFill>
          <p:spPr>
            <a:xfrm>
              <a:off x="356649" y="1110033"/>
              <a:ext cx="3862800" cy="2528913"/>
            </a:xfrm>
            <a:prstGeom prst="rect">
              <a:avLst/>
            </a:prstGeom>
            <a:effectLst/>
          </p:spPr>
        </p:pic>
        <p:cxnSp>
          <p:nvCxnSpPr>
            <p:cNvPr id="82" name="Straight Connector 30">
              <a:extLst>
                <a:ext uri="{FF2B5EF4-FFF2-40B4-BE49-F238E27FC236}">
                  <a16:creationId xmlns:a16="http://schemas.microsoft.com/office/drawing/2014/main" id="{B477EE7E-A725-43A0-821D-3824D83B821E}"/>
                </a:ext>
              </a:extLst>
            </p:cNvPr>
            <p:cNvCxnSpPr>
              <a:endCxn id="98" idx="2"/>
            </p:cNvCxnSpPr>
            <p:nvPr/>
          </p:nvCxnSpPr>
          <p:spPr>
            <a:xfrm flipV="1">
              <a:off x="1453170" y="1751250"/>
              <a:ext cx="157380" cy="377008"/>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3" name="Straight Connector 32">
              <a:extLst>
                <a:ext uri="{FF2B5EF4-FFF2-40B4-BE49-F238E27FC236}">
                  <a16:creationId xmlns:a16="http://schemas.microsoft.com/office/drawing/2014/main" id="{04BAD362-77CD-4A7C-9CD7-072A8521F972}"/>
                </a:ext>
              </a:extLst>
            </p:cNvPr>
            <p:cNvCxnSpPr>
              <a:stCxn id="98" idx="6"/>
              <a:endCxn id="96" idx="1"/>
            </p:cNvCxnSpPr>
            <p:nvPr/>
          </p:nvCxnSpPr>
          <p:spPr>
            <a:xfrm>
              <a:off x="1826550" y="1751250"/>
              <a:ext cx="83095" cy="69735"/>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4" name="Straight Connector 156">
              <a:extLst>
                <a:ext uri="{FF2B5EF4-FFF2-40B4-BE49-F238E27FC236}">
                  <a16:creationId xmlns:a16="http://schemas.microsoft.com/office/drawing/2014/main" id="{0D8ED180-23A2-4304-88C6-DF73F16A3C5C}"/>
                </a:ext>
              </a:extLst>
            </p:cNvPr>
            <p:cNvCxnSpPr>
              <a:cxnSpLocks/>
              <a:stCxn id="96" idx="4"/>
            </p:cNvCxnSpPr>
            <p:nvPr/>
          </p:nvCxnSpPr>
          <p:spPr>
            <a:xfrm flipH="1">
              <a:off x="1852765" y="2005353"/>
              <a:ext cx="133248" cy="103725"/>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5" name="Straight Connector 157">
              <a:extLst>
                <a:ext uri="{FF2B5EF4-FFF2-40B4-BE49-F238E27FC236}">
                  <a16:creationId xmlns:a16="http://schemas.microsoft.com/office/drawing/2014/main" id="{6EEF7D2F-BF97-426C-9306-44BC79CC7A89}"/>
                </a:ext>
              </a:extLst>
            </p:cNvPr>
            <p:cNvCxnSpPr>
              <a:cxnSpLocks/>
              <a:stCxn id="92" idx="2"/>
            </p:cNvCxnSpPr>
            <p:nvPr/>
          </p:nvCxnSpPr>
          <p:spPr>
            <a:xfrm flipH="1">
              <a:off x="1852765" y="2087734"/>
              <a:ext cx="399595" cy="219344"/>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6" name="Straight Connector 158">
              <a:extLst>
                <a:ext uri="{FF2B5EF4-FFF2-40B4-BE49-F238E27FC236}">
                  <a16:creationId xmlns:a16="http://schemas.microsoft.com/office/drawing/2014/main" id="{122BE10E-4CB9-422A-9068-E0EDAD8C4E24}"/>
                </a:ext>
              </a:extLst>
            </p:cNvPr>
            <p:cNvCxnSpPr>
              <a:cxnSpLocks/>
              <a:stCxn id="92" idx="6"/>
              <a:endCxn id="90" idx="2"/>
            </p:cNvCxnSpPr>
            <p:nvPr/>
          </p:nvCxnSpPr>
          <p:spPr>
            <a:xfrm>
              <a:off x="2468360" y="2087734"/>
              <a:ext cx="219182" cy="68534"/>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7" name="Straight Connector 41">
              <a:extLst>
                <a:ext uri="{FF2B5EF4-FFF2-40B4-BE49-F238E27FC236}">
                  <a16:creationId xmlns:a16="http://schemas.microsoft.com/office/drawing/2014/main" id="{711956D8-4750-4F44-98D6-C1FF88661929}"/>
                </a:ext>
              </a:extLst>
            </p:cNvPr>
            <p:cNvCxnSpPr>
              <a:cxnSpLocks/>
              <a:endCxn id="100" idx="2"/>
            </p:cNvCxnSpPr>
            <p:nvPr/>
          </p:nvCxnSpPr>
          <p:spPr>
            <a:xfrm flipV="1">
              <a:off x="908380" y="2128258"/>
              <a:ext cx="328790" cy="12993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8" name="Straight Arrow Connector 44">
              <a:extLst>
                <a:ext uri="{FF2B5EF4-FFF2-40B4-BE49-F238E27FC236}">
                  <a16:creationId xmlns:a16="http://schemas.microsoft.com/office/drawing/2014/main" id="{2588E7FB-FD25-466B-9033-3EDF48D26522}"/>
                </a:ext>
              </a:extLst>
            </p:cNvPr>
            <p:cNvCxnSpPr>
              <a:cxnSpLocks/>
              <a:stCxn id="90" idx="6"/>
            </p:cNvCxnSpPr>
            <p:nvPr/>
          </p:nvCxnSpPr>
          <p:spPr>
            <a:xfrm>
              <a:off x="2903542" y="2156268"/>
              <a:ext cx="801077" cy="47453"/>
            </a:xfrm>
            <a:prstGeom prst="straightConnector1">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9" name="Straight Arrow Connector 47">
              <a:extLst>
                <a:ext uri="{FF2B5EF4-FFF2-40B4-BE49-F238E27FC236}">
                  <a16:creationId xmlns:a16="http://schemas.microsoft.com/office/drawing/2014/main" id="{CF315BA3-4C4A-4B59-B85B-6E643FF389B3}"/>
                </a:ext>
              </a:extLst>
            </p:cNvPr>
            <p:cNvCxnSpPr>
              <a:cxnSpLocks/>
            </p:cNvCxnSpPr>
            <p:nvPr/>
          </p:nvCxnSpPr>
          <p:spPr>
            <a:xfrm>
              <a:off x="3704619" y="2203721"/>
              <a:ext cx="5701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0" name="Oval 139">
              <a:extLst>
                <a:ext uri="{FF2B5EF4-FFF2-40B4-BE49-F238E27FC236}">
                  <a16:creationId xmlns:a16="http://schemas.microsoft.com/office/drawing/2014/main" id="{A2902ADB-6A26-4630-94D8-356E1CEC4E3E}"/>
                </a:ext>
              </a:extLst>
            </p:cNvPr>
            <p:cNvSpPr/>
            <p:nvPr/>
          </p:nvSpPr>
          <p:spPr>
            <a:xfrm>
              <a:off x="1237170" y="2020258"/>
              <a:ext cx="216000" cy="216000"/>
            </a:xfrm>
            <a:prstGeom prst="ellipse">
              <a:avLst/>
            </a:prstGeom>
            <a:solidFill>
              <a:schemeClr val="bg1"/>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accent2"/>
                  </a:solidFill>
                  <a:latin typeface="Arial Narrow" panose="020B0606020202030204" pitchFamily="34" charset="0"/>
                </a:rPr>
                <a:t>1</a:t>
              </a:r>
            </a:p>
          </p:txBody>
        </p:sp>
        <p:sp>
          <p:nvSpPr>
            <p:cNvPr id="98" name="Oval 142">
              <a:extLst>
                <a:ext uri="{FF2B5EF4-FFF2-40B4-BE49-F238E27FC236}">
                  <a16:creationId xmlns:a16="http://schemas.microsoft.com/office/drawing/2014/main" id="{A834DAC4-3299-4E35-A1F9-DF89879AB15E}"/>
                </a:ext>
              </a:extLst>
            </p:cNvPr>
            <p:cNvSpPr/>
            <p:nvPr/>
          </p:nvSpPr>
          <p:spPr>
            <a:xfrm>
              <a:off x="1610550" y="1643250"/>
              <a:ext cx="216000" cy="216000"/>
            </a:xfrm>
            <a:prstGeom prst="ellipse">
              <a:avLst/>
            </a:prstGeom>
            <a:solidFill>
              <a:schemeClr val="bg1"/>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accent2"/>
                  </a:solidFill>
                  <a:latin typeface="Arial Narrow" panose="020B0606020202030204" pitchFamily="34" charset="0"/>
                </a:rPr>
                <a:t>2</a:t>
              </a:r>
            </a:p>
          </p:txBody>
        </p:sp>
        <p:sp>
          <p:nvSpPr>
            <p:cNvPr id="96" name="Oval 145">
              <a:extLst>
                <a:ext uri="{FF2B5EF4-FFF2-40B4-BE49-F238E27FC236}">
                  <a16:creationId xmlns:a16="http://schemas.microsoft.com/office/drawing/2014/main" id="{ECCD930E-3ECC-432E-B5C6-6CAB0CD8B8AE}"/>
                </a:ext>
              </a:extLst>
            </p:cNvPr>
            <p:cNvSpPr/>
            <p:nvPr/>
          </p:nvSpPr>
          <p:spPr>
            <a:xfrm>
              <a:off x="1878013" y="1789353"/>
              <a:ext cx="216000" cy="216000"/>
            </a:xfrm>
            <a:prstGeom prst="ellipse">
              <a:avLst/>
            </a:prstGeom>
            <a:solidFill>
              <a:schemeClr val="bg1"/>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accent2"/>
                  </a:solidFill>
                  <a:latin typeface="Arial Narrow" panose="020B0606020202030204" pitchFamily="34" charset="0"/>
                </a:rPr>
                <a:t>3</a:t>
              </a:r>
            </a:p>
          </p:txBody>
        </p:sp>
        <p:sp>
          <p:nvSpPr>
            <p:cNvPr id="92" name="Oval 151">
              <a:extLst>
                <a:ext uri="{FF2B5EF4-FFF2-40B4-BE49-F238E27FC236}">
                  <a16:creationId xmlns:a16="http://schemas.microsoft.com/office/drawing/2014/main" id="{1F0E5541-E93F-4B54-8856-5B89A49E8243}"/>
                </a:ext>
              </a:extLst>
            </p:cNvPr>
            <p:cNvSpPr/>
            <p:nvPr/>
          </p:nvSpPr>
          <p:spPr>
            <a:xfrm>
              <a:off x="2252360" y="1979734"/>
              <a:ext cx="216000" cy="216000"/>
            </a:xfrm>
            <a:prstGeom prst="ellipse">
              <a:avLst/>
            </a:prstGeom>
            <a:solidFill>
              <a:schemeClr val="bg1"/>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accent2"/>
                  </a:solidFill>
                  <a:latin typeface="Arial Narrow" panose="020B0606020202030204" pitchFamily="34" charset="0"/>
                </a:rPr>
                <a:t>5</a:t>
              </a:r>
            </a:p>
          </p:txBody>
        </p:sp>
        <p:sp>
          <p:nvSpPr>
            <p:cNvPr id="90" name="Oval 154">
              <a:extLst>
                <a:ext uri="{FF2B5EF4-FFF2-40B4-BE49-F238E27FC236}">
                  <a16:creationId xmlns:a16="http://schemas.microsoft.com/office/drawing/2014/main" id="{605EFEC9-0622-48F6-9723-8438C0D32232}"/>
                </a:ext>
              </a:extLst>
            </p:cNvPr>
            <p:cNvSpPr/>
            <p:nvPr/>
          </p:nvSpPr>
          <p:spPr>
            <a:xfrm>
              <a:off x="2687542" y="2048268"/>
              <a:ext cx="216000" cy="216000"/>
            </a:xfrm>
            <a:prstGeom prst="ellipse">
              <a:avLst/>
            </a:prstGeom>
            <a:solidFill>
              <a:schemeClr val="bg1"/>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accent2"/>
                  </a:solidFill>
                  <a:latin typeface="Arial Narrow" panose="020B0606020202030204" pitchFamily="34" charset="0"/>
                </a:rPr>
                <a:t>6</a:t>
              </a:r>
            </a:p>
          </p:txBody>
        </p:sp>
        <p:sp>
          <p:nvSpPr>
            <p:cNvPr id="94" name="Oval 148">
              <a:extLst>
                <a:ext uri="{FF2B5EF4-FFF2-40B4-BE49-F238E27FC236}">
                  <a16:creationId xmlns:a16="http://schemas.microsoft.com/office/drawing/2014/main" id="{73B9F539-49FA-4FDA-B98C-1003195914B6}"/>
                </a:ext>
              </a:extLst>
            </p:cNvPr>
            <p:cNvSpPr/>
            <p:nvPr/>
          </p:nvSpPr>
          <p:spPr>
            <a:xfrm>
              <a:off x="1744765" y="2100078"/>
              <a:ext cx="216000" cy="216000"/>
            </a:xfrm>
            <a:prstGeom prst="ellipse">
              <a:avLst/>
            </a:prstGeom>
            <a:solidFill>
              <a:schemeClr val="bg1"/>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accent2"/>
                  </a:solidFill>
                  <a:latin typeface="Arial Narrow" panose="020B0606020202030204" pitchFamily="34" charset="0"/>
                </a:rPr>
                <a:t>4</a:t>
              </a:r>
            </a:p>
          </p:txBody>
        </p:sp>
      </p:grpSp>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a:effectLst/>
        </p:spPr>
        <p:txBody>
          <a:bodyPr/>
          <a:lstStyle/>
          <a:p>
            <a:r>
              <a:rPr lang="en-US">
                <a:latin typeface="Arial Narrow" panose="020B0606020202030204" pitchFamily="34" charset="0"/>
              </a:rPr>
              <a:t>The ITIL 4 Service Value System | </a:t>
            </a:r>
            <a:r>
              <a:rPr lang="en-US">
                <a:solidFill>
                  <a:schemeClr val="accent3"/>
                </a:solidFill>
                <a:latin typeface="Arial Narrow" panose="020B0606020202030204" pitchFamily="34" charset="0"/>
              </a:rPr>
              <a:t>Value streams &amp; the value chain</a:t>
            </a:r>
            <a:endParaRPr lang="en-GB">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a:effectLst/>
        </p:spPr>
        <p:txBody>
          <a:bodyPr/>
          <a:lstStyle/>
          <a:p>
            <a:r>
              <a:rPr lang="en-GB">
                <a:latin typeface="Arial Narrow" panose="020B0606020202030204" pitchFamily="34" charset="0"/>
              </a:rPr>
              <a:t>The value stream represents the path that an organization needs to follow to design and deliver valuable products and services to its customers. This path is composed by a series of actions executed by accountable people and grouped into processes</a:t>
            </a:r>
          </a:p>
        </p:txBody>
      </p:sp>
      <p:sp>
        <p:nvSpPr>
          <p:cNvPr id="53" name="Rectangle 52">
            <a:extLst>
              <a:ext uri="{FF2B5EF4-FFF2-40B4-BE49-F238E27FC236}">
                <a16:creationId xmlns:a16="http://schemas.microsoft.com/office/drawing/2014/main" id="{C9F3C91A-62B4-42B8-91C5-51913AAB5FB9}"/>
              </a:ext>
            </a:extLst>
          </p:cNvPr>
          <p:cNvSpPr/>
          <p:nvPr/>
        </p:nvSpPr>
        <p:spPr>
          <a:xfrm>
            <a:off x="388480" y="3856266"/>
            <a:ext cx="3970020" cy="95195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144000" rIns="144000" rtlCol="0" anchor="ctr"/>
          <a:lstStyle/>
          <a:p>
            <a:r>
              <a:rPr lang="en-US" sz="1200" kern="0">
                <a:solidFill>
                  <a:srgbClr val="0C2340"/>
                </a:solidFill>
                <a:latin typeface="Arial Narrow" panose="020B0606020202030204" pitchFamily="34" charset="0"/>
              </a:rPr>
              <a:t>The value streams is constituted by a series of steps grouped into processes which, together with people, roles and organizational units, is what ITIL 4 define as “practice”</a:t>
            </a:r>
            <a:endParaRPr lang="en-US" sz="1100"/>
          </a:p>
        </p:txBody>
      </p:sp>
      <p:grpSp>
        <p:nvGrpSpPr>
          <p:cNvPr id="9" name="Group 8">
            <a:extLst>
              <a:ext uri="{FF2B5EF4-FFF2-40B4-BE49-F238E27FC236}">
                <a16:creationId xmlns:a16="http://schemas.microsoft.com/office/drawing/2014/main" id="{364E0767-B0A9-4490-93EE-30F34B4AE200}"/>
              </a:ext>
            </a:extLst>
          </p:cNvPr>
          <p:cNvGrpSpPr/>
          <p:nvPr/>
        </p:nvGrpSpPr>
        <p:grpSpPr>
          <a:xfrm>
            <a:off x="4697730" y="1151380"/>
            <a:ext cx="4335780" cy="276999"/>
            <a:chOff x="4671060" y="1288540"/>
            <a:chExt cx="4335780" cy="276999"/>
          </a:xfrm>
        </p:grpSpPr>
        <p:cxnSp>
          <p:nvCxnSpPr>
            <p:cNvPr id="58" name="Straight Connector 12">
              <a:extLst>
                <a:ext uri="{FF2B5EF4-FFF2-40B4-BE49-F238E27FC236}">
                  <a16:creationId xmlns:a16="http://schemas.microsoft.com/office/drawing/2014/main" id="{E75981EE-86EE-49C4-AFC5-7A251AA06554}"/>
                </a:ext>
              </a:extLst>
            </p:cNvPr>
            <p:cNvCxnSpPr>
              <a:cxnSpLocks/>
            </p:cNvCxnSpPr>
            <p:nvPr/>
          </p:nvCxnSpPr>
          <p:spPr>
            <a:xfrm>
              <a:off x="4671060" y="1427039"/>
              <a:ext cx="4335780" cy="0"/>
            </a:xfrm>
            <a:prstGeom prst="line">
              <a:avLst/>
            </a:prstGeom>
            <a:ln w="19050">
              <a:solidFill>
                <a:schemeClr val="accent1"/>
              </a:solidFill>
            </a:ln>
            <a:effectLst/>
          </p:spPr>
          <p:style>
            <a:lnRef idx="1">
              <a:schemeClr val="accent1"/>
            </a:lnRef>
            <a:fillRef idx="0">
              <a:schemeClr val="accent1"/>
            </a:fillRef>
            <a:effectRef idx="0">
              <a:schemeClr val="accent1"/>
            </a:effectRef>
            <a:fontRef idx="minor">
              <a:schemeClr val="tx1"/>
            </a:fontRef>
          </p:style>
        </p:cxnSp>
        <p:sp>
          <p:nvSpPr>
            <p:cNvPr id="59" name="TextBox 11">
              <a:extLst>
                <a:ext uri="{FF2B5EF4-FFF2-40B4-BE49-F238E27FC236}">
                  <a16:creationId xmlns:a16="http://schemas.microsoft.com/office/drawing/2014/main" id="{95FC8953-D888-449A-AB02-A7A7D2930C47}"/>
                </a:ext>
              </a:extLst>
            </p:cNvPr>
            <p:cNvSpPr txBox="1"/>
            <p:nvPr/>
          </p:nvSpPr>
          <p:spPr>
            <a:xfrm>
              <a:off x="6085632" y="1288540"/>
              <a:ext cx="1506637" cy="276999"/>
            </a:xfrm>
            <a:prstGeom prst="rect">
              <a:avLst/>
            </a:prstGeom>
            <a:solidFill>
              <a:schemeClr val="bg1"/>
            </a:solidFill>
            <a:effectLst/>
          </p:spPr>
          <p:txBody>
            <a:bodyPr wrap="square" rtlCol="0">
              <a:spAutoFit/>
            </a:bodyPr>
            <a:lstStyle/>
            <a:p>
              <a:pPr algn="ctr" defTabSz="914400"/>
              <a:r>
                <a:rPr lang="en-GB" sz="1200" b="1">
                  <a:solidFill>
                    <a:schemeClr val="accent2"/>
                  </a:solidFill>
                  <a:latin typeface="Arial Narrow" panose="020B0606020202030204" pitchFamily="34" charset="0"/>
                </a:rPr>
                <a:t>Example</a:t>
              </a:r>
              <a:endParaRPr lang="en-GB" sz="1200">
                <a:solidFill>
                  <a:schemeClr val="accent2"/>
                </a:solidFill>
                <a:latin typeface="Arial Narrow" panose="020B0606020202030204" pitchFamily="34" charset="0"/>
              </a:endParaRPr>
            </a:p>
          </p:txBody>
        </p:sp>
      </p:grpSp>
      <p:grpSp>
        <p:nvGrpSpPr>
          <p:cNvPr id="4" name="Gruppo 3">
            <a:extLst>
              <a:ext uri="{FF2B5EF4-FFF2-40B4-BE49-F238E27FC236}">
                <a16:creationId xmlns:a16="http://schemas.microsoft.com/office/drawing/2014/main" id="{64ADA986-3BD3-458A-ABA4-EEE89E619170}"/>
              </a:ext>
            </a:extLst>
          </p:cNvPr>
          <p:cNvGrpSpPr/>
          <p:nvPr/>
        </p:nvGrpSpPr>
        <p:grpSpPr>
          <a:xfrm>
            <a:off x="486483" y="1073786"/>
            <a:ext cx="3774015" cy="620889"/>
            <a:chOff x="401042" y="3557906"/>
            <a:chExt cx="3774015" cy="620889"/>
          </a:xfrm>
        </p:grpSpPr>
        <p:sp>
          <p:nvSpPr>
            <p:cNvPr id="102" name="Rounded Rectangle 38">
              <a:extLst>
                <a:ext uri="{FF2B5EF4-FFF2-40B4-BE49-F238E27FC236}">
                  <a16:creationId xmlns:a16="http://schemas.microsoft.com/office/drawing/2014/main" id="{A9412E38-AB42-497D-A728-A66EDE5FD6A3}"/>
                </a:ext>
              </a:extLst>
            </p:cNvPr>
            <p:cNvSpPr>
              <a:spLocks noChangeArrowheads="1"/>
            </p:cNvSpPr>
            <p:nvPr/>
          </p:nvSpPr>
          <p:spPr bwMode="auto">
            <a:xfrm>
              <a:off x="673282" y="3599298"/>
              <a:ext cx="3501775" cy="538104"/>
            </a:xfrm>
            <a:prstGeom prst="roundRect">
              <a:avLst>
                <a:gd name="adj" fmla="val 8452"/>
              </a:avLst>
            </a:prstGeom>
            <a:solidFill>
              <a:srgbClr val="FFFFFF"/>
            </a:solidFill>
            <a:ln w="12700" algn="ctr">
              <a:solidFill>
                <a:schemeClr val="accent1"/>
              </a:solidFill>
              <a:prstDash val="sysDot"/>
              <a:round/>
              <a:headEnd/>
              <a:tailEnd/>
            </a:ln>
          </p:spPr>
          <p:txBody>
            <a:bodyPr lIns="360000" tIns="0" rIns="108000" bIns="0" anchor="ctr"/>
            <a:lstStyle/>
            <a:p>
              <a:pPr lvl="0" algn="ctr" fontAlgn="base">
                <a:lnSpc>
                  <a:spcPct val="120000"/>
                </a:lnSpc>
                <a:spcBef>
                  <a:spcPct val="0"/>
                </a:spcBef>
                <a:spcAft>
                  <a:spcPct val="0"/>
                </a:spcAft>
                <a:defRPr/>
              </a:pPr>
              <a:r>
                <a:rPr lang="en-GB" sz="1200" b="1" kern="0">
                  <a:solidFill>
                    <a:schemeClr val="accent1"/>
                  </a:solidFill>
                  <a:latin typeface="Arial Narrow" panose="020B0606020202030204" pitchFamily="34" charset="0"/>
                  <a:cs typeface="Lucida Sans" pitchFamily="34" charset="0"/>
                </a:rPr>
                <a:t>Service Value Chain activities</a:t>
              </a:r>
              <a:r>
                <a:rPr lang="en-GB" sz="1200" kern="0">
                  <a:solidFill>
                    <a:schemeClr val="accent1"/>
                  </a:solidFill>
                  <a:latin typeface="Arial Narrow" panose="020B0606020202030204" pitchFamily="34" charset="0"/>
                  <a:cs typeface="Lucida Sans" pitchFamily="34" charset="0"/>
                </a:rPr>
                <a:t> are executed as steps in a value stream</a:t>
              </a:r>
            </a:p>
          </p:txBody>
        </p:sp>
        <p:sp>
          <p:nvSpPr>
            <p:cNvPr id="104" name="Oval 37">
              <a:extLst>
                <a:ext uri="{FF2B5EF4-FFF2-40B4-BE49-F238E27FC236}">
                  <a16:creationId xmlns:a16="http://schemas.microsoft.com/office/drawing/2014/main" id="{1B5AB50D-EA38-465A-B638-D856B8345A8C}"/>
                </a:ext>
              </a:extLst>
            </p:cNvPr>
            <p:cNvSpPr/>
            <p:nvPr/>
          </p:nvSpPr>
          <p:spPr>
            <a:xfrm>
              <a:off x="401042" y="3557906"/>
              <a:ext cx="620889" cy="620889"/>
            </a:xfrm>
            <a:prstGeom prst="ellipse">
              <a:avLst/>
            </a:prstGeom>
            <a:solidFill>
              <a:schemeClr val="accent1"/>
            </a:solid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algn="ctr" defTabSz="444489">
                <a:lnSpc>
                  <a:spcPct val="90000"/>
                </a:lnSpc>
                <a:spcBef>
                  <a:spcPct val="0"/>
                </a:spcBef>
                <a:spcAft>
                  <a:spcPct val="35000"/>
                </a:spcAft>
              </a:pPr>
              <a:endParaRPr lang="en-GB" sz="1000">
                <a:solidFill>
                  <a:srgbClr val="34342B"/>
                </a:solidFill>
                <a:latin typeface="Arial Narrow" panose="020B0606020202030204" pitchFamily="34" charset="0"/>
              </a:endParaRPr>
            </a:p>
          </p:txBody>
        </p:sp>
        <p:pic>
          <p:nvPicPr>
            <p:cNvPr id="105" name="Elemento grafico 56" descr="Idea con riempimento a tinta unita">
              <a:extLst>
                <a:ext uri="{FF2B5EF4-FFF2-40B4-BE49-F238E27FC236}">
                  <a16:creationId xmlns:a16="http://schemas.microsoft.com/office/drawing/2014/main" id="{895FB00F-CC76-4A45-AB88-8ED0C2C803C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81675" y="3622064"/>
              <a:ext cx="492572" cy="492572"/>
            </a:xfrm>
            <a:prstGeom prst="rect">
              <a:avLst/>
            </a:prstGeom>
          </p:spPr>
        </p:pic>
      </p:grpSp>
      <p:graphicFrame>
        <p:nvGraphicFramePr>
          <p:cNvPr id="6" name="Table 7">
            <a:extLst>
              <a:ext uri="{FF2B5EF4-FFF2-40B4-BE49-F238E27FC236}">
                <a16:creationId xmlns:a16="http://schemas.microsoft.com/office/drawing/2014/main" id="{64BF2118-D99E-4112-970F-B93AEE2A7D2C}"/>
              </a:ext>
            </a:extLst>
          </p:cNvPr>
          <p:cNvGraphicFramePr>
            <a:graphicFrameLocks noGrp="1"/>
          </p:cNvGraphicFramePr>
          <p:nvPr/>
        </p:nvGraphicFramePr>
        <p:xfrm>
          <a:off x="4714183" y="1427713"/>
          <a:ext cx="4368857" cy="3103141"/>
        </p:xfrm>
        <a:graphic>
          <a:graphicData uri="http://schemas.openxmlformats.org/drawingml/2006/table">
            <a:tbl>
              <a:tblPr firstRow="1" bandRow="1">
                <a:tableStyleId>{D27102A9-8310-4765-A935-A1911B00CA55}</a:tableStyleId>
              </a:tblPr>
              <a:tblGrid>
                <a:gridCol w="430801">
                  <a:extLst>
                    <a:ext uri="{9D8B030D-6E8A-4147-A177-3AD203B41FA5}">
                      <a16:colId xmlns:a16="http://schemas.microsoft.com/office/drawing/2014/main" val="1793160383"/>
                    </a:ext>
                  </a:extLst>
                </a:gridCol>
                <a:gridCol w="1369422">
                  <a:extLst>
                    <a:ext uri="{9D8B030D-6E8A-4147-A177-3AD203B41FA5}">
                      <a16:colId xmlns:a16="http://schemas.microsoft.com/office/drawing/2014/main" val="2341934399"/>
                    </a:ext>
                  </a:extLst>
                </a:gridCol>
                <a:gridCol w="2568634">
                  <a:extLst>
                    <a:ext uri="{9D8B030D-6E8A-4147-A177-3AD203B41FA5}">
                      <a16:colId xmlns:a16="http://schemas.microsoft.com/office/drawing/2014/main" val="527838551"/>
                    </a:ext>
                  </a:extLst>
                </a:gridCol>
              </a:tblGrid>
              <a:tr h="181741">
                <a:tc>
                  <a:txBody>
                    <a:bodyPr/>
                    <a:lstStyle/>
                    <a:p>
                      <a:pPr algn="ctr"/>
                      <a:r>
                        <a:rPr lang="en-US" sz="900">
                          <a:solidFill>
                            <a:schemeClr val="bg1"/>
                          </a:solidFill>
                          <a:latin typeface="Arial Narrow" panose="020B0606020202030204" pitchFamily="34" charset="0"/>
                        </a:rPr>
                        <a:t>#</a:t>
                      </a:r>
                    </a:p>
                  </a:txBody>
                  <a:tcPr marL="72000" marR="0" marT="36000" marB="0">
                    <a:solidFill>
                      <a:schemeClr val="accent1"/>
                    </a:solidFill>
                  </a:tcPr>
                </a:tc>
                <a:tc>
                  <a:txBody>
                    <a:bodyPr/>
                    <a:lstStyle/>
                    <a:p>
                      <a:pPr algn="ctr"/>
                      <a:r>
                        <a:rPr lang="en-US" sz="900">
                          <a:solidFill>
                            <a:schemeClr val="bg1"/>
                          </a:solidFill>
                          <a:latin typeface="Arial Narrow" panose="020B0606020202030204" pitchFamily="34" charset="0"/>
                        </a:rPr>
                        <a:t>Activity</a:t>
                      </a:r>
                    </a:p>
                  </a:txBody>
                  <a:tcPr marL="72000" marR="0" marT="36000" marB="0">
                    <a:solidFill>
                      <a:schemeClr val="accent1"/>
                    </a:solidFill>
                  </a:tcPr>
                </a:tc>
                <a:tc>
                  <a:txBody>
                    <a:bodyPr/>
                    <a:lstStyle/>
                    <a:p>
                      <a:pPr algn="ctr"/>
                      <a:r>
                        <a:rPr lang="en-US" sz="900">
                          <a:solidFill>
                            <a:schemeClr val="bg1"/>
                          </a:solidFill>
                          <a:latin typeface="Arial Narrow" panose="020B0606020202030204" pitchFamily="34" charset="0"/>
                        </a:rPr>
                        <a:t>Practices</a:t>
                      </a:r>
                    </a:p>
                  </a:txBody>
                  <a:tcPr marL="72000" marR="0" marT="36000" marB="0">
                    <a:solidFill>
                      <a:schemeClr val="accent1"/>
                    </a:solidFill>
                  </a:tcPr>
                </a:tc>
                <a:extLst>
                  <a:ext uri="{0D108BD9-81ED-4DB2-BD59-A6C34878D82A}">
                    <a16:rowId xmlns:a16="http://schemas.microsoft.com/office/drawing/2014/main" val="965549054"/>
                  </a:ext>
                </a:extLst>
              </a:tr>
              <a:tr h="320050">
                <a:tc>
                  <a:txBody>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lang="en-US" sz="900" b="1">
                          <a:solidFill>
                            <a:schemeClr val="accent2"/>
                          </a:solidFill>
                          <a:latin typeface="Arial Narrow" panose="020B0606020202030204" pitchFamily="34" charset="0"/>
                        </a:rPr>
                        <a:t>1</a:t>
                      </a:r>
                    </a:p>
                  </a:txBody>
                  <a:tcPr marL="72000" marR="72000" marT="72000" marB="72000" anchor="ctr"/>
                </a:tc>
                <a:tc>
                  <a:txBody>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lang="en-US" sz="900">
                          <a:solidFill>
                            <a:schemeClr val="accent1"/>
                          </a:solidFill>
                          <a:latin typeface="Arial Narrow" panose="020B0606020202030204" pitchFamily="34" charset="0"/>
                        </a:rPr>
                        <a:t>Understand and document service requirements</a:t>
                      </a:r>
                    </a:p>
                  </a:txBody>
                  <a:tcPr marL="72000" marR="72000" marT="72000" marB="72000" anchor="ctr"/>
                </a:tc>
                <a:tc>
                  <a:txBody>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lang="en-US" sz="900" kern="1200">
                          <a:solidFill>
                            <a:schemeClr val="accent1"/>
                          </a:solidFill>
                          <a:effectLst/>
                          <a:latin typeface="Arial Narrow" panose="020B0606020202030204" pitchFamily="34" charset="0"/>
                        </a:rPr>
                        <a:t>Service Level Management, Continual Improvement, Relationship Management</a:t>
                      </a:r>
                      <a:endParaRPr lang="en-US" sz="900" kern="1200">
                        <a:solidFill>
                          <a:schemeClr val="accent1"/>
                        </a:solidFill>
                        <a:effectLst/>
                        <a:latin typeface="Arial Narrow" panose="020B0606020202030204" pitchFamily="34" charset="0"/>
                        <a:ea typeface="+mn-ea"/>
                        <a:cs typeface="+mn-cs"/>
                      </a:endParaRPr>
                    </a:p>
                  </a:txBody>
                  <a:tcPr marL="72000" marR="72000" marT="72000" marB="72000" anchor="ctr"/>
                </a:tc>
                <a:extLst>
                  <a:ext uri="{0D108BD9-81ED-4DB2-BD59-A6C34878D82A}">
                    <a16:rowId xmlns:a16="http://schemas.microsoft.com/office/drawing/2014/main" val="1583261047"/>
                  </a:ext>
                </a:extLst>
              </a:tr>
              <a:tr h="440421">
                <a:tc>
                  <a:txBody>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lang="en-US" sz="900" b="1">
                          <a:solidFill>
                            <a:schemeClr val="accent2"/>
                          </a:solidFill>
                          <a:latin typeface="Arial Narrow" panose="020B0606020202030204" pitchFamily="34" charset="0"/>
                        </a:rPr>
                        <a:t>2</a:t>
                      </a:r>
                    </a:p>
                  </a:txBody>
                  <a:tcPr marL="72000" marR="72000" marT="72000" marB="72000" anchor="ctr"/>
                </a:tc>
                <a:tc>
                  <a:txBody>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lang="en-US" sz="900">
                          <a:solidFill>
                            <a:schemeClr val="accent1"/>
                          </a:solidFill>
                          <a:latin typeface="Arial Narrow" panose="020B0606020202030204" pitchFamily="34" charset="0"/>
                        </a:rPr>
                        <a:t>Decide whether to invest in the new service</a:t>
                      </a:r>
                    </a:p>
                  </a:txBody>
                  <a:tcPr marL="72000" marR="72000" marT="72000" marB="72000" anchor="ctr"/>
                </a:tc>
                <a:tc>
                  <a:txBody>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lang="en-US" sz="900" kern="1200">
                          <a:solidFill>
                            <a:schemeClr val="accent1"/>
                          </a:solidFill>
                          <a:effectLst/>
                          <a:latin typeface="Arial Narrow" panose="020B0606020202030204" pitchFamily="34" charset="0"/>
                        </a:rPr>
                        <a:t>Financial Management, Risk Management, Change Enablement, Portfolio Management, Strategy Management</a:t>
                      </a:r>
                      <a:endParaRPr lang="en-US" sz="900" kern="1200">
                        <a:solidFill>
                          <a:schemeClr val="accent1"/>
                        </a:solidFill>
                        <a:effectLst/>
                        <a:latin typeface="Arial Narrow" panose="020B0606020202030204" pitchFamily="34" charset="0"/>
                        <a:ea typeface="+mn-ea"/>
                        <a:cs typeface="+mn-cs"/>
                      </a:endParaRPr>
                    </a:p>
                  </a:txBody>
                  <a:tcPr marL="72000" marR="72000" marT="72000" marB="72000" anchor="ctr"/>
                </a:tc>
                <a:extLst>
                  <a:ext uri="{0D108BD9-81ED-4DB2-BD59-A6C34878D82A}">
                    <a16:rowId xmlns:a16="http://schemas.microsoft.com/office/drawing/2014/main" val="4156857753"/>
                  </a:ext>
                </a:extLst>
              </a:tr>
              <a:tr h="524473">
                <a:tc>
                  <a:txBody>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lang="en-US" sz="900" b="1">
                          <a:solidFill>
                            <a:schemeClr val="accent2"/>
                          </a:solidFill>
                          <a:latin typeface="Arial Narrow" panose="020B0606020202030204" pitchFamily="34" charset="0"/>
                        </a:rPr>
                        <a:t>3</a:t>
                      </a:r>
                    </a:p>
                  </a:txBody>
                  <a:tcPr marL="72000" marR="72000" marT="72000" marB="72000" anchor="ctr"/>
                </a:tc>
                <a:tc>
                  <a:txBody>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lang="en-US" sz="900">
                          <a:solidFill>
                            <a:schemeClr val="accent1"/>
                          </a:solidFill>
                          <a:latin typeface="Arial Narrow" panose="020B0606020202030204" pitchFamily="34" charset="0"/>
                        </a:rPr>
                        <a:t>Design and architect the new service</a:t>
                      </a:r>
                    </a:p>
                  </a:txBody>
                  <a:tcPr marL="72000" marR="72000" marT="72000" marB="72000" anchor="ctr"/>
                </a:tc>
                <a:tc>
                  <a:txBody>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lang="en-US" sz="900" kern="1200">
                          <a:solidFill>
                            <a:schemeClr val="accent1"/>
                          </a:solidFill>
                          <a:effectLst/>
                          <a:latin typeface="Arial Narrow" panose="020B0606020202030204" pitchFamily="34" charset="0"/>
                        </a:rPr>
                        <a:t>Service Design, Service Level Management, Availability Management, Capacity And Performance Management, Information Security Management</a:t>
                      </a:r>
                      <a:endParaRPr lang="en-US" sz="900" kern="1200">
                        <a:solidFill>
                          <a:schemeClr val="accent1"/>
                        </a:solidFill>
                        <a:effectLst/>
                        <a:latin typeface="Arial Narrow" panose="020B0606020202030204" pitchFamily="34" charset="0"/>
                        <a:ea typeface="+mn-ea"/>
                        <a:cs typeface="+mn-cs"/>
                      </a:endParaRPr>
                    </a:p>
                  </a:txBody>
                  <a:tcPr marL="72000" marR="72000" marT="72000" marB="72000" anchor="ctr"/>
                </a:tc>
                <a:extLst>
                  <a:ext uri="{0D108BD9-81ED-4DB2-BD59-A6C34878D82A}">
                    <a16:rowId xmlns:a16="http://schemas.microsoft.com/office/drawing/2014/main" val="3561983541"/>
                  </a:ext>
                </a:extLst>
              </a:tr>
              <a:tr h="320050">
                <a:tc>
                  <a:txBody>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lang="en-US" sz="900" b="1">
                          <a:solidFill>
                            <a:schemeClr val="accent2"/>
                          </a:solidFill>
                          <a:latin typeface="Arial Narrow" panose="020B0606020202030204" pitchFamily="34" charset="0"/>
                        </a:rPr>
                        <a:t>4</a:t>
                      </a:r>
                    </a:p>
                  </a:txBody>
                  <a:tcPr marL="72000" marR="72000" marT="72000" marB="72000" anchor="ctr"/>
                </a:tc>
                <a:tc>
                  <a:txBody>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lang="en-US" sz="900">
                          <a:solidFill>
                            <a:schemeClr val="accent1"/>
                          </a:solidFill>
                          <a:latin typeface="Arial Narrow" panose="020B0606020202030204" pitchFamily="34" charset="0"/>
                        </a:rPr>
                        <a:t>Make or buy the service components</a:t>
                      </a:r>
                    </a:p>
                  </a:txBody>
                  <a:tcPr marL="72000" marR="72000" marT="72000" marB="72000" anchor="ctr"/>
                </a:tc>
                <a:tc>
                  <a:txBody>
                    <a:bodyPr/>
                    <a:lstStyle/>
                    <a:p>
                      <a:pPr marL="0" indent="0" algn="l">
                        <a:buFontTx/>
                        <a:buNone/>
                      </a:pPr>
                      <a:r>
                        <a:rPr lang="en-US" sz="900" kern="1200">
                          <a:solidFill>
                            <a:schemeClr val="accent1"/>
                          </a:solidFill>
                          <a:effectLst/>
                          <a:latin typeface="Arial Narrow" panose="020B0606020202030204" pitchFamily="34" charset="0"/>
                        </a:rPr>
                        <a:t>Project Management, Software Development And Management, Architecture Management</a:t>
                      </a:r>
                      <a:endParaRPr lang="en-US" sz="900">
                        <a:solidFill>
                          <a:schemeClr val="accent1"/>
                        </a:solidFill>
                        <a:latin typeface="Arial Narrow" panose="020B0606020202030204" pitchFamily="34" charset="0"/>
                      </a:endParaRPr>
                    </a:p>
                  </a:txBody>
                  <a:tcPr marL="72000" marR="72000" marT="72000" marB="72000" anchor="ctr"/>
                </a:tc>
                <a:extLst>
                  <a:ext uri="{0D108BD9-81ED-4DB2-BD59-A6C34878D82A}">
                    <a16:rowId xmlns:a16="http://schemas.microsoft.com/office/drawing/2014/main" val="2831130292"/>
                  </a:ext>
                </a:extLst>
              </a:tr>
              <a:tr h="320050">
                <a:tc>
                  <a:txBody>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lang="en-US" sz="900" b="1">
                          <a:solidFill>
                            <a:schemeClr val="accent2"/>
                          </a:solidFill>
                          <a:latin typeface="Arial Narrow" panose="020B0606020202030204" pitchFamily="34" charset="0"/>
                        </a:rPr>
                        <a:t>5</a:t>
                      </a:r>
                    </a:p>
                  </a:txBody>
                  <a:tcPr marL="72000" marR="72000" marT="72000" marB="72000" anchor="ctr"/>
                </a:tc>
                <a:tc>
                  <a:txBody>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lang="en-US" sz="900">
                          <a:solidFill>
                            <a:schemeClr val="accent1"/>
                          </a:solidFill>
                          <a:latin typeface="Arial Narrow" panose="020B0606020202030204" pitchFamily="34" charset="0"/>
                        </a:rPr>
                        <a:t>Assemble, test and deploy service components</a:t>
                      </a:r>
                    </a:p>
                  </a:txBody>
                  <a:tcPr marL="72000" marR="72000" marT="72000" marB="72000" anchor="ctr"/>
                </a:tc>
                <a:tc>
                  <a:txBody>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lang="en-US" sz="900" kern="1200">
                          <a:solidFill>
                            <a:schemeClr val="accent1"/>
                          </a:solidFill>
                          <a:effectLst/>
                          <a:latin typeface="Arial Narrow" panose="020B0606020202030204" pitchFamily="34" charset="0"/>
                        </a:rPr>
                        <a:t>Service Validation And Testing, Configuration Management, Deployment Management</a:t>
                      </a:r>
                      <a:endParaRPr lang="en-US" sz="900" kern="1200">
                        <a:solidFill>
                          <a:schemeClr val="accent1"/>
                        </a:solidFill>
                        <a:effectLst/>
                        <a:latin typeface="Arial Narrow" panose="020B0606020202030204" pitchFamily="34" charset="0"/>
                        <a:ea typeface="+mn-ea"/>
                        <a:cs typeface="+mn-cs"/>
                      </a:endParaRPr>
                    </a:p>
                  </a:txBody>
                  <a:tcPr marL="72000" marR="72000" marT="72000" marB="72000" anchor="ctr"/>
                </a:tc>
                <a:extLst>
                  <a:ext uri="{0D108BD9-81ED-4DB2-BD59-A6C34878D82A}">
                    <a16:rowId xmlns:a16="http://schemas.microsoft.com/office/drawing/2014/main" val="758446536"/>
                  </a:ext>
                </a:extLst>
              </a:tr>
              <a:tr h="450762">
                <a:tc>
                  <a:txBody>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lang="en-US" sz="900" b="1">
                          <a:solidFill>
                            <a:schemeClr val="accent2"/>
                          </a:solidFill>
                          <a:latin typeface="Arial Narrow" panose="020B0606020202030204" pitchFamily="34" charset="0"/>
                        </a:rPr>
                        <a:t>6</a:t>
                      </a:r>
                    </a:p>
                  </a:txBody>
                  <a:tcPr marL="72000" marR="72000" marT="72000" marB="72000" anchor="ctr"/>
                </a:tc>
                <a:tc>
                  <a:txBody>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lang="en-US" sz="900">
                          <a:solidFill>
                            <a:schemeClr val="accent1"/>
                          </a:solidFill>
                          <a:latin typeface="Arial Narrow" panose="020B0606020202030204" pitchFamily="34" charset="0"/>
                        </a:rPr>
                        <a:t>Release service to customers and users</a:t>
                      </a:r>
                    </a:p>
                  </a:txBody>
                  <a:tcPr marL="72000" marR="72000" marT="72000" marB="72000" anchor="ctr"/>
                </a:tc>
                <a:tc>
                  <a:txBody>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lang="en-US" sz="900" kern="1200">
                          <a:solidFill>
                            <a:schemeClr val="accent1"/>
                          </a:solidFill>
                          <a:effectLst/>
                          <a:latin typeface="Arial Narrow" panose="020B0606020202030204" pitchFamily="34" charset="0"/>
                        </a:rPr>
                        <a:t>Release Management, Service Desk, Request Management, Incident Management, Problem Management</a:t>
                      </a:r>
                      <a:endParaRPr lang="en-US" sz="900" kern="1200">
                        <a:solidFill>
                          <a:schemeClr val="accent1"/>
                        </a:solidFill>
                        <a:effectLst/>
                        <a:latin typeface="Arial Narrow" panose="020B0606020202030204" pitchFamily="34" charset="0"/>
                        <a:ea typeface="+mn-ea"/>
                        <a:cs typeface="+mn-cs"/>
                      </a:endParaRPr>
                    </a:p>
                  </a:txBody>
                  <a:tcPr marL="72000" marR="72000" marT="72000" marB="72000" anchor="ctr"/>
                </a:tc>
                <a:extLst>
                  <a:ext uri="{0D108BD9-81ED-4DB2-BD59-A6C34878D82A}">
                    <a16:rowId xmlns:a16="http://schemas.microsoft.com/office/drawing/2014/main" val="234963385"/>
                  </a:ext>
                </a:extLst>
              </a:tr>
            </a:tbl>
          </a:graphicData>
        </a:graphic>
      </p:graphicFrame>
      <p:sp>
        <p:nvSpPr>
          <p:cNvPr id="10" name="Slide Number Placeholder 9">
            <a:extLst>
              <a:ext uri="{FF2B5EF4-FFF2-40B4-BE49-F238E27FC236}">
                <a16:creationId xmlns:a16="http://schemas.microsoft.com/office/drawing/2014/main" id="{6D73637A-DFD0-4094-9BEF-8C0FF46628BF}"/>
              </a:ext>
            </a:extLst>
          </p:cNvPr>
          <p:cNvSpPr>
            <a:spLocks noGrp="1"/>
          </p:cNvSpPr>
          <p:nvPr>
            <p:ph type="sldNum" sz="quarter" idx="35"/>
          </p:nvPr>
        </p:nvSpPr>
        <p:spPr/>
        <p:txBody>
          <a:bodyPr/>
          <a:lstStyle/>
          <a:p>
            <a:fld id="{9C18EA95-C3D3-214C-9452-EF8527DBCD86}" type="slidenum">
              <a:rPr lang="it-IT" smtClean="0"/>
              <a:pPr/>
              <a:t>39</a:t>
            </a:fld>
            <a:endParaRPr lang="it-IT"/>
          </a:p>
        </p:txBody>
      </p:sp>
      <p:sp>
        <p:nvSpPr>
          <p:cNvPr id="38" name="Rectangle 210">
            <a:extLst>
              <a:ext uri="{FF2B5EF4-FFF2-40B4-BE49-F238E27FC236}">
                <a16:creationId xmlns:a16="http://schemas.microsoft.com/office/drawing/2014/main" id="{DCA09F44-343F-4B62-A158-A938CE3515FF}"/>
              </a:ext>
            </a:extLst>
          </p:cNvPr>
          <p:cNvSpPr/>
          <p:nvPr/>
        </p:nvSpPr>
        <p:spPr>
          <a:xfrm>
            <a:off x="4944310" y="4954731"/>
            <a:ext cx="1296000" cy="123111"/>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lIns="36000" tIns="0" rIns="36000" bIns="0">
            <a:noAutofit/>
          </a:bodyPr>
          <a:lstStyle/>
          <a:p>
            <a:pPr lvl="0" defTabSz="914400">
              <a:buClr>
                <a:srgbClr val="DA291C"/>
              </a:buClr>
              <a:defRPr/>
            </a:pPr>
            <a:r>
              <a:rPr lang="en-GB" sz="800" b="1" kern="0">
                <a:solidFill>
                  <a:srgbClr val="0C2340"/>
                </a:solidFill>
                <a:latin typeface="Arial Narrow" panose="020B0606020202030204" pitchFamily="34" charset="0"/>
              </a:rPr>
              <a:t>Source: </a:t>
            </a:r>
            <a:r>
              <a:rPr lang="en-GB" sz="800" kern="0">
                <a:solidFill>
                  <a:srgbClr val="0C2340"/>
                </a:solidFill>
                <a:latin typeface="Arial Narrow" panose="020B0606020202030204" pitchFamily="34" charset="0"/>
              </a:rPr>
              <a:t>AXELOS limited 2019</a:t>
            </a:r>
            <a:endParaRPr kumimoji="0" lang="en-GB" sz="800"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48" name="Rectangle 210">
            <a:extLst>
              <a:ext uri="{FF2B5EF4-FFF2-40B4-BE49-F238E27FC236}">
                <a16:creationId xmlns:a16="http://schemas.microsoft.com/office/drawing/2014/main" id="{E0094C3D-FF1C-4D8E-94EE-ECE0D9521225}"/>
              </a:ext>
            </a:extLst>
          </p:cNvPr>
          <p:cNvSpPr/>
          <p:nvPr/>
        </p:nvSpPr>
        <p:spPr>
          <a:xfrm>
            <a:off x="6928298" y="4916723"/>
            <a:ext cx="2172905"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Concept to be clearly understood</a:t>
            </a:r>
            <a:endPar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grpSp>
        <p:nvGrpSpPr>
          <p:cNvPr id="49" name="Gruppo 8">
            <a:extLst>
              <a:ext uri="{FF2B5EF4-FFF2-40B4-BE49-F238E27FC236}">
                <a16:creationId xmlns:a16="http://schemas.microsoft.com/office/drawing/2014/main" id="{6A235DF4-315B-4CF7-A367-DDB0F2B4AC96}"/>
              </a:ext>
            </a:extLst>
          </p:cNvPr>
          <p:cNvGrpSpPr/>
          <p:nvPr/>
        </p:nvGrpSpPr>
        <p:grpSpPr>
          <a:xfrm>
            <a:off x="6841340" y="4969080"/>
            <a:ext cx="108000" cy="108000"/>
            <a:chOff x="5184274" y="4913664"/>
            <a:chExt cx="180000" cy="180000"/>
          </a:xfrm>
        </p:grpSpPr>
        <p:sp>
          <p:nvSpPr>
            <p:cNvPr id="50" name="Oval 37">
              <a:extLst>
                <a:ext uri="{FF2B5EF4-FFF2-40B4-BE49-F238E27FC236}">
                  <a16:creationId xmlns:a16="http://schemas.microsoft.com/office/drawing/2014/main" id="{E7DD5876-5FB7-4558-B7DA-1C243769DE2A}"/>
                </a:ext>
              </a:extLst>
            </p:cNvPr>
            <p:cNvSpPr/>
            <p:nvPr/>
          </p:nvSpPr>
          <p:spPr>
            <a:xfrm>
              <a:off x="5184274" y="4913664"/>
              <a:ext cx="180000" cy="180000"/>
            </a:xfrm>
            <a:prstGeom prst="ellipse">
              <a:avLst/>
            </a:prstGeom>
            <a:solidFill>
              <a:schemeClr val="accent1"/>
            </a:solid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51" name="Elemento grafico 60" descr="Idea con riempimento a tinta unita">
              <a:extLst>
                <a:ext uri="{FF2B5EF4-FFF2-40B4-BE49-F238E27FC236}">
                  <a16:creationId xmlns:a16="http://schemas.microsoft.com/office/drawing/2014/main" id="{AFDA9370-F673-4FBE-BF94-61EBEA1134C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08258" y="4928220"/>
              <a:ext cx="144000" cy="144000"/>
            </a:xfrm>
            <a:prstGeom prst="rect">
              <a:avLst/>
            </a:prstGeom>
          </p:spPr>
        </p:pic>
      </p:grpSp>
      <p:sp>
        <p:nvSpPr>
          <p:cNvPr id="40" name="Rectangle 210">
            <a:extLst>
              <a:ext uri="{FF2B5EF4-FFF2-40B4-BE49-F238E27FC236}">
                <a16:creationId xmlns:a16="http://schemas.microsoft.com/office/drawing/2014/main" id="{9AC87C0C-5A3F-43C5-BE5D-4BCA49D34458}"/>
              </a:ext>
            </a:extLst>
          </p:cNvPr>
          <p:cNvSpPr/>
          <p:nvPr/>
        </p:nvSpPr>
        <p:spPr>
          <a:xfrm>
            <a:off x="640323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7701473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The ITIL 4 Service Value System | </a:t>
            </a:r>
            <a:r>
              <a:rPr lang="en-US">
                <a:solidFill>
                  <a:schemeClr val="accent3"/>
                </a:solidFill>
                <a:latin typeface="Arial Narrow" panose="020B0606020202030204" pitchFamily="34" charset="0"/>
              </a:rPr>
              <a:t>Questions &amp; answers</a:t>
            </a:r>
            <a:endParaRPr lang="en-GB">
              <a:solidFill>
                <a:schemeClr val="accent3"/>
              </a:solidFill>
              <a:latin typeface="Arial Narrow" panose="020B0606020202030204" pitchFamily="34" charset="0"/>
            </a:endParaRPr>
          </a:p>
        </p:txBody>
      </p:sp>
      <p:sp>
        <p:nvSpPr>
          <p:cNvPr id="65" name="Rectangle 64">
            <a:extLst>
              <a:ext uri="{FF2B5EF4-FFF2-40B4-BE49-F238E27FC236}">
                <a16:creationId xmlns:a16="http://schemas.microsoft.com/office/drawing/2014/main" id="{878EA7A7-5B7A-4717-99DB-E475DA6EB023}"/>
              </a:ext>
            </a:extLst>
          </p:cNvPr>
          <p:cNvSpPr/>
          <p:nvPr/>
        </p:nvSpPr>
        <p:spPr>
          <a:xfrm>
            <a:off x="540000" y="950720"/>
            <a:ext cx="8059202" cy="165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92000" tIns="189000" rtlCol="0" anchor="t" anchorCtr="0"/>
          <a:lstStyle/>
          <a:p>
            <a:pPr>
              <a:spcAft>
                <a:spcPts val="200"/>
              </a:spcAft>
              <a:buSzPts val="1000"/>
              <a:tabLst>
                <a:tab pos="250984" algn="l"/>
                <a:tab pos="251460" algn="l"/>
              </a:tabLst>
            </a:pPr>
            <a:r>
              <a:rPr lang="en-US" sz="1100" b="1" spc="-4">
                <a:solidFill>
                  <a:srgbClr val="0C2340"/>
                </a:solidFill>
                <a:latin typeface="Arial Narrow" panose="020B0606020202030204" pitchFamily="34" charset="0"/>
              </a:rPr>
              <a:t>Which ITIL concept describes practices?</a:t>
            </a:r>
          </a:p>
          <a:p>
            <a:pPr marL="557213" lvl="1" indent="-214313">
              <a:spcBef>
                <a:spcPts val="200"/>
              </a:spcBef>
              <a:spcAft>
                <a:spcPts val="200"/>
              </a:spcAft>
              <a:buSzPts val="1000"/>
              <a:buFont typeface="Arial MT"/>
              <a:buAutoNum type="alphaUcPeriod"/>
              <a:tabLst>
                <a:tab pos="385286" algn="l"/>
              </a:tabLst>
            </a:pPr>
            <a:r>
              <a:rPr lang="en-US" sz="1100" spc="-4">
                <a:solidFill>
                  <a:srgbClr val="0C2340"/>
                </a:solidFill>
                <a:latin typeface="Arial Narrow" panose="020B0606020202030204" pitchFamily="34" charset="0"/>
              </a:rPr>
              <a:t>Seven guiding principles</a:t>
            </a:r>
          </a:p>
          <a:p>
            <a:pPr marL="557213" lvl="1" indent="-214313">
              <a:spcBef>
                <a:spcPts val="200"/>
              </a:spcBef>
              <a:spcAft>
                <a:spcPts val="200"/>
              </a:spcAft>
              <a:buSzPts val="1000"/>
              <a:buFont typeface="Arial MT"/>
              <a:buAutoNum type="alphaUcPeriod"/>
              <a:tabLst>
                <a:tab pos="385286" algn="l"/>
              </a:tabLst>
            </a:pPr>
            <a:r>
              <a:rPr lang="en-US" sz="1100" spc="-4">
                <a:solidFill>
                  <a:srgbClr val="0C2340"/>
                </a:solidFill>
                <a:latin typeface="Arial Narrow" panose="020B0606020202030204" pitchFamily="34" charset="0"/>
              </a:rPr>
              <a:t>Service Value System</a:t>
            </a:r>
          </a:p>
          <a:p>
            <a:pPr marL="557213" lvl="1" indent="-214313">
              <a:spcBef>
                <a:spcPts val="200"/>
              </a:spcBef>
              <a:spcAft>
                <a:spcPts val="200"/>
              </a:spcAft>
              <a:buSzPts val="1000"/>
              <a:buFont typeface="Arial MT"/>
              <a:buAutoNum type="alphaUcPeriod"/>
              <a:tabLst>
                <a:tab pos="385286" algn="l"/>
              </a:tabLst>
            </a:pPr>
            <a:r>
              <a:rPr lang="en-US" sz="1100" spc="-4">
                <a:solidFill>
                  <a:srgbClr val="0C2340"/>
                </a:solidFill>
                <a:latin typeface="Arial Narrow" panose="020B0606020202030204" pitchFamily="34" charset="0"/>
              </a:rPr>
              <a:t>Service Value Chain</a:t>
            </a:r>
          </a:p>
          <a:p>
            <a:pPr marL="557213" lvl="1" indent="-214313">
              <a:spcBef>
                <a:spcPts val="200"/>
              </a:spcBef>
              <a:spcAft>
                <a:spcPts val="200"/>
              </a:spcAft>
              <a:buSzPts val="1000"/>
              <a:buFont typeface="Arial MT"/>
              <a:buAutoNum type="alphaUcPeriod"/>
              <a:tabLst>
                <a:tab pos="385286" algn="l"/>
              </a:tabLst>
            </a:pPr>
            <a:r>
              <a:rPr lang="en-US" sz="1100" spc="-4">
                <a:solidFill>
                  <a:srgbClr val="0C2340"/>
                </a:solidFill>
                <a:latin typeface="Arial Narrow" panose="020B0606020202030204" pitchFamily="34" charset="0"/>
              </a:rPr>
              <a:t>Four dimensions of service management</a:t>
            </a:r>
          </a:p>
        </p:txBody>
      </p:sp>
      <p:sp>
        <p:nvSpPr>
          <p:cNvPr id="66" name="Rectangle 65">
            <a:extLst>
              <a:ext uri="{FF2B5EF4-FFF2-40B4-BE49-F238E27FC236}">
                <a16:creationId xmlns:a16="http://schemas.microsoft.com/office/drawing/2014/main" id="{F4E85B15-7A7D-44E3-813A-BA1800E94CAF}"/>
              </a:ext>
            </a:extLst>
          </p:cNvPr>
          <p:cNvSpPr/>
          <p:nvPr/>
        </p:nvSpPr>
        <p:spPr>
          <a:xfrm>
            <a:off x="540000" y="954936"/>
            <a:ext cx="8059202" cy="1843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46800" rIns="180000" rtlCol="0" anchor="ctr"/>
          <a:lstStyle/>
          <a:p>
            <a:pPr algn="ctr" defTabSz="914354"/>
            <a:r>
              <a:rPr lang="en-GB" sz="1200" b="1">
                <a:solidFill>
                  <a:prstClr val="white"/>
                </a:solidFill>
                <a:latin typeface="Arial Narrow" panose="020B0606020202030204" pitchFamily="34" charset="0"/>
              </a:rPr>
              <a:t>Question 1</a:t>
            </a:r>
          </a:p>
        </p:txBody>
      </p:sp>
      <p:sp>
        <p:nvSpPr>
          <p:cNvPr id="63" name="Oval 8">
            <a:extLst>
              <a:ext uri="{FF2B5EF4-FFF2-40B4-BE49-F238E27FC236}">
                <a16:creationId xmlns:a16="http://schemas.microsoft.com/office/drawing/2014/main" id="{8922BC66-AE2A-4A03-BBE9-047F06C689A8}"/>
              </a:ext>
            </a:extLst>
          </p:cNvPr>
          <p:cNvSpPr/>
          <p:nvPr/>
        </p:nvSpPr>
        <p:spPr>
          <a:xfrm>
            <a:off x="296705" y="878931"/>
            <a:ext cx="356400" cy="356400"/>
          </a:xfrm>
          <a:prstGeom prst="ellipse">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endParaRPr lang="en-GB">
              <a:solidFill>
                <a:prstClr val="white"/>
              </a:solidFill>
              <a:latin typeface="Arial Narrow" panose="020B0606020202030204" pitchFamily="34" charset="0"/>
            </a:endParaRPr>
          </a:p>
        </p:txBody>
      </p:sp>
      <p:pic>
        <p:nvPicPr>
          <p:cNvPr id="64" name="Graphic 63" descr="List outline">
            <a:extLst>
              <a:ext uri="{FF2B5EF4-FFF2-40B4-BE49-F238E27FC236}">
                <a16:creationId xmlns:a16="http://schemas.microsoft.com/office/drawing/2014/main" id="{6659F140-812D-497B-ACE4-0265209AEC3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3063" y="923348"/>
            <a:ext cx="261947" cy="262800"/>
          </a:xfrm>
          <a:prstGeom prst="rect">
            <a:avLst/>
          </a:prstGeom>
        </p:spPr>
      </p:pic>
      <p:grpSp>
        <p:nvGrpSpPr>
          <p:cNvPr id="2" name="Group 1">
            <a:extLst>
              <a:ext uri="{FF2B5EF4-FFF2-40B4-BE49-F238E27FC236}">
                <a16:creationId xmlns:a16="http://schemas.microsoft.com/office/drawing/2014/main" id="{B1CF3370-4AF3-45FE-BC44-81A76FEBCDFE}"/>
              </a:ext>
            </a:extLst>
          </p:cNvPr>
          <p:cNvGrpSpPr/>
          <p:nvPr/>
        </p:nvGrpSpPr>
        <p:grpSpPr>
          <a:xfrm>
            <a:off x="542250" y="1496244"/>
            <a:ext cx="8353905" cy="288000"/>
            <a:chOff x="542250" y="1496244"/>
            <a:chExt cx="8353905" cy="288000"/>
          </a:xfrm>
        </p:grpSpPr>
        <p:sp>
          <p:nvSpPr>
            <p:cNvPr id="67" name="Rectangle 66">
              <a:extLst>
                <a:ext uri="{FF2B5EF4-FFF2-40B4-BE49-F238E27FC236}">
                  <a16:creationId xmlns:a16="http://schemas.microsoft.com/office/drawing/2014/main" id="{C290C30B-27BF-4344-B81F-18539C478B88}"/>
                </a:ext>
              </a:extLst>
            </p:cNvPr>
            <p:cNvSpPr/>
            <p:nvPr/>
          </p:nvSpPr>
          <p:spPr>
            <a:xfrm>
              <a:off x="542250" y="1583776"/>
              <a:ext cx="8059500" cy="183600"/>
            </a:xfrm>
            <a:prstGeom prst="rect">
              <a:avLst/>
            </a:prstGeom>
            <a:solidFill>
              <a:srgbClr val="3D8065">
                <a:alpha val="20000"/>
              </a:srgbClr>
            </a:solidFill>
            <a:ln w="19050">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pic>
          <p:nvPicPr>
            <p:cNvPr id="12" name="Picture 11" descr="Icon&#10;&#10;Description automatically generated">
              <a:hlinkClick r:id="rId5" action="ppaction://hlinksldjump"/>
              <a:extLst>
                <a:ext uri="{FF2B5EF4-FFF2-40B4-BE49-F238E27FC236}">
                  <a16:creationId xmlns:a16="http://schemas.microsoft.com/office/drawing/2014/main" id="{40DA9893-D856-4A56-8D10-3D94AD23BD91}"/>
                </a:ext>
              </a:extLst>
            </p:cNvPr>
            <p:cNvPicPr>
              <a:picLocks noChangeAspect="1"/>
            </p:cNvPicPr>
            <p:nvPr/>
          </p:nvPicPr>
          <p:blipFill>
            <a:blip r:embed="rId6"/>
            <a:stretch>
              <a:fillRect/>
            </a:stretch>
          </p:blipFill>
          <p:spPr>
            <a:xfrm>
              <a:off x="8608155" y="1496244"/>
              <a:ext cx="288000" cy="288000"/>
            </a:xfrm>
            <a:prstGeom prst="rect">
              <a:avLst/>
            </a:prstGeom>
          </p:spPr>
        </p:pic>
      </p:grpSp>
      <p:grpSp>
        <p:nvGrpSpPr>
          <p:cNvPr id="7" name="Group 6">
            <a:extLst>
              <a:ext uri="{FF2B5EF4-FFF2-40B4-BE49-F238E27FC236}">
                <a16:creationId xmlns:a16="http://schemas.microsoft.com/office/drawing/2014/main" id="{DE35BDA9-370D-4155-A4E0-5A57DAB5595A}"/>
              </a:ext>
            </a:extLst>
          </p:cNvPr>
          <p:cNvGrpSpPr/>
          <p:nvPr/>
        </p:nvGrpSpPr>
        <p:grpSpPr>
          <a:xfrm>
            <a:off x="292941" y="2792879"/>
            <a:ext cx="8306261" cy="1736974"/>
            <a:chOff x="292941" y="2792879"/>
            <a:chExt cx="8306261" cy="1736974"/>
          </a:xfrm>
        </p:grpSpPr>
        <p:sp>
          <p:nvSpPr>
            <p:cNvPr id="44" name="Rectangle 43">
              <a:extLst>
                <a:ext uri="{FF2B5EF4-FFF2-40B4-BE49-F238E27FC236}">
                  <a16:creationId xmlns:a16="http://schemas.microsoft.com/office/drawing/2014/main" id="{02C0F018-F0A1-4BB5-93B4-8D2E800D4898}"/>
                </a:ext>
              </a:extLst>
            </p:cNvPr>
            <p:cNvSpPr/>
            <p:nvPr/>
          </p:nvSpPr>
          <p:spPr>
            <a:xfrm>
              <a:off x="540000" y="2873853"/>
              <a:ext cx="8059202" cy="165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92000" tIns="189000" rtlCol="0" anchor="t" anchorCtr="0"/>
            <a:lstStyle/>
            <a:p>
              <a:pPr>
                <a:spcAft>
                  <a:spcPts val="200"/>
                </a:spcAft>
                <a:buSzPts val="1000"/>
                <a:tabLst>
                  <a:tab pos="250984" algn="l"/>
                  <a:tab pos="251460" algn="l"/>
                </a:tabLst>
              </a:pPr>
              <a:r>
                <a:rPr lang="en-US" sz="1100" b="1" spc="-4">
                  <a:solidFill>
                    <a:srgbClr val="0C2340"/>
                  </a:solidFill>
                  <a:latin typeface="Arial Narrow" panose="020B0606020202030204" pitchFamily="34" charset="0"/>
                </a:rPr>
                <a:t>Which of the following is NOT an activity within the Service Value Chain?</a:t>
              </a:r>
            </a:p>
            <a:p>
              <a:pPr marL="557213" lvl="1" indent="-214313">
                <a:spcBef>
                  <a:spcPts val="200"/>
                </a:spcBef>
                <a:spcAft>
                  <a:spcPts val="200"/>
                </a:spcAft>
                <a:buSzPts val="1000"/>
                <a:buFont typeface="Arial MT"/>
                <a:buAutoNum type="alphaUcPeriod"/>
                <a:tabLst>
                  <a:tab pos="385286" algn="l"/>
                </a:tabLst>
              </a:pPr>
              <a:r>
                <a:rPr lang="en-US" sz="1100" spc="-4">
                  <a:solidFill>
                    <a:srgbClr val="0C2340"/>
                  </a:solidFill>
                  <a:latin typeface="Arial Narrow" panose="020B0606020202030204" pitchFamily="34" charset="0"/>
                </a:rPr>
                <a:t>Plan</a:t>
              </a:r>
            </a:p>
            <a:p>
              <a:pPr marL="557213" lvl="1" indent="-214313">
                <a:spcBef>
                  <a:spcPts val="200"/>
                </a:spcBef>
                <a:spcAft>
                  <a:spcPts val="200"/>
                </a:spcAft>
                <a:buSzPts val="1000"/>
                <a:buFont typeface="Arial MT"/>
                <a:buAutoNum type="alphaUcPeriod"/>
                <a:tabLst>
                  <a:tab pos="385286" algn="l"/>
                </a:tabLst>
              </a:pPr>
              <a:r>
                <a:rPr lang="en-US" sz="1100" spc="-4">
                  <a:solidFill>
                    <a:srgbClr val="0C2340"/>
                  </a:solidFill>
                  <a:latin typeface="Arial Narrow" panose="020B0606020202030204" pitchFamily="34" charset="0"/>
                </a:rPr>
                <a:t>Engage</a:t>
              </a:r>
            </a:p>
            <a:p>
              <a:pPr marL="557213" lvl="1" indent="-214313">
                <a:spcBef>
                  <a:spcPts val="200"/>
                </a:spcBef>
                <a:spcAft>
                  <a:spcPts val="200"/>
                </a:spcAft>
                <a:buSzPts val="1000"/>
                <a:buFont typeface="Arial MT"/>
                <a:buAutoNum type="alphaUcPeriod"/>
                <a:tabLst>
                  <a:tab pos="385286" algn="l"/>
                </a:tabLst>
              </a:pPr>
              <a:r>
                <a:rPr lang="en-US" sz="1100" spc="-4">
                  <a:solidFill>
                    <a:srgbClr val="0C2340"/>
                  </a:solidFill>
                  <a:latin typeface="Arial Narrow" panose="020B0606020202030204" pitchFamily="34" charset="0"/>
                </a:rPr>
                <a:t>Delivery and Support</a:t>
              </a:r>
            </a:p>
            <a:p>
              <a:pPr marL="557213" lvl="1" indent="-214313">
                <a:spcBef>
                  <a:spcPts val="200"/>
                </a:spcBef>
                <a:spcAft>
                  <a:spcPts val="200"/>
                </a:spcAft>
                <a:buSzPts val="1000"/>
                <a:buFont typeface="Arial MT"/>
                <a:buAutoNum type="alphaUcPeriod"/>
                <a:tabLst>
                  <a:tab pos="385286" algn="l"/>
                </a:tabLst>
              </a:pPr>
              <a:r>
                <a:rPr lang="en-US" sz="1100" spc="-4">
                  <a:solidFill>
                    <a:srgbClr val="0C2340"/>
                  </a:solidFill>
                  <a:latin typeface="Arial Narrow" panose="020B0606020202030204" pitchFamily="34" charset="0"/>
                </a:rPr>
                <a:t>Practice</a:t>
              </a:r>
            </a:p>
          </p:txBody>
        </p:sp>
        <p:sp>
          <p:nvSpPr>
            <p:cNvPr id="46" name="Rectangle 45">
              <a:extLst>
                <a:ext uri="{FF2B5EF4-FFF2-40B4-BE49-F238E27FC236}">
                  <a16:creationId xmlns:a16="http://schemas.microsoft.com/office/drawing/2014/main" id="{33573ED2-4D7A-4117-9693-27BCF58A34C5}"/>
                </a:ext>
              </a:extLst>
            </p:cNvPr>
            <p:cNvSpPr/>
            <p:nvPr/>
          </p:nvSpPr>
          <p:spPr>
            <a:xfrm>
              <a:off x="540000" y="2878068"/>
              <a:ext cx="8059202" cy="1849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46800" rIns="180000" rtlCol="0" anchor="ctr"/>
            <a:lstStyle/>
            <a:p>
              <a:pPr algn="ctr" defTabSz="914354"/>
              <a:r>
                <a:rPr lang="en-GB" sz="1200" b="1">
                  <a:solidFill>
                    <a:prstClr val="white"/>
                  </a:solidFill>
                  <a:latin typeface="Arial Narrow" panose="020B0606020202030204" pitchFamily="34" charset="0"/>
                </a:rPr>
                <a:t>Question 2</a:t>
              </a:r>
            </a:p>
          </p:txBody>
        </p:sp>
        <p:grpSp>
          <p:nvGrpSpPr>
            <p:cNvPr id="6" name="Group 5">
              <a:extLst>
                <a:ext uri="{FF2B5EF4-FFF2-40B4-BE49-F238E27FC236}">
                  <a16:creationId xmlns:a16="http://schemas.microsoft.com/office/drawing/2014/main" id="{2DB2A4A0-6D69-4383-8EC3-DF2D1C9FE717}"/>
                </a:ext>
              </a:extLst>
            </p:cNvPr>
            <p:cNvGrpSpPr/>
            <p:nvPr/>
          </p:nvGrpSpPr>
          <p:grpSpPr>
            <a:xfrm>
              <a:off x="292941" y="2792879"/>
              <a:ext cx="356400" cy="356400"/>
              <a:chOff x="296705" y="3374304"/>
              <a:chExt cx="356400" cy="356400"/>
            </a:xfrm>
          </p:grpSpPr>
          <p:sp>
            <p:nvSpPr>
              <p:cNvPr id="20" name="Oval 8">
                <a:extLst>
                  <a:ext uri="{FF2B5EF4-FFF2-40B4-BE49-F238E27FC236}">
                    <a16:creationId xmlns:a16="http://schemas.microsoft.com/office/drawing/2014/main" id="{7A017817-025B-4B39-954F-1F093019EAFD}"/>
                  </a:ext>
                </a:extLst>
              </p:cNvPr>
              <p:cNvSpPr/>
              <p:nvPr/>
            </p:nvSpPr>
            <p:spPr>
              <a:xfrm>
                <a:off x="296705" y="3374304"/>
                <a:ext cx="356400" cy="356400"/>
              </a:xfrm>
              <a:prstGeom prst="ellipse">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endParaRPr lang="en-GB">
                  <a:solidFill>
                    <a:prstClr val="white"/>
                  </a:solidFill>
                  <a:latin typeface="Arial Narrow" panose="020B0606020202030204" pitchFamily="34" charset="0"/>
                </a:endParaRPr>
              </a:p>
            </p:txBody>
          </p:sp>
          <p:pic>
            <p:nvPicPr>
              <p:cNvPr id="21" name="Graphic 20" descr="List outline">
                <a:extLst>
                  <a:ext uri="{FF2B5EF4-FFF2-40B4-BE49-F238E27FC236}">
                    <a16:creationId xmlns:a16="http://schemas.microsoft.com/office/drawing/2014/main" id="{2FA0F381-4407-4F1D-898B-3B10DACF45BD}"/>
                  </a:ext>
                </a:extLst>
              </p:cNvPr>
              <p:cNvPicPr>
                <a:picLocks noChangeAspect="1"/>
              </p:cNvPicPr>
              <p:nvPr/>
            </p:nvPicPr>
            <p:blipFill>
              <a:blip r:embed="rId3">
                <a:extLst>
                  <a:ext uri="{96DAC541-7B7A-43D3-8B79-37D633B846F1}">
                    <asvg:svgBlip xmlns:asvg="http://schemas.microsoft.com/office/drawing/2016/SVG/main" r:embed="rId7"/>
                  </a:ext>
                </a:extLst>
              </a:blip>
              <a:stretch>
                <a:fillRect/>
              </a:stretch>
            </p:blipFill>
            <p:spPr>
              <a:xfrm>
                <a:off x="343062" y="3420774"/>
                <a:ext cx="263686" cy="263460"/>
              </a:xfrm>
              <a:prstGeom prst="rect">
                <a:avLst/>
              </a:prstGeom>
            </p:spPr>
          </p:pic>
        </p:grpSp>
      </p:grpSp>
      <p:grpSp>
        <p:nvGrpSpPr>
          <p:cNvPr id="4" name="Group 3">
            <a:extLst>
              <a:ext uri="{FF2B5EF4-FFF2-40B4-BE49-F238E27FC236}">
                <a16:creationId xmlns:a16="http://schemas.microsoft.com/office/drawing/2014/main" id="{84630A3F-4643-4B9F-855E-6E71F7F3A891}"/>
              </a:ext>
            </a:extLst>
          </p:cNvPr>
          <p:cNvGrpSpPr/>
          <p:nvPr/>
        </p:nvGrpSpPr>
        <p:grpSpPr>
          <a:xfrm>
            <a:off x="542250" y="3848127"/>
            <a:ext cx="8353905" cy="288000"/>
            <a:chOff x="542250" y="3848127"/>
            <a:chExt cx="8353905" cy="288000"/>
          </a:xfrm>
        </p:grpSpPr>
        <p:sp>
          <p:nvSpPr>
            <p:cNvPr id="27" name="Rectangle 26">
              <a:extLst>
                <a:ext uri="{FF2B5EF4-FFF2-40B4-BE49-F238E27FC236}">
                  <a16:creationId xmlns:a16="http://schemas.microsoft.com/office/drawing/2014/main" id="{866F5FDA-DE26-4192-9DAD-7891AAC18009}"/>
                </a:ext>
              </a:extLst>
            </p:cNvPr>
            <p:cNvSpPr/>
            <p:nvPr/>
          </p:nvSpPr>
          <p:spPr>
            <a:xfrm>
              <a:off x="542250" y="3939137"/>
              <a:ext cx="8059500" cy="183600"/>
            </a:xfrm>
            <a:prstGeom prst="rect">
              <a:avLst/>
            </a:prstGeom>
            <a:solidFill>
              <a:srgbClr val="3D8065">
                <a:alpha val="20000"/>
              </a:srgbClr>
            </a:solidFill>
            <a:ln w="19050">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pic>
          <p:nvPicPr>
            <p:cNvPr id="68" name="Picture 67" descr="Icon&#10;&#10;Description automatically generated">
              <a:hlinkClick r:id="rId8" action="ppaction://hlinksldjump"/>
              <a:extLst>
                <a:ext uri="{FF2B5EF4-FFF2-40B4-BE49-F238E27FC236}">
                  <a16:creationId xmlns:a16="http://schemas.microsoft.com/office/drawing/2014/main" id="{2077CF96-B894-4FAD-97A3-D1EDBA9F487D}"/>
                </a:ext>
              </a:extLst>
            </p:cNvPr>
            <p:cNvPicPr>
              <a:picLocks noChangeAspect="1"/>
            </p:cNvPicPr>
            <p:nvPr/>
          </p:nvPicPr>
          <p:blipFill>
            <a:blip r:embed="rId6"/>
            <a:stretch>
              <a:fillRect/>
            </a:stretch>
          </p:blipFill>
          <p:spPr>
            <a:xfrm>
              <a:off x="8608155" y="3848127"/>
              <a:ext cx="288000" cy="288000"/>
            </a:xfrm>
            <a:prstGeom prst="rect">
              <a:avLst/>
            </a:prstGeom>
          </p:spPr>
        </p:pic>
      </p:grpSp>
      <p:sp>
        <p:nvSpPr>
          <p:cNvPr id="22" name="Text Placeholder 4">
            <a:extLst>
              <a:ext uri="{FF2B5EF4-FFF2-40B4-BE49-F238E27FC236}">
                <a16:creationId xmlns:a16="http://schemas.microsoft.com/office/drawing/2014/main" id="{87C11A34-3485-489C-871A-5D17BB9C71CC}"/>
              </a:ext>
            </a:extLst>
          </p:cNvPr>
          <p:cNvSpPr>
            <a:spLocks noGrp="1"/>
          </p:cNvSpPr>
          <p:nvPr>
            <p:ph type="body" sz="quarter" idx="37"/>
          </p:nvPr>
        </p:nvSpPr>
        <p:spPr>
          <a:xfrm>
            <a:off x="425945" y="512635"/>
            <a:ext cx="8359468" cy="182130"/>
          </a:xfrm>
        </p:spPr>
        <p:txBody>
          <a:bodyPr/>
          <a:lstStyle/>
          <a:p>
            <a:r>
              <a:rPr lang="en-US">
                <a:latin typeface="Arial Narrow" panose="020B0606020202030204" pitchFamily="34" charset="0"/>
              </a:rPr>
              <a:t>Here below some multiple-choice questions</a:t>
            </a:r>
            <a:r>
              <a:rPr lang="en-GB">
                <a:latin typeface="Arial Narrow" panose="020B0606020202030204" pitchFamily="34" charset="0"/>
              </a:rPr>
              <a:t> on the topics addressed in this chapter</a:t>
            </a:r>
          </a:p>
        </p:txBody>
      </p:sp>
      <p:sp>
        <p:nvSpPr>
          <p:cNvPr id="5" name="Slide Number Placeholder 4">
            <a:extLst>
              <a:ext uri="{FF2B5EF4-FFF2-40B4-BE49-F238E27FC236}">
                <a16:creationId xmlns:a16="http://schemas.microsoft.com/office/drawing/2014/main" id="{05E48479-8EC8-489A-91B3-83F5B2B01F12}"/>
              </a:ext>
            </a:extLst>
          </p:cNvPr>
          <p:cNvSpPr>
            <a:spLocks noGrp="1"/>
          </p:cNvSpPr>
          <p:nvPr>
            <p:ph type="sldNum" sz="quarter" idx="35"/>
          </p:nvPr>
        </p:nvSpPr>
        <p:spPr/>
        <p:txBody>
          <a:bodyPr/>
          <a:lstStyle/>
          <a:p>
            <a:fld id="{9C18EA95-C3D3-214C-9452-EF8527DBCD86}" type="slidenum">
              <a:rPr lang="it-IT" smtClean="0"/>
              <a:pPr/>
              <a:t>40</a:t>
            </a:fld>
            <a:endParaRPr lang="it-IT"/>
          </a:p>
        </p:txBody>
      </p:sp>
      <p:sp>
        <p:nvSpPr>
          <p:cNvPr id="41" name="Rectangle 210">
            <a:extLst>
              <a:ext uri="{FF2B5EF4-FFF2-40B4-BE49-F238E27FC236}">
                <a16:creationId xmlns:a16="http://schemas.microsoft.com/office/drawing/2014/main" id="{BA95C2FD-7195-4626-9BC4-2C11DC94A273}"/>
              </a:ext>
            </a:extLst>
          </p:cNvPr>
          <p:cNvSpPr/>
          <p:nvPr/>
        </p:nvSpPr>
        <p:spPr>
          <a:xfrm>
            <a:off x="6917572" y="4909103"/>
            <a:ext cx="1697379" cy="215444"/>
          </a:xfrm>
          <a:prstGeom prst="rect">
            <a:avLst/>
          </a:prstGeom>
        </p:spPr>
        <p:txBody>
          <a:bodyPr wrap="square">
            <a:spAutoFit/>
          </a:bodyPr>
          <a:lstStyle/>
          <a:p>
            <a:pPr marR="0" lvl="0" algn="l" defTabSz="914400" rtl="0" eaLnBrk="1" fontAlgn="auto" latinLnBrk="0" hangingPunct="1">
              <a:spcBef>
                <a:spcPts val="0"/>
              </a:spcBef>
              <a:buClr>
                <a:srgbClr val="DA291C"/>
              </a:buClr>
              <a:buSzTx/>
              <a:tabLst/>
              <a:defRPr/>
            </a:pPr>
            <a:r>
              <a:rPr lang="en-GB" sz="800" kern="0">
                <a:solidFill>
                  <a:srgbClr val="0C2340"/>
                </a:solidFill>
                <a:latin typeface="Arial Narrow" panose="020B0606020202030204" pitchFamily="34" charset="0"/>
              </a:rPr>
              <a:t>Click on the icon to see the related slide</a:t>
            </a:r>
            <a:endParaRPr kumimoji="0" lang="en-GB" sz="800" i="0" u="none" strike="noStrike" kern="0" cap="none" spc="0" normalizeH="0" baseline="0">
              <a:ln>
                <a:noFill/>
              </a:ln>
              <a:solidFill>
                <a:srgbClr val="0C2340"/>
              </a:solidFill>
              <a:effectLst/>
              <a:uLnTx/>
              <a:uFillTx/>
              <a:latin typeface="Arial Narrow" panose="020B0606020202030204" pitchFamily="34" charset="0"/>
            </a:endParaRPr>
          </a:p>
        </p:txBody>
      </p:sp>
      <p:pic>
        <p:nvPicPr>
          <p:cNvPr id="42" name="Picture 41" descr="Icon&#10;&#10;Description automatically generated">
            <a:extLst>
              <a:ext uri="{FF2B5EF4-FFF2-40B4-BE49-F238E27FC236}">
                <a16:creationId xmlns:a16="http://schemas.microsoft.com/office/drawing/2014/main" id="{98AE6DB7-2399-4DA0-9190-6B897AFDFB16}"/>
              </a:ext>
            </a:extLst>
          </p:cNvPr>
          <p:cNvPicPr>
            <a:picLocks noChangeAspect="1"/>
          </p:cNvPicPr>
          <p:nvPr/>
        </p:nvPicPr>
        <p:blipFill>
          <a:blip r:embed="rId6"/>
          <a:stretch>
            <a:fillRect/>
          </a:stretch>
        </p:blipFill>
        <p:spPr>
          <a:xfrm>
            <a:off x="6841658" y="4944825"/>
            <a:ext cx="144000" cy="144000"/>
          </a:xfrm>
          <a:prstGeom prst="rect">
            <a:avLst/>
          </a:prstGeom>
        </p:spPr>
      </p:pic>
      <p:sp>
        <p:nvSpPr>
          <p:cNvPr id="25" name="Rectangle 210">
            <a:extLst>
              <a:ext uri="{FF2B5EF4-FFF2-40B4-BE49-F238E27FC236}">
                <a16:creationId xmlns:a16="http://schemas.microsoft.com/office/drawing/2014/main" id="{FFD586F7-E26D-4785-A943-A8AD890F21B3}"/>
              </a:ext>
            </a:extLst>
          </p:cNvPr>
          <p:cNvSpPr/>
          <p:nvPr/>
        </p:nvSpPr>
        <p:spPr>
          <a:xfrm>
            <a:off x="640323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2030650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1+#ppt_w/2"/>
                                          </p:val>
                                        </p:tav>
                                        <p:tav tm="100000">
                                          <p:val>
                                            <p:strVal val="#ppt_x"/>
                                          </p:val>
                                        </p:tav>
                                      </p:tavLst>
                                    </p:anim>
                                    <p:anim calcmode="lin" valueType="num">
                                      <p:cBhvr additive="base">
                                        <p:cTn id="14"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1+#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The ITIL 4 Service Value System | </a:t>
            </a:r>
            <a:r>
              <a:rPr lang="en-US">
                <a:solidFill>
                  <a:schemeClr val="accent3"/>
                </a:solidFill>
                <a:latin typeface="Arial Narrow" panose="020B0606020202030204" pitchFamily="34" charset="0"/>
              </a:rPr>
              <a:t>Questions &amp; answers</a:t>
            </a:r>
            <a:endParaRPr lang="en-GB">
              <a:solidFill>
                <a:schemeClr val="accent3"/>
              </a:solidFill>
              <a:latin typeface="Arial Narrow" panose="020B0606020202030204" pitchFamily="34" charset="0"/>
            </a:endParaRPr>
          </a:p>
        </p:txBody>
      </p:sp>
      <p:sp>
        <p:nvSpPr>
          <p:cNvPr id="78" name="Rectangle 77">
            <a:extLst>
              <a:ext uri="{FF2B5EF4-FFF2-40B4-BE49-F238E27FC236}">
                <a16:creationId xmlns:a16="http://schemas.microsoft.com/office/drawing/2014/main" id="{8A3A1537-B6D4-4A2A-8E99-0A2B284292F9}"/>
              </a:ext>
            </a:extLst>
          </p:cNvPr>
          <p:cNvSpPr/>
          <p:nvPr/>
        </p:nvSpPr>
        <p:spPr>
          <a:xfrm>
            <a:off x="540000" y="950189"/>
            <a:ext cx="8059202" cy="165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92000" tIns="189000" rtlCol="0" anchor="t" anchorCtr="0"/>
          <a:lstStyle/>
          <a:p>
            <a:pPr>
              <a:spcAft>
                <a:spcPts val="200"/>
              </a:spcAft>
              <a:buSzPts val="1000"/>
              <a:tabLst>
                <a:tab pos="250984" algn="l"/>
                <a:tab pos="251460" algn="l"/>
              </a:tabLst>
            </a:pPr>
            <a:r>
              <a:rPr lang="en-US" sz="1100" b="1" spc="-4">
                <a:solidFill>
                  <a:srgbClr val="0C2340"/>
                </a:solidFill>
                <a:latin typeface="Arial Narrow" panose="020B0606020202030204" pitchFamily="34" charset="0"/>
              </a:rPr>
              <a:t>What is an example of an action a Service Request Management employee would undertake as part of the 'obtain/build' activity?</a:t>
            </a:r>
          </a:p>
          <a:p>
            <a:pPr marL="557213" lvl="1" indent="-214313">
              <a:spcBef>
                <a:spcPts val="200"/>
              </a:spcBef>
              <a:spcAft>
                <a:spcPts val="200"/>
              </a:spcAft>
              <a:buSzPts val="1000"/>
              <a:buFont typeface="Arial MT"/>
              <a:buAutoNum type="alphaUcPeriod"/>
              <a:tabLst>
                <a:tab pos="385286" algn="l"/>
              </a:tabLst>
            </a:pPr>
            <a:r>
              <a:rPr lang="en-US" sz="1100" spc="-4">
                <a:solidFill>
                  <a:srgbClr val="0C2340"/>
                </a:solidFill>
                <a:latin typeface="Arial Narrow" panose="020B0606020202030204" pitchFamily="34" charset="0"/>
              </a:rPr>
              <a:t>Analyzing data to identify opportunities to provide new service request options</a:t>
            </a:r>
          </a:p>
          <a:p>
            <a:pPr marL="557213" lvl="1" indent="-214313">
              <a:spcBef>
                <a:spcPts val="200"/>
              </a:spcBef>
              <a:spcAft>
                <a:spcPts val="200"/>
              </a:spcAft>
              <a:buSzPts val="1000"/>
              <a:buFont typeface="Arial MT"/>
              <a:buAutoNum type="alphaUcPeriod"/>
              <a:tabLst>
                <a:tab pos="385286" algn="l"/>
              </a:tabLst>
            </a:pPr>
            <a:r>
              <a:rPr lang="en-US" sz="1100" spc="-4">
                <a:solidFill>
                  <a:srgbClr val="0C2340"/>
                </a:solidFill>
                <a:latin typeface="Arial Narrow" panose="020B0606020202030204" pitchFamily="34" charset="0"/>
              </a:rPr>
              <a:t>Ensuring users continue to be productive when they need assistance from the service provider</a:t>
            </a:r>
          </a:p>
          <a:p>
            <a:pPr marL="557213" lvl="1" indent="-214313">
              <a:spcBef>
                <a:spcPts val="200"/>
              </a:spcBef>
              <a:spcAft>
                <a:spcPts val="200"/>
              </a:spcAft>
              <a:buSzPts val="1000"/>
              <a:buFont typeface="Arial MT"/>
              <a:buAutoNum type="alphaUcPeriod"/>
              <a:tabLst>
                <a:tab pos="385286" algn="l"/>
              </a:tabLst>
            </a:pPr>
            <a:r>
              <a:rPr lang="en-US" sz="1100" spc="-4">
                <a:solidFill>
                  <a:srgbClr val="0C2340"/>
                </a:solidFill>
                <a:latin typeface="Arial Narrow" panose="020B0606020202030204" pitchFamily="34" charset="0"/>
              </a:rPr>
              <a:t>Acquiring pre-approved service components to help fulfill service requests</a:t>
            </a:r>
          </a:p>
          <a:p>
            <a:pPr marL="557213" lvl="1" indent="-214313">
              <a:spcBef>
                <a:spcPts val="200"/>
              </a:spcBef>
              <a:spcAft>
                <a:spcPts val="200"/>
              </a:spcAft>
              <a:buSzPts val="1000"/>
              <a:buFont typeface="Arial MT"/>
              <a:buAutoNum type="alphaUcPeriod"/>
              <a:tabLst>
                <a:tab pos="385286" algn="l"/>
              </a:tabLst>
            </a:pPr>
            <a:r>
              <a:rPr lang="en-US" sz="1100" spc="-4">
                <a:solidFill>
                  <a:srgbClr val="0C2340"/>
                </a:solidFill>
                <a:latin typeface="Arial Narrow" panose="020B0606020202030204" pitchFamily="34" charset="0"/>
              </a:rPr>
              <a:t>Initiating standard changes to fulfill service requests</a:t>
            </a:r>
          </a:p>
        </p:txBody>
      </p:sp>
      <p:grpSp>
        <p:nvGrpSpPr>
          <p:cNvPr id="2" name="Group 1">
            <a:extLst>
              <a:ext uri="{FF2B5EF4-FFF2-40B4-BE49-F238E27FC236}">
                <a16:creationId xmlns:a16="http://schemas.microsoft.com/office/drawing/2014/main" id="{0959CC07-2191-453D-89FB-48D6B7A8D456}"/>
              </a:ext>
            </a:extLst>
          </p:cNvPr>
          <p:cNvGrpSpPr/>
          <p:nvPr/>
        </p:nvGrpSpPr>
        <p:grpSpPr>
          <a:xfrm>
            <a:off x="542250" y="1713268"/>
            <a:ext cx="8353498" cy="288000"/>
            <a:chOff x="542250" y="1713268"/>
            <a:chExt cx="8353498" cy="288000"/>
          </a:xfrm>
        </p:grpSpPr>
        <p:sp>
          <p:nvSpPr>
            <p:cNvPr id="95" name="Rectangle 94">
              <a:extLst>
                <a:ext uri="{FF2B5EF4-FFF2-40B4-BE49-F238E27FC236}">
                  <a16:creationId xmlns:a16="http://schemas.microsoft.com/office/drawing/2014/main" id="{0ED88860-670A-4695-BD11-078C29EE8C67}"/>
                </a:ext>
              </a:extLst>
            </p:cNvPr>
            <p:cNvSpPr/>
            <p:nvPr/>
          </p:nvSpPr>
          <p:spPr>
            <a:xfrm>
              <a:off x="542250" y="1797746"/>
              <a:ext cx="8059500" cy="183600"/>
            </a:xfrm>
            <a:prstGeom prst="rect">
              <a:avLst/>
            </a:prstGeom>
            <a:solidFill>
              <a:srgbClr val="3D8065">
                <a:alpha val="20000"/>
              </a:srgbClr>
            </a:solidFill>
            <a:ln w="19050">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pic>
          <p:nvPicPr>
            <p:cNvPr id="96" name="Picture 95" descr="Icon&#10;&#10;Description automatically generated">
              <a:hlinkClick r:id="rId3" action="ppaction://hlinksldjump"/>
              <a:extLst>
                <a:ext uri="{FF2B5EF4-FFF2-40B4-BE49-F238E27FC236}">
                  <a16:creationId xmlns:a16="http://schemas.microsoft.com/office/drawing/2014/main" id="{E6337F28-1AC9-4D93-B6CC-C4B539A0FCA5}"/>
                </a:ext>
              </a:extLst>
            </p:cNvPr>
            <p:cNvPicPr>
              <a:picLocks noChangeAspect="1"/>
            </p:cNvPicPr>
            <p:nvPr/>
          </p:nvPicPr>
          <p:blipFill>
            <a:blip r:embed="rId4"/>
            <a:stretch>
              <a:fillRect/>
            </a:stretch>
          </p:blipFill>
          <p:spPr>
            <a:xfrm>
              <a:off x="8607748" y="1713268"/>
              <a:ext cx="288000" cy="288000"/>
            </a:xfrm>
            <a:prstGeom prst="rect">
              <a:avLst/>
            </a:prstGeom>
          </p:spPr>
        </p:pic>
      </p:grpSp>
      <p:sp>
        <p:nvSpPr>
          <p:cNvPr id="20" name="Text Placeholder 4">
            <a:extLst>
              <a:ext uri="{FF2B5EF4-FFF2-40B4-BE49-F238E27FC236}">
                <a16:creationId xmlns:a16="http://schemas.microsoft.com/office/drawing/2014/main" id="{58F4C403-914C-4F48-A482-D628E36924D6}"/>
              </a:ext>
            </a:extLst>
          </p:cNvPr>
          <p:cNvSpPr>
            <a:spLocks noGrp="1"/>
          </p:cNvSpPr>
          <p:nvPr>
            <p:ph type="body" sz="quarter" idx="37"/>
          </p:nvPr>
        </p:nvSpPr>
        <p:spPr>
          <a:xfrm>
            <a:off x="425945" y="512635"/>
            <a:ext cx="8359468" cy="182130"/>
          </a:xfrm>
        </p:spPr>
        <p:txBody>
          <a:bodyPr/>
          <a:lstStyle/>
          <a:p>
            <a:r>
              <a:rPr lang="en-US">
                <a:latin typeface="Arial Narrow" panose="020B0606020202030204" pitchFamily="34" charset="0"/>
              </a:rPr>
              <a:t>Here below some multiple-choice questions</a:t>
            </a:r>
            <a:r>
              <a:rPr lang="en-GB">
                <a:latin typeface="Arial Narrow" panose="020B0606020202030204" pitchFamily="34" charset="0"/>
              </a:rPr>
              <a:t> on the topics addressed in this chapter</a:t>
            </a:r>
          </a:p>
        </p:txBody>
      </p:sp>
      <p:grpSp>
        <p:nvGrpSpPr>
          <p:cNvPr id="19" name="Group 18">
            <a:extLst>
              <a:ext uri="{FF2B5EF4-FFF2-40B4-BE49-F238E27FC236}">
                <a16:creationId xmlns:a16="http://schemas.microsoft.com/office/drawing/2014/main" id="{D328555F-EFA0-4FF6-B998-FEEB2F3BBBB2}"/>
              </a:ext>
            </a:extLst>
          </p:cNvPr>
          <p:cNvGrpSpPr/>
          <p:nvPr/>
        </p:nvGrpSpPr>
        <p:grpSpPr>
          <a:xfrm>
            <a:off x="296705" y="878931"/>
            <a:ext cx="8302497" cy="356400"/>
            <a:chOff x="296705" y="878931"/>
            <a:chExt cx="8302497" cy="356400"/>
          </a:xfrm>
        </p:grpSpPr>
        <p:sp>
          <p:nvSpPr>
            <p:cNvPr id="21" name="Rectangle 20">
              <a:extLst>
                <a:ext uri="{FF2B5EF4-FFF2-40B4-BE49-F238E27FC236}">
                  <a16:creationId xmlns:a16="http://schemas.microsoft.com/office/drawing/2014/main" id="{2F9417CB-B2DC-4682-966E-92CBD137F724}"/>
                </a:ext>
              </a:extLst>
            </p:cNvPr>
            <p:cNvSpPr/>
            <p:nvPr/>
          </p:nvSpPr>
          <p:spPr>
            <a:xfrm>
              <a:off x="540000" y="954936"/>
              <a:ext cx="8059202" cy="1843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46800" rIns="180000" rtlCol="0" anchor="ctr"/>
            <a:lstStyle/>
            <a:p>
              <a:pPr algn="ctr" defTabSz="914354"/>
              <a:r>
                <a:rPr lang="en-GB" sz="1200" b="1">
                  <a:solidFill>
                    <a:prstClr val="white"/>
                  </a:solidFill>
                  <a:latin typeface="Arial Narrow" panose="020B0606020202030204" pitchFamily="34" charset="0"/>
                </a:rPr>
                <a:t>Question 3</a:t>
              </a:r>
            </a:p>
          </p:txBody>
        </p:sp>
        <p:grpSp>
          <p:nvGrpSpPr>
            <p:cNvPr id="22" name="Group 21">
              <a:extLst>
                <a:ext uri="{FF2B5EF4-FFF2-40B4-BE49-F238E27FC236}">
                  <a16:creationId xmlns:a16="http://schemas.microsoft.com/office/drawing/2014/main" id="{B68A358C-7BF3-404F-98D6-E82E98755FF1}"/>
                </a:ext>
              </a:extLst>
            </p:cNvPr>
            <p:cNvGrpSpPr/>
            <p:nvPr/>
          </p:nvGrpSpPr>
          <p:grpSpPr>
            <a:xfrm>
              <a:off x="296705" y="878931"/>
              <a:ext cx="356400" cy="356400"/>
              <a:chOff x="296705" y="878931"/>
              <a:chExt cx="356400" cy="356400"/>
            </a:xfrm>
          </p:grpSpPr>
          <p:sp>
            <p:nvSpPr>
              <p:cNvPr id="23" name="Oval 8">
                <a:extLst>
                  <a:ext uri="{FF2B5EF4-FFF2-40B4-BE49-F238E27FC236}">
                    <a16:creationId xmlns:a16="http://schemas.microsoft.com/office/drawing/2014/main" id="{5478B65A-2391-415A-92C5-1BA4E4145C73}"/>
                  </a:ext>
                </a:extLst>
              </p:cNvPr>
              <p:cNvSpPr/>
              <p:nvPr/>
            </p:nvSpPr>
            <p:spPr>
              <a:xfrm>
                <a:off x="296705" y="878931"/>
                <a:ext cx="356400" cy="356400"/>
              </a:xfrm>
              <a:prstGeom prst="ellipse">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endParaRPr lang="en-GB">
                  <a:solidFill>
                    <a:prstClr val="white"/>
                  </a:solidFill>
                  <a:latin typeface="Arial Narrow" panose="020B0606020202030204" pitchFamily="34" charset="0"/>
                </a:endParaRPr>
              </a:p>
            </p:txBody>
          </p:sp>
          <p:pic>
            <p:nvPicPr>
              <p:cNvPr id="24" name="Graphic 23" descr="List outline">
                <a:extLst>
                  <a:ext uri="{FF2B5EF4-FFF2-40B4-BE49-F238E27FC236}">
                    <a16:creationId xmlns:a16="http://schemas.microsoft.com/office/drawing/2014/main" id="{32D544B0-0411-4DAE-9A7C-2A939CB983D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43063" y="923348"/>
                <a:ext cx="261947" cy="262800"/>
              </a:xfrm>
              <a:prstGeom prst="rect">
                <a:avLst/>
              </a:prstGeom>
            </p:spPr>
          </p:pic>
        </p:grpSp>
      </p:grpSp>
      <p:sp>
        <p:nvSpPr>
          <p:cNvPr id="5" name="Slide Number Placeholder 4">
            <a:extLst>
              <a:ext uri="{FF2B5EF4-FFF2-40B4-BE49-F238E27FC236}">
                <a16:creationId xmlns:a16="http://schemas.microsoft.com/office/drawing/2014/main" id="{44626BE8-8338-4FEB-B72A-1B5263486BAD}"/>
              </a:ext>
            </a:extLst>
          </p:cNvPr>
          <p:cNvSpPr>
            <a:spLocks noGrp="1"/>
          </p:cNvSpPr>
          <p:nvPr>
            <p:ph type="sldNum" sz="quarter" idx="35"/>
          </p:nvPr>
        </p:nvSpPr>
        <p:spPr/>
        <p:txBody>
          <a:bodyPr/>
          <a:lstStyle/>
          <a:p>
            <a:fld id="{9C18EA95-C3D3-214C-9452-EF8527DBCD86}" type="slidenum">
              <a:rPr lang="it-IT" smtClean="0"/>
              <a:pPr/>
              <a:t>41</a:t>
            </a:fld>
            <a:endParaRPr lang="it-IT"/>
          </a:p>
        </p:txBody>
      </p:sp>
      <p:sp>
        <p:nvSpPr>
          <p:cNvPr id="18" name="Rectangle 210">
            <a:extLst>
              <a:ext uri="{FF2B5EF4-FFF2-40B4-BE49-F238E27FC236}">
                <a16:creationId xmlns:a16="http://schemas.microsoft.com/office/drawing/2014/main" id="{00E7DFF3-0BD0-4B62-A373-50E2F4D5CE39}"/>
              </a:ext>
            </a:extLst>
          </p:cNvPr>
          <p:cNvSpPr/>
          <p:nvPr/>
        </p:nvSpPr>
        <p:spPr>
          <a:xfrm>
            <a:off x="6917572" y="4909103"/>
            <a:ext cx="1697379" cy="215444"/>
          </a:xfrm>
          <a:prstGeom prst="rect">
            <a:avLst/>
          </a:prstGeom>
        </p:spPr>
        <p:txBody>
          <a:bodyPr wrap="square">
            <a:spAutoFit/>
          </a:bodyPr>
          <a:lstStyle/>
          <a:p>
            <a:pPr marR="0" lvl="0" algn="l" defTabSz="914400" rtl="0" eaLnBrk="1" fontAlgn="auto" latinLnBrk="0" hangingPunct="1">
              <a:spcBef>
                <a:spcPts val="0"/>
              </a:spcBef>
              <a:buClr>
                <a:srgbClr val="DA291C"/>
              </a:buClr>
              <a:buSzTx/>
              <a:tabLst/>
              <a:defRPr/>
            </a:pPr>
            <a:r>
              <a:rPr lang="en-GB" sz="800" kern="0">
                <a:solidFill>
                  <a:srgbClr val="0C2340"/>
                </a:solidFill>
                <a:latin typeface="Arial Narrow" panose="020B0606020202030204" pitchFamily="34" charset="0"/>
              </a:rPr>
              <a:t>Click on the icon to see the related slide</a:t>
            </a:r>
            <a:endParaRPr kumimoji="0" lang="en-GB" sz="800" i="0" u="none" strike="noStrike" kern="0" cap="none" spc="0" normalizeH="0" baseline="0">
              <a:ln>
                <a:noFill/>
              </a:ln>
              <a:solidFill>
                <a:srgbClr val="0C2340"/>
              </a:solidFill>
              <a:effectLst/>
              <a:uLnTx/>
              <a:uFillTx/>
              <a:latin typeface="Arial Narrow" panose="020B0606020202030204" pitchFamily="34" charset="0"/>
            </a:endParaRPr>
          </a:p>
        </p:txBody>
      </p:sp>
      <p:pic>
        <p:nvPicPr>
          <p:cNvPr id="25" name="Picture 24" descr="Icon&#10;&#10;Description automatically generated">
            <a:extLst>
              <a:ext uri="{FF2B5EF4-FFF2-40B4-BE49-F238E27FC236}">
                <a16:creationId xmlns:a16="http://schemas.microsoft.com/office/drawing/2014/main" id="{B51055BE-0D45-45A5-8355-657E5910B07D}"/>
              </a:ext>
            </a:extLst>
          </p:cNvPr>
          <p:cNvPicPr>
            <a:picLocks noChangeAspect="1"/>
          </p:cNvPicPr>
          <p:nvPr/>
        </p:nvPicPr>
        <p:blipFill>
          <a:blip r:embed="rId4"/>
          <a:stretch>
            <a:fillRect/>
          </a:stretch>
        </p:blipFill>
        <p:spPr>
          <a:xfrm>
            <a:off x="6841658" y="4944825"/>
            <a:ext cx="144000" cy="144000"/>
          </a:xfrm>
          <a:prstGeom prst="rect">
            <a:avLst/>
          </a:prstGeom>
        </p:spPr>
      </p:pic>
      <p:sp>
        <p:nvSpPr>
          <p:cNvPr id="17" name="Rectangle 210">
            <a:extLst>
              <a:ext uri="{FF2B5EF4-FFF2-40B4-BE49-F238E27FC236}">
                <a16:creationId xmlns:a16="http://schemas.microsoft.com/office/drawing/2014/main" id="{8C873C5D-F888-4F06-9CD5-62318DD8D9F4}"/>
              </a:ext>
            </a:extLst>
          </p:cNvPr>
          <p:cNvSpPr/>
          <p:nvPr/>
        </p:nvSpPr>
        <p:spPr>
          <a:xfrm>
            <a:off x="640323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2713380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ttangolo 39">
            <a:extLst>
              <a:ext uri="{FF2B5EF4-FFF2-40B4-BE49-F238E27FC236}">
                <a16:creationId xmlns:a16="http://schemas.microsoft.com/office/drawing/2014/main" id="{3EF4268C-A582-4BDE-B90D-DE24A5FB3868}"/>
              </a:ext>
            </a:extLst>
          </p:cNvPr>
          <p:cNvSpPr/>
          <p:nvPr/>
        </p:nvSpPr>
        <p:spPr>
          <a:xfrm>
            <a:off x="425647" y="650014"/>
            <a:ext cx="8243117" cy="4024800"/>
          </a:xfrm>
          <a:prstGeom prst="rect">
            <a:avLst/>
          </a:prstGeom>
          <a:solidFill>
            <a:schemeClr val="bg2">
              <a:lumMod val="95000"/>
            </a:schemeClr>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GB">
                <a:latin typeface="Arial Narrow" panose="020B0606020202030204" pitchFamily="34" charset="0"/>
              </a:rPr>
              <a:t>Chapter 4 | </a:t>
            </a:r>
            <a:r>
              <a:rPr lang="en-GB">
                <a:solidFill>
                  <a:schemeClr val="accent3"/>
                </a:solidFill>
                <a:latin typeface="Arial Narrow" panose="020B0606020202030204" pitchFamily="34" charset="0"/>
              </a:rPr>
              <a:t>The </a:t>
            </a:r>
            <a:r>
              <a:rPr kumimoji="0" lang="en-US" sz="1600" b="1" i="0" u="none" strike="noStrike" kern="1200" cap="none" spc="0" normalizeH="0" baseline="0" noProof="0">
                <a:ln>
                  <a:noFill/>
                </a:ln>
                <a:solidFill>
                  <a:schemeClr val="accent3"/>
                </a:solidFill>
                <a:effectLst/>
                <a:uLnTx/>
                <a:uFillTx/>
                <a:latin typeface="Arial Narrow" panose="020B0606020202030204" pitchFamily="34" charset="0"/>
                <a:ea typeface="+mn-ea"/>
                <a:cs typeface="+mn-cs"/>
              </a:rPr>
              <a:t>ITIL 4 management practices</a:t>
            </a:r>
            <a:endParaRPr lang="en-GB">
              <a:solidFill>
                <a:schemeClr val="accent3"/>
              </a:solidFill>
              <a:latin typeface="Arial Narrow" panose="020B0606020202030204" pitchFamily="34" charset="0"/>
            </a:endParaRPr>
          </a:p>
        </p:txBody>
      </p:sp>
      <p:pic>
        <p:nvPicPr>
          <p:cNvPr id="23" name="Picture 22" descr="A picture containing text, little&#10;&#10;Description automatically generated">
            <a:extLst>
              <a:ext uri="{FF2B5EF4-FFF2-40B4-BE49-F238E27FC236}">
                <a16:creationId xmlns:a16="http://schemas.microsoft.com/office/drawing/2014/main" id="{C147858A-0DE8-48E8-8E35-854571F4DDDF}"/>
              </a:ext>
            </a:extLst>
          </p:cNvPr>
          <p:cNvPicPr>
            <a:picLocks/>
          </p:cNvPicPr>
          <p:nvPr/>
        </p:nvPicPr>
        <p:blipFill rotWithShape="1">
          <a:blip r:embed="rId3"/>
          <a:srcRect l="877" t="-280" r="1742" b="280"/>
          <a:stretch/>
        </p:blipFill>
        <p:spPr>
          <a:xfrm>
            <a:off x="5507292" y="644535"/>
            <a:ext cx="3155120" cy="4024800"/>
          </a:xfrm>
          <a:prstGeom prst="rect">
            <a:avLst/>
          </a:prstGeom>
        </p:spPr>
      </p:pic>
      <p:sp>
        <p:nvSpPr>
          <p:cNvPr id="5" name="Slide Number Placeholder 4">
            <a:extLst>
              <a:ext uri="{FF2B5EF4-FFF2-40B4-BE49-F238E27FC236}">
                <a16:creationId xmlns:a16="http://schemas.microsoft.com/office/drawing/2014/main" id="{95C1D283-877B-4028-9EBA-93E78FC04314}"/>
              </a:ext>
            </a:extLst>
          </p:cNvPr>
          <p:cNvSpPr>
            <a:spLocks noGrp="1"/>
          </p:cNvSpPr>
          <p:nvPr>
            <p:ph type="sldNum" sz="quarter" idx="35"/>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DA291C"/>
                </a:solidFill>
                <a:effectLst/>
                <a:uLnTx/>
                <a:uFillTx/>
                <a:latin typeface="Arial Narrow" panose="020B0606020202030204" pitchFamily="34" charset="0"/>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42</a:t>
            </a:fld>
            <a:endParaRPr kumimoji="0" lang="it-IT" sz="11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cxnSp>
        <p:nvCxnSpPr>
          <p:cNvPr id="31" name="Straight Connector 52">
            <a:extLst>
              <a:ext uri="{FF2B5EF4-FFF2-40B4-BE49-F238E27FC236}">
                <a16:creationId xmlns:a16="http://schemas.microsoft.com/office/drawing/2014/main" id="{7D0A9770-203E-4FD6-904F-7B1723ED7ECE}"/>
              </a:ext>
            </a:extLst>
          </p:cNvPr>
          <p:cNvCxnSpPr>
            <a:cxnSpLocks/>
            <a:stCxn id="9" idx="2"/>
            <a:endCxn id="10" idx="6"/>
          </p:cNvCxnSpPr>
          <p:nvPr/>
        </p:nvCxnSpPr>
        <p:spPr>
          <a:xfrm flipH="1">
            <a:off x="1786018" y="2662414"/>
            <a:ext cx="440918" cy="0"/>
          </a:xfrm>
          <a:prstGeom prst="line">
            <a:avLst/>
          </a:prstGeom>
          <a:ln w="95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15" name="Straight Connector 52">
            <a:extLst>
              <a:ext uri="{FF2B5EF4-FFF2-40B4-BE49-F238E27FC236}">
                <a16:creationId xmlns:a16="http://schemas.microsoft.com/office/drawing/2014/main" id="{3A8916C1-6184-4666-844F-5007365B7170}"/>
              </a:ext>
            </a:extLst>
          </p:cNvPr>
          <p:cNvCxnSpPr>
            <a:cxnSpLocks/>
          </p:cNvCxnSpPr>
          <p:nvPr/>
        </p:nvCxnSpPr>
        <p:spPr>
          <a:xfrm flipH="1" flipV="1">
            <a:off x="2044831" y="1333279"/>
            <a:ext cx="886638" cy="1363213"/>
          </a:xfrm>
          <a:prstGeom prst="line">
            <a:avLst/>
          </a:prstGeom>
          <a:ln w="9525">
            <a:solidFill>
              <a:srgbClr val="BFBFBF"/>
            </a:solidFill>
          </a:ln>
        </p:spPr>
        <p:style>
          <a:lnRef idx="1">
            <a:schemeClr val="accent1"/>
          </a:lnRef>
          <a:fillRef idx="0">
            <a:schemeClr val="accent1"/>
          </a:fillRef>
          <a:effectRef idx="0">
            <a:schemeClr val="accent1"/>
          </a:effectRef>
          <a:fontRef idx="minor">
            <a:schemeClr val="tx1"/>
          </a:fontRef>
        </p:style>
      </p:cxnSp>
      <p:sp>
        <p:nvSpPr>
          <p:cNvPr id="10" name="Oval 2">
            <a:extLst>
              <a:ext uri="{FF2B5EF4-FFF2-40B4-BE49-F238E27FC236}">
                <a16:creationId xmlns:a16="http://schemas.microsoft.com/office/drawing/2014/main" id="{958063B6-090C-4ACF-BED7-8E45D1536A53}"/>
              </a:ext>
            </a:extLst>
          </p:cNvPr>
          <p:cNvSpPr>
            <a:spLocks noChangeAspect="1"/>
          </p:cNvSpPr>
          <p:nvPr/>
        </p:nvSpPr>
        <p:spPr>
          <a:xfrm>
            <a:off x="786349" y="2162579"/>
            <a:ext cx="999669" cy="999669"/>
          </a:xfrm>
          <a:prstGeom prst="ellipse">
            <a:avLst/>
          </a:prstGeom>
          <a:solidFill>
            <a:srgbClr val="BFBFB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Narrow" panose="020B0606020202030204" pitchFamily="34" charset="0"/>
                <a:ea typeface="+mn-ea"/>
                <a:cs typeface="+mn-cs"/>
              </a:rPr>
              <a:t>6. Course closure</a:t>
            </a:r>
          </a:p>
        </p:txBody>
      </p:sp>
      <p:cxnSp>
        <p:nvCxnSpPr>
          <p:cNvPr id="21" name="Straight Connector 52">
            <a:extLst>
              <a:ext uri="{FF2B5EF4-FFF2-40B4-BE49-F238E27FC236}">
                <a16:creationId xmlns:a16="http://schemas.microsoft.com/office/drawing/2014/main" id="{6C18C5DC-4FA4-438D-80FA-27DD2B223C25}"/>
              </a:ext>
            </a:extLst>
          </p:cNvPr>
          <p:cNvCxnSpPr>
            <a:cxnSpLocks/>
          </p:cNvCxnSpPr>
          <p:nvPr/>
        </p:nvCxnSpPr>
        <p:spPr>
          <a:xfrm flipV="1">
            <a:off x="2938435" y="1317602"/>
            <a:ext cx="914389" cy="1384311"/>
          </a:xfrm>
          <a:prstGeom prst="line">
            <a:avLst/>
          </a:prstGeom>
          <a:ln w="95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24" name="Straight Connector 52">
            <a:extLst>
              <a:ext uri="{FF2B5EF4-FFF2-40B4-BE49-F238E27FC236}">
                <a16:creationId xmlns:a16="http://schemas.microsoft.com/office/drawing/2014/main" id="{61CAC979-5DCA-4F34-8BD4-116922B1AE7E}"/>
              </a:ext>
            </a:extLst>
          </p:cNvPr>
          <p:cNvCxnSpPr>
            <a:cxnSpLocks/>
            <a:stCxn id="9" idx="6"/>
            <a:endCxn id="13" idx="2"/>
          </p:cNvCxnSpPr>
          <p:nvPr/>
        </p:nvCxnSpPr>
        <p:spPr>
          <a:xfrm>
            <a:off x="3697010" y="2662414"/>
            <a:ext cx="439255" cy="1"/>
          </a:xfrm>
          <a:prstGeom prst="line">
            <a:avLst/>
          </a:prstGeom>
          <a:ln w="95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27" name="Straight Connector 52">
            <a:extLst>
              <a:ext uri="{FF2B5EF4-FFF2-40B4-BE49-F238E27FC236}">
                <a16:creationId xmlns:a16="http://schemas.microsoft.com/office/drawing/2014/main" id="{4B211DBD-53A2-454D-B797-6A74E4097041}"/>
              </a:ext>
            </a:extLst>
          </p:cNvPr>
          <p:cNvCxnSpPr>
            <a:cxnSpLocks/>
          </p:cNvCxnSpPr>
          <p:nvPr/>
        </p:nvCxnSpPr>
        <p:spPr>
          <a:xfrm>
            <a:off x="2941343" y="2701913"/>
            <a:ext cx="918447" cy="1338553"/>
          </a:xfrm>
          <a:prstGeom prst="line">
            <a:avLst/>
          </a:prstGeom>
          <a:ln w="9525">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30" name="Straight Connector 52">
            <a:extLst>
              <a:ext uri="{FF2B5EF4-FFF2-40B4-BE49-F238E27FC236}">
                <a16:creationId xmlns:a16="http://schemas.microsoft.com/office/drawing/2014/main" id="{EFE31956-44DB-4F2F-93E1-2677E148B540}"/>
              </a:ext>
            </a:extLst>
          </p:cNvPr>
          <p:cNvCxnSpPr>
            <a:cxnSpLocks/>
          </p:cNvCxnSpPr>
          <p:nvPr/>
        </p:nvCxnSpPr>
        <p:spPr>
          <a:xfrm flipH="1">
            <a:off x="2073089" y="2667894"/>
            <a:ext cx="888885" cy="1334357"/>
          </a:xfrm>
          <a:prstGeom prst="line">
            <a:avLst/>
          </a:prstGeom>
          <a:ln w="9525">
            <a:solidFill>
              <a:srgbClr val="BFBFBF"/>
            </a:solidFill>
          </a:ln>
        </p:spPr>
        <p:style>
          <a:lnRef idx="1">
            <a:schemeClr val="accent1"/>
          </a:lnRef>
          <a:fillRef idx="0">
            <a:schemeClr val="accent1"/>
          </a:fillRef>
          <a:effectRef idx="0">
            <a:schemeClr val="accent1"/>
          </a:effectRef>
          <a:fontRef idx="minor">
            <a:schemeClr val="tx1"/>
          </a:fontRef>
        </p:style>
      </p:cxnSp>
      <p:sp>
        <p:nvSpPr>
          <p:cNvPr id="9" name="Oval 2">
            <a:extLst>
              <a:ext uri="{FF2B5EF4-FFF2-40B4-BE49-F238E27FC236}">
                <a16:creationId xmlns:a16="http://schemas.microsoft.com/office/drawing/2014/main" id="{DA4A816E-0BD9-4E99-98B8-500864D387B3}"/>
              </a:ext>
            </a:extLst>
          </p:cNvPr>
          <p:cNvSpPr>
            <a:spLocks noChangeAspect="1"/>
          </p:cNvSpPr>
          <p:nvPr/>
        </p:nvSpPr>
        <p:spPr>
          <a:xfrm>
            <a:off x="2226936" y="1927377"/>
            <a:ext cx="1470074" cy="1470074"/>
          </a:xfrm>
          <a:prstGeom prst="ellipse">
            <a:avLst/>
          </a:prstGeom>
          <a:solidFill>
            <a:schemeClr val="accent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rial Narrow" panose="020B0606020202030204" pitchFamily="34" charset="0"/>
                <a:ea typeface="+mn-ea"/>
                <a:cs typeface="+mn-cs"/>
              </a:rPr>
              <a:t>ITIL 4 Foundation learning path</a:t>
            </a:r>
          </a:p>
        </p:txBody>
      </p:sp>
      <p:sp>
        <p:nvSpPr>
          <p:cNvPr id="11" name="Oval 2">
            <a:extLst>
              <a:ext uri="{FF2B5EF4-FFF2-40B4-BE49-F238E27FC236}">
                <a16:creationId xmlns:a16="http://schemas.microsoft.com/office/drawing/2014/main" id="{380FA2DF-9B2F-4577-A4AE-44385AD3DFD7}"/>
              </a:ext>
            </a:extLst>
          </p:cNvPr>
          <p:cNvSpPr>
            <a:spLocks noChangeAspect="1"/>
          </p:cNvSpPr>
          <p:nvPr/>
        </p:nvSpPr>
        <p:spPr>
          <a:xfrm>
            <a:off x="3372759" y="848292"/>
            <a:ext cx="1002995" cy="1002995"/>
          </a:xfrm>
          <a:prstGeom prst="ellipse">
            <a:avLst/>
          </a:prstGeom>
          <a:solidFill>
            <a:srgbClr val="BFBFB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Narrow" panose="020B0606020202030204" pitchFamily="34" charset="0"/>
                <a:ea typeface="+mn-ea"/>
                <a:cs typeface="+mn-cs"/>
              </a:rPr>
              <a:t>2. The four dimensions of IT Service Management</a:t>
            </a:r>
          </a:p>
        </p:txBody>
      </p:sp>
      <p:sp>
        <p:nvSpPr>
          <p:cNvPr id="13" name="Oval 2">
            <a:extLst>
              <a:ext uri="{FF2B5EF4-FFF2-40B4-BE49-F238E27FC236}">
                <a16:creationId xmlns:a16="http://schemas.microsoft.com/office/drawing/2014/main" id="{1A1190BB-3B32-46AB-8DCD-051C97FA4E17}"/>
              </a:ext>
            </a:extLst>
          </p:cNvPr>
          <p:cNvSpPr>
            <a:spLocks noChangeAspect="1"/>
          </p:cNvSpPr>
          <p:nvPr/>
        </p:nvSpPr>
        <p:spPr>
          <a:xfrm>
            <a:off x="4136265" y="2160917"/>
            <a:ext cx="1002995" cy="1002995"/>
          </a:xfrm>
          <a:prstGeom prst="ellipse">
            <a:avLst/>
          </a:prstGeom>
          <a:solidFill>
            <a:srgbClr val="BFBFB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Narrow" panose="020B0606020202030204" pitchFamily="34" charset="0"/>
                <a:ea typeface="+mn-ea"/>
                <a:cs typeface="+mn-cs"/>
              </a:rPr>
              <a:t>3. The ITIL 4 service value system</a:t>
            </a:r>
          </a:p>
        </p:txBody>
      </p:sp>
      <p:sp>
        <p:nvSpPr>
          <p:cNvPr id="28" name="Oval 2">
            <a:extLst>
              <a:ext uri="{FF2B5EF4-FFF2-40B4-BE49-F238E27FC236}">
                <a16:creationId xmlns:a16="http://schemas.microsoft.com/office/drawing/2014/main" id="{CA2B993E-DF07-404A-AF77-730D1F1649AC}"/>
              </a:ext>
            </a:extLst>
          </p:cNvPr>
          <p:cNvSpPr>
            <a:spLocks noChangeAspect="1"/>
          </p:cNvSpPr>
          <p:nvPr/>
        </p:nvSpPr>
        <p:spPr>
          <a:xfrm>
            <a:off x="3267445" y="3372251"/>
            <a:ext cx="1209600" cy="1209600"/>
          </a:xfrm>
          <a:prstGeom prst="ellipse">
            <a:avLst/>
          </a:prstGeom>
          <a:solidFill>
            <a:schemeClr val="accent3">
              <a:lumMod val="40000"/>
              <a:lumOff val="60000"/>
            </a:schemeClr>
          </a:solidFill>
          <a:ln w="1270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sp>
        <p:nvSpPr>
          <p:cNvPr id="12" name="Oval 2">
            <a:extLst>
              <a:ext uri="{FF2B5EF4-FFF2-40B4-BE49-F238E27FC236}">
                <a16:creationId xmlns:a16="http://schemas.microsoft.com/office/drawing/2014/main" id="{E51F58DF-6217-49A8-BB62-02A5658082C2}"/>
              </a:ext>
            </a:extLst>
          </p:cNvPr>
          <p:cNvSpPr>
            <a:spLocks noChangeAspect="1"/>
          </p:cNvSpPr>
          <p:nvPr/>
        </p:nvSpPr>
        <p:spPr>
          <a:xfrm>
            <a:off x="3363399" y="3475554"/>
            <a:ext cx="1002995" cy="1002995"/>
          </a:xfrm>
          <a:prstGeom prst="ellipse">
            <a:avLst/>
          </a:prstGeom>
          <a:solidFill>
            <a:schemeClr val="accent3">
              <a:lumMod val="50000"/>
            </a:schemeClr>
          </a:solidFill>
          <a:ln w="12700">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Narrow" panose="020B0606020202030204" pitchFamily="34" charset="0"/>
                <a:ea typeface="+mn-ea"/>
                <a:cs typeface="+mn-cs"/>
              </a:rPr>
              <a:t>4. ITIL 4 management practices</a:t>
            </a:r>
          </a:p>
        </p:txBody>
      </p:sp>
      <p:sp>
        <p:nvSpPr>
          <p:cNvPr id="14" name="Oval 2">
            <a:extLst>
              <a:ext uri="{FF2B5EF4-FFF2-40B4-BE49-F238E27FC236}">
                <a16:creationId xmlns:a16="http://schemas.microsoft.com/office/drawing/2014/main" id="{D442C554-67A6-4D4C-967E-4D9E5164C37F}"/>
              </a:ext>
            </a:extLst>
          </p:cNvPr>
          <p:cNvSpPr>
            <a:spLocks noChangeAspect="1"/>
          </p:cNvSpPr>
          <p:nvPr/>
        </p:nvSpPr>
        <p:spPr>
          <a:xfrm>
            <a:off x="1552420" y="3475554"/>
            <a:ext cx="1002995" cy="1002995"/>
          </a:xfrm>
          <a:prstGeom prst="ellipse">
            <a:avLst/>
          </a:prstGeom>
          <a:solidFill>
            <a:srgbClr val="BFBFB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Narrow" panose="020B0606020202030204" pitchFamily="34" charset="0"/>
                <a:ea typeface="+mn-ea"/>
                <a:cs typeface="+mn-cs"/>
              </a:rPr>
              <a:t>5. Exam simulation</a:t>
            </a:r>
          </a:p>
        </p:txBody>
      </p:sp>
      <p:sp>
        <p:nvSpPr>
          <p:cNvPr id="25" name="Oval 2">
            <a:extLst>
              <a:ext uri="{FF2B5EF4-FFF2-40B4-BE49-F238E27FC236}">
                <a16:creationId xmlns:a16="http://schemas.microsoft.com/office/drawing/2014/main" id="{455960C3-A1BE-4967-8A26-91E1770BCC9F}"/>
              </a:ext>
            </a:extLst>
          </p:cNvPr>
          <p:cNvSpPr>
            <a:spLocks noChangeAspect="1"/>
          </p:cNvSpPr>
          <p:nvPr/>
        </p:nvSpPr>
        <p:spPr>
          <a:xfrm>
            <a:off x="1554081" y="847943"/>
            <a:ext cx="999669" cy="999669"/>
          </a:xfrm>
          <a:prstGeom prst="ellipse">
            <a:avLst/>
          </a:prstGeom>
          <a:solidFill>
            <a:srgbClr val="BFBFB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rial Narrow" panose="020B0606020202030204" pitchFamily="34" charset="0"/>
                <a:ea typeface="+mn-ea"/>
                <a:cs typeface="+mn-cs"/>
              </a:rPr>
              <a:t>1. Key concepts of IT Service Management</a:t>
            </a:r>
          </a:p>
        </p:txBody>
      </p:sp>
    </p:spTree>
    <p:extLst>
      <p:ext uri="{BB962C8B-B14F-4D97-AF65-F5344CB8AC3E}">
        <p14:creationId xmlns:p14="http://schemas.microsoft.com/office/powerpoint/2010/main" val="14547388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ITIL 4 management practices </a:t>
            </a:r>
            <a:r>
              <a:rPr lang="en-GB">
                <a:latin typeface="Arial Narrow" panose="020B0606020202030204" pitchFamily="34" charset="0"/>
              </a:rPr>
              <a:t>| </a:t>
            </a:r>
            <a:r>
              <a:rPr lang="en-GB">
                <a:solidFill>
                  <a:schemeClr val="accent3"/>
                </a:solidFill>
                <a:latin typeface="Arial Narrow" panose="020B0606020202030204" pitchFamily="34" charset="0"/>
              </a:rPr>
              <a:t>Learning objectives</a:t>
            </a:r>
            <a:endParaRPr lang="en-GB">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a:xfrm>
            <a:off x="425945" y="512635"/>
            <a:ext cx="8359468" cy="182130"/>
          </a:xfrm>
        </p:spPr>
        <p:txBody>
          <a:bodyPr/>
          <a:lstStyle/>
          <a:p>
            <a:r>
              <a:rPr lang="en-GB">
                <a:latin typeface="Arial Narrow" panose="020B0606020202030204" pitchFamily="34" charset="0"/>
              </a:rPr>
              <a:t>This chapter aims to present and describe the main practices of ITIL 4 Foundation</a:t>
            </a:r>
          </a:p>
        </p:txBody>
      </p:sp>
      <p:sp>
        <p:nvSpPr>
          <p:cNvPr id="40" name="Rectangle 31">
            <a:extLst>
              <a:ext uri="{FF2B5EF4-FFF2-40B4-BE49-F238E27FC236}">
                <a16:creationId xmlns:a16="http://schemas.microsoft.com/office/drawing/2014/main" id="{ACAD84AD-8CC7-4FBC-994C-B88EF1728CAD}"/>
              </a:ext>
            </a:extLst>
          </p:cNvPr>
          <p:cNvSpPr/>
          <p:nvPr/>
        </p:nvSpPr>
        <p:spPr>
          <a:xfrm>
            <a:off x="18000" y="2649641"/>
            <a:ext cx="9108000"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44083"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42" name="Rectangle 31">
            <a:extLst>
              <a:ext uri="{FF2B5EF4-FFF2-40B4-BE49-F238E27FC236}">
                <a16:creationId xmlns:a16="http://schemas.microsoft.com/office/drawing/2014/main" id="{6A3EB65F-11B8-43A2-9F0B-3AE2EEAC9F7B}"/>
              </a:ext>
            </a:extLst>
          </p:cNvPr>
          <p:cNvSpPr/>
          <p:nvPr/>
        </p:nvSpPr>
        <p:spPr>
          <a:xfrm>
            <a:off x="18000" y="2695549"/>
            <a:ext cx="9108000"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44083"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44" name="TextBox 11">
            <a:extLst>
              <a:ext uri="{FF2B5EF4-FFF2-40B4-BE49-F238E27FC236}">
                <a16:creationId xmlns:a16="http://schemas.microsoft.com/office/drawing/2014/main" id="{8D07C44A-2459-409A-AFE6-955DB8AD2C6C}"/>
              </a:ext>
            </a:extLst>
          </p:cNvPr>
          <p:cNvSpPr txBox="1"/>
          <p:nvPr/>
        </p:nvSpPr>
        <p:spPr>
          <a:xfrm>
            <a:off x="1106497" y="2541566"/>
            <a:ext cx="1795663" cy="307777"/>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Sections covered</a:t>
            </a:r>
            <a:endParaRPr kumimoji="0" lang="en-GB" sz="14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sp>
        <p:nvSpPr>
          <p:cNvPr id="48" name="Rectangle 31">
            <a:extLst>
              <a:ext uri="{FF2B5EF4-FFF2-40B4-BE49-F238E27FC236}">
                <a16:creationId xmlns:a16="http://schemas.microsoft.com/office/drawing/2014/main" id="{BE7D2561-8C1C-480C-8D51-AB3DB1E1B41A}"/>
              </a:ext>
            </a:extLst>
          </p:cNvPr>
          <p:cNvSpPr/>
          <p:nvPr/>
        </p:nvSpPr>
        <p:spPr>
          <a:xfrm>
            <a:off x="18000" y="3183009"/>
            <a:ext cx="9108000" cy="295891"/>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44083"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30" name="Rectangle 1">
            <a:extLst>
              <a:ext uri="{FF2B5EF4-FFF2-40B4-BE49-F238E27FC236}">
                <a16:creationId xmlns:a16="http://schemas.microsoft.com/office/drawing/2014/main" id="{133448CC-7CD5-4084-9C4A-29F7934E5920}"/>
              </a:ext>
            </a:extLst>
          </p:cNvPr>
          <p:cNvSpPr/>
          <p:nvPr/>
        </p:nvSpPr>
        <p:spPr>
          <a:xfrm>
            <a:off x="1415965" y="1273752"/>
            <a:ext cx="3293437" cy="885563"/>
          </a:xfrm>
          <a:prstGeom prst="rect">
            <a:avLst/>
          </a:prstGeom>
        </p:spPr>
        <p:txBody>
          <a:bodyPr wrap="square">
            <a:spAutoFit/>
          </a:bodyPr>
          <a:lstStyle/>
          <a:p>
            <a:pPr marL="214313" marR="0" lvl="0" indent="-214313" algn="l" defTabSz="457200" rtl="0" eaLnBrk="1" fontAlgn="auto" latinLnBrk="0" hangingPunct="1">
              <a:lnSpc>
                <a:spcPct val="120000"/>
              </a:lnSpc>
              <a:spcBef>
                <a:spcPts val="0"/>
              </a:spcBef>
              <a:spcAft>
                <a:spcPts val="0"/>
              </a:spcAft>
              <a:buClr>
                <a:srgbClr val="DA291C"/>
              </a:buClr>
              <a:buSzTx/>
              <a:buFont typeface="Wingdings" panose="05000000000000000000" pitchFamily="2" charset="2"/>
              <a:buChar char="§"/>
              <a:tabLst/>
              <a:defRPr/>
            </a:pPr>
            <a:r>
              <a:rPr kumimoji="0" lang="en-GB"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Present the different </a:t>
            </a: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practices</a:t>
            </a:r>
            <a:r>
              <a:rPr kumimoji="0" lang="en-GB"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 of ITIL 4</a:t>
            </a:r>
          </a:p>
          <a:p>
            <a:pPr marL="214313" marR="0" lvl="0" indent="-214313" algn="l" defTabSz="457200" rtl="0" eaLnBrk="1" fontAlgn="auto" latinLnBrk="0" hangingPunct="1">
              <a:lnSpc>
                <a:spcPct val="120000"/>
              </a:lnSpc>
              <a:spcBef>
                <a:spcPts val="0"/>
              </a:spcBef>
              <a:spcAft>
                <a:spcPts val="0"/>
              </a:spcAft>
              <a:buClr>
                <a:srgbClr val="DA291C"/>
              </a:buClr>
              <a:buSzTx/>
              <a:buFont typeface="Wingdings" panose="05000000000000000000" pitchFamily="2" charset="2"/>
              <a:buChar char="§"/>
              <a:tabLst/>
              <a:defRPr/>
            </a:pPr>
            <a:r>
              <a:rPr kumimoji="0" lang="en-GB"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Describe the </a:t>
            </a: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relationships</a:t>
            </a:r>
            <a:r>
              <a:rPr kumimoji="0" lang="en-GB"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 between the different practices</a:t>
            </a:r>
          </a:p>
          <a:p>
            <a:pPr marL="214313" marR="0" lvl="0" indent="-214313" algn="l" defTabSz="457200" rtl="0" eaLnBrk="1" fontAlgn="auto" latinLnBrk="0" hangingPunct="1">
              <a:lnSpc>
                <a:spcPct val="120000"/>
              </a:lnSpc>
              <a:spcBef>
                <a:spcPts val="0"/>
              </a:spcBef>
              <a:spcAft>
                <a:spcPts val="0"/>
              </a:spcAft>
              <a:buClr>
                <a:srgbClr val="DA291C"/>
              </a:buClr>
              <a:buSzTx/>
              <a:buFont typeface="Wingdings" panose="05000000000000000000" pitchFamily="2" charset="2"/>
              <a:buChar char="§"/>
              <a:tabLst/>
              <a:defRPr/>
            </a:pPr>
            <a:r>
              <a:rPr kumimoji="0" lang="en-GB"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Define the </a:t>
            </a: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purpose</a:t>
            </a:r>
            <a:r>
              <a:rPr kumimoji="0" lang="en-GB"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 of ITIL 4 practices</a:t>
            </a:r>
          </a:p>
        </p:txBody>
      </p:sp>
      <p:sp>
        <p:nvSpPr>
          <p:cNvPr id="56" name="TextBox 22">
            <a:extLst>
              <a:ext uri="{FF2B5EF4-FFF2-40B4-BE49-F238E27FC236}">
                <a16:creationId xmlns:a16="http://schemas.microsoft.com/office/drawing/2014/main" id="{63CFF4BA-5114-4C15-AE92-974F068A5E03}"/>
              </a:ext>
            </a:extLst>
          </p:cNvPr>
          <p:cNvSpPr txBox="1"/>
          <p:nvPr/>
        </p:nvSpPr>
        <p:spPr>
          <a:xfrm>
            <a:off x="4750721" y="985635"/>
            <a:ext cx="3600000" cy="276999"/>
          </a:xfrm>
          <a:prstGeom prst="rect">
            <a:avLst/>
          </a:prstGeom>
          <a:solidFill>
            <a:schemeClr val="accent1"/>
          </a:solidFill>
        </p:spPr>
        <p:txBody>
          <a:bodyPr wrap="square" rtlCol="0">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Main keywords</a:t>
            </a:r>
          </a:p>
        </p:txBody>
      </p:sp>
      <p:sp>
        <p:nvSpPr>
          <p:cNvPr id="65" name="Oval 14">
            <a:extLst>
              <a:ext uri="{FF2B5EF4-FFF2-40B4-BE49-F238E27FC236}">
                <a16:creationId xmlns:a16="http://schemas.microsoft.com/office/drawing/2014/main" id="{E2017DA6-BEEC-4627-BF85-6602BF159C31}"/>
              </a:ext>
            </a:extLst>
          </p:cNvPr>
          <p:cNvSpPr/>
          <p:nvPr/>
        </p:nvSpPr>
        <p:spPr>
          <a:xfrm>
            <a:off x="7765963" y="962536"/>
            <a:ext cx="989648" cy="981817"/>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72" name="Rectangle 1">
            <a:extLst>
              <a:ext uri="{FF2B5EF4-FFF2-40B4-BE49-F238E27FC236}">
                <a16:creationId xmlns:a16="http://schemas.microsoft.com/office/drawing/2014/main" id="{B945589C-C7B3-4AC6-93AE-F391D318D248}"/>
              </a:ext>
            </a:extLst>
          </p:cNvPr>
          <p:cNvSpPr/>
          <p:nvPr/>
        </p:nvSpPr>
        <p:spPr>
          <a:xfrm>
            <a:off x="4750720" y="1273752"/>
            <a:ext cx="3348000" cy="1099019"/>
          </a:xfrm>
          <a:prstGeom prst="rect">
            <a:avLst/>
          </a:prstGeom>
        </p:spPr>
        <p:txBody>
          <a:bodyPr wrap="square" numCol="2" spcCol="180000">
            <a:spAutoFit/>
          </a:bodyPr>
          <a:lstStyle/>
          <a:p>
            <a:pPr marL="214313" marR="0" lvl="0" indent="-214313" algn="l" defTabSz="457200" rtl="0" eaLnBrk="1" fontAlgn="auto" latinLnBrk="0" hangingPunct="1">
              <a:lnSpc>
                <a:spcPct val="120000"/>
              </a:lnSpc>
              <a:spcBef>
                <a:spcPts val="0"/>
              </a:spcBef>
              <a:spcAft>
                <a:spcPts val="0"/>
              </a:spcAft>
              <a:buClr>
                <a:srgbClr val="DA291C"/>
              </a:buClr>
              <a:buSzTx/>
              <a:buFont typeface="Wingdings" panose="05000000000000000000" pitchFamily="2" charset="2"/>
              <a:buChar char="§"/>
              <a:tabLst/>
              <a:defRPr/>
            </a:pP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Practice</a:t>
            </a:r>
          </a:p>
          <a:p>
            <a:pPr marL="214313" marR="0" lvl="0" indent="-214313" algn="l" defTabSz="457200" rtl="0" eaLnBrk="1" fontAlgn="auto" latinLnBrk="0" hangingPunct="1">
              <a:lnSpc>
                <a:spcPct val="120000"/>
              </a:lnSpc>
              <a:spcBef>
                <a:spcPts val="0"/>
              </a:spcBef>
              <a:spcAft>
                <a:spcPts val="0"/>
              </a:spcAft>
              <a:buClr>
                <a:srgbClr val="DA291C"/>
              </a:buClr>
              <a:buSzTx/>
              <a:buFont typeface="Wingdings" panose="05000000000000000000" pitchFamily="2" charset="2"/>
              <a:buChar char="§"/>
              <a:tabLst/>
              <a:defRPr/>
            </a:pP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Relationship</a:t>
            </a:r>
          </a:p>
          <a:p>
            <a:pPr marL="214313" marR="0" lvl="0" indent="-214313" algn="l" defTabSz="457200" rtl="0" eaLnBrk="1" fontAlgn="auto" latinLnBrk="0" hangingPunct="1">
              <a:lnSpc>
                <a:spcPct val="120000"/>
              </a:lnSpc>
              <a:spcBef>
                <a:spcPts val="0"/>
              </a:spcBef>
              <a:spcAft>
                <a:spcPts val="0"/>
              </a:spcAft>
              <a:buClr>
                <a:srgbClr val="DA291C"/>
              </a:buClr>
              <a:buSzTx/>
              <a:buFont typeface="Wingdings" panose="05000000000000000000" pitchFamily="2" charset="2"/>
              <a:buChar char="§"/>
              <a:tabLst/>
              <a:defRPr/>
            </a:pP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Problem</a:t>
            </a:r>
          </a:p>
          <a:p>
            <a:pPr marL="214313" marR="0" lvl="0" indent="-214313" algn="l" defTabSz="457200" rtl="0" eaLnBrk="1" fontAlgn="auto" latinLnBrk="0" hangingPunct="1">
              <a:lnSpc>
                <a:spcPct val="120000"/>
              </a:lnSpc>
              <a:spcBef>
                <a:spcPts val="0"/>
              </a:spcBef>
              <a:spcAft>
                <a:spcPts val="0"/>
              </a:spcAft>
              <a:buClr>
                <a:srgbClr val="DA291C"/>
              </a:buClr>
              <a:buSzTx/>
              <a:buFont typeface="Wingdings" panose="05000000000000000000" pitchFamily="2" charset="2"/>
              <a:buChar char="§"/>
              <a:tabLst/>
              <a:defRPr/>
            </a:pP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Incident</a:t>
            </a:r>
          </a:p>
          <a:p>
            <a:pPr marL="214313" marR="0" lvl="0" indent="-214313" algn="l" defTabSz="457200" rtl="0" eaLnBrk="1" fontAlgn="auto" latinLnBrk="0" hangingPunct="1">
              <a:lnSpc>
                <a:spcPct val="120000"/>
              </a:lnSpc>
              <a:spcBef>
                <a:spcPts val="0"/>
              </a:spcBef>
              <a:spcAft>
                <a:spcPts val="0"/>
              </a:spcAft>
              <a:buClr>
                <a:srgbClr val="DA291C"/>
              </a:buClr>
              <a:buSzTx/>
              <a:buFont typeface="Wingdings" panose="05000000000000000000" pitchFamily="2" charset="2"/>
              <a:buChar char="§"/>
              <a:tabLst/>
              <a:defRPr/>
            </a:pP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Change</a:t>
            </a:r>
          </a:p>
          <a:p>
            <a:pPr marL="214313" marR="0" lvl="0" indent="-214313" algn="l" defTabSz="457200" rtl="0" eaLnBrk="1" fontAlgn="auto" latinLnBrk="0" hangingPunct="1">
              <a:lnSpc>
                <a:spcPct val="120000"/>
              </a:lnSpc>
              <a:spcBef>
                <a:spcPts val="0"/>
              </a:spcBef>
              <a:spcAft>
                <a:spcPts val="0"/>
              </a:spcAft>
              <a:buClr>
                <a:srgbClr val="DA291C"/>
              </a:buClr>
              <a:buSzTx/>
              <a:buFont typeface="Wingdings" panose="05000000000000000000" pitchFamily="2" charset="2"/>
              <a:buChar char="§"/>
              <a:tabLst/>
              <a:defRPr/>
            </a:pP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Configuration</a:t>
            </a:r>
          </a:p>
          <a:p>
            <a:pPr marL="214313" marR="0" lvl="0" indent="-214313" algn="l" defTabSz="457200" rtl="0" eaLnBrk="1" fontAlgn="auto" latinLnBrk="0" hangingPunct="1">
              <a:lnSpc>
                <a:spcPct val="120000"/>
              </a:lnSpc>
              <a:spcBef>
                <a:spcPts val="0"/>
              </a:spcBef>
              <a:spcAft>
                <a:spcPts val="0"/>
              </a:spcAft>
              <a:buClr>
                <a:srgbClr val="DA291C"/>
              </a:buClr>
              <a:buSzTx/>
              <a:buFont typeface="Wingdings" panose="05000000000000000000" pitchFamily="2" charset="2"/>
              <a:buChar char="§"/>
              <a:tabLst/>
              <a:defRPr/>
            </a:pP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Security</a:t>
            </a:r>
          </a:p>
          <a:p>
            <a:pPr marL="214313" marR="0" lvl="0" indent="-214313" algn="l" defTabSz="457200" rtl="0" eaLnBrk="1" fontAlgn="auto" latinLnBrk="0" hangingPunct="1">
              <a:lnSpc>
                <a:spcPct val="120000"/>
              </a:lnSpc>
              <a:spcBef>
                <a:spcPts val="0"/>
              </a:spcBef>
              <a:spcAft>
                <a:spcPts val="0"/>
              </a:spcAft>
              <a:buClr>
                <a:srgbClr val="DA291C"/>
              </a:buClr>
              <a:buSzTx/>
              <a:buFont typeface="Wingdings" panose="05000000000000000000" pitchFamily="2" charset="2"/>
              <a:buChar char="§"/>
              <a:tabLst/>
              <a:defRPr/>
            </a:pP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Suppliers</a:t>
            </a:r>
          </a:p>
          <a:p>
            <a:pPr marL="214313" marR="0" lvl="0" indent="-214313" algn="l" defTabSz="457200" rtl="0" eaLnBrk="1" fontAlgn="auto" latinLnBrk="0" hangingPunct="1">
              <a:lnSpc>
                <a:spcPct val="120000"/>
              </a:lnSpc>
              <a:spcBef>
                <a:spcPts val="0"/>
              </a:spcBef>
              <a:spcAft>
                <a:spcPts val="0"/>
              </a:spcAft>
              <a:buClr>
                <a:srgbClr val="DA291C"/>
              </a:buClr>
              <a:buSzTx/>
              <a:buFont typeface="Wingdings" panose="05000000000000000000" pitchFamily="2" charset="2"/>
              <a:buChar char="§"/>
              <a:tabLst/>
              <a:defRPr/>
            </a:pP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Release</a:t>
            </a:r>
          </a:p>
          <a:p>
            <a:pPr marL="214313" marR="0" lvl="0" indent="-214313" algn="l" defTabSz="457200" rtl="0" eaLnBrk="1" fontAlgn="auto" latinLnBrk="0" hangingPunct="1">
              <a:lnSpc>
                <a:spcPct val="120000"/>
              </a:lnSpc>
              <a:spcBef>
                <a:spcPts val="0"/>
              </a:spcBef>
              <a:spcAft>
                <a:spcPts val="0"/>
              </a:spcAft>
              <a:buClr>
                <a:srgbClr val="DA291C"/>
              </a:buClr>
              <a:buSzTx/>
              <a:buFont typeface="Wingdings" panose="05000000000000000000" pitchFamily="2" charset="2"/>
              <a:buChar char="§"/>
              <a:tabLst/>
              <a:defRPr/>
            </a:pP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Service Request</a:t>
            </a:r>
          </a:p>
        </p:txBody>
      </p:sp>
      <p:pic>
        <p:nvPicPr>
          <p:cNvPr id="14" name="Elemento grafico 13" descr="Chiave con riempimento a tinta unita">
            <a:extLst>
              <a:ext uri="{FF2B5EF4-FFF2-40B4-BE49-F238E27FC236}">
                <a16:creationId xmlns:a16="http://schemas.microsoft.com/office/drawing/2014/main" id="{30BE0810-D371-44D6-8E9A-C83EADF2885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82936" y="1075593"/>
            <a:ext cx="755703" cy="755703"/>
          </a:xfrm>
          <a:prstGeom prst="rect">
            <a:avLst/>
          </a:prstGeom>
        </p:spPr>
      </p:pic>
      <p:sp>
        <p:nvSpPr>
          <p:cNvPr id="43" name="TextBox 22">
            <a:extLst>
              <a:ext uri="{FF2B5EF4-FFF2-40B4-BE49-F238E27FC236}">
                <a16:creationId xmlns:a16="http://schemas.microsoft.com/office/drawing/2014/main" id="{32720167-FEEC-4AEF-A26E-C7BF236FFDDC}"/>
              </a:ext>
            </a:extLst>
          </p:cNvPr>
          <p:cNvSpPr txBox="1"/>
          <p:nvPr/>
        </p:nvSpPr>
        <p:spPr>
          <a:xfrm>
            <a:off x="971122" y="985635"/>
            <a:ext cx="3738280" cy="276999"/>
          </a:xfrm>
          <a:prstGeom prst="rect">
            <a:avLst/>
          </a:prstGeom>
          <a:solidFill>
            <a:schemeClr val="accent1"/>
          </a:solidFill>
        </p:spPr>
        <p:txBody>
          <a:bodyPr wrap="square" rtlCol="0">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FFFFFF"/>
                </a:solidFill>
                <a:effectLst/>
                <a:uLnTx/>
                <a:uFillTx/>
                <a:latin typeface="Arial Narrow" panose="020B0606020202030204" pitchFamily="34" charset="0"/>
                <a:ea typeface="+mn-ea"/>
                <a:cs typeface="+mn-cs"/>
              </a:rPr>
              <a:t>Objectives</a:t>
            </a:r>
          </a:p>
        </p:txBody>
      </p:sp>
      <p:sp>
        <p:nvSpPr>
          <p:cNvPr id="32" name="Oval 14">
            <a:extLst>
              <a:ext uri="{FF2B5EF4-FFF2-40B4-BE49-F238E27FC236}">
                <a16:creationId xmlns:a16="http://schemas.microsoft.com/office/drawing/2014/main" id="{B03ECD35-60C0-4EC8-9355-985026ED91F8}"/>
              </a:ext>
            </a:extLst>
          </p:cNvPr>
          <p:cNvSpPr/>
          <p:nvPr/>
        </p:nvSpPr>
        <p:spPr>
          <a:xfrm>
            <a:off x="388390" y="962536"/>
            <a:ext cx="989648" cy="981817"/>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grpSp>
        <p:nvGrpSpPr>
          <p:cNvPr id="33" name="Group 16">
            <a:extLst>
              <a:ext uri="{FF2B5EF4-FFF2-40B4-BE49-F238E27FC236}">
                <a16:creationId xmlns:a16="http://schemas.microsoft.com/office/drawing/2014/main" id="{25B707AD-C9CE-42B9-A5D1-F2E594BCCE2F}"/>
              </a:ext>
            </a:extLst>
          </p:cNvPr>
          <p:cNvGrpSpPr/>
          <p:nvPr/>
        </p:nvGrpSpPr>
        <p:grpSpPr>
          <a:xfrm>
            <a:off x="573634" y="1235943"/>
            <a:ext cx="618530" cy="434965"/>
            <a:chOff x="808193" y="4678532"/>
            <a:chExt cx="855892" cy="593349"/>
          </a:xfrm>
          <a:solidFill>
            <a:srgbClr val="0B233E"/>
          </a:solidFill>
        </p:grpSpPr>
        <p:sp>
          <p:nvSpPr>
            <p:cNvPr id="34" name="Freeform 26">
              <a:extLst>
                <a:ext uri="{FF2B5EF4-FFF2-40B4-BE49-F238E27FC236}">
                  <a16:creationId xmlns:a16="http://schemas.microsoft.com/office/drawing/2014/main" id="{4744CCC4-447B-4699-9A30-3782C3E5FEAF}"/>
                </a:ext>
              </a:extLst>
            </p:cNvPr>
            <p:cNvSpPr>
              <a:spLocks/>
            </p:cNvSpPr>
            <p:nvPr/>
          </p:nvSpPr>
          <p:spPr bwMode="auto">
            <a:xfrm>
              <a:off x="883455" y="4967329"/>
              <a:ext cx="129522" cy="126021"/>
            </a:xfrm>
            <a:custGeom>
              <a:avLst/>
              <a:gdLst>
                <a:gd name="T0" fmla="*/ 40 w 45"/>
                <a:gd name="T1" fmla="*/ 0 h 44"/>
                <a:gd name="T2" fmla="*/ 0 w 45"/>
                <a:gd name="T3" fmla="*/ 40 h 44"/>
                <a:gd name="T4" fmla="*/ 5 w 45"/>
                <a:gd name="T5" fmla="*/ 44 h 44"/>
                <a:gd name="T6" fmla="*/ 10 w 45"/>
                <a:gd name="T7" fmla="*/ 40 h 44"/>
                <a:gd name="T8" fmla="*/ 40 w 45"/>
                <a:gd name="T9" fmla="*/ 9 h 44"/>
                <a:gd name="T10" fmla="*/ 45 w 45"/>
                <a:gd name="T11" fmla="*/ 4 h 44"/>
                <a:gd name="T12" fmla="*/ 40 w 45"/>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45" h="44">
                  <a:moveTo>
                    <a:pt x="40" y="0"/>
                  </a:moveTo>
                  <a:cubicBezTo>
                    <a:pt x="18" y="0"/>
                    <a:pt x="0" y="18"/>
                    <a:pt x="0" y="40"/>
                  </a:cubicBezTo>
                  <a:cubicBezTo>
                    <a:pt x="0" y="42"/>
                    <a:pt x="2" y="44"/>
                    <a:pt x="5" y="44"/>
                  </a:cubicBezTo>
                  <a:cubicBezTo>
                    <a:pt x="8" y="44"/>
                    <a:pt x="10" y="42"/>
                    <a:pt x="10" y="40"/>
                  </a:cubicBezTo>
                  <a:cubicBezTo>
                    <a:pt x="10" y="23"/>
                    <a:pt x="23" y="9"/>
                    <a:pt x="40" y="9"/>
                  </a:cubicBezTo>
                  <a:cubicBezTo>
                    <a:pt x="43" y="9"/>
                    <a:pt x="45" y="7"/>
                    <a:pt x="45" y="4"/>
                  </a:cubicBezTo>
                  <a:cubicBezTo>
                    <a:pt x="45" y="2"/>
                    <a:pt x="43" y="0"/>
                    <a:pt x="40"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56710" tIns="28355" rIns="56710" bIns="28355" numCol="1" anchor="t" anchorCtr="0" compatLnSpc="1">
              <a:prstTxWarp prst="textNoShape">
                <a:avLst/>
              </a:prstTxWarp>
            </a:bodyPr>
            <a:lstStyle/>
            <a:p>
              <a:pPr marL="0" marR="0" lvl="0" indent="0" algn="l" defTabSz="514350" rtl="0" eaLnBrk="1" fontAlgn="auto" latinLnBrk="0" hangingPunct="1">
                <a:lnSpc>
                  <a:spcPct val="100000"/>
                </a:lnSpc>
                <a:spcBef>
                  <a:spcPts val="0"/>
                </a:spcBef>
                <a:spcAft>
                  <a:spcPts val="0"/>
                </a:spcAft>
                <a:buClrTx/>
                <a:buSzTx/>
                <a:buFontTx/>
                <a:buNone/>
                <a:tabLst/>
                <a:defRPr/>
              </a:pPr>
              <a:endParaRPr kumimoji="0" lang="en-GB" sz="1241" b="0" i="0" u="none" strike="noStrike" kern="1200" cap="none" spc="0" normalizeH="0" baseline="0" noProof="0">
                <a:ln>
                  <a:noFill/>
                </a:ln>
                <a:solidFill>
                  <a:prstClr val="black"/>
                </a:solidFill>
                <a:effectLst/>
                <a:uLnTx/>
                <a:uFillTx/>
                <a:latin typeface="Arial Narrow" panose="020B0606020202030204" pitchFamily="34" charset="0"/>
                <a:ea typeface="+mn-ea"/>
                <a:cs typeface="+mn-cs"/>
              </a:endParaRPr>
            </a:p>
          </p:txBody>
        </p:sp>
        <p:sp>
          <p:nvSpPr>
            <p:cNvPr id="35" name="Freeform 27">
              <a:extLst>
                <a:ext uri="{FF2B5EF4-FFF2-40B4-BE49-F238E27FC236}">
                  <a16:creationId xmlns:a16="http://schemas.microsoft.com/office/drawing/2014/main" id="{933C2568-9AFB-4274-81BB-D63310C93E82}"/>
                </a:ext>
              </a:extLst>
            </p:cNvPr>
            <p:cNvSpPr>
              <a:spLocks/>
            </p:cNvSpPr>
            <p:nvPr/>
          </p:nvSpPr>
          <p:spPr bwMode="auto">
            <a:xfrm>
              <a:off x="1357785" y="4967329"/>
              <a:ext cx="127771" cy="126021"/>
            </a:xfrm>
            <a:custGeom>
              <a:avLst/>
              <a:gdLst>
                <a:gd name="T0" fmla="*/ 40 w 44"/>
                <a:gd name="T1" fmla="*/ 0 h 44"/>
                <a:gd name="T2" fmla="*/ 0 w 44"/>
                <a:gd name="T3" fmla="*/ 40 h 44"/>
                <a:gd name="T4" fmla="*/ 5 w 44"/>
                <a:gd name="T5" fmla="*/ 44 h 44"/>
                <a:gd name="T6" fmla="*/ 9 w 44"/>
                <a:gd name="T7" fmla="*/ 40 h 44"/>
                <a:gd name="T8" fmla="*/ 40 w 44"/>
                <a:gd name="T9" fmla="*/ 9 h 44"/>
                <a:gd name="T10" fmla="*/ 44 w 44"/>
                <a:gd name="T11" fmla="*/ 4 h 44"/>
                <a:gd name="T12" fmla="*/ 40 w 44"/>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44" h="44">
                  <a:moveTo>
                    <a:pt x="40" y="0"/>
                  </a:moveTo>
                  <a:cubicBezTo>
                    <a:pt x="18" y="0"/>
                    <a:pt x="0" y="18"/>
                    <a:pt x="0" y="40"/>
                  </a:cubicBezTo>
                  <a:cubicBezTo>
                    <a:pt x="0" y="42"/>
                    <a:pt x="2" y="44"/>
                    <a:pt x="5" y="44"/>
                  </a:cubicBezTo>
                  <a:cubicBezTo>
                    <a:pt x="7" y="44"/>
                    <a:pt x="9" y="42"/>
                    <a:pt x="9" y="40"/>
                  </a:cubicBezTo>
                  <a:cubicBezTo>
                    <a:pt x="9" y="23"/>
                    <a:pt x="23" y="9"/>
                    <a:pt x="40" y="9"/>
                  </a:cubicBezTo>
                  <a:cubicBezTo>
                    <a:pt x="42" y="9"/>
                    <a:pt x="44" y="7"/>
                    <a:pt x="44" y="4"/>
                  </a:cubicBezTo>
                  <a:cubicBezTo>
                    <a:pt x="44" y="2"/>
                    <a:pt x="42" y="0"/>
                    <a:pt x="40"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56710" tIns="28355" rIns="56710" bIns="28355" numCol="1" anchor="t" anchorCtr="0" compatLnSpc="1">
              <a:prstTxWarp prst="textNoShape">
                <a:avLst/>
              </a:prstTxWarp>
            </a:bodyPr>
            <a:lstStyle/>
            <a:p>
              <a:pPr marL="0" marR="0" lvl="0" indent="0" algn="l" defTabSz="514350" rtl="0" eaLnBrk="1" fontAlgn="auto" latinLnBrk="0" hangingPunct="1">
                <a:lnSpc>
                  <a:spcPct val="100000"/>
                </a:lnSpc>
                <a:spcBef>
                  <a:spcPts val="0"/>
                </a:spcBef>
                <a:spcAft>
                  <a:spcPts val="0"/>
                </a:spcAft>
                <a:buClrTx/>
                <a:buSzTx/>
                <a:buFontTx/>
                <a:buNone/>
                <a:tabLst/>
                <a:defRPr/>
              </a:pPr>
              <a:endParaRPr kumimoji="0" lang="en-GB" sz="1241" b="0" i="0" u="none" strike="noStrike" kern="1200" cap="none" spc="0" normalizeH="0" baseline="0" noProof="0">
                <a:ln>
                  <a:noFill/>
                </a:ln>
                <a:solidFill>
                  <a:prstClr val="black"/>
                </a:solidFill>
                <a:effectLst/>
                <a:uLnTx/>
                <a:uFillTx/>
                <a:latin typeface="Arial Narrow" panose="020B0606020202030204" pitchFamily="34" charset="0"/>
                <a:ea typeface="+mn-ea"/>
                <a:cs typeface="+mn-cs"/>
              </a:endParaRPr>
            </a:p>
          </p:txBody>
        </p:sp>
        <p:sp>
          <p:nvSpPr>
            <p:cNvPr id="36" name="Freeform 28">
              <a:extLst>
                <a:ext uri="{FF2B5EF4-FFF2-40B4-BE49-F238E27FC236}">
                  <a16:creationId xmlns:a16="http://schemas.microsoft.com/office/drawing/2014/main" id="{2601AEEC-F6DA-4244-A766-E3DF537A7C24}"/>
                </a:ext>
              </a:extLst>
            </p:cNvPr>
            <p:cNvSpPr>
              <a:spLocks/>
            </p:cNvSpPr>
            <p:nvPr/>
          </p:nvSpPr>
          <p:spPr bwMode="auto">
            <a:xfrm>
              <a:off x="934214" y="4678532"/>
              <a:ext cx="600350" cy="222288"/>
            </a:xfrm>
            <a:custGeom>
              <a:avLst/>
              <a:gdLst>
                <a:gd name="T0" fmla="*/ 81 w 208"/>
                <a:gd name="T1" fmla="*/ 77 h 77"/>
                <a:gd name="T2" fmla="*/ 128 w 208"/>
                <a:gd name="T3" fmla="*/ 77 h 77"/>
                <a:gd name="T4" fmla="*/ 184 w 208"/>
                <a:gd name="T5" fmla="*/ 52 h 77"/>
                <a:gd name="T6" fmla="*/ 208 w 208"/>
                <a:gd name="T7" fmla="*/ 56 h 77"/>
                <a:gd name="T8" fmla="*/ 181 w 208"/>
                <a:gd name="T9" fmla="*/ 18 h 77"/>
                <a:gd name="T10" fmla="*/ 177 w 208"/>
                <a:gd name="T11" fmla="*/ 11 h 77"/>
                <a:gd name="T12" fmla="*/ 177 w 208"/>
                <a:gd name="T13" fmla="*/ 11 h 77"/>
                <a:gd name="T14" fmla="*/ 177 w 208"/>
                <a:gd name="T15" fmla="*/ 11 h 77"/>
                <a:gd name="T16" fmla="*/ 152 w 208"/>
                <a:gd name="T17" fmla="*/ 0 h 77"/>
                <a:gd name="T18" fmla="*/ 127 w 208"/>
                <a:gd name="T19" fmla="*/ 11 h 77"/>
                <a:gd name="T20" fmla="*/ 82 w 208"/>
                <a:gd name="T21" fmla="*/ 11 h 77"/>
                <a:gd name="T22" fmla="*/ 57 w 208"/>
                <a:gd name="T23" fmla="*/ 0 h 77"/>
                <a:gd name="T24" fmla="*/ 32 w 208"/>
                <a:gd name="T25" fmla="*/ 11 h 77"/>
                <a:gd name="T26" fmla="*/ 32 w 208"/>
                <a:gd name="T27" fmla="*/ 11 h 77"/>
                <a:gd name="T28" fmla="*/ 0 w 208"/>
                <a:gd name="T29" fmla="*/ 56 h 77"/>
                <a:gd name="T30" fmla="*/ 25 w 208"/>
                <a:gd name="T31" fmla="*/ 52 h 77"/>
                <a:gd name="T32" fmla="*/ 81 w 208"/>
                <a:gd name="T33"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08" h="77">
                  <a:moveTo>
                    <a:pt x="81" y="77"/>
                  </a:moveTo>
                  <a:cubicBezTo>
                    <a:pt x="128" y="77"/>
                    <a:pt x="128" y="77"/>
                    <a:pt x="128" y="77"/>
                  </a:cubicBezTo>
                  <a:cubicBezTo>
                    <a:pt x="139" y="62"/>
                    <a:pt x="161" y="52"/>
                    <a:pt x="184" y="52"/>
                  </a:cubicBezTo>
                  <a:cubicBezTo>
                    <a:pt x="193" y="52"/>
                    <a:pt x="201" y="53"/>
                    <a:pt x="208" y="56"/>
                  </a:cubicBezTo>
                  <a:cubicBezTo>
                    <a:pt x="181" y="18"/>
                    <a:pt x="181" y="18"/>
                    <a:pt x="181" y="18"/>
                  </a:cubicBezTo>
                  <a:cubicBezTo>
                    <a:pt x="180" y="15"/>
                    <a:pt x="179" y="13"/>
                    <a:pt x="177" y="11"/>
                  </a:cubicBezTo>
                  <a:cubicBezTo>
                    <a:pt x="177" y="11"/>
                    <a:pt x="177" y="11"/>
                    <a:pt x="177" y="11"/>
                  </a:cubicBezTo>
                  <a:cubicBezTo>
                    <a:pt x="177" y="11"/>
                    <a:pt x="177" y="11"/>
                    <a:pt x="177" y="11"/>
                  </a:cubicBezTo>
                  <a:cubicBezTo>
                    <a:pt x="171" y="4"/>
                    <a:pt x="162" y="0"/>
                    <a:pt x="152" y="0"/>
                  </a:cubicBezTo>
                  <a:cubicBezTo>
                    <a:pt x="142" y="0"/>
                    <a:pt x="134" y="4"/>
                    <a:pt x="127" y="11"/>
                  </a:cubicBezTo>
                  <a:cubicBezTo>
                    <a:pt x="82" y="11"/>
                    <a:pt x="82" y="11"/>
                    <a:pt x="82" y="11"/>
                  </a:cubicBezTo>
                  <a:cubicBezTo>
                    <a:pt x="76" y="4"/>
                    <a:pt x="67" y="0"/>
                    <a:pt x="57" y="0"/>
                  </a:cubicBezTo>
                  <a:cubicBezTo>
                    <a:pt x="47" y="0"/>
                    <a:pt x="38" y="4"/>
                    <a:pt x="32" y="11"/>
                  </a:cubicBezTo>
                  <a:cubicBezTo>
                    <a:pt x="32" y="11"/>
                    <a:pt x="32" y="11"/>
                    <a:pt x="32" y="11"/>
                  </a:cubicBezTo>
                  <a:cubicBezTo>
                    <a:pt x="0" y="56"/>
                    <a:pt x="0" y="56"/>
                    <a:pt x="0" y="56"/>
                  </a:cubicBezTo>
                  <a:cubicBezTo>
                    <a:pt x="8" y="53"/>
                    <a:pt x="16" y="52"/>
                    <a:pt x="25" y="52"/>
                  </a:cubicBezTo>
                  <a:cubicBezTo>
                    <a:pt x="48" y="52"/>
                    <a:pt x="70" y="62"/>
                    <a:pt x="81" y="7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56710" tIns="28355" rIns="56710" bIns="28355" numCol="1" anchor="t" anchorCtr="0" compatLnSpc="1">
              <a:prstTxWarp prst="textNoShape">
                <a:avLst/>
              </a:prstTxWarp>
            </a:bodyPr>
            <a:lstStyle/>
            <a:p>
              <a:pPr marL="0" marR="0" lvl="0" indent="0" algn="l" defTabSz="514350" rtl="0" eaLnBrk="1" fontAlgn="auto" latinLnBrk="0" hangingPunct="1">
                <a:lnSpc>
                  <a:spcPct val="100000"/>
                </a:lnSpc>
                <a:spcBef>
                  <a:spcPts val="0"/>
                </a:spcBef>
                <a:spcAft>
                  <a:spcPts val="0"/>
                </a:spcAft>
                <a:buClrTx/>
                <a:buSzTx/>
                <a:buFontTx/>
                <a:buNone/>
                <a:tabLst/>
                <a:defRPr/>
              </a:pPr>
              <a:endParaRPr kumimoji="0" lang="en-GB" sz="1241" b="0" i="0" u="none" strike="noStrike" kern="1200" cap="none" spc="0" normalizeH="0" baseline="0" noProof="0">
                <a:ln>
                  <a:noFill/>
                </a:ln>
                <a:solidFill>
                  <a:prstClr val="black"/>
                </a:solidFill>
                <a:effectLst/>
                <a:uLnTx/>
                <a:uFillTx/>
                <a:latin typeface="Arial Narrow" panose="020B0606020202030204" pitchFamily="34" charset="0"/>
                <a:ea typeface="+mn-ea"/>
                <a:cs typeface="+mn-cs"/>
              </a:endParaRPr>
            </a:p>
          </p:txBody>
        </p:sp>
        <p:sp>
          <p:nvSpPr>
            <p:cNvPr id="37" name="Freeform 29">
              <a:extLst>
                <a:ext uri="{FF2B5EF4-FFF2-40B4-BE49-F238E27FC236}">
                  <a16:creationId xmlns:a16="http://schemas.microsoft.com/office/drawing/2014/main" id="{F6F83F23-B142-41C6-A95B-13BC6E08DF51}"/>
                </a:ext>
              </a:extLst>
            </p:cNvPr>
            <p:cNvSpPr>
              <a:spLocks noEditPoints="1"/>
            </p:cNvSpPr>
            <p:nvPr/>
          </p:nvSpPr>
          <p:spPr bwMode="auto">
            <a:xfrm>
              <a:off x="808193" y="4857061"/>
              <a:ext cx="855892" cy="414820"/>
            </a:xfrm>
            <a:custGeom>
              <a:avLst/>
              <a:gdLst>
                <a:gd name="T0" fmla="*/ 280 w 297"/>
                <a:gd name="T1" fmla="*/ 34 h 144"/>
                <a:gd name="T2" fmla="*/ 268 w 297"/>
                <a:gd name="T3" fmla="*/ 17 h 144"/>
                <a:gd name="T4" fmla="*/ 228 w 297"/>
                <a:gd name="T5" fmla="*/ 0 h 144"/>
                <a:gd name="T6" fmla="*/ 179 w 297"/>
                <a:gd name="T7" fmla="*/ 23 h 144"/>
                <a:gd name="T8" fmla="*/ 178 w 297"/>
                <a:gd name="T9" fmla="*/ 25 h 144"/>
                <a:gd name="T10" fmla="*/ 119 w 297"/>
                <a:gd name="T11" fmla="*/ 25 h 144"/>
                <a:gd name="T12" fmla="*/ 118 w 297"/>
                <a:gd name="T13" fmla="*/ 23 h 144"/>
                <a:gd name="T14" fmla="*/ 69 w 297"/>
                <a:gd name="T15" fmla="*/ 0 h 144"/>
                <a:gd name="T16" fmla="*/ 24 w 297"/>
                <a:gd name="T17" fmla="*/ 23 h 144"/>
                <a:gd name="T18" fmla="*/ 23 w 297"/>
                <a:gd name="T19" fmla="*/ 24 h 144"/>
                <a:gd name="T20" fmla="*/ 15 w 297"/>
                <a:gd name="T21" fmla="*/ 36 h 144"/>
                <a:gd name="T22" fmla="*/ 0 w 297"/>
                <a:gd name="T23" fmla="*/ 78 h 144"/>
                <a:gd name="T24" fmla="*/ 66 w 297"/>
                <a:gd name="T25" fmla="*/ 144 h 144"/>
                <a:gd name="T26" fmla="*/ 116 w 297"/>
                <a:gd name="T27" fmla="*/ 121 h 144"/>
                <a:gd name="T28" fmla="*/ 116 w 297"/>
                <a:gd name="T29" fmla="*/ 122 h 144"/>
                <a:gd name="T30" fmla="*/ 117 w 297"/>
                <a:gd name="T31" fmla="*/ 120 h 144"/>
                <a:gd name="T32" fmla="*/ 118 w 297"/>
                <a:gd name="T33" fmla="*/ 120 h 144"/>
                <a:gd name="T34" fmla="*/ 128 w 297"/>
                <a:gd name="T35" fmla="*/ 110 h 144"/>
                <a:gd name="T36" fmla="*/ 149 w 297"/>
                <a:gd name="T37" fmla="*/ 120 h 144"/>
                <a:gd name="T38" fmla="*/ 169 w 297"/>
                <a:gd name="T39" fmla="*/ 110 h 144"/>
                <a:gd name="T40" fmla="*/ 179 w 297"/>
                <a:gd name="T41" fmla="*/ 119 h 144"/>
                <a:gd name="T42" fmla="*/ 180 w 297"/>
                <a:gd name="T43" fmla="*/ 121 h 144"/>
                <a:gd name="T44" fmla="*/ 181 w 297"/>
                <a:gd name="T45" fmla="*/ 122 h 144"/>
                <a:gd name="T46" fmla="*/ 181 w 297"/>
                <a:gd name="T47" fmla="*/ 122 h 144"/>
                <a:gd name="T48" fmla="*/ 231 w 297"/>
                <a:gd name="T49" fmla="*/ 144 h 144"/>
                <a:gd name="T50" fmla="*/ 297 w 297"/>
                <a:gd name="T51" fmla="*/ 78 h 144"/>
                <a:gd name="T52" fmla="*/ 280 w 297"/>
                <a:gd name="T53" fmla="*/ 34 h 144"/>
                <a:gd name="T54" fmla="*/ 66 w 297"/>
                <a:gd name="T55" fmla="*/ 126 h 144"/>
                <a:gd name="T56" fmla="*/ 18 w 297"/>
                <a:gd name="T57" fmla="*/ 78 h 144"/>
                <a:gd name="T58" fmla="*/ 66 w 297"/>
                <a:gd name="T59" fmla="*/ 29 h 144"/>
                <a:gd name="T60" fmla="*/ 115 w 297"/>
                <a:gd name="T61" fmla="*/ 78 h 144"/>
                <a:gd name="T62" fmla="*/ 66 w 297"/>
                <a:gd name="T63" fmla="*/ 126 h 144"/>
                <a:gd name="T64" fmla="*/ 149 w 297"/>
                <a:gd name="T65" fmla="*/ 111 h 144"/>
                <a:gd name="T66" fmla="*/ 132 w 297"/>
                <a:gd name="T67" fmla="*/ 94 h 144"/>
                <a:gd name="T68" fmla="*/ 149 w 297"/>
                <a:gd name="T69" fmla="*/ 78 h 144"/>
                <a:gd name="T70" fmla="*/ 165 w 297"/>
                <a:gd name="T71" fmla="*/ 94 h 144"/>
                <a:gd name="T72" fmla="*/ 149 w 297"/>
                <a:gd name="T73" fmla="*/ 111 h 144"/>
                <a:gd name="T74" fmla="*/ 231 w 297"/>
                <a:gd name="T75" fmla="*/ 126 h 144"/>
                <a:gd name="T76" fmla="*/ 183 w 297"/>
                <a:gd name="T77" fmla="*/ 78 h 144"/>
                <a:gd name="T78" fmla="*/ 231 w 297"/>
                <a:gd name="T79" fmla="*/ 29 h 144"/>
                <a:gd name="T80" fmla="*/ 279 w 297"/>
                <a:gd name="T81" fmla="*/ 78 h 144"/>
                <a:gd name="T82" fmla="*/ 231 w 297"/>
                <a:gd name="T83" fmla="*/ 126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97" h="144">
                  <a:moveTo>
                    <a:pt x="280" y="34"/>
                  </a:moveTo>
                  <a:cubicBezTo>
                    <a:pt x="268" y="17"/>
                    <a:pt x="268" y="17"/>
                    <a:pt x="268" y="17"/>
                  </a:cubicBezTo>
                  <a:cubicBezTo>
                    <a:pt x="259" y="6"/>
                    <a:pt x="244" y="0"/>
                    <a:pt x="228" y="0"/>
                  </a:cubicBezTo>
                  <a:cubicBezTo>
                    <a:pt x="208" y="0"/>
                    <a:pt x="187" y="9"/>
                    <a:pt x="179" y="23"/>
                  </a:cubicBezTo>
                  <a:cubicBezTo>
                    <a:pt x="178" y="25"/>
                    <a:pt x="178" y="25"/>
                    <a:pt x="178" y="25"/>
                  </a:cubicBezTo>
                  <a:cubicBezTo>
                    <a:pt x="119" y="25"/>
                    <a:pt x="119" y="25"/>
                    <a:pt x="119" y="25"/>
                  </a:cubicBezTo>
                  <a:cubicBezTo>
                    <a:pt x="118" y="23"/>
                    <a:pt x="118" y="23"/>
                    <a:pt x="118" y="23"/>
                  </a:cubicBezTo>
                  <a:cubicBezTo>
                    <a:pt x="110" y="9"/>
                    <a:pt x="89" y="0"/>
                    <a:pt x="69" y="0"/>
                  </a:cubicBezTo>
                  <a:cubicBezTo>
                    <a:pt x="50" y="0"/>
                    <a:pt x="33" y="9"/>
                    <a:pt x="24" y="23"/>
                  </a:cubicBezTo>
                  <a:cubicBezTo>
                    <a:pt x="24" y="23"/>
                    <a:pt x="24" y="23"/>
                    <a:pt x="23" y="24"/>
                  </a:cubicBezTo>
                  <a:cubicBezTo>
                    <a:pt x="15" y="36"/>
                    <a:pt x="15" y="36"/>
                    <a:pt x="15" y="36"/>
                  </a:cubicBezTo>
                  <a:cubicBezTo>
                    <a:pt x="5" y="47"/>
                    <a:pt x="0" y="62"/>
                    <a:pt x="0" y="78"/>
                  </a:cubicBezTo>
                  <a:cubicBezTo>
                    <a:pt x="0" y="114"/>
                    <a:pt x="30" y="144"/>
                    <a:pt x="66" y="144"/>
                  </a:cubicBezTo>
                  <a:cubicBezTo>
                    <a:pt x="86" y="144"/>
                    <a:pt x="104" y="135"/>
                    <a:pt x="116" y="121"/>
                  </a:cubicBezTo>
                  <a:cubicBezTo>
                    <a:pt x="116" y="122"/>
                    <a:pt x="116" y="122"/>
                    <a:pt x="116" y="122"/>
                  </a:cubicBezTo>
                  <a:cubicBezTo>
                    <a:pt x="117" y="121"/>
                    <a:pt x="117" y="120"/>
                    <a:pt x="117" y="120"/>
                  </a:cubicBezTo>
                  <a:cubicBezTo>
                    <a:pt x="117" y="120"/>
                    <a:pt x="117" y="120"/>
                    <a:pt x="118" y="120"/>
                  </a:cubicBezTo>
                  <a:cubicBezTo>
                    <a:pt x="121" y="116"/>
                    <a:pt x="124" y="113"/>
                    <a:pt x="128" y="110"/>
                  </a:cubicBezTo>
                  <a:cubicBezTo>
                    <a:pt x="133" y="116"/>
                    <a:pt x="140" y="120"/>
                    <a:pt x="149" y="120"/>
                  </a:cubicBezTo>
                  <a:cubicBezTo>
                    <a:pt x="157" y="120"/>
                    <a:pt x="164" y="116"/>
                    <a:pt x="169" y="110"/>
                  </a:cubicBezTo>
                  <a:cubicBezTo>
                    <a:pt x="173" y="113"/>
                    <a:pt x="176" y="115"/>
                    <a:pt x="179" y="119"/>
                  </a:cubicBezTo>
                  <a:cubicBezTo>
                    <a:pt x="179" y="120"/>
                    <a:pt x="180" y="120"/>
                    <a:pt x="180" y="121"/>
                  </a:cubicBezTo>
                  <a:cubicBezTo>
                    <a:pt x="181" y="121"/>
                    <a:pt x="181" y="121"/>
                    <a:pt x="181" y="122"/>
                  </a:cubicBezTo>
                  <a:cubicBezTo>
                    <a:pt x="181" y="122"/>
                    <a:pt x="181" y="122"/>
                    <a:pt x="181" y="122"/>
                  </a:cubicBezTo>
                  <a:cubicBezTo>
                    <a:pt x="193" y="135"/>
                    <a:pt x="211" y="144"/>
                    <a:pt x="231" y="144"/>
                  </a:cubicBezTo>
                  <a:cubicBezTo>
                    <a:pt x="267" y="144"/>
                    <a:pt x="297" y="114"/>
                    <a:pt x="297" y="78"/>
                  </a:cubicBezTo>
                  <a:cubicBezTo>
                    <a:pt x="297" y="61"/>
                    <a:pt x="291" y="45"/>
                    <a:pt x="280" y="34"/>
                  </a:cubicBezTo>
                  <a:close/>
                  <a:moveTo>
                    <a:pt x="66" y="126"/>
                  </a:moveTo>
                  <a:cubicBezTo>
                    <a:pt x="40" y="126"/>
                    <a:pt x="18" y="104"/>
                    <a:pt x="18" y="78"/>
                  </a:cubicBezTo>
                  <a:cubicBezTo>
                    <a:pt x="18" y="51"/>
                    <a:pt x="40" y="29"/>
                    <a:pt x="66" y="29"/>
                  </a:cubicBezTo>
                  <a:cubicBezTo>
                    <a:pt x="93" y="29"/>
                    <a:pt x="115" y="51"/>
                    <a:pt x="115" y="78"/>
                  </a:cubicBezTo>
                  <a:cubicBezTo>
                    <a:pt x="115" y="104"/>
                    <a:pt x="93" y="126"/>
                    <a:pt x="66" y="126"/>
                  </a:cubicBezTo>
                  <a:close/>
                  <a:moveTo>
                    <a:pt x="149" y="111"/>
                  </a:moveTo>
                  <a:cubicBezTo>
                    <a:pt x="139" y="111"/>
                    <a:pt x="132" y="104"/>
                    <a:pt x="132" y="94"/>
                  </a:cubicBezTo>
                  <a:cubicBezTo>
                    <a:pt x="132" y="85"/>
                    <a:pt x="139" y="78"/>
                    <a:pt x="149" y="78"/>
                  </a:cubicBezTo>
                  <a:cubicBezTo>
                    <a:pt x="158" y="78"/>
                    <a:pt x="165" y="85"/>
                    <a:pt x="165" y="94"/>
                  </a:cubicBezTo>
                  <a:cubicBezTo>
                    <a:pt x="165" y="104"/>
                    <a:pt x="158" y="111"/>
                    <a:pt x="149" y="111"/>
                  </a:cubicBezTo>
                  <a:close/>
                  <a:moveTo>
                    <a:pt x="231" y="126"/>
                  </a:moveTo>
                  <a:cubicBezTo>
                    <a:pt x="204" y="126"/>
                    <a:pt x="183" y="104"/>
                    <a:pt x="183" y="78"/>
                  </a:cubicBezTo>
                  <a:cubicBezTo>
                    <a:pt x="183" y="51"/>
                    <a:pt x="204" y="29"/>
                    <a:pt x="231" y="29"/>
                  </a:cubicBezTo>
                  <a:cubicBezTo>
                    <a:pt x="257" y="29"/>
                    <a:pt x="279" y="51"/>
                    <a:pt x="279" y="78"/>
                  </a:cubicBezTo>
                  <a:cubicBezTo>
                    <a:pt x="279" y="104"/>
                    <a:pt x="257" y="126"/>
                    <a:pt x="231" y="12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56710" tIns="28355" rIns="56710" bIns="28355" numCol="1" anchor="t" anchorCtr="0" compatLnSpc="1">
              <a:prstTxWarp prst="textNoShape">
                <a:avLst/>
              </a:prstTxWarp>
            </a:bodyPr>
            <a:lstStyle/>
            <a:p>
              <a:pPr marL="0" marR="0" lvl="0" indent="0" algn="l" defTabSz="514350" rtl="0" eaLnBrk="1" fontAlgn="auto" latinLnBrk="0" hangingPunct="1">
                <a:lnSpc>
                  <a:spcPct val="100000"/>
                </a:lnSpc>
                <a:spcBef>
                  <a:spcPts val="0"/>
                </a:spcBef>
                <a:spcAft>
                  <a:spcPts val="0"/>
                </a:spcAft>
                <a:buClrTx/>
                <a:buSzTx/>
                <a:buFontTx/>
                <a:buNone/>
                <a:tabLst/>
                <a:defRPr/>
              </a:pPr>
              <a:endParaRPr kumimoji="0" lang="en-GB" sz="1241" b="0" i="0" u="none" strike="noStrike" kern="1200" cap="none" spc="0" normalizeH="0" baseline="0" noProof="0">
                <a:ln>
                  <a:noFill/>
                </a:ln>
                <a:solidFill>
                  <a:prstClr val="black"/>
                </a:solidFill>
                <a:effectLst/>
                <a:uLnTx/>
                <a:uFillTx/>
                <a:latin typeface="Arial Narrow" panose="020B0606020202030204" pitchFamily="34" charset="0"/>
                <a:ea typeface="+mn-ea"/>
                <a:cs typeface="+mn-cs"/>
              </a:endParaRPr>
            </a:p>
          </p:txBody>
        </p:sp>
      </p:grpSp>
      <p:cxnSp>
        <p:nvCxnSpPr>
          <p:cNvPr id="88" name="Straight Connector 80">
            <a:extLst>
              <a:ext uri="{FF2B5EF4-FFF2-40B4-BE49-F238E27FC236}">
                <a16:creationId xmlns:a16="http://schemas.microsoft.com/office/drawing/2014/main" id="{87BBEAF9-2E65-4C30-9E92-1CB5598C26FF}"/>
              </a:ext>
            </a:extLst>
          </p:cNvPr>
          <p:cNvCxnSpPr>
            <a:cxnSpLocks/>
          </p:cNvCxnSpPr>
          <p:nvPr/>
        </p:nvCxnSpPr>
        <p:spPr>
          <a:xfrm>
            <a:off x="2912145" y="3602967"/>
            <a:ext cx="0" cy="999723"/>
          </a:xfrm>
          <a:prstGeom prst="line">
            <a:avLst/>
          </a:prstGeom>
          <a:ln w="19050">
            <a:solidFill>
              <a:srgbClr val="DA291C"/>
            </a:solidFill>
            <a:prstDash val="dash"/>
          </a:ln>
        </p:spPr>
        <p:style>
          <a:lnRef idx="1">
            <a:schemeClr val="accent1"/>
          </a:lnRef>
          <a:fillRef idx="0">
            <a:schemeClr val="accent1"/>
          </a:fillRef>
          <a:effectRef idx="0">
            <a:schemeClr val="accent1"/>
          </a:effectRef>
          <a:fontRef idx="minor">
            <a:schemeClr val="tx1"/>
          </a:fontRef>
        </p:style>
      </p:cxnSp>
      <p:cxnSp>
        <p:nvCxnSpPr>
          <p:cNvPr id="89" name="Straight Connector 80 - 1">
            <a:extLst>
              <a:ext uri="{FF2B5EF4-FFF2-40B4-BE49-F238E27FC236}">
                <a16:creationId xmlns:a16="http://schemas.microsoft.com/office/drawing/2014/main" id="{0D6BA7AB-92A0-481D-BCCA-4036360C8092}"/>
              </a:ext>
            </a:extLst>
          </p:cNvPr>
          <p:cNvCxnSpPr>
            <a:cxnSpLocks/>
          </p:cNvCxnSpPr>
          <p:nvPr/>
        </p:nvCxnSpPr>
        <p:spPr>
          <a:xfrm>
            <a:off x="6231856" y="3602967"/>
            <a:ext cx="0" cy="999723"/>
          </a:xfrm>
          <a:prstGeom prst="line">
            <a:avLst/>
          </a:prstGeom>
          <a:ln w="19050">
            <a:solidFill>
              <a:srgbClr val="DA291C"/>
            </a:solidFill>
            <a:prstDash val="dash"/>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9CD1074A-2AB5-4F02-B977-538340F2C038}"/>
              </a:ext>
            </a:extLst>
          </p:cNvPr>
          <p:cNvGrpSpPr/>
          <p:nvPr/>
        </p:nvGrpSpPr>
        <p:grpSpPr>
          <a:xfrm>
            <a:off x="6889409" y="3022567"/>
            <a:ext cx="1873080" cy="1314941"/>
            <a:chOff x="6889409" y="3018996"/>
            <a:chExt cx="1873080" cy="1314941"/>
          </a:xfrm>
        </p:grpSpPr>
        <p:sp>
          <p:nvSpPr>
            <p:cNvPr id="80" name="CasellaDiTesto 79">
              <a:extLst>
                <a:ext uri="{FF2B5EF4-FFF2-40B4-BE49-F238E27FC236}">
                  <a16:creationId xmlns:a16="http://schemas.microsoft.com/office/drawing/2014/main" id="{3DEBC2EF-D275-4928-A4BA-151A411C9DAF}"/>
                </a:ext>
              </a:extLst>
            </p:cNvPr>
            <p:cNvSpPr txBox="1"/>
            <p:nvPr/>
          </p:nvSpPr>
          <p:spPr>
            <a:xfrm>
              <a:off x="6889409" y="3656829"/>
              <a:ext cx="1873080" cy="677108"/>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600"/>
                </a:spcAft>
                <a:buClr>
                  <a:srgbClr val="DA291C"/>
                </a:buClr>
                <a:buSzTx/>
                <a:buFontTx/>
                <a:buNone/>
                <a:tabLst/>
                <a:defRPr/>
              </a:pP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Purposes</a:t>
              </a:r>
              <a:r>
                <a:rPr kumimoji="0" lang="en-GB"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 </a:t>
              </a:r>
            </a:p>
            <a:p>
              <a:pPr marL="0" marR="0" lvl="0" indent="0" algn="ctr" defTabSz="457200" rtl="0" eaLnBrk="1" fontAlgn="auto" latinLnBrk="0" hangingPunct="1">
                <a:lnSpc>
                  <a:spcPct val="100000"/>
                </a:lnSpc>
                <a:spcBef>
                  <a:spcPts val="0"/>
                </a:spcBef>
                <a:spcAft>
                  <a:spcPts val="600"/>
                </a:spcAft>
                <a:buClr>
                  <a:srgbClr val="DA291C"/>
                </a:buClr>
                <a:buSzTx/>
                <a:buFontTx/>
                <a:buNone/>
                <a:tabLst/>
                <a:defRPr/>
              </a:pPr>
              <a:r>
                <a:rPr kumimoji="0" lang="en-GB"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Explanation of the presented practices’ purposes </a:t>
              </a:r>
            </a:p>
          </p:txBody>
        </p:sp>
        <p:sp>
          <p:nvSpPr>
            <p:cNvPr id="79" name="Oval 14">
              <a:extLst>
                <a:ext uri="{FF2B5EF4-FFF2-40B4-BE49-F238E27FC236}">
                  <a16:creationId xmlns:a16="http://schemas.microsoft.com/office/drawing/2014/main" id="{C32A82EA-AA43-4DB2-8B0E-C628F76613AE}"/>
                </a:ext>
              </a:extLst>
            </p:cNvPr>
            <p:cNvSpPr/>
            <p:nvPr/>
          </p:nvSpPr>
          <p:spPr>
            <a:xfrm>
              <a:off x="7519949" y="3018996"/>
              <a:ext cx="612000" cy="612000"/>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pic>
          <p:nvPicPr>
            <p:cNvPr id="45" name="Graphic 44" descr="Bullseye with solid fill">
              <a:extLst>
                <a:ext uri="{FF2B5EF4-FFF2-40B4-BE49-F238E27FC236}">
                  <a16:creationId xmlns:a16="http://schemas.microsoft.com/office/drawing/2014/main" id="{422E994C-5B83-4AFD-93FA-EDE49DC30E8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24318" y="3121596"/>
              <a:ext cx="406800" cy="406800"/>
            </a:xfrm>
            <a:prstGeom prst="rect">
              <a:avLst/>
            </a:prstGeom>
          </p:spPr>
        </p:pic>
      </p:grpSp>
      <p:grpSp>
        <p:nvGrpSpPr>
          <p:cNvPr id="10" name="Group 9">
            <a:extLst>
              <a:ext uri="{FF2B5EF4-FFF2-40B4-BE49-F238E27FC236}">
                <a16:creationId xmlns:a16="http://schemas.microsoft.com/office/drawing/2014/main" id="{D786D6EB-58FD-47E2-B8DA-75DB09D89BC8}"/>
              </a:ext>
            </a:extLst>
          </p:cNvPr>
          <p:cNvGrpSpPr/>
          <p:nvPr/>
        </p:nvGrpSpPr>
        <p:grpSpPr>
          <a:xfrm>
            <a:off x="3635460" y="3022567"/>
            <a:ext cx="1873080" cy="1314941"/>
            <a:chOff x="3635460" y="3026138"/>
            <a:chExt cx="1873080" cy="1314941"/>
          </a:xfrm>
        </p:grpSpPr>
        <p:sp>
          <p:nvSpPr>
            <p:cNvPr id="96" name="CasellaDiTesto 36">
              <a:extLst>
                <a:ext uri="{FF2B5EF4-FFF2-40B4-BE49-F238E27FC236}">
                  <a16:creationId xmlns:a16="http://schemas.microsoft.com/office/drawing/2014/main" id="{25F2CD51-7411-42F4-BBE5-41C53648721A}"/>
                </a:ext>
              </a:extLst>
            </p:cNvPr>
            <p:cNvSpPr txBox="1"/>
            <p:nvPr/>
          </p:nvSpPr>
          <p:spPr>
            <a:xfrm>
              <a:off x="3635460" y="3663971"/>
              <a:ext cx="1873080" cy="677108"/>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600"/>
                </a:spcAft>
                <a:buClr>
                  <a:srgbClr val="DA291C"/>
                </a:buClr>
                <a:buSzTx/>
                <a:buFontTx/>
                <a:buNone/>
                <a:tabLst/>
                <a:defRPr/>
              </a:pP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Relationships</a:t>
              </a:r>
            </a:p>
            <a:p>
              <a:pPr marL="0" marR="0" lvl="0" indent="0" algn="ctr" defTabSz="457200" rtl="0" eaLnBrk="1" fontAlgn="auto" latinLnBrk="0" hangingPunct="1">
                <a:lnSpc>
                  <a:spcPct val="100000"/>
                </a:lnSpc>
                <a:spcBef>
                  <a:spcPts val="0"/>
                </a:spcBef>
                <a:spcAft>
                  <a:spcPts val="600"/>
                </a:spcAft>
                <a:buClr>
                  <a:srgbClr val="DA291C"/>
                </a:buClr>
                <a:buSzTx/>
                <a:buFontTx/>
                <a:buNone/>
                <a:tabLst/>
                <a:defRPr/>
              </a:pPr>
              <a:r>
                <a:rPr kumimoji="0" lang="en-GB"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Analysis of the relations in place among practices</a:t>
              </a:r>
            </a:p>
          </p:txBody>
        </p:sp>
        <p:sp>
          <p:nvSpPr>
            <p:cNvPr id="98" name="Oval 14">
              <a:extLst>
                <a:ext uri="{FF2B5EF4-FFF2-40B4-BE49-F238E27FC236}">
                  <a16:creationId xmlns:a16="http://schemas.microsoft.com/office/drawing/2014/main" id="{7F40867C-6C95-476B-950E-6C0FCB20B620}"/>
                </a:ext>
              </a:extLst>
            </p:cNvPr>
            <p:cNvSpPr/>
            <p:nvPr/>
          </p:nvSpPr>
          <p:spPr>
            <a:xfrm>
              <a:off x="4266000" y="3026138"/>
              <a:ext cx="612000" cy="612000"/>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grpSp>
      <p:pic>
        <p:nvPicPr>
          <p:cNvPr id="190" name="Graphic 189" descr="Network with solid fill">
            <a:extLst>
              <a:ext uri="{FF2B5EF4-FFF2-40B4-BE49-F238E27FC236}">
                <a16:creationId xmlns:a16="http://schemas.microsoft.com/office/drawing/2014/main" id="{5CFFDFC9-2BC9-4105-AC17-2260CCAC3C0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368600" y="3128738"/>
            <a:ext cx="406800" cy="406800"/>
          </a:xfrm>
          <a:prstGeom prst="rect">
            <a:avLst/>
          </a:prstGeom>
        </p:spPr>
      </p:pic>
      <p:grpSp>
        <p:nvGrpSpPr>
          <p:cNvPr id="12" name="Group 11">
            <a:extLst>
              <a:ext uri="{FF2B5EF4-FFF2-40B4-BE49-F238E27FC236}">
                <a16:creationId xmlns:a16="http://schemas.microsoft.com/office/drawing/2014/main" id="{4495F94C-12A2-4F90-AFA8-92B9B6B94817}"/>
              </a:ext>
            </a:extLst>
          </p:cNvPr>
          <p:cNvGrpSpPr/>
          <p:nvPr/>
        </p:nvGrpSpPr>
        <p:grpSpPr>
          <a:xfrm>
            <a:off x="379735" y="3022567"/>
            <a:ext cx="1873080" cy="1314940"/>
            <a:chOff x="379735" y="3026138"/>
            <a:chExt cx="1873080" cy="1314940"/>
          </a:xfrm>
        </p:grpSpPr>
        <p:sp>
          <p:nvSpPr>
            <p:cNvPr id="93" name="CasellaDiTesto 35">
              <a:extLst>
                <a:ext uri="{FF2B5EF4-FFF2-40B4-BE49-F238E27FC236}">
                  <a16:creationId xmlns:a16="http://schemas.microsoft.com/office/drawing/2014/main" id="{1E6B097D-C8D6-4215-9B4E-CB9AB96722AD}"/>
                </a:ext>
              </a:extLst>
            </p:cNvPr>
            <p:cNvSpPr txBox="1"/>
            <p:nvPr/>
          </p:nvSpPr>
          <p:spPr>
            <a:xfrm>
              <a:off x="379735" y="3663970"/>
              <a:ext cx="1873080" cy="677108"/>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600"/>
                </a:spcAft>
                <a:buClr>
                  <a:srgbClr val="DA291C"/>
                </a:buClr>
                <a:buSzTx/>
                <a:buFontTx/>
                <a:buNone/>
                <a:tabLst/>
                <a:defRPr/>
              </a:pPr>
              <a:r>
                <a:rPr kumimoji="0" lang="en-GB"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Practices</a:t>
              </a:r>
              <a:endParaRPr kumimoji="0" lang="en-GB"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endParaRPr>
            </a:p>
            <a:p>
              <a:pPr marL="0" marR="0" lvl="0" indent="0" algn="ctr" defTabSz="457200" rtl="0" eaLnBrk="1" fontAlgn="auto" latinLnBrk="0" hangingPunct="1">
                <a:lnSpc>
                  <a:spcPct val="100000"/>
                </a:lnSpc>
                <a:spcBef>
                  <a:spcPts val="0"/>
                </a:spcBef>
                <a:spcAft>
                  <a:spcPts val="600"/>
                </a:spcAft>
                <a:buClr>
                  <a:srgbClr val="DA291C"/>
                </a:buClr>
                <a:buSzTx/>
                <a:buFontTx/>
                <a:buNone/>
                <a:tabLst/>
                <a:defRPr/>
              </a:pPr>
              <a:r>
                <a:rPr kumimoji="0" lang="en-GB"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Description of ITIL 4 practices</a:t>
              </a:r>
            </a:p>
          </p:txBody>
        </p:sp>
        <p:sp>
          <p:nvSpPr>
            <p:cNvPr id="94" name="Oval 14">
              <a:extLst>
                <a:ext uri="{FF2B5EF4-FFF2-40B4-BE49-F238E27FC236}">
                  <a16:creationId xmlns:a16="http://schemas.microsoft.com/office/drawing/2014/main" id="{55F80400-1C20-4C67-A895-FC7EFCA7AE33}"/>
                </a:ext>
              </a:extLst>
            </p:cNvPr>
            <p:cNvSpPr/>
            <p:nvPr/>
          </p:nvSpPr>
          <p:spPr>
            <a:xfrm>
              <a:off x="1010275" y="3026138"/>
              <a:ext cx="612000" cy="612000"/>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pic>
          <p:nvPicPr>
            <p:cNvPr id="191" name="Graphic 190" descr="Decision chart with solid fill">
              <a:extLst>
                <a:ext uri="{FF2B5EF4-FFF2-40B4-BE49-F238E27FC236}">
                  <a16:creationId xmlns:a16="http://schemas.microsoft.com/office/drawing/2014/main" id="{0BED3CAE-3D48-4D9D-B84D-0671C7590CA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12875" y="3128738"/>
              <a:ext cx="406800" cy="406800"/>
            </a:xfrm>
            <a:prstGeom prst="rect">
              <a:avLst/>
            </a:prstGeom>
          </p:spPr>
        </p:pic>
      </p:grpSp>
      <p:sp>
        <p:nvSpPr>
          <p:cNvPr id="15" name="Slide Number Placeholder 14">
            <a:extLst>
              <a:ext uri="{FF2B5EF4-FFF2-40B4-BE49-F238E27FC236}">
                <a16:creationId xmlns:a16="http://schemas.microsoft.com/office/drawing/2014/main" id="{8E8209E8-1EC5-4394-BFC6-0E94B5F5213A}"/>
              </a:ext>
            </a:extLst>
          </p:cNvPr>
          <p:cNvSpPr>
            <a:spLocks noGrp="1"/>
          </p:cNvSpPr>
          <p:nvPr>
            <p:ph type="sldNum" sz="quarter" idx="35"/>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DA291C"/>
                </a:solidFill>
                <a:effectLst/>
                <a:uLnTx/>
                <a:uFillTx/>
                <a:latin typeface="Arial Narrow" panose="020B0606020202030204" pitchFamily="34" charset="0"/>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43</a:t>
            </a:fld>
            <a:endParaRPr kumimoji="0" lang="it-IT" sz="11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spTree>
    <p:extLst>
      <p:ext uri="{BB962C8B-B14F-4D97-AF65-F5344CB8AC3E}">
        <p14:creationId xmlns:p14="http://schemas.microsoft.com/office/powerpoint/2010/main" val="29984211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8" name="Straight Connector 37">
            <a:extLst>
              <a:ext uri="{FF2B5EF4-FFF2-40B4-BE49-F238E27FC236}">
                <a16:creationId xmlns:a16="http://schemas.microsoft.com/office/drawing/2014/main" id="{69EEB6C8-5BBA-4756-8C7D-A00C597DE3E7}"/>
              </a:ext>
            </a:extLst>
          </p:cNvPr>
          <p:cNvCxnSpPr>
            <a:cxnSpLocks/>
          </p:cNvCxnSpPr>
          <p:nvPr/>
        </p:nvCxnSpPr>
        <p:spPr>
          <a:xfrm>
            <a:off x="489162" y="3240247"/>
            <a:ext cx="817960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ITIL 4 management practices | </a:t>
            </a:r>
            <a:r>
              <a:rPr lang="en-US">
                <a:solidFill>
                  <a:schemeClr val="accent3"/>
                </a:solidFill>
                <a:latin typeface="Arial Narrow" panose="020B0606020202030204" pitchFamily="34" charset="0"/>
              </a:rPr>
              <a:t>Management practices</a:t>
            </a:r>
            <a:endParaRPr lang="en-GB">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p:txBody>
          <a:bodyPr/>
          <a:lstStyle/>
          <a:p>
            <a:r>
              <a:rPr lang="en-US">
                <a:latin typeface="Arial Narrow" panose="020B0606020202030204" pitchFamily="34" charset="0"/>
              </a:rPr>
              <a:t>The term practice in ITIL 4 comprehends roles, processes, tools and functional organizations needed for the realization of an established objective</a:t>
            </a:r>
            <a:endParaRPr lang="en-GB">
              <a:latin typeface="Arial Narrow" panose="020B0606020202030204" pitchFamily="34" charset="0"/>
            </a:endParaRPr>
          </a:p>
        </p:txBody>
      </p:sp>
      <p:grpSp>
        <p:nvGrpSpPr>
          <p:cNvPr id="6" name="Gruppo 42">
            <a:extLst>
              <a:ext uri="{FF2B5EF4-FFF2-40B4-BE49-F238E27FC236}">
                <a16:creationId xmlns:a16="http://schemas.microsoft.com/office/drawing/2014/main" id="{6F550218-2FB7-4E66-AC18-D318A81DB207}"/>
              </a:ext>
            </a:extLst>
          </p:cNvPr>
          <p:cNvGrpSpPr/>
          <p:nvPr/>
        </p:nvGrpSpPr>
        <p:grpSpPr>
          <a:xfrm>
            <a:off x="489162" y="1117642"/>
            <a:ext cx="8165676" cy="1868318"/>
            <a:chOff x="532607" y="1202518"/>
            <a:chExt cx="8165676" cy="1868318"/>
          </a:xfrm>
        </p:grpSpPr>
        <p:sp>
          <p:nvSpPr>
            <p:cNvPr id="7" name="Rounded Rectangle 38">
              <a:extLst>
                <a:ext uri="{FF2B5EF4-FFF2-40B4-BE49-F238E27FC236}">
                  <a16:creationId xmlns:a16="http://schemas.microsoft.com/office/drawing/2014/main" id="{00CAC6E3-623B-4721-A548-A7F5663CB4DA}"/>
                </a:ext>
              </a:extLst>
            </p:cNvPr>
            <p:cNvSpPr>
              <a:spLocks noChangeArrowheads="1"/>
            </p:cNvSpPr>
            <p:nvPr/>
          </p:nvSpPr>
          <p:spPr bwMode="auto">
            <a:xfrm>
              <a:off x="1233917" y="1202518"/>
              <a:ext cx="7464366" cy="1868318"/>
            </a:xfrm>
            <a:prstGeom prst="roundRect">
              <a:avLst>
                <a:gd name="adj" fmla="val 3706"/>
              </a:avLst>
            </a:prstGeom>
            <a:solidFill>
              <a:srgbClr val="FFFFFF"/>
            </a:solidFill>
            <a:ln w="12700" algn="ctr">
              <a:solidFill>
                <a:schemeClr val="accent1"/>
              </a:solidFill>
              <a:prstDash val="sysDot"/>
              <a:round/>
              <a:headEnd/>
              <a:tailEnd/>
            </a:ln>
          </p:spPr>
          <p:txBody>
            <a:bodyPr lIns="180000" tIns="0" rIns="0" bIns="0" anchor="ctr"/>
            <a:lstStyle/>
            <a:p>
              <a:pPr marL="0" marR="0" lvl="0" indent="0" algn="l" defTabSz="457200" rtl="0" eaLnBrk="1" fontAlgn="base" latinLnBrk="0" hangingPunct="1">
                <a:lnSpc>
                  <a:spcPct val="120000"/>
                </a:lnSpc>
                <a:spcBef>
                  <a:spcPct val="0"/>
                </a:spcBef>
                <a:spcAft>
                  <a:spcPct val="0"/>
                </a:spcAft>
                <a:buClrTx/>
                <a:buSzTx/>
                <a:buFontTx/>
                <a:buNone/>
                <a:tabLst/>
                <a:defRPr/>
              </a:pPr>
              <a:r>
                <a:rPr kumimoji="0" lang="en-GB" sz="14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In ITIL, a </a:t>
              </a:r>
              <a:r>
                <a:rPr kumimoji="0" lang="en-GB" sz="14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management practice</a:t>
              </a:r>
              <a:r>
                <a:rPr kumimoji="0" lang="en-GB" sz="14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 is a set of organizational resources designed for performing specific works or accomplishing objectives. The origins of the practices are the following:</a:t>
              </a:r>
            </a:p>
            <a:p>
              <a:pPr marL="285750" marR="0" lvl="0" indent="-285750" algn="l" defTabSz="457200" rtl="0" eaLnBrk="1" fontAlgn="base" latinLnBrk="0" hangingPunct="1">
                <a:lnSpc>
                  <a:spcPct val="120000"/>
                </a:lnSpc>
                <a:spcBef>
                  <a:spcPct val="0"/>
                </a:spcBef>
                <a:spcAft>
                  <a:spcPct val="0"/>
                </a:spcAft>
                <a:buClrTx/>
                <a:buSzTx/>
                <a:buFont typeface="Wingdings" panose="05000000000000000000" pitchFamily="2" charset="2"/>
                <a:buChar char="§"/>
                <a:tabLst/>
                <a:defRPr/>
              </a:pPr>
              <a:r>
                <a:rPr kumimoji="0" lang="en-GB" sz="14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General Management practices: </a:t>
              </a:r>
              <a:r>
                <a:rPr kumimoji="0" lang="en-GB" sz="14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adopted and adapted for IT Service Management from general business management domains</a:t>
              </a:r>
            </a:p>
            <a:p>
              <a:pPr marL="285750" marR="0" lvl="0" indent="-285750" algn="l" defTabSz="457200" rtl="0" eaLnBrk="1" fontAlgn="base" latinLnBrk="0" hangingPunct="1">
                <a:lnSpc>
                  <a:spcPct val="120000"/>
                </a:lnSpc>
                <a:spcBef>
                  <a:spcPct val="0"/>
                </a:spcBef>
                <a:spcAft>
                  <a:spcPct val="0"/>
                </a:spcAft>
                <a:buClrTx/>
                <a:buSzTx/>
                <a:buFont typeface="Wingdings" panose="05000000000000000000" pitchFamily="2" charset="2"/>
                <a:buChar char="§"/>
                <a:tabLst/>
                <a:defRPr/>
              </a:pPr>
              <a:r>
                <a:rPr kumimoji="0" lang="en-GB" sz="14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Service Management practices:</a:t>
              </a:r>
              <a:r>
                <a:rPr kumimoji="0" lang="en-GB" sz="14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 developed in Service Management and ITSM industries</a:t>
              </a:r>
            </a:p>
            <a:p>
              <a:pPr marL="285750" marR="0" lvl="0" indent="-285750" algn="l" defTabSz="457200" rtl="0" eaLnBrk="1" fontAlgn="base" latinLnBrk="0" hangingPunct="1">
                <a:lnSpc>
                  <a:spcPct val="120000"/>
                </a:lnSpc>
                <a:spcBef>
                  <a:spcPct val="0"/>
                </a:spcBef>
                <a:spcAft>
                  <a:spcPct val="0"/>
                </a:spcAft>
                <a:buClrTx/>
                <a:buSzTx/>
                <a:buFont typeface="Wingdings" panose="05000000000000000000" pitchFamily="2" charset="2"/>
                <a:buChar char="§"/>
                <a:tabLst/>
                <a:defRPr/>
              </a:pPr>
              <a:r>
                <a:rPr kumimoji="0" lang="en-GB" sz="14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Technical Management practices: </a:t>
              </a:r>
              <a:r>
                <a:rPr kumimoji="0" lang="en-GB" sz="14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adapted from technology management domain for IT Service Management purposes by expanding or shifting their focus from technology solutions to IT services</a:t>
              </a:r>
            </a:p>
          </p:txBody>
        </p:sp>
        <p:grpSp>
          <p:nvGrpSpPr>
            <p:cNvPr id="8" name="Gruppo 48">
              <a:extLst>
                <a:ext uri="{FF2B5EF4-FFF2-40B4-BE49-F238E27FC236}">
                  <a16:creationId xmlns:a16="http://schemas.microsoft.com/office/drawing/2014/main" id="{3204EB64-47AB-46E9-A5BC-F0027DBB69EF}"/>
                </a:ext>
              </a:extLst>
            </p:cNvPr>
            <p:cNvGrpSpPr/>
            <p:nvPr/>
          </p:nvGrpSpPr>
          <p:grpSpPr>
            <a:xfrm>
              <a:off x="532607" y="1701840"/>
              <a:ext cx="869675" cy="869675"/>
              <a:chOff x="306412" y="1739953"/>
              <a:chExt cx="869675" cy="869675"/>
            </a:xfrm>
          </p:grpSpPr>
          <p:sp>
            <p:nvSpPr>
              <p:cNvPr id="9" name="Oval 37">
                <a:extLst>
                  <a:ext uri="{FF2B5EF4-FFF2-40B4-BE49-F238E27FC236}">
                    <a16:creationId xmlns:a16="http://schemas.microsoft.com/office/drawing/2014/main" id="{077DFC27-E7A4-4EB3-819E-8A5444D2BF44}"/>
                  </a:ext>
                </a:extLst>
              </p:cNvPr>
              <p:cNvSpPr/>
              <p:nvPr/>
            </p:nvSpPr>
            <p:spPr>
              <a:xfrm>
                <a:off x="306412" y="1739953"/>
                <a:ext cx="869675" cy="869675"/>
              </a:xfrm>
              <a:prstGeom prst="ellipse">
                <a:avLst/>
              </a:prstGeom>
              <a:solidFill>
                <a:schemeClr val="accent1"/>
              </a:solid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10" name="Elemento grafico 52" descr="Idea con riempimento a tinta unita">
                <a:extLst>
                  <a:ext uri="{FF2B5EF4-FFF2-40B4-BE49-F238E27FC236}">
                    <a16:creationId xmlns:a16="http://schemas.microsoft.com/office/drawing/2014/main" id="{F818ACB2-D5C6-4830-8C79-22F2133A9BD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2293" y="1830990"/>
                <a:ext cx="687600" cy="687600"/>
              </a:xfrm>
              <a:prstGeom prst="rect">
                <a:avLst/>
              </a:prstGeom>
            </p:spPr>
          </p:pic>
        </p:grpSp>
      </p:grpSp>
      <p:sp>
        <p:nvSpPr>
          <p:cNvPr id="14" name="TextBox 11">
            <a:extLst>
              <a:ext uri="{FF2B5EF4-FFF2-40B4-BE49-F238E27FC236}">
                <a16:creationId xmlns:a16="http://schemas.microsoft.com/office/drawing/2014/main" id="{2F5B3A16-1285-4A24-8ADC-3137BB260EA3}"/>
              </a:ext>
            </a:extLst>
          </p:cNvPr>
          <p:cNvSpPr txBox="1"/>
          <p:nvPr/>
        </p:nvSpPr>
        <p:spPr>
          <a:xfrm>
            <a:off x="3904409" y="3086359"/>
            <a:ext cx="1349109" cy="307777"/>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Practices goals</a:t>
            </a:r>
            <a:endParaRPr kumimoji="0" lang="en-GB" sz="14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grpSp>
        <p:nvGrpSpPr>
          <p:cNvPr id="32" name="Group 31">
            <a:extLst>
              <a:ext uri="{FF2B5EF4-FFF2-40B4-BE49-F238E27FC236}">
                <a16:creationId xmlns:a16="http://schemas.microsoft.com/office/drawing/2014/main" id="{C9966FE8-EEE5-4F43-910D-551AEFF8A7FC}"/>
              </a:ext>
            </a:extLst>
          </p:cNvPr>
          <p:cNvGrpSpPr/>
          <p:nvPr/>
        </p:nvGrpSpPr>
        <p:grpSpPr>
          <a:xfrm>
            <a:off x="3857867" y="3426439"/>
            <a:ext cx="1428266" cy="1227138"/>
            <a:chOff x="3858169" y="3426439"/>
            <a:chExt cx="1428266" cy="1227138"/>
          </a:xfrm>
        </p:grpSpPr>
        <p:sp>
          <p:nvSpPr>
            <p:cNvPr id="23" name="Oval 37">
              <a:extLst>
                <a:ext uri="{FF2B5EF4-FFF2-40B4-BE49-F238E27FC236}">
                  <a16:creationId xmlns:a16="http://schemas.microsoft.com/office/drawing/2014/main" id="{12E60B4E-F9A3-409E-B761-7AA3CB8887B8}"/>
                </a:ext>
              </a:extLst>
            </p:cNvPr>
            <p:cNvSpPr/>
            <p:nvPr/>
          </p:nvSpPr>
          <p:spPr>
            <a:xfrm>
              <a:off x="3858169" y="3426439"/>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sp>
          <p:nvSpPr>
            <p:cNvPr id="24" name="Oval 37">
              <a:extLst>
                <a:ext uri="{FF2B5EF4-FFF2-40B4-BE49-F238E27FC236}">
                  <a16:creationId xmlns:a16="http://schemas.microsoft.com/office/drawing/2014/main" id="{F4778F9F-E8FC-4540-8948-35BF57D402FF}"/>
                </a:ext>
              </a:extLst>
            </p:cNvPr>
            <p:cNvSpPr/>
            <p:nvPr/>
          </p:nvSpPr>
          <p:spPr>
            <a:xfrm>
              <a:off x="3858169" y="4113577"/>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sp>
          <p:nvSpPr>
            <p:cNvPr id="25" name="Oval 37">
              <a:extLst>
                <a:ext uri="{FF2B5EF4-FFF2-40B4-BE49-F238E27FC236}">
                  <a16:creationId xmlns:a16="http://schemas.microsoft.com/office/drawing/2014/main" id="{7F433F54-C092-4D5D-89A5-74F444C7548D}"/>
                </a:ext>
              </a:extLst>
            </p:cNvPr>
            <p:cNvSpPr/>
            <p:nvPr/>
          </p:nvSpPr>
          <p:spPr>
            <a:xfrm>
              <a:off x="4746435" y="3426439"/>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sp>
          <p:nvSpPr>
            <p:cNvPr id="26" name="Oval 37">
              <a:extLst>
                <a:ext uri="{FF2B5EF4-FFF2-40B4-BE49-F238E27FC236}">
                  <a16:creationId xmlns:a16="http://schemas.microsoft.com/office/drawing/2014/main" id="{09AE30B9-D1D3-4AA4-9844-CC3C5816C57A}"/>
                </a:ext>
              </a:extLst>
            </p:cNvPr>
            <p:cNvSpPr/>
            <p:nvPr/>
          </p:nvSpPr>
          <p:spPr>
            <a:xfrm>
              <a:off x="4746435" y="4113577"/>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grpSp>
      <p:pic>
        <p:nvPicPr>
          <p:cNvPr id="11" name="Graphic 10" descr="Link with solid fill">
            <a:extLst>
              <a:ext uri="{FF2B5EF4-FFF2-40B4-BE49-F238E27FC236}">
                <a16:creationId xmlns:a16="http://schemas.microsoft.com/office/drawing/2014/main" id="{7B7865DF-0C1A-46DC-B27A-5D909B4AD8E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813035" y="4180177"/>
            <a:ext cx="406800" cy="406800"/>
          </a:xfrm>
          <a:prstGeom prst="rect">
            <a:avLst/>
          </a:prstGeom>
        </p:spPr>
      </p:pic>
      <p:pic>
        <p:nvPicPr>
          <p:cNvPr id="15" name="Graphic 14" descr="Network diagram with solid fill">
            <a:extLst>
              <a:ext uri="{FF2B5EF4-FFF2-40B4-BE49-F238E27FC236}">
                <a16:creationId xmlns:a16="http://schemas.microsoft.com/office/drawing/2014/main" id="{5EB92120-CD5E-417C-8470-6D5C735154A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13035" y="3493039"/>
            <a:ext cx="406800" cy="406800"/>
          </a:xfrm>
          <a:prstGeom prst="rect">
            <a:avLst/>
          </a:prstGeom>
        </p:spPr>
      </p:pic>
      <p:pic>
        <p:nvPicPr>
          <p:cNvPr id="18" name="Graphic 17" descr="Cause And Effect with solid fill">
            <a:extLst>
              <a:ext uri="{FF2B5EF4-FFF2-40B4-BE49-F238E27FC236}">
                <a16:creationId xmlns:a16="http://schemas.microsoft.com/office/drawing/2014/main" id="{F0F7756E-4E73-4326-8D07-F54AAB1C78D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924769" y="4180177"/>
            <a:ext cx="406800" cy="406800"/>
          </a:xfrm>
          <a:prstGeom prst="rect">
            <a:avLst/>
          </a:prstGeom>
        </p:spPr>
      </p:pic>
      <p:pic>
        <p:nvPicPr>
          <p:cNvPr id="20" name="Graphic 19" descr="Compass with solid fill">
            <a:extLst>
              <a:ext uri="{FF2B5EF4-FFF2-40B4-BE49-F238E27FC236}">
                <a16:creationId xmlns:a16="http://schemas.microsoft.com/office/drawing/2014/main" id="{4B1C0961-1342-4272-AF1C-B42D91AD2D1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924769" y="3493039"/>
            <a:ext cx="406800" cy="406800"/>
          </a:xfrm>
          <a:prstGeom prst="rect">
            <a:avLst/>
          </a:prstGeom>
        </p:spPr>
      </p:pic>
      <p:sp>
        <p:nvSpPr>
          <p:cNvPr id="33" name="Rectangle 210">
            <a:extLst>
              <a:ext uri="{FF2B5EF4-FFF2-40B4-BE49-F238E27FC236}">
                <a16:creationId xmlns:a16="http://schemas.microsoft.com/office/drawing/2014/main" id="{1B30E94E-B10B-4F90-B0A9-898B39DB1388}"/>
              </a:ext>
            </a:extLst>
          </p:cNvPr>
          <p:cNvSpPr/>
          <p:nvPr/>
        </p:nvSpPr>
        <p:spPr>
          <a:xfrm>
            <a:off x="610960" y="3480996"/>
            <a:ext cx="3038400" cy="430887"/>
          </a:xfrm>
          <a:prstGeom prst="rect">
            <a:avLst/>
          </a:prstGeom>
        </p:spPr>
        <p:txBody>
          <a:bodyPr wrap="square" anchor="ctr">
            <a:spAutoFit/>
          </a:bodyPr>
          <a:lstStyle/>
          <a:p>
            <a:pPr marL="0" marR="0" lvl="0" indent="0" algn="r" defTabSz="914400" rtl="0" eaLnBrk="1" fontAlgn="auto" latinLnBrk="0" hangingPunct="1">
              <a:lnSpc>
                <a:spcPct val="100000"/>
              </a:lnSpc>
              <a:spcBef>
                <a:spcPts val="0"/>
              </a:spcBef>
              <a:spcAft>
                <a:spcPts val="300"/>
              </a:spcAft>
              <a:buClr>
                <a:srgbClr val="DA291C"/>
              </a:buClr>
              <a:buSzTx/>
              <a:buFontTx/>
              <a:buNone/>
              <a:tabLst/>
              <a:defRPr/>
            </a:pP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Implement</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the guiding principles of IT Service Management</a:t>
            </a:r>
          </a:p>
        </p:txBody>
      </p:sp>
      <p:sp>
        <p:nvSpPr>
          <p:cNvPr id="34" name="Rectangle 210">
            <a:extLst>
              <a:ext uri="{FF2B5EF4-FFF2-40B4-BE49-F238E27FC236}">
                <a16:creationId xmlns:a16="http://schemas.microsoft.com/office/drawing/2014/main" id="{A26FBABE-4B4D-4748-AE7E-A7CE6A705CB7}"/>
              </a:ext>
            </a:extLst>
          </p:cNvPr>
          <p:cNvSpPr/>
          <p:nvPr/>
        </p:nvSpPr>
        <p:spPr>
          <a:xfrm>
            <a:off x="5345103" y="3565634"/>
            <a:ext cx="3038163" cy="261610"/>
          </a:xfrm>
          <a:prstGeom prst="rect">
            <a:avLst/>
          </a:prstGeom>
        </p:spPr>
        <p:txBody>
          <a:bodyPr wrap="square" anchor="ctr">
            <a:spAutoFit/>
          </a:bodyPr>
          <a:lstStyle/>
          <a:p>
            <a:pPr marL="0" marR="0" lvl="0" indent="0" algn="l" defTabSz="914400" rtl="0" eaLnBrk="1" fontAlgn="auto" latinLnBrk="0" hangingPunct="1">
              <a:lnSpc>
                <a:spcPct val="100000"/>
              </a:lnSpc>
              <a:spcBef>
                <a:spcPts val="0"/>
              </a:spcBef>
              <a:spcAft>
                <a:spcPts val="300"/>
              </a:spcAft>
              <a:buClr>
                <a:srgbClr val="DA291C"/>
              </a:buClr>
              <a:buSzTx/>
              <a:buFontTx/>
              <a:buNone/>
              <a:tabLst/>
              <a:defRPr/>
            </a:pP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Realize</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all the Service Value System</a:t>
            </a:r>
          </a:p>
        </p:txBody>
      </p:sp>
      <p:sp>
        <p:nvSpPr>
          <p:cNvPr id="35" name="Rectangle 210">
            <a:extLst>
              <a:ext uri="{FF2B5EF4-FFF2-40B4-BE49-F238E27FC236}">
                <a16:creationId xmlns:a16="http://schemas.microsoft.com/office/drawing/2014/main" id="{9A0570F6-65D4-4A5F-94EF-2AA6F540B9CE}"/>
              </a:ext>
            </a:extLst>
          </p:cNvPr>
          <p:cNvSpPr/>
          <p:nvPr/>
        </p:nvSpPr>
        <p:spPr>
          <a:xfrm>
            <a:off x="5345103" y="4252772"/>
            <a:ext cx="3038163" cy="261610"/>
          </a:xfrm>
          <a:prstGeom prst="rect">
            <a:avLst/>
          </a:prstGeom>
        </p:spPr>
        <p:txBody>
          <a:bodyPr wrap="square" anchor="ctr">
            <a:spAutoFit/>
          </a:bodyPr>
          <a:lstStyle/>
          <a:p>
            <a:pPr marL="0" marR="0" lvl="0" indent="0" algn="l" defTabSz="914400" rtl="0" eaLnBrk="1" fontAlgn="auto" latinLnBrk="0" hangingPunct="1">
              <a:lnSpc>
                <a:spcPct val="100000"/>
              </a:lnSpc>
              <a:spcBef>
                <a:spcPts val="0"/>
              </a:spcBef>
              <a:spcAft>
                <a:spcPts val="300"/>
              </a:spcAft>
              <a:buClr>
                <a:srgbClr val="DA291C"/>
              </a:buClr>
              <a:buSzTx/>
              <a:buFontTx/>
              <a:buNone/>
              <a:tabLst/>
              <a:defRPr/>
            </a:pP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Perform</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the six activities of the Service Value Chain</a:t>
            </a:r>
          </a:p>
        </p:txBody>
      </p:sp>
      <p:sp>
        <p:nvSpPr>
          <p:cNvPr id="37" name="Rectangle 210">
            <a:extLst>
              <a:ext uri="{FF2B5EF4-FFF2-40B4-BE49-F238E27FC236}">
                <a16:creationId xmlns:a16="http://schemas.microsoft.com/office/drawing/2014/main" id="{43D23A3C-5E0D-453A-8704-C1E52E71CC4A}"/>
              </a:ext>
            </a:extLst>
          </p:cNvPr>
          <p:cNvSpPr/>
          <p:nvPr/>
        </p:nvSpPr>
        <p:spPr>
          <a:xfrm>
            <a:off x="610960" y="4168134"/>
            <a:ext cx="3038400" cy="430887"/>
          </a:xfrm>
          <a:prstGeom prst="rect">
            <a:avLst/>
          </a:prstGeom>
        </p:spPr>
        <p:txBody>
          <a:bodyPr wrap="square" anchor="ctr">
            <a:spAutoFit/>
          </a:bodyPr>
          <a:lstStyle/>
          <a:p>
            <a:pPr marL="0" marR="0" lvl="0" indent="0" algn="r" defTabSz="914400" rtl="0" eaLnBrk="1" fontAlgn="auto" latinLnBrk="0" hangingPunct="1">
              <a:lnSpc>
                <a:spcPct val="100000"/>
              </a:lnSpc>
              <a:spcBef>
                <a:spcPts val="0"/>
              </a:spcBef>
              <a:spcAft>
                <a:spcPts val="300"/>
              </a:spcAft>
              <a:buClr>
                <a:srgbClr val="DA291C"/>
              </a:buClr>
              <a:buSzTx/>
              <a:buFontTx/>
              <a:buNone/>
              <a:tabLst/>
              <a:defRPr/>
            </a:pP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Address</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the “value streams &amp; processes” dimension of IT Service Management</a:t>
            </a:r>
          </a:p>
        </p:txBody>
      </p:sp>
      <p:sp>
        <p:nvSpPr>
          <p:cNvPr id="12" name="Slide Number Placeholder 11">
            <a:extLst>
              <a:ext uri="{FF2B5EF4-FFF2-40B4-BE49-F238E27FC236}">
                <a16:creationId xmlns:a16="http://schemas.microsoft.com/office/drawing/2014/main" id="{F35A47A6-B898-47DF-8717-B1839C0CFBCA}"/>
              </a:ext>
            </a:extLst>
          </p:cNvPr>
          <p:cNvSpPr>
            <a:spLocks noGrp="1"/>
          </p:cNvSpPr>
          <p:nvPr>
            <p:ph type="sldNum" sz="quarter" idx="35"/>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DA291C"/>
                </a:solidFill>
                <a:effectLst/>
                <a:uLnTx/>
                <a:uFillTx/>
                <a:latin typeface="Arial Narrow" panose="020B0606020202030204" pitchFamily="34" charset="0"/>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44</a:t>
            </a:fld>
            <a:endParaRPr kumimoji="0" lang="it-IT" sz="11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sp>
        <p:nvSpPr>
          <p:cNvPr id="45" name="Rectangle 210">
            <a:extLst>
              <a:ext uri="{FF2B5EF4-FFF2-40B4-BE49-F238E27FC236}">
                <a16:creationId xmlns:a16="http://schemas.microsoft.com/office/drawing/2014/main" id="{ACB75786-C9C3-45BA-924F-BACEEB1286B3}"/>
              </a:ext>
            </a:extLst>
          </p:cNvPr>
          <p:cNvSpPr/>
          <p:nvPr/>
        </p:nvSpPr>
        <p:spPr>
          <a:xfrm>
            <a:off x="6928298" y="4916723"/>
            <a:ext cx="2172905"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Concept to be clearly understood</a:t>
            </a:r>
            <a:endPar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grpSp>
        <p:nvGrpSpPr>
          <p:cNvPr id="46" name="Gruppo 8">
            <a:extLst>
              <a:ext uri="{FF2B5EF4-FFF2-40B4-BE49-F238E27FC236}">
                <a16:creationId xmlns:a16="http://schemas.microsoft.com/office/drawing/2014/main" id="{B3889952-2694-496B-ACC4-D8A8FAEE88E2}"/>
              </a:ext>
            </a:extLst>
          </p:cNvPr>
          <p:cNvGrpSpPr/>
          <p:nvPr/>
        </p:nvGrpSpPr>
        <p:grpSpPr>
          <a:xfrm>
            <a:off x="6841340" y="4969080"/>
            <a:ext cx="108000" cy="108000"/>
            <a:chOff x="5184274" y="4913664"/>
            <a:chExt cx="180000" cy="180000"/>
          </a:xfrm>
        </p:grpSpPr>
        <p:sp>
          <p:nvSpPr>
            <p:cNvPr id="47" name="Oval 37">
              <a:extLst>
                <a:ext uri="{FF2B5EF4-FFF2-40B4-BE49-F238E27FC236}">
                  <a16:creationId xmlns:a16="http://schemas.microsoft.com/office/drawing/2014/main" id="{3F2D17CE-5839-426A-BA47-13323FDDCC8A}"/>
                </a:ext>
              </a:extLst>
            </p:cNvPr>
            <p:cNvSpPr/>
            <p:nvPr/>
          </p:nvSpPr>
          <p:spPr>
            <a:xfrm>
              <a:off x="5184274" y="4913664"/>
              <a:ext cx="180000" cy="180000"/>
            </a:xfrm>
            <a:prstGeom prst="ellipse">
              <a:avLst/>
            </a:prstGeom>
            <a:solidFill>
              <a:schemeClr val="accent1"/>
            </a:solidFill>
            <a:ln w="25400"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48" name="Elemento grafico 60" descr="Idea con riempimento a tinta unita">
              <a:extLst>
                <a:ext uri="{FF2B5EF4-FFF2-40B4-BE49-F238E27FC236}">
                  <a16:creationId xmlns:a16="http://schemas.microsoft.com/office/drawing/2014/main" id="{CC6848B0-3F2F-4EE8-B7FF-FEA53CD081D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8258" y="4928220"/>
              <a:ext cx="144000" cy="144000"/>
            </a:xfrm>
            <a:prstGeom prst="rect">
              <a:avLst/>
            </a:prstGeom>
          </p:spPr>
        </p:pic>
      </p:grpSp>
      <p:sp>
        <p:nvSpPr>
          <p:cNvPr id="41" name="Rectangle 210">
            <a:extLst>
              <a:ext uri="{FF2B5EF4-FFF2-40B4-BE49-F238E27FC236}">
                <a16:creationId xmlns:a16="http://schemas.microsoft.com/office/drawing/2014/main" id="{4FB843B6-2187-45C4-970E-6A297CB96366}"/>
              </a:ext>
            </a:extLst>
          </p:cNvPr>
          <p:cNvSpPr/>
          <p:nvPr/>
        </p:nvSpPr>
        <p:spPr>
          <a:xfrm>
            <a:off x="640323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18812102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ITIL 4 management practices | </a:t>
            </a:r>
            <a:r>
              <a:rPr lang="en-US">
                <a:solidFill>
                  <a:schemeClr val="accent3"/>
                </a:solidFill>
                <a:latin typeface="Arial Narrow" panose="020B0606020202030204" pitchFamily="34" charset="0"/>
              </a:rPr>
              <a:t>Practices list</a:t>
            </a:r>
            <a:endParaRPr lang="en-GB">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p:txBody>
          <a:bodyPr/>
          <a:lstStyle/>
          <a:p>
            <a:r>
              <a:rPr lang="en-US">
                <a:latin typeface="Arial Narrow" panose="020B0606020202030204" pitchFamily="34" charset="0"/>
              </a:rPr>
              <a:t>Here below the complete list of ITIL 4 practices divided by respective cluster. The ones highlighted in bold will be further analyzed during this chapter</a:t>
            </a:r>
            <a:endParaRPr lang="en-GB">
              <a:latin typeface="Arial Narrow" panose="020B0606020202030204" pitchFamily="34" charset="0"/>
            </a:endParaRPr>
          </a:p>
        </p:txBody>
      </p:sp>
      <p:graphicFrame>
        <p:nvGraphicFramePr>
          <p:cNvPr id="6" name="Table 6">
            <a:extLst>
              <a:ext uri="{FF2B5EF4-FFF2-40B4-BE49-F238E27FC236}">
                <a16:creationId xmlns:a16="http://schemas.microsoft.com/office/drawing/2014/main" id="{573FFBF0-61BA-4D21-B317-FF997F77B532}"/>
              </a:ext>
            </a:extLst>
          </p:cNvPr>
          <p:cNvGraphicFramePr>
            <a:graphicFrameLocks noGrp="1"/>
          </p:cNvGraphicFramePr>
          <p:nvPr/>
        </p:nvGraphicFramePr>
        <p:xfrm>
          <a:off x="153000" y="875907"/>
          <a:ext cx="8838000" cy="3670800"/>
        </p:xfrm>
        <a:graphic>
          <a:graphicData uri="http://schemas.openxmlformats.org/drawingml/2006/table">
            <a:tbl>
              <a:tblPr firstRow="1" bandRow="1">
                <a:tableStyleId>{5C22544A-7EE6-4342-B048-85BDC9FD1C3A}</a:tableStyleId>
              </a:tblPr>
              <a:tblGrid>
                <a:gridCol w="2946000">
                  <a:extLst>
                    <a:ext uri="{9D8B030D-6E8A-4147-A177-3AD203B41FA5}">
                      <a16:colId xmlns:a16="http://schemas.microsoft.com/office/drawing/2014/main" val="2735470888"/>
                    </a:ext>
                  </a:extLst>
                </a:gridCol>
                <a:gridCol w="2946000">
                  <a:extLst>
                    <a:ext uri="{9D8B030D-6E8A-4147-A177-3AD203B41FA5}">
                      <a16:colId xmlns:a16="http://schemas.microsoft.com/office/drawing/2014/main" val="3461388845"/>
                    </a:ext>
                  </a:extLst>
                </a:gridCol>
                <a:gridCol w="2946000">
                  <a:extLst>
                    <a:ext uri="{9D8B030D-6E8A-4147-A177-3AD203B41FA5}">
                      <a16:colId xmlns:a16="http://schemas.microsoft.com/office/drawing/2014/main" val="1739542753"/>
                    </a:ext>
                  </a:extLst>
                </a:gridCol>
              </a:tblGrid>
              <a:tr h="0">
                <a:tc>
                  <a:txBody>
                    <a:bodyPr/>
                    <a:lstStyle/>
                    <a:p>
                      <a:pPr algn="ctr"/>
                      <a:r>
                        <a:rPr lang="en-GB" sz="1400">
                          <a:latin typeface="Arial Narrow" panose="020B0606020202030204" pitchFamily="34" charset="0"/>
                        </a:rPr>
                        <a:t>General Management practices</a:t>
                      </a:r>
                    </a:p>
                  </a:txBody>
                  <a:tcPr>
                    <a:lnL w="12700"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lang="en-GB" sz="1400">
                          <a:latin typeface="Arial Narrow" panose="020B0606020202030204" pitchFamily="34" charset="0"/>
                        </a:rPr>
                        <a:t>Service Management practices</a:t>
                      </a:r>
                    </a:p>
                  </a:txBody>
                  <a:tcPr>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tc>
                  <a:txBody>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lang="en-GB" sz="1400">
                          <a:latin typeface="Arial Narrow" panose="020B0606020202030204" pitchFamily="34" charset="0"/>
                        </a:rPr>
                        <a:t>Technical Management practices</a:t>
                      </a:r>
                    </a:p>
                  </a:txBody>
                  <a:tcPr>
                    <a:lnL w="317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66545741"/>
                  </a:ext>
                </a:extLst>
              </a:tr>
              <a:tr h="198000">
                <a:tc>
                  <a:txBody>
                    <a:bodyPr/>
                    <a:lstStyle/>
                    <a:p>
                      <a:pPr algn="l">
                        <a:spcBef>
                          <a:spcPts val="15"/>
                        </a:spcBef>
                      </a:pPr>
                      <a:r>
                        <a:rPr lang="en-US" sz="1100" b="0">
                          <a:solidFill>
                            <a:schemeClr val="accent1"/>
                          </a:solidFill>
                          <a:effectLst/>
                          <a:latin typeface="Arial Narrow" panose="020B0606020202030204" pitchFamily="34" charset="0"/>
                          <a:ea typeface="Calibri" panose="020F0502020204030204" pitchFamily="34" charset="0"/>
                          <a:cs typeface="Times New Roman" panose="02020603050405020304" pitchFamily="18" charset="0"/>
                        </a:rPr>
                        <a:t>Architecture Management</a:t>
                      </a:r>
                    </a:p>
                  </a:txBody>
                  <a:tcPr marL="72000" marR="72000" marT="0" marB="0" anchor="ctr">
                    <a:lnL w="12700"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solidFill>
                  </a:tcPr>
                </a:tc>
                <a:tc>
                  <a:txBody>
                    <a:bodyPr/>
                    <a:lstStyle/>
                    <a:p>
                      <a:pPr marL="0" marR="176530" indent="0" algn="l" defTabSz="457189" rtl="0" eaLnBrk="1" latinLnBrk="0" hangingPunct="1">
                        <a:lnSpc>
                          <a:spcPct val="100000"/>
                        </a:lnSpc>
                        <a:spcAft>
                          <a:spcPts val="0"/>
                        </a:spcAft>
                        <a:buFont typeface="Wingdings" panose="05000000000000000000" pitchFamily="2" charset="2"/>
                        <a:buNone/>
                      </a:pPr>
                      <a:r>
                        <a:rPr lang="en-US" sz="1100" b="0" kern="1200">
                          <a:solidFill>
                            <a:schemeClr val="accent1"/>
                          </a:solidFill>
                          <a:effectLst/>
                          <a:latin typeface="Arial Narrow" panose="020B0606020202030204" pitchFamily="34" charset="0"/>
                          <a:ea typeface="+mn-ea"/>
                          <a:cs typeface="+mn-cs"/>
                        </a:rPr>
                        <a:t>Availability Management</a:t>
                      </a:r>
                    </a:p>
                  </a:txBody>
                  <a:tcPr marL="72000" marR="72000" marT="0" marB="0" anchor="ctr">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solidFill>
                  </a:tcPr>
                </a:tc>
                <a:tc>
                  <a:txBody>
                    <a:bodyPr/>
                    <a:lstStyle/>
                    <a:p>
                      <a:pPr marL="0" marR="82550" lvl="0" indent="0" algn="l" defTabSz="457189"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100" b="1" kern="1200">
                          <a:solidFill>
                            <a:schemeClr val="accent1"/>
                          </a:solidFill>
                          <a:latin typeface="Arial Narrow" panose="020B0606020202030204" pitchFamily="34" charset="0"/>
                          <a:ea typeface="+mn-ea"/>
                          <a:cs typeface="+mn-cs"/>
                        </a:rPr>
                        <a:t>Deployment Management</a:t>
                      </a:r>
                    </a:p>
                  </a:txBody>
                  <a:tcPr marL="72000" marR="72000" marT="0" marB="0" anchor="ctr">
                    <a:lnL w="317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3161843595"/>
                  </a:ext>
                </a:extLst>
              </a:tr>
              <a:tr h="198000">
                <a:tc>
                  <a:txBody>
                    <a:bodyPr/>
                    <a:lstStyle/>
                    <a:p>
                      <a:pPr marL="0" marR="0" lvl="0" indent="0" algn="l" defTabSz="457189" rtl="0" eaLnBrk="1" fontAlgn="auto" latinLnBrk="0" hangingPunct="1">
                        <a:lnSpc>
                          <a:spcPct val="100000"/>
                        </a:lnSpc>
                        <a:spcBef>
                          <a:spcPts val="15"/>
                        </a:spcBef>
                        <a:spcAft>
                          <a:spcPts val="0"/>
                        </a:spcAft>
                        <a:buClrTx/>
                        <a:buSzTx/>
                        <a:buFontTx/>
                        <a:buNone/>
                        <a:tabLst/>
                        <a:defRPr/>
                      </a:pPr>
                      <a:r>
                        <a:rPr lang="en-US" sz="1100" b="1">
                          <a:solidFill>
                            <a:schemeClr val="accent1"/>
                          </a:solidFill>
                          <a:latin typeface="Arial Narrow" panose="020B0606020202030204" pitchFamily="34" charset="0"/>
                        </a:rPr>
                        <a:t>Continual Improvement</a:t>
                      </a:r>
                    </a:p>
                  </a:txBody>
                  <a:tcPr marL="72000" marR="72000" marT="0" marB="0" anchor="ctr">
                    <a:lnL w="12700"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292100" indent="0" algn="l" defTabSz="457189" rtl="0" eaLnBrk="1" latinLnBrk="0" hangingPunct="1">
                        <a:lnSpc>
                          <a:spcPct val="100000"/>
                        </a:lnSpc>
                        <a:spcAft>
                          <a:spcPts val="0"/>
                        </a:spcAft>
                        <a:buFont typeface="Wingdings" panose="05000000000000000000" pitchFamily="2" charset="2"/>
                        <a:buNone/>
                      </a:pPr>
                      <a:r>
                        <a:rPr lang="en-US" sz="1100" b="0" kern="1200">
                          <a:solidFill>
                            <a:schemeClr val="accent1"/>
                          </a:solidFill>
                          <a:effectLst/>
                          <a:latin typeface="Arial Narrow" panose="020B0606020202030204" pitchFamily="34" charset="0"/>
                          <a:ea typeface="+mn-ea"/>
                          <a:cs typeface="+mn-cs"/>
                        </a:rPr>
                        <a:t>Business Analysis</a:t>
                      </a:r>
                    </a:p>
                  </a:txBody>
                  <a:tcPr marL="72000" marR="72000" marT="0" marB="0" anchor="ctr">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169545" indent="0" algn="l" defTabSz="457189" rtl="0" eaLnBrk="1" latinLnBrk="0" hangingPunct="1">
                        <a:lnSpc>
                          <a:spcPct val="100000"/>
                        </a:lnSpc>
                        <a:spcBef>
                          <a:spcPts val="165"/>
                        </a:spcBef>
                        <a:spcAft>
                          <a:spcPts val="0"/>
                        </a:spcAft>
                        <a:buFont typeface="Wingdings" panose="05000000000000000000" pitchFamily="2" charset="2"/>
                        <a:buNone/>
                      </a:pPr>
                      <a:r>
                        <a:rPr lang="en-US" sz="1100" b="0" kern="1200">
                          <a:solidFill>
                            <a:schemeClr val="accent1"/>
                          </a:solidFill>
                          <a:effectLst/>
                          <a:latin typeface="Arial Narrow" panose="020B0606020202030204" pitchFamily="34" charset="0"/>
                          <a:ea typeface="+mn-ea"/>
                          <a:cs typeface="+mn-cs"/>
                        </a:rPr>
                        <a:t>Infrastructure &amp; Platform Management</a:t>
                      </a:r>
                    </a:p>
                  </a:txBody>
                  <a:tcPr marL="72000" marR="72000" marT="0" marB="0" anchor="ctr">
                    <a:lnL w="317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91378006"/>
                  </a:ext>
                </a:extLst>
              </a:tr>
              <a:tr h="198000">
                <a:tc>
                  <a:txBody>
                    <a:bodyPr/>
                    <a:lstStyle/>
                    <a:p>
                      <a:pPr marL="0" marR="0" lvl="0" indent="0" algn="l" defTabSz="457189" rtl="0" eaLnBrk="1" fontAlgn="auto" latinLnBrk="0" hangingPunct="1">
                        <a:lnSpc>
                          <a:spcPct val="100000"/>
                        </a:lnSpc>
                        <a:spcBef>
                          <a:spcPts val="15"/>
                        </a:spcBef>
                        <a:spcAft>
                          <a:spcPts val="0"/>
                        </a:spcAft>
                        <a:buClrTx/>
                        <a:buSzTx/>
                        <a:buFontTx/>
                        <a:buNone/>
                        <a:tabLst/>
                        <a:defRPr/>
                      </a:pPr>
                      <a:r>
                        <a:rPr lang="en-US" sz="1100" b="1">
                          <a:solidFill>
                            <a:schemeClr val="accent1"/>
                          </a:solidFill>
                          <a:latin typeface="Arial Narrow" panose="020B0606020202030204" pitchFamily="34" charset="0"/>
                        </a:rPr>
                        <a:t>Information Security Management</a:t>
                      </a:r>
                    </a:p>
                  </a:txBody>
                  <a:tcPr marL="72000" marR="72000" marT="0" marB="0" anchor="ctr">
                    <a:lnL w="12700"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solidFill>
                  </a:tcPr>
                </a:tc>
                <a:tc>
                  <a:txBody>
                    <a:bodyPr/>
                    <a:lstStyle/>
                    <a:p>
                      <a:pPr marL="0" marR="169545" indent="0" algn="l" defTabSz="457189" rtl="0" eaLnBrk="1" latinLnBrk="0" hangingPunct="1">
                        <a:lnSpc>
                          <a:spcPct val="100000"/>
                        </a:lnSpc>
                        <a:spcBef>
                          <a:spcPts val="165"/>
                        </a:spcBef>
                        <a:spcAft>
                          <a:spcPts val="0"/>
                        </a:spcAft>
                        <a:buFont typeface="Wingdings" panose="05000000000000000000" pitchFamily="2" charset="2"/>
                        <a:buNone/>
                      </a:pPr>
                      <a:r>
                        <a:rPr lang="en-US" sz="1100" b="0" kern="1200">
                          <a:solidFill>
                            <a:schemeClr val="accent1"/>
                          </a:solidFill>
                          <a:effectLst/>
                          <a:latin typeface="Arial Narrow" panose="020B0606020202030204" pitchFamily="34" charset="0"/>
                          <a:ea typeface="+mn-ea"/>
                          <a:cs typeface="+mn-cs"/>
                        </a:rPr>
                        <a:t>Capacity &amp; Performance Management</a:t>
                      </a:r>
                    </a:p>
                  </a:txBody>
                  <a:tcPr marL="72000" marR="72000" marT="0" marB="0" anchor="ctr">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solidFill>
                  </a:tcPr>
                </a:tc>
                <a:tc>
                  <a:txBody>
                    <a:bodyPr/>
                    <a:lstStyle/>
                    <a:p>
                      <a:pPr marL="0" marR="169545" indent="0" algn="l" defTabSz="457189" rtl="0" eaLnBrk="1" latinLnBrk="0" hangingPunct="1">
                        <a:lnSpc>
                          <a:spcPct val="100000"/>
                        </a:lnSpc>
                        <a:spcBef>
                          <a:spcPts val="165"/>
                        </a:spcBef>
                        <a:spcAft>
                          <a:spcPts val="0"/>
                        </a:spcAft>
                        <a:buFont typeface="Wingdings" panose="05000000000000000000" pitchFamily="2" charset="2"/>
                        <a:buNone/>
                      </a:pPr>
                      <a:r>
                        <a:rPr lang="en-US" sz="1100" b="0" kern="1200">
                          <a:solidFill>
                            <a:schemeClr val="accent1"/>
                          </a:solidFill>
                          <a:effectLst/>
                          <a:latin typeface="Arial Narrow" panose="020B0606020202030204" pitchFamily="34" charset="0"/>
                          <a:ea typeface="+mn-ea"/>
                          <a:cs typeface="+mn-cs"/>
                        </a:rPr>
                        <a:t>Software Development &amp; Management</a:t>
                      </a:r>
                    </a:p>
                  </a:txBody>
                  <a:tcPr marL="72000" marR="72000" marT="0" marB="0" anchor="ctr">
                    <a:lnL w="317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3442484603"/>
                  </a:ext>
                </a:extLst>
              </a:tr>
              <a:tr h="198000">
                <a:tc>
                  <a:txBody>
                    <a:bodyPr/>
                    <a:lstStyle/>
                    <a:p>
                      <a:pPr algn="l">
                        <a:spcBef>
                          <a:spcPts val="15"/>
                        </a:spcBef>
                      </a:pPr>
                      <a:r>
                        <a:rPr lang="en-US" sz="1100" b="0">
                          <a:solidFill>
                            <a:schemeClr val="accent1"/>
                          </a:solidFill>
                          <a:effectLst/>
                          <a:latin typeface="Arial Narrow" panose="020B0606020202030204" pitchFamily="34" charset="0"/>
                          <a:ea typeface="Calibri" panose="020F0502020204030204" pitchFamily="34" charset="0"/>
                          <a:cs typeface="Times New Roman" panose="02020603050405020304" pitchFamily="18" charset="0"/>
                        </a:rPr>
                        <a:t>Knowledge Management</a:t>
                      </a:r>
                    </a:p>
                  </a:txBody>
                  <a:tcPr marL="72000" marR="72000" marT="0" marB="0" anchor="ctr">
                    <a:lnL w="12700"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82550" lvl="0" indent="0" algn="l" defTabSz="457189"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100" b="1">
                          <a:solidFill>
                            <a:schemeClr val="accent1"/>
                          </a:solidFill>
                          <a:latin typeface="Arial Narrow" panose="020B0606020202030204" pitchFamily="34" charset="0"/>
                        </a:rPr>
                        <a:t>Change Enablement</a:t>
                      </a:r>
                    </a:p>
                  </a:txBody>
                  <a:tcPr marL="72000" marR="72000" marT="0" marB="0" anchor="ctr">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67945" marR="58420" indent="0" algn="l" defTabSz="457189" rtl="0" eaLnBrk="1" latinLnBrk="0" hangingPunct="1">
                        <a:lnSpc>
                          <a:spcPct val="100000"/>
                        </a:lnSpc>
                        <a:spcAft>
                          <a:spcPts val="0"/>
                        </a:spcAft>
                        <a:buFont typeface="Wingdings" panose="05000000000000000000" pitchFamily="2" charset="2"/>
                        <a:buNone/>
                      </a:pPr>
                      <a:endParaRPr lang="en-US" sz="1100" b="0" kern="1200">
                        <a:solidFill>
                          <a:schemeClr val="accent1"/>
                        </a:solidFill>
                        <a:effectLst/>
                        <a:latin typeface="Arial Narrow" panose="020B0606020202030204" pitchFamily="34" charset="0"/>
                        <a:ea typeface="+mn-ea"/>
                        <a:cs typeface="+mn-cs"/>
                      </a:endParaRPr>
                    </a:p>
                  </a:txBody>
                  <a:tcPr marL="72000" marR="72000" marT="0" marB="0" anchor="ctr">
                    <a:lnL w="317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97810373"/>
                  </a:ext>
                </a:extLst>
              </a:tr>
              <a:tr h="198000">
                <a:tc>
                  <a:txBody>
                    <a:bodyPr/>
                    <a:lstStyle/>
                    <a:p>
                      <a:pPr algn="l">
                        <a:spcBef>
                          <a:spcPts val="15"/>
                        </a:spcBef>
                      </a:pPr>
                      <a:r>
                        <a:rPr lang="en-US" sz="1100" b="0">
                          <a:solidFill>
                            <a:schemeClr val="accent1"/>
                          </a:solidFill>
                          <a:effectLst/>
                          <a:latin typeface="Arial Narrow" panose="020B0606020202030204" pitchFamily="34" charset="0"/>
                          <a:ea typeface="Calibri" panose="020F0502020204030204" pitchFamily="34" charset="0"/>
                          <a:cs typeface="Times New Roman" panose="02020603050405020304" pitchFamily="18" charset="0"/>
                        </a:rPr>
                        <a:t>Measurement &amp; Reporting</a:t>
                      </a:r>
                    </a:p>
                  </a:txBody>
                  <a:tcPr marL="72000" marR="72000" marT="0" marB="0" anchor="ctr">
                    <a:lnL w="12700"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solidFill>
                  </a:tcPr>
                </a:tc>
                <a:tc>
                  <a:txBody>
                    <a:bodyPr/>
                    <a:lstStyle/>
                    <a:p>
                      <a:pPr marL="0" marR="82550" lvl="0" indent="0" algn="l" defTabSz="457189"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100" b="1" kern="1200">
                          <a:solidFill>
                            <a:schemeClr val="accent1"/>
                          </a:solidFill>
                          <a:latin typeface="Arial Narrow" panose="020B0606020202030204" pitchFamily="34" charset="0"/>
                          <a:ea typeface="+mn-ea"/>
                          <a:cs typeface="+mn-cs"/>
                        </a:rPr>
                        <a:t>Incident Management</a:t>
                      </a:r>
                    </a:p>
                  </a:txBody>
                  <a:tcPr marL="72000" marR="72000" marT="0" marB="0" anchor="ctr">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solidFill>
                  </a:tcPr>
                </a:tc>
                <a:tc>
                  <a:txBody>
                    <a:bodyPr/>
                    <a:lstStyle/>
                    <a:p>
                      <a:pPr marL="67945" marR="58420" indent="0" algn="l" defTabSz="457189" rtl="0" eaLnBrk="1" latinLnBrk="0" hangingPunct="1">
                        <a:lnSpc>
                          <a:spcPct val="100000"/>
                        </a:lnSpc>
                        <a:spcAft>
                          <a:spcPts val="0"/>
                        </a:spcAft>
                        <a:buFont typeface="Wingdings" panose="05000000000000000000" pitchFamily="2" charset="2"/>
                        <a:buNone/>
                      </a:pPr>
                      <a:endParaRPr lang="en-US" sz="1100" b="0" kern="1200">
                        <a:solidFill>
                          <a:schemeClr val="accent1"/>
                        </a:solidFill>
                        <a:effectLst/>
                        <a:latin typeface="Arial Narrow" panose="020B0606020202030204" pitchFamily="34" charset="0"/>
                        <a:ea typeface="+mn-ea"/>
                        <a:cs typeface="+mn-cs"/>
                      </a:endParaRPr>
                    </a:p>
                  </a:txBody>
                  <a:tcPr marL="72000" marR="72000" marT="0" marB="0" anchor="ctr">
                    <a:lnL w="317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1745682864"/>
                  </a:ext>
                </a:extLst>
              </a:tr>
              <a:tr h="198000">
                <a:tc>
                  <a:txBody>
                    <a:bodyPr/>
                    <a:lstStyle/>
                    <a:p>
                      <a:pPr algn="l">
                        <a:spcBef>
                          <a:spcPts val="15"/>
                        </a:spcBef>
                      </a:pPr>
                      <a:r>
                        <a:rPr lang="en-US" sz="1100" b="0">
                          <a:solidFill>
                            <a:schemeClr val="accent1"/>
                          </a:solidFill>
                          <a:effectLst/>
                          <a:latin typeface="Arial Narrow" panose="020B0606020202030204" pitchFamily="34" charset="0"/>
                          <a:ea typeface="Calibri" panose="020F0502020204030204" pitchFamily="34" charset="0"/>
                          <a:cs typeface="Times New Roman" panose="02020603050405020304" pitchFamily="18" charset="0"/>
                        </a:rPr>
                        <a:t>Organizational Change Management</a:t>
                      </a:r>
                    </a:p>
                  </a:txBody>
                  <a:tcPr marL="72000" marR="72000" marT="0" marB="0" anchor="ctr">
                    <a:lnL w="12700"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82550" lvl="0" indent="0" algn="l" defTabSz="457189"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100" b="1" kern="1200">
                          <a:solidFill>
                            <a:schemeClr val="accent1"/>
                          </a:solidFill>
                          <a:latin typeface="Arial Narrow" panose="020B0606020202030204" pitchFamily="34" charset="0"/>
                          <a:ea typeface="+mn-ea"/>
                          <a:cs typeface="+mn-cs"/>
                        </a:rPr>
                        <a:t>IT Asset Management </a:t>
                      </a:r>
                    </a:p>
                  </a:txBody>
                  <a:tcPr marL="72000" marR="72000" marT="0" marB="0" anchor="ctr">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67945" marR="58420" indent="0" algn="l" defTabSz="457189" rtl="0" eaLnBrk="1" latinLnBrk="0" hangingPunct="1">
                        <a:lnSpc>
                          <a:spcPct val="100000"/>
                        </a:lnSpc>
                        <a:spcAft>
                          <a:spcPts val="0"/>
                        </a:spcAft>
                        <a:buFont typeface="Wingdings" panose="05000000000000000000" pitchFamily="2" charset="2"/>
                        <a:buNone/>
                      </a:pPr>
                      <a:endParaRPr lang="en-US" sz="1100" b="0" kern="1200">
                        <a:solidFill>
                          <a:schemeClr val="accent1"/>
                        </a:solidFill>
                        <a:effectLst/>
                        <a:latin typeface="Arial Narrow" panose="020B0606020202030204" pitchFamily="34" charset="0"/>
                        <a:ea typeface="+mn-ea"/>
                        <a:cs typeface="+mn-cs"/>
                      </a:endParaRPr>
                    </a:p>
                  </a:txBody>
                  <a:tcPr marL="72000" marR="72000" marT="0" marB="0" anchor="ctr">
                    <a:lnL w="317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723208271"/>
                  </a:ext>
                </a:extLst>
              </a:tr>
              <a:tr h="198000">
                <a:tc>
                  <a:txBody>
                    <a:bodyPr/>
                    <a:lstStyle/>
                    <a:p>
                      <a:pPr algn="l">
                        <a:spcBef>
                          <a:spcPts val="15"/>
                        </a:spcBef>
                      </a:pPr>
                      <a:r>
                        <a:rPr lang="en-US" sz="1100" b="0">
                          <a:solidFill>
                            <a:schemeClr val="accent1"/>
                          </a:solidFill>
                          <a:effectLst/>
                          <a:latin typeface="Arial Narrow" panose="020B0606020202030204" pitchFamily="34" charset="0"/>
                          <a:ea typeface="Calibri" panose="020F0502020204030204" pitchFamily="34" charset="0"/>
                          <a:cs typeface="Times New Roman" panose="02020603050405020304" pitchFamily="18" charset="0"/>
                        </a:rPr>
                        <a:t>Portfolio Management</a:t>
                      </a:r>
                    </a:p>
                  </a:txBody>
                  <a:tcPr marL="72000" marR="72000" marT="0" marB="0" anchor="ctr">
                    <a:lnL w="12700"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solidFill>
                  </a:tcPr>
                </a:tc>
                <a:tc>
                  <a:txBody>
                    <a:bodyPr/>
                    <a:lstStyle/>
                    <a:p>
                      <a:pPr marL="0" marR="82550" lvl="0" indent="0" algn="l" defTabSz="457189"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100" b="1" kern="1200">
                          <a:solidFill>
                            <a:schemeClr val="accent1"/>
                          </a:solidFill>
                          <a:latin typeface="Arial Narrow" panose="020B0606020202030204" pitchFamily="34" charset="0"/>
                          <a:ea typeface="+mn-ea"/>
                          <a:cs typeface="+mn-cs"/>
                        </a:rPr>
                        <a:t>Monitoring &amp; Event Management</a:t>
                      </a:r>
                    </a:p>
                  </a:txBody>
                  <a:tcPr marL="72000" marR="72000" marT="0" marB="0" anchor="ctr">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solidFill>
                  </a:tcPr>
                </a:tc>
                <a:tc>
                  <a:txBody>
                    <a:bodyPr/>
                    <a:lstStyle/>
                    <a:p>
                      <a:pPr marL="67945" marR="58420" indent="0" algn="l" defTabSz="457189" rtl="0" eaLnBrk="1" latinLnBrk="0" hangingPunct="1">
                        <a:lnSpc>
                          <a:spcPct val="100000"/>
                        </a:lnSpc>
                        <a:spcAft>
                          <a:spcPts val="0"/>
                        </a:spcAft>
                        <a:buFont typeface="Wingdings" panose="05000000000000000000" pitchFamily="2" charset="2"/>
                        <a:buNone/>
                      </a:pPr>
                      <a:endParaRPr lang="en-US" sz="1100" b="0" kern="1200">
                        <a:solidFill>
                          <a:schemeClr val="accent1"/>
                        </a:solidFill>
                        <a:effectLst/>
                        <a:latin typeface="Arial Narrow" panose="020B0606020202030204" pitchFamily="34" charset="0"/>
                        <a:ea typeface="+mn-ea"/>
                        <a:cs typeface="+mn-cs"/>
                      </a:endParaRPr>
                    </a:p>
                  </a:txBody>
                  <a:tcPr marL="72000" marR="72000" marT="0" marB="0" anchor="ctr">
                    <a:lnL w="317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1465375383"/>
                  </a:ext>
                </a:extLst>
              </a:tr>
              <a:tr h="198000">
                <a:tc>
                  <a:txBody>
                    <a:bodyPr/>
                    <a:lstStyle/>
                    <a:p>
                      <a:pPr algn="l">
                        <a:spcBef>
                          <a:spcPts val="15"/>
                        </a:spcBef>
                      </a:pPr>
                      <a:r>
                        <a:rPr lang="en-US" sz="1100" b="0">
                          <a:solidFill>
                            <a:schemeClr val="accent1"/>
                          </a:solidFill>
                          <a:effectLst/>
                          <a:latin typeface="Arial Narrow" panose="020B0606020202030204" pitchFamily="34" charset="0"/>
                          <a:ea typeface="Calibri" panose="020F0502020204030204" pitchFamily="34" charset="0"/>
                          <a:cs typeface="Times New Roman" panose="02020603050405020304" pitchFamily="18" charset="0"/>
                        </a:rPr>
                        <a:t>Project Management</a:t>
                      </a:r>
                    </a:p>
                  </a:txBody>
                  <a:tcPr marL="72000" marR="72000" marT="0" marB="0" anchor="ctr">
                    <a:lnL w="12700"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82550" lvl="0" indent="0" algn="l" defTabSz="457189"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100" b="1" kern="1200">
                          <a:solidFill>
                            <a:schemeClr val="accent1"/>
                          </a:solidFill>
                          <a:latin typeface="Arial Narrow" panose="020B0606020202030204" pitchFamily="34" charset="0"/>
                          <a:ea typeface="+mn-ea"/>
                          <a:cs typeface="+mn-cs"/>
                        </a:rPr>
                        <a:t>Problem Management</a:t>
                      </a:r>
                    </a:p>
                  </a:txBody>
                  <a:tcPr marL="72000" marR="72000" marT="0" marB="0" anchor="ctr">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67945" marR="58420" indent="0" algn="l" defTabSz="457189" rtl="0" eaLnBrk="1" latinLnBrk="0" hangingPunct="1">
                        <a:lnSpc>
                          <a:spcPct val="100000"/>
                        </a:lnSpc>
                        <a:spcAft>
                          <a:spcPts val="0"/>
                        </a:spcAft>
                        <a:buFont typeface="Wingdings" panose="05000000000000000000" pitchFamily="2" charset="2"/>
                        <a:buNone/>
                      </a:pPr>
                      <a:endParaRPr lang="en-US" sz="1100" b="0" kern="1200">
                        <a:solidFill>
                          <a:schemeClr val="accent1"/>
                        </a:solidFill>
                        <a:effectLst/>
                        <a:latin typeface="Arial Narrow" panose="020B0606020202030204" pitchFamily="34" charset="0"/>
                        <a:ea typeface="+mn-ea"/>
                        <a:cs typeface="+mn-cs"/>
                      </a:endParaRPr>
                    </a:p>
                  </a:txBody>
                  <a:tcPr marL="72000" marR="72000" marT="0" marB="0" anchor="ctr">
                    <a:lnL w="317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17237318"/>
                  </a:ext>
                </a:extLst>
              </a:tr>
              <a:tr h="198000">
                <a:tc>
                  <a:txBody>
                    <a:bodyPr/>
                    <a:lstStyle/>
                    <a:p>
                      <a:pPr algn="l">
                        <a:spcBef>
                          <a:spcPts val="15"/>
                        </a:spcBef>
                      </a:pPr>
                      <a:r>
                        <a:rPr lang="en-US" sz="1100" b="1">
                          <a:solidFill>
                            <a:schemeClr val="accent1"/>
                          </a:solidFill>
                          <a:latin typeface="Arial Narrow" panose="020B0606020202030204" pitchFamily="34" charset="0"/>
                        </a:rPr>
                        <a:t>Relationships Management</a:t>
                      </a:r>
                      <a:endParaRPr lang="en-US" sz="1100" b="1">
                        <a:solidFill>
                          <a:schemeClr val="accent1"/>
                        </a:solidFill>
                        <a:effectLst/>
                        <a:latin typeface="Arial Narrow" panose="020B0606020202030204" pitchFamily="34" charset="0"/>
                        <a:ea typeface="Calibri" panose="020F0502020204030204" pitchFamily="34" charset="0"/>
                        <a:cs typeface="Times New Roman" panose="02020603050405020304" pitchFamily="18" charset="0"/>
                      </a:endParaRPr>
                    </a:p>
                  </a:txBody>
                  <a:tcPr marL="72000" marR="72000" marT="0" marB="0" anchor="ctr">
                    <a:lnL w="12700"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solidFill>
                  </a:tcPr>
                </a:tc>
                <a:tc>
                  <a:txBody>
                    <a:bodyPr/>
                    <a:lstStyle/>
                    <a:p>
                      <a:pPr marL="0" marR="82550" lvl="0" indent="0" algn="l" defTabSz="457189"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100" b="1" kern="1200">
                          <a:solidFill>
                            <a:schemeClr val="accent1"/>
                          </a:solidFill>
                          <a:latin typeface="Arial Narrow" panose="020B0606020202030204" pitchFamily="34" charset="0"/>
                          <a:ea typeface="+mn-ea"/>
                          <a:cs typeface="+mn-cs"/>
                        </a:rPr>
                        <a:t>Release Management </a:t>
                      </a:r>
                    </a:p>
                  </a:txBody>
                  <a:tcPr marL="72000" marR="72000" marT="0" marB="0" anchor="ctr">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solidFill>
                  </a:tcPr>
                </a:tc>
                <a:tc>
                  <a:txBody>
                    <a:bodyPr/>
                    <a:lstStyle/>
                    <a:p>
                      <a:pPr marL="67945" marR="58420" indent="0" algn="l" defTabSz="457189" rtl="0" eaLnBrk="1" latinLnBrk="0" hangingPunct="1">
                        <a:lnSpc>
                          <a:spcPct val="100000"/>
                        </a:lnSpc>
                        <a:spcAft>
                          <a:spcPts val="0"/>
                        </a:spcAft>
                        <a:buFont typeface="Wingdings" panose="05000000000000000000" pitchFamily="2" charset="2"/>
                        <a:buNone/>
                      </a:pPr>
                      <a:endParaRPr lang="en-US" sz="1100" b="0" kern="1200">
                        <a:solidFill>
                          <a:schemeClr val="accent1"/>
                        </a:solidFill>
                        <a:effectLst/>
                        <a:latin typeface="Arial Narrow" panose="020B0606020202030204" pitchFamily="34" charset="0"/>
                        <a:ea typeface="+mn-ea"/>
                        <a:cs typeface="+mn-cs"/>
                      </a:endParaRPr>
                    </a:p>
                  </a:txBody>
                  <a:tcPr marL="72000" marR="72000" marT="0" marB="0" anchor="ctr">
                    <a:lnL w="317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3528602781"/>
                  </a:ext>
                </a:extLst>
              </a:tr>
              <a:tr h="198000">
                <a:tc>
                  <a:txBody>
                    <a:bodyPr/>
                    <a:lstStyle/>
                    <a:p>
                      <a:pPr algn="l">
                        <a:spcBef>
                          <a:spcPts val="15"/>
                        </a:spcBef>
                      </a:pPr>
                      <a:r>
                        <a:rPr lang="en-US" sz="1100" b="0">
                          <a:solidFill>
                            <a:schemeClr val="accent1"/>
                          </a:solidFill>
                          <a:effectLst/>
                          <a:latin typeface="Arial Narrow" panose="020B0606020202030204" pitchFamily="34" charset="0"/>
                          <a:ea typeface="Calibri" panose="020F0502020204030204" pitchFamily="34" charset="0"/>
                          <a:cs typeface="Times New Roman" panose="02020603050405020304" pitchFamily="18" charset="0"/>
                        </a:rPr>
                        <a:t>Risk Management</a:t>
                      </a:r>
                    </a:p>
                  </a:txBody>
                  <a:tcPr marL="72000" marR="72000" marT="0" marB="0" anchor="ctr">
                    <a:lnL w="12700"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176530" indent="0" algn="l" defTabSz="457189" rtl="0" eaLnBrk="1" latinLnBrk="0" hangingPunct="1">
                        <a:lnSpc>
                          <a:spcPct val="100000"/>
                        </a:lnSpc>
                        <a:spcAft>
                          <a:spcPts val="0"/>
                        </a:spcAft>
                        <a:buFont typeface="Wingdings" panose="05000000000000000000" pitchFamily="2" charset="2"/>
                        <a:buNone/>
                      </a:pPr>
                      <a:r>
                        <a:rPr lang="en-US" sz="1100" b="0" kern="1200">
                          <a:solidFill>
                            <a:schemeClr val="accent1"/>
                          </a:solidFill>
                          <a:effectLst/>
                          <a:latin typeface="Arial Narrow" panose="020B0606020202030204" pitchFamily="34" charset="0"/>
                          <a:ea typeface="+mn-ea"/>
                          <a:cs typeface="+mn-cs"/>
                        </a:rPr>
                        <a:t>Service Catalogue Management</a:t>
                      </a:r>
                    </a:p>
                  </a:txBody>
                  <a:tcPr marL="72000" marR="72000" marT="0" marB="0" anchor="ctr">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67945" marR="58420" indent="0" algn="l" defTabSz="457189" rtl="0" eaLnBrk="1" latinLnBrk="0" hangingPunct="1">
                        <a:lnSpc>
                          <a:spcPct val="100000"/>
                        </a:lnSpc>
                        <a:spcAft>
                          <a:spcPts val="0"/>
                        </a:spcAft>
                        <a:buFont typeface="Wingdings" panose="05000000000000000000" pitchFamily="2" charset="2"/>
                        <a:buNone/>
                      </a:pPr>
                      <a:endParaRPr lang="en-US" sz="1100" b="0" kern="1200">
                        <a:solidFill>
                          <a:schemeClr val="accent1"/>
                        </a:solidFill>
                        <a:effectLst/>
                        <a:latin typeface="Arial Narrow" panose="020B0606020202030204" pitchFamily="34" charset="0"/>
                        <a:ea typeface="+mn-ea"/>
                        <a:cs typeface="+mn-cs"/>
                      </a:endParaRPr>
                    </a:p>
                  </a:txBody>
                  <a:tcPr marL="72000" marR="72000" marT="0" marB="0" anchor="ctr">
                    <a:lnL w="317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3771582"/>
                  </a:ext>
                </a:extLst>
              </a:tr>
              <a:tr h="198000">
                <a:tc>
                  <a:txBody>
                    <a:bodyPr/>
                    <a:lstStyle/>
                    <a:p>
                      <a:pPr algn="l">
                        <a:spcBef>
                          <a:spcPts val="15"/>
                        </a:spcBef>
                      </a:pPr>
                      <a:r>
                        <a:rPr lang="en-US" sz="1100" b="0">
                          <a:solidFill>
                            <a:schemeClr val="accent1"/>
                          </a:solidFill>
                          <a:effectLst/>
                          <a:latin typeface="Arial Narrow" panose="020B0606020202030204" pitchFamily="34" charset="0"/>
                          <a:ea typeface="Calibri" panose="020F0502020204030204" pitchFamily="34" charset="0"/>
                          <a:cs typeface="Times New Roman" panose="02020603050405020304" pitchFamily="18" charset="0"/>
                        </a:rPr>
                        <a:t>Service Financial Management</a:t>
                      </a:r>
                    </a:p>
                  </a:txBody>
                  <a:tcPr marL="72000" marR="72000" marT="0" marB="0" anchor="ctr">
                    <a:lnL w="12700"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solidFill>
                  </a:tcPr>
                </a:tc>
                <a:tc>
                  <a:txBody>
                    <a:bodyPr/>
                    <a:lstStyle/>
                    <a:p>
                      <a:pPr marL="0" marR="82550" lvl="0" indent="0" algn="l" defTabSz="457189"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100" b="1" kern="1200">
                          <a:solidFill>
                            <a:schemeClr val="accent1"/>
                          </a:solidFill>
                          <a:latin typeface="Arial Narrow" panose="020B0606020202030204" pitchFamily="34" charset="0"/>
                          <a:ea typeface="+mn-ea"/>
                          <a:cs typeface="+mn-cs"/>
                        </a:rPr>
                        <a:t>Service Configuration Management</a:t>
                      </a:r>
                    </a:p>
                  </a:txBody>
                  <a:tcPr marL="72000" marR="72000" marT="0" marB="0" anchor="ctr">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solidFill>
                  </a:tcPr>
                </a:tc>
                <a:tc>
                  <a:txBody>
                    <a:bodyPr/>
                    <a:lstStyle/>
                    <a:p>
                      <a:pPr marL="67945" marR="58420" indent="0" algn="l" defTabSz="457189" rtl="0" eaLnBrk="1" latinLnBrk="0" hangingPunct="1">
                        <a:lnSpc>
                          <a:spcPct val="100000"/>
                        </a:lnSpc>
                        <a:spcAft>
                          <a:spcPts val="0"/>
                        </a:spcAft>
                        <a:buFont typeface="Wingdings" panose="05000000000000000000" pitchFamily="2" charset="2"/>
                        <a:buNone/>
                      </a:pPr>
                      <a:endParaRPr lang="en-US" sz="1100" b="0" kern="1200">
                        <a:solidFill>
                          <a:schemeClr val="accent1"/>
                        </a:solidFill>
                        <a:effectLst/>
                        <a:latin typeface="Arial Narrow" panose="020B0606020202030204" pitchFamily="34" charset="0"/>
                        <a:ea typeface="+mn-ea"/>
                        <a:cs typeface="+mn-cs"/>
                      </a:endParaRPr>
                    </a:p>
                  </a:txBody>
                  <a:tcPr marL="72000" marR="72000" marT="0" marB="0" anchor="ctr">
                    <a:lnL w="317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1907362032"/>
                  </a:ext>
                </a:extLst>
              </a:tr>
              <a:tr h="198000">
                <a:tc>
                  <a:txBody>
                    <a:bodyPr/>
                    <a:lstStyle/>
                    <a:p>
                      <a:pPr marL="0" marR="0" lvl="0" indent="0" algn="l" defTabSz="457189" rtl="0" eaLnBrk="1" fontAlgn="auto" latinLnBrk="0" hangingPunct="1">
                        <a:lnSpc>
                          <a:spcPct val="100000"/>
                        </a:lnSpc>
                        <a:spcBef>
                          <a:spcPts val="15"/>
                        </a:spcBef>
                        <a:spcAft>
                          <a:spcPts val="0"/>
                        </a:spcAft>
                        <a:buClrTx/>
                        <a:buSzTx/>
                        <a:buFontTx/>
                        <a:buNone/>
                        <a:tabLst/>
                        <a:defRPr/>
                      </a:pPr>
                      <a:r>
                        <a:rPr lang="en-US" sz="1100" b="1">
                          <a:solidFill>
                            <a:schemeClr val="accent1"/>
                          </a:solidFill>
                          <a:latin typeface="Arial Narrow" panose="020B0606020202030204" pitchFamily="34" charset="0"/>
                        </a:rPr>
                        <a:t>Supplier Management</a:t>
                      </a:r>
                    </a:p>
                  </a:txBody>
                  <a:tcPr marL="72000" marR="72000" marT="0" marB="0" anchor="ctr">
                    <a:lnL w="12700"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176530" indent="0" algn="l" defTabSz="457189" rtl="0" eaLnBrk="1" latinLnBrk="0" hangingPunct="1">
                        <a:lnSpc>
                          <a:spcPct val="100000"/>
                        </a:lnSpc>
                        <a:spcAft>
                          <a:spcPts val="0"/>
                        </a:spcAft>
                        <a:buFont typeface="Wingdings" panose="05000000000000000000" pitchFamily="2" charset="2"/>
                        <a:buNone/>
                      </a:pPr>
                      <a:r>
                        <a:rPr lang="en-US" sz="1100" b="0" kern="1200">
                          <a:solidFill>
                            <a:schemeClr val="accent1"/>
                          </a:solidFill>
                          <a:effectLst/>
                          <a:latin typeface="Arial Narrow" panose="020B0606020202030204" pitchFamily="34" charset="0"/>
                          <a:ea typeface="+mn-ea"/>
                          <a:cs typeface="+mn-cs"/>
                        </a:rPr>
                        <a:t>Service Continuity Management</a:t>
                      </a:r>
                    </a:p>
                  </a:txBody>
                  <a:tcPr marL="72000" marR="72000" marT="0" marB="0" anchor="ctr">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67945" marR="58420" indent="0" algn="l" defTabSz="457189" rtl="0" eaLnBrk="1" latinLnBrk="0" hangingPunct="1">
                        <a:lnSpc>
                          <a:spcPct val="100000"/>
                        </a:lnSpc>
                        <a:spcAft>
                          <a:spcPts val="0"/>
                        </a:spcAft>
                        <a:buFont typeface="Wingdings" panose="05000000000000000000" pitchFamily="2" charset="2"/>
                        <a:buNone/>
                      </a:pPr>
                      <a:endParaRPr lang="en-US" sz="1100" b="0" kern="1200">
                        <a:solidFill>
                          <a:schemeClr val="accent1"/>
                        </a:solidFill>
                        <a:effectLst/>
                        <a:latin typeface="Arial Narrow" panose="020B0606020202030204" pitchFamily="34" charset="0"/>
                        <a:ea typeface="+mn-ea"/>
                        <a:cs typeface="+mn-cs"/>
                      </a:endParaRPr>
                    </a:p>
                  </a:txBody>
                  <a:tcPr marL="72000" marR="72000" marT="0" marB="0" anchor="ctr">
                    <a:lnL w="317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75680196"/>
                  </a:ext>
                </a:extLst>
              </a:tr>
              <a:tr h="198000">
                <a:tc>
                  <a:txBody>
                    <a:bodyPr/>
                    <a:lstStyle/>
                    <a:p>
                      <a:pPr algn="l">
                        <a:spcBef>
                          <a:spcPts val="15"/>
                        </a:spcBef>
                      </a:pPr>
                      <a:r>
                        <a:rPr lang="en-US" sz="1100" b="0">
                          <a:solidFill>
                            <a:schemeClr val="accent1"/>
                          </a:solidFill>
                          <a:effectLst/>
                          <a:latin typeface="Arial Narrow" panose="020B0606020202030204" pitchFamily="34" charset="0"/>
                          <a:ea typeface="Calibri" panose="020F0502020204030204" pitchFamily="34" charset="0"/>
                          <a:cs typeface="Times New Roman" panose="02020603050405020304" pitchFamily="18" charset="0"/>
                        </a:rPr>
                        <a:t>Strategy Management</a:t>
                      </a:r>
                    </a:p>
                  </a:txBody>
                  <a:tcPr marL="72000" marR="72000" marT="0" marB="0" anchor="ctr">
                    <a:lnL w="12700"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solidFill>
                  </a:tcPr>
                </a:tc>
                <a:tc>
                  <a:txBody>
                    <a:bodyPr/>
                    <a:lstStyle/>
                    <a:p>
                      <a:pPr marL="0" marR="176530" indent="0" algn="l" defTabSz="457189" rtl="0" eaLnBrk="1" latinLnBrk="0" hangingPunct="1">
                        <a:lnSpc>
                          <a:spcPct val="100000"/>
                        </a:lnSpc>
                        <a:spcAft>
                          <a:spcPts val="0"/>
                        </a:spcAft>
                        <a:buFont typeface="Wingdings" panose="05000000000000000000" pitchFamily="2" charset="2"/>
                        <a:buNone/>
                      </a:pPr>
                      <a:r>
                        <a:rPr lang="en-US" sz="1100" b="0" kern="1200">
                          <a:solidFill>
                            <a:schemeClr val="accent1"/>
                          </a:solidFill>
                          <a:effectLst/>
                          <a:latin typeface="Arial Narrow" panose="020B0606020202030204" pitchFamily="34" charset="0"/>
                          <a:ea typeface="+mn-ea"/>
                          <a:cs typeface="+mn-cs"/>
                        </a:rPr>
                        <a:t>Service Design</a:t>
                      </a:r>
                    </a:p>
                  </a:txBody>
                  <a:tcPr marL="72000" marR="72000" marT="0" marB="0" anchor="ctr">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solidFill>
                  </a:tcPr>
                </a:tc>
                <a:tc>
                  <a:txBody>
                    <a:bodyPr/>
                    <a:lstStyle/>
                    <a:p>
                      <a:pPr marL="67945" marR="58420" indent="0" algn="l" defTabSz="457189" rtl="0" eaLnBrk="1" latinLnBrk="0" hangingPunct="1">
                        <a:lnSpc>
                          <a:spcPct val="100000"/>
                        </a:lnSpc>
                        <a:spcAft>
                          <a:spcPts val="0"/>
                        </a:spcAft>
                        <a:buFont typeface="Wingdings" panose="05000000000000000000" pitchFamily="2" charset="2"/>
                        <a:buNone/>
                      </a:pPr>
                      <a:endParaRPr lang="en-US" sz="1100" b="0" kern="1200">
                        <a:solidFill>
                          <a:schemeClr val="accent1"/>
                        </a:solidFill>
                        <a:effectLst/>
                        <a:latin typeface="Arial Narrow" panose="020B0606020202030204" pitchFamily="34" charset="0"/>
                        <a:ea typeface="+mn-ea"/>
                        <a:cs typeface="+mn-cs"/>
                      </a:endParaRPr>
                    </a:p>
                  </a:txBody>
                  <a:tcPr marL="72000" marR="72000" marT="0" marB="0" anchor="ctr">
                    <a:lnL w="317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76311151"/>
                  </a:ext>
                </a:extLst>
              </a:tr>
              <a:tr h="198000">
                <a:tc>
                  <a:txBody>
                    <a:bodyPr/>
                    <a:lstStyle/>
                    <a:p>
                      <a:pPr algn="l">
                        <a:spcBef>
                          <a:spcPts val="15"/>
                        </a:spcBef>
                      </a:pPr>
                      <a:r>
                        <a:rPr lang="en-US" sz="1100" b="0">
                          <a:solidFill>
                            <a:schemeClr val="accent1"/>
                          </a:solidFill>
                          <a:effectLst/>
                          <a:latin typeface="Arial Narrow" panose="020B0606020202030204" pitchFamily="34" charset="0"/>
                          <a:ea typeface="Calibri" panose="020F0502020204030204" pitchFamily="34" charset="0"/>
                          <a:cs typeface="Times New Roman" panose="02020603050405020304" pitchFamily="18" charset="0"/>
                        </a:rPr>
                        <a:t>Workforce &amp; Talent Management</a:t>
                      </a:r>
                    </a:p>
                  </a:txBody>
                  <a:tcPr marL="72000" marR="72000" marT="0" marB="0" anchor="ctr">
                    <a:lnL w="12700"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82550" lvl="0" indent="0" algn="l" defTabSz="457189"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100" b="1" kern="1200">
                          <a:solidFill>
                            <a:schemeClr val="accent1"/>
                          </a:solidFill>
                          <a:latin typeface="Arial Narrow" panose="020B0606020202030204" pitchFamily="34" charset="0"/>
                          <a:ea typeface="+mn-ea"/>
                          <a:cs typeface="+mn-cs"/>
                        </a:rPr>
                        <a:t>Service Desk</a:t>
                      </a:r>
                    </a:p>
                  </a:txBody>
                  <a:tcPr marL="72000" marR="72000" marT="0" marB="0" anchor="ctr">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67945" marR="58420" indent="0" algn="l" defTabSz="457189" rtl="0" eaLnBrk="1" latinLnBrk="0" hangingPunct="1">
                        <a:lnSpc>
                          <a:spcPct val="100000"/>
                        </a:lnSpc>
                        <a:spcAft>
                          <a:spcPts val="0"/>
                        </a:spcAft>
                        <a:buFont typeface="Wingdings" panose="05000000000000000000" pitchFamily="2" charset="2"/>
                        <a:buNone/>
                      </a:pPr>
                      <a:endParaRPr lang="en-US" sz="1100" b="0" kern="1200">
                        <a:solidFill>
                          <a:schemeClr val="accent1"/>
                        </a:solidFill>
                        <a:effectLst/>
                        <a:latin typeface="Arial Narrow" panose="020B0606020202030204" pitchFamily="34" charset="0"/>
                        <a:ea typeface="+mn-ea"/>
                        <a:cs typeface="+mn-cs"/>
                      </a:endParaRPr>
                    </a:p>
                  </a:txBody>
                  <a:tcPr marL="72000" marR="72000" marT="0" marB="0" anchor="ctr">
                    <a:lnL w="317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37522436"/>
                  </a:ext>
                </a:extLst>
              </a:tr>
              <a:tr h="198000">
                <a:tc>
                  <a:txBody>
                    <a:bodyPr/>
                    <a:lstStyle/>
                    <a:p>
                      <a:pPr algn="l">
                        <a:spcBef>
                          <a:spcPts val="15"/>
                        </a:spcBef>
                      </a:pPr>
                      <a:endParaRPr lang="en-US" sz="1100" b="0">
                        <a:solidFill>
                          <a:schemeClr val="accent1"/>
                        </a:solidFill>
                        <a:effectLst/>
                        <a:latin typeface="Arial Narrow" panose="020B0606020202030204" pitchFamily="34" charset="0"/>
                        <a:ea typeface="Calibri" panose="020F0502020204030204" pitchFamily="34" charset="0"/>
                        <a:cs typeface="Times New Roman" panose="02020603050405020304" pitchFamily="18" charset="0"/>
                      </a:endParaRPr>
                    </a:p>
                  </a:txBody>
                  <a:tcPr marL="72000" marR="72000" marT="0" marB="0" anchor="ctr">
                    <a:lnL w="12700"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solidFill>
                  </a:tcPr>
                </a:tc>
                <a:tc>
                  <a:txBody>
                    <a:bodyPr/>
                    <a:lstStyle/>
                    <a:p>
                      <a:pPr marL="0" marR="82550" lvl="0" indent="0" algn="l" defTabSz="457189"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100" b="1" kern="1200">
                          <a:solidFill>
                            <a:schemeClr val="accent1"/>
                          </a:solidFill>
                          <a:latin typeface="Arial Narrow" panose="020B0606020202030204" pitchFamily="34" charset="0"/>
                          <a:ea typeface="+mn-ea"/>
                          <a:cs typeface="+mn-cs"/>
                        </a:rPr>
                        <a:t>Service Level Management</a:t>
                      </a:r>
                    </a:p>
                  </a:txBody>
                  <a:tcPr marL="72000" marR="72000" marT="0" marB="0" anchor="ctr">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solidFill>
                  </a:tcPr>
                </a:tc>
                <a:tc>
                  <a:txBody>
                    <a:bodyPr/>
                    <a:lstStyle/>
                    <a:p>
                      <a:pPr marL="67945" marR="58420" indent="0" algn="l" defTabSz="457189" rtl="0" eaLnBrk="1" latinLnBrk="0" hangingPunct="1">
                        <a:lnSpc>
                          <a:spcPct val="100000"/>
                        </a:lnSpc>
                        <a:spcAft>
                          <a:spcPts val="0"/>
                        </a:spcAft>
                        <a:buFont typeface="Wingdings" panose="05000000000000000000" pitchFamily="2" charset="2"/>
                        <a:buNone/>
                      </a:pPr>
                      <a:endParaRPr lang="en-US" sz="1100" b="0" kern="1200">
                        <a:solidFill>
                          <a:schemeClr val="accent1"/>
                        </a:solidFill>
                        <a:effectLst/>
                        <a:latin typeface="Arial Narrow" panose="020B0606020202030204" pitchFamily="34" charset="0"/>
                        <a:ea typeface="+mn-ea"/>
                        <a:cs typeface="+mn-cs"/>
                      </a:endParaRPr>
                    </a:p>
                  </a:txBody>
                  <a:tcPr marL="72000" marR="72000" marT="0" marB="0" anchor="ctr">
                    <a:lnL w="317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3236564311"/>
                  </a:ext>
                </a:extLst>
              </a:tr>
              <a:tr h="198000">
                <a:tc>
                  <a:txBody>
                    <a:bodyPr/>
                    <a:lstStyle/>
                    <a:p>
                      <a:pPr algn="l">
                        <a:spcBef>
                          <a:spcPts val="15"/>
                        </a:spcBef>
                      </a:pPr>
                      <a:endParaRPr lang="en-US" sz="1100" b="0">
                        <a:solidFill>
                          <a:schemeClr val="accent1"/>
                        </a:solidFill>
                        <a:effectLst/>
                        <a:latin typeface="Arial Narrow" panose="020B0606020202030204" pitchFamily="34" charset="0"/>
                        <a:ea typeface="Calibri" panose="020F0502020204030204" pitchFamily="34" charset="0"/>
                        <a:cs typeface="Times New Roman" panose="02020603050405020304" pitchFamily="18" charset="0"/>
                      </a:endParaRPr>
                    </a:p>
                  </a:txBody>
                  <a:tcPr marL="72000" marR="72000" marT="0" marB="0" anchor="ctr">
                    <a:lnL w="12700"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0" marR="82550" lvl="0" indent="0" algn="l" defTabSz="457189"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100" b="1" kern="1200">
                          <a:solidFill>
                            <a:schemeClr val="accent1"/>
                          </a:solidFill>
                          <a:latin typeface="Arial Narrow" panose="020B0606020202030204" pitchFamily="34" charset="0"/>
                          <a:ea typeface="+mn-ea"/>
                          <a:cs typeface="+mn-cs"/>
                        </a:rPr>
                        <a:t>Service Request Management</a:t>
                      </a:r>
                    </a:p>
                  </a:txBody>
                  <a:tcPr marL="72000" marR="72000" marT="0" marB="0" anchor="ctr">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lumMod val="95000"/>
                      </a:schemeClr>
                    </a:solidFill>
                  </a:tcPr>
                </a:tc>
                <a:tc>
                  <a:txBody>
                    <a:bodyPr/>
                    <a:lstStyle/>
                    <a:p>
                      <a:pPr marL="67945" marR="58420" indent="0" algn="l" defTabSz="457189" rtl="0" eaLnBrk="1" latinLnBrk="0" hangingPunct="1">
                        <a:lnSpc>
                          <a:spcPct val="100000"/>
                        </a:lnSpc>
                        <a:spcAft>
                          <a:spcPts val="0"/>
                        </a:spcAft>
                        <a:buFont typeface="Wingdings" panose="05000000000000000000" pitchFamily="2" charset="2"/>
                        <a:buNone/>
                      </a:pPr>
                      <a:endParaRPr lang="en-US" sz="1100" b="0" kern="1200">
                        <a:solidFill>
                          <a:schemeClr val="accent1"/>
                        </a:solidFill>
                        <a:effectLst/>
                        <a:latin typeface="Arial Narrow" panose="020B0606020202030204" pitchFamily="34" charset="0"/>
                        <a:ea typeface="+mn-ea"/>
                        <a:cs typeface="+mn-cs"/>
                      </a:endParaRPr>
                    </a:p>
                  </a:txBody>
                  <a:tcPr marL="72000" marR="72000" marT="0" marB="0" anchor="ctr">
                    <a:lnL w="317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cap="flat" cmpd="sng" algn="ctr">
                      <a:solidFill>
                        <a:schemeClr val="accent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233944"/>
                  </a:ext>
                </a:extLst>
              </a:tr>
              <a:tr h="198000">
                <a:tc>
                  <a:txBody>
                    <a:bodyPr/>
                    <a:lstStyle/>
                    <a:p>
                      <a:pPr algn="l">
                        <a:spcBef>
                          <a:spcPts val="15"/>
                        </a:spcBef>
                      </a:pPr>
                      <a:endParaRPr lang="en-US" sz="1100" b="0">
                        <a:solidFill>
                          <a:schemeClr val="accent1"/>
                        </a:solidFill>
                        <a:effectLst/>
                        <a:latin typeface="Arial Narrow" panose="020B0606020202030204" pitchFamily="34" charset="0"/>
                        <a:ea typeface="Calibri" panose="020F0502020204030204" pitchFamily="34" charset="0"/>
                        <a:cs typeface="Times New Roman" panose="02020603050405020304" pitchFamily="18" charset="0"/>
                      </a:endParaRPr>
                    </a:p>
                  </a:txBody>
                  <a:tcPr marL="72000" marR="72000" marT="0" marB="0" anchor="ctr">
                    <a:lnL w="12700"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marL="0" marR="176530" indent="0" algn="l" defTabSz="457189" rtl="0" eaLnBrk="1" latinLnBrk="0" hangingPunct="1">
                        <a:lnSpc>
                          <a:spcPct val="100000"/>
                        </a:lnSpc>
                        <a:spcAft>
                          <a:spcPts val="0"/>
                        </a:spcAft>
                        <a:buFont typeface="Wingdings" panose="05000000000000000000" pitchFamily="2" charset="2"/>
                        <a:buNone/>
                      </a:pPr>
                      <a:r>
                        <a:rPr lang="en-US" sz="1100" b="0" kern="1200">
                          <a:solidFill>
                            <a:schemeClr val="accent1"/>
                          </a:solidFill>
                          <a:effectLst/>
                          <a:latin typeface="Arial Narrow" panose="020B0606020202030204" pitchFamily="34" charset="0"/>
                          <a:ea typeface="+mn-ea"/>
                          <a:cs typeface="+mn-cs"/>
                        </a:rPr>
                        <a:t>Service Validation &amp; Testing</a:t>
                      </a:r>
                    </a:p>
                  </a:txBody>
                  <a:tcPr marL="72000" marR="72000" marT="0" marB="0" anchor="ctr">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marL="67945" marR="58420" indent="0" algn="l" defTabSz="457189" rtl="0" eaLnBrk="1" latinLnBrk="0" hangingPunct="1">
                        <a:lnSpc>
                          <a:spcPct val="100000"/>
                        </a:lnSpc>
                        <a:spcAft>
                          <a:spcPts val="0"/>
                        </a:spcAft>
                        <a:buFont typeface="Wingdings" panose="05000000000000000000" pitchFamily="2" charset="2"/>
                        <a:buNone/>
                      </a:pPr>
                      <a:endParaRPr lang="en-US" sz="1100" b="0" kern="1200">
                        <a:solidFill>
                          <a:schemeClr val="accent1"/>
                        </a:solidFill>
                        <a:effectLst/>
                        <a:latin typeface="Arial Narrow" panose="020B0606020202030204" pitchFamily="34" charset="0"/>
                        <a:ea typeface="+mn-ea"/>
                        <a:cs typeface="+mn-cs"/>
                      </a:endParaRPr>
                    </a:p>
                  </a:txBody>
                  <a:tcPr marL="72000" marR="72000" marT="0" marB="0" anchor="ctr">
                    <a:lnL w="3175"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27690137"/>
                  </a:ext>
                </a:extLst>
              </a:tr>
            </a:tbl>
          </a:graphicData>
        </a:graphic>
      </p:graphicFrame>
      <p:sp>
        <p:nvSpPr>
          <p:cNvPr id="7" name="Slide Number Placeholder 6">
            <a:extLst>
              <a:ext uri="{FF2B5EF4-FFF2-40B4-BE49-F238E27FC236}">
                <a16:creationId xmlns:a16="http://schemas.microsoft.com/office/drawing/2014/main" id="{E5C5CA6B-B18C-4B42-BA94-ED2D25ABC03B}"/>
              </a:ext>
            </a:extLst>
          </p:cNvPr>
          <p:cNvSpPr>
            <a:spLocks noGrp="1"/>
          </p:cNvSpPr>
          <p:nvPr>
            <p:ph type="sldNum" sz="quarter" idx="35"/>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DA291C"/>
                </a:solidFill>
                <a:effectLst/>
                <a:uLnTx/>
                <a:uFillTx/>
                <a:latin typeface="Arial Narrow" panose="020B0606020202030204" pitchFamily="34" charset="0"/>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45</a:t>
            </a:fld>
            <a:endParaRPr kumimoji="0" lang="it-IT" sz="11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spTree>
    <p:extLst>
      <p:ext uri="{BB962C8B-B14F-4D97-AF65-F5344CB8AC3E}">
        <p14:creationId xmlns:p14="http://schemas.microsoft.com/office/powerpoint/2010/main" val="3614635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C589911C-CCA9-4BFD-84E4-36337ED6BB0F}"/>
              </a:ext>
            </a:extLst>
          </p:cNvPr>
          <p:cNvGrpSpPr>
            <a:grpSpLocks noChangeAspect="1"/>
          </p:cNvGrpSpPr>
          <p:nvPr/>
        </p:nvGrpSpPr>
        <p:grpSpPr>
          <a:xfrm>
            <a:off x="405463" y="2613687"/>
            <a:ext cx="3930378" cy="1620000"/>
            <a:chOff x="1014255" y="2907393"/>
            <a:chExt cx="3310309" cy="1364425"/>
          </a:xfrm>
        </p:grpSpPr>
        <p:pic>
          <p:nvPicPr>
            <p:cNvPr id="12" name="Graphic 11" descr="Link outline">
              <a:extLst>
                <a:ext uri="{FF2B5EF4-FFF2-40B4-BE49-F238E27FC236}">
                  <a16:creationId xmlns:a16="http://schemas.microsoft.com/office/drawing/2014/main" id="{AE3F50E2-1FB7-4566-88B0-E895A1A0B7D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84476" y="3236520"/>
              <a:ext cx="599532" cy="703039"/>
            </a:xfrm>
            <a:prstGeom prst="rect">
              <a:avLst/>
            </a:prstGeom>
          </p:spPr>
        </p:pic>
        <p:pic>
          <p:nvPicPr>
            <p:cNvPr id="37" name="Graphic 36" descr="Link outline">
              <a:extLst>
                <a:ext uri="{FF2B5EF4-FFF2-40B4-BE49-F238E27FC236}">
                  <a16:creationId xmlns:a16="http://schemas.microsoft.com/office/drawing/2014/main" id="{482F1ED8-F8D6-43DE-A88B-893372E0DE9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06963" y="3226905"/>
              <a:ext cx="599532" cy="703039"/>
            </a:xfrm>
            <a:prstGeom prst="rect">
              <a:avLst/>
            </a:prstGeom>
          </p:spPr>
        </p:pic>
        <p:pic>
          <p:nvPicPr>
            <p:cNvPr id="39" name="Graphic 38" descr="Link outline">
              <a:extLst>
                <a:ext uri="{FF2B5EF4-FFF2-40B4-BE49-F238E27FC236}">
                  <a16:creationId xmlns:a16="http://schemas.microsoft.com/office/drawing/2014/main" id="{27C71B71-B77B-435B-9D50-2AEA225CFA9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2002464" y="3291095"/>
              <a:ext cx="703039" cy="599532"/>
            </a:xfrm>
            <a:prstGeom prst="rect">
              <a:avLst/>
            </a:prstGeom>
          </p:spPr>
        </p:pic>
        <p:pic>
          <p:nvPicPr>
            <p:cNvPr id="40" name="Graphic 39" descr="Link outline">
              <a:extLst>
                <a:ext uri="{FF2B5EF4-FFF2-40B4-BE49-F238E27FC236}">
                  <a16:creationId xmlns:a16="http://schemas.microsoft.com/office/drawing/2014/main" id="{B33AFE5B-B5BF-448E-8A90-4D559E8D5C3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3265349" y="3286773"/>
              <a:ext cx="703039" cy="599532"/>
            </a:xfrm>
            <a:prstGeom prst="rect">
              <a:avLst/>
            </a:prstGeom>
          </p:spPr>
        </p:pic>
        <p:sp>
          <p:nvSpPr>
            <p:cNvPr id="30" name="Esagono 20 - 3 - 1">
              <a:extLst>
                <a:ext uri="{FF2B5EF4-FFF2-40B4-BE49-F238E27FC236}">
                  <a16:creationId xmlns:a16="http://schemas.microsoft.com/office/drawing/2014/main" id="{03D74A6C-FB8B-4BAA-8D78-71C1A4E5B806}"/>
                </a:ext>
              </a:extLst>
            </p:cNvPr>
            <p:cNvSpPr/>
            <p:nvPr/>
          </p:nvSpPr>
          <p:spPr>
            <a:xfrm>
              <a:off x="1014255" y="2907393"/>
              <a:ext cx="767469" cy="600648"/>
            </a:xfrm>
            <a:prstGeom prst="hexag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solidFill>
                  <a:effectLst/>
                  <a:uLnTx/>
                  <a:uFillTx/>
                  <a:latin typeface="Arial Narrow" panose="020B0606020202030204" pitchFamily="34" charset="0"/>
                  <a:ea typeface="+mn-ea"/>
                  <a:cs typeface="+mn-cs"/>
                </a:rPr>
                <a:t>Consumers:</a:t>
              </a:r>
            </a:p>
            <a:p>
              <a:pPr marL="72000" marR="0" lvl="0" indent="-7200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800" b="1" i="0" u="none" strike="noStrike" kern="0" cap="none" spc="0" normalizeH="0" baseline="0" noProof="0">
                  <a:ln>
                    <a:noFill/>
                  </a:ln>
                  <a:solidFill>
                    <a:srgbClr val="FFFFFF"/>
                  </a:solidFill>
                  <a:effectLst/>
                  <a:uLnTx/>
                  <a:uFillTx/>
                  <a:latin typeface="Arial Narrow" panose="020B0606020202030204" pitchFamily="34" charset="0"/>
                  <a:ea typeface="+mn-ea"/>
                  <a:cs typeface="+mn-cs"/>
                </a:rPr>
                <a:t>Sponsors</a:t>
              </a:r>
            </a:p>
            <a:p>
              <a:pPr marL="72000" marR="0" lvl="0" indent="-7200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800" b="1" i="0" u="none" strike="noStrike" kern="0" cap="none" spc="0" normalizeH="0" baseline="0" noProof="0">
                  <a:ln>
                    <a:noFill/>
                  </a:ln>
                  <a:solidFill>
                    <a:srgbClr val="FFFFFF"/>
                  </a:solidFill>
                  <a:effectLst/>
                  <a:uLnTx/>
                  <a:uFillTx/>
                  <a:latin typeface="Arial Narrow" panose="020B0606020202030204" pitchFamily="34" charset="0"/>
                  <a:ea typeface="+mn-ea"/>
                  <a:cs typeface="+mn-cs"/>
                </a:rPr>
                <a:t>Customers</a:t>
              </a:r>
            </a:p>
            <a:p>
              <a:pPr marL="72000" marR="0" lvl="0" indent="-7200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800" b="1" i="0" u="none" strike="noStrike" kern="0" cap="none" spc="0" normalizeH="0" baseline="0" noProof="0">
                  <a:ln>
                    <a:noFill/>
                  </a:ln>
                  <a:solidFill>
                    <a:srgbClr val="FFFFFF"/>
                  </a:solidFill>
                  <a:effectLst/>
                  <a:uLnTx/>
                  <a:uFillTx/>
                  <a:latin typeface="Arial Narrow" panose="020B0606020202030204" pitchFamily="34" charset="0"/>
                  <a:ea typeface="+mn-ea"/>
                  <a:cs typeface="+mn-cs"/>
                </a:rPr>
                <a:t>Users</a:t>
              </a:r>
            </a:p>
          </p:txBody>
        </p:sp>
        <p:sp>
          <p:nvSpPr>
            <p:cNvPr id="31" name="Esagono 20 - 2">
              <a:extLst>
                <a:ext uri="{FF2B5EF4-FFF2-40B4-BE49-F238E27FC236}">
                  <a16:creationId xmlns:a16="http://schemas.microsoft.com/office/drawing/2014/main" id="{F7F53594-475D-4DF8-8091-D0C67FC1905D}"/>
                </a:ext>
              </a:extLst>
            </p:cNvPr>
            <p:cNvSpPr/>
            <p:nvPr/>
          </p:nvSpPr>
          <p:spPr>
            <a:xfrm>
              <a:off x="1649965" y="3671170"/>
              <a:ext cx="767469" cy="600648"/>
            </a:xfrm>
            <a:prstGeom prst="hexag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solidFill>
                  <a:effectLst/>
                  <a:uLnTx/>
                  <a:uFillTx/>
                  <a:latin typeface="Arial Narrow" panose="020B0606020202030204" pitchFamily="34" charset="0"/>
                  <a:ea typeface="+mn-ea"/>
                  <a:cs typeface="+mn-cs"/>
                </a:rPr>
                <a:t>Project Management</a:t>
              </a:r>
            </a:p>
          </p:txBody>
        </p:sp>
        <p:sp>
          <p:nvSpPr>
            <p:cNvPr id="32" name="Esagono 20 - 1">
              <a:extLst>
                <a:ext uri="{FF2B5EF4-FFF2-40B4-BE49-F238E27FC236}">
                  <a16:creationId xmlns:a16="http://schemas.microsoft.com/office/drawing/2014/main" id="{770A025C-82A8-455B-B8AB-F5E571A515C7}"/>
                </a:ext>
              </a:extLst>
            </p:cNvPr>
            <p:cNvSpPr/>
            <p:nvPr/>
          </p:nvSpPr>
          <p:spPr>
            <a:xfrm>
              <a:off x="2285675" y="2913461"/>
              <a:ext cx="767469" cy="600648"/>
            </a:xfrm>
            <a:prstGeom prst="hexag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solidFill>
                  <a:effectLst/>
                  <a:uLnTx/>
                  <a:uFillTx/>
                  <a:latin typeface="Arial Narrow" panose="020B0606020202030204" pitchFamily="34" charset="0"/>
                  <a:ea typeface="+mn-ea"/>
                  <a:cs typeface="+mn-cs"/>
                </a:rPr>
                <a:t>Partners &amp; Suppliers</a:t>
              </a:r>
            </a:p>
          </p:txBody>
        </p:sp>
        <p:sp>
          <p:nvSpPr>
            <p:cNvPr id="33" name="Esagono 20">
              <a:extLst>
                <a:ext uri="{FF2B5EF4-FFF2-40B4-BE49-F238E27FC236}">
                  <a16:creationId xmlns:a16="http://schemas.microsoft.com/office/drawing/2014/main" id="{EDC62910-FDCB-45B1-B132-8D91AD8F23E3}"/>
                </a:ext>
              </a:extLst>
            </p:cNvPr>
            <p:cNvSpPr/>
            <p:nvPr/>
          </p:nvSpPr>
          <p:spPr>
            <a:xfrm>
              <a:off x="2921385" y="3671170"/>
              <a:ext cx="767469" cy="600648"/>
            </a:xfrm>
            <a:prstGeom prst="hexag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solidFill>
                  <a:effectLst/>
                  <a:uLnTx/>
                  <a:uFillTx/>
                  <a:latin typeface="Arial Narrow" panose="020B0606020202030204" pitchFamily="34" charset="0"/>
                  <a:ea typeface="+mn-ea"/>
                  <a:cs typeface="+mn-cs"/>
                </a:rPr>
                <a:t>Organizational business support units (e.g. HR)</a:t>
              </a:r>
            </a:p>
          </p:txBody>
        </p:sp>
        <p:sp>
          <p:nvSpPr>
            <p:cNvPr id="38" name="Esagono 20 - 3">
              <a:extLst>
                <a:ext uri="{FF2B5EF4-FFF2-40B4-BE49-F238E27FC236}">
                  <a16:creationId xmlns:a16="http://schemas.microsoft.com/office/drawing/2014/main" id="{48270A36-7F08-476E-8B03-688B22D68295}"/>
                </a:ext>
              </a:extLst>
            </p:cNvPr>
            <p:cNvSpPr/>
            <p:nvPr/>
          </p:nvSpPr>
          <p:spPr>
            <a:xfrm>
              <a:off x="3557095" y="2913461"/>
              <a:ext cx="767469" cy="600648"/>
            </a:xfrm>
            <a:prstGeom prst="hexag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solidFill>
                  <a:effectLst/>
                  <a:uLnTx/>
                  <a:uFillTx/>
                  <a:latin typeface="Arial Narrow" panose="020B0606020202030204" pitchFamily="34" charset="0"/>
                  <a:ea typeface="+mn-ea"/>
                  <a:cs typeface="+mn-cs"/>
                </a:rPr>
                <a:t>Organizational service units (e.g. Service Desk)</a:t>
              </a:r>
            </a:p>
          </p:txBody>
        </p:sp>
      </p:grpSp>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ITIL 4 management practices | </a:t>
            </a:r>
            <a:r>
              <a:rPr lang="en-US">
                <a:solidFill>
                  <a:schemeClr val="accent3"/>
                </a:solidFill>
                <a:latin typeface="Arial Narrow" panose="020B0606020202030204" pitchFamily="34" charset="0"/>
              </a:rPr>
              <a:t>Relationship Management</a:t>
            </a:r>
            <a:endParaRPr lang="en-GB">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p:txBody>
          <a:bodyPr/>
          <a:lstStyle/>
          <a:p>
            <a:r>
              <a:rPr lang="en-US">
                <a:latin typeface="Arial Narrow" panose="020B0606020202030204" pitchFamily="34" charset="0"/>
              </a:rPr>
              <a:t>The Relationship management practice aims at managing conflicts and connections with the organization’ stakeholders</a:t>
            </a:r>
            <a:endParaRPr lang="en-GB">
              <a:latin typeface="Arial Narrow" panose="020B0606020202030204" pitchFamily="34" charset="0"/>
            </a:endParaRPr>
          </a:p>
        </p:txBody>
      </p:sp>
      <p:sp>
        <p:nvSpPr>
          <p:cNvPr id="56" name="Rectangle 210">
            <a:extLst>
              <a:ext uri="{FF2B5EF4-FFF2-40B4-BE49-F238E27FC236}">
                <a16:creationId xmlns:a16="http://schemas.microsoft.com/office/drawing/2014/main" id="{3CDB9665-484B-4F7D-B7E0-EAC23E20E21A}"/>
              </a:ext>
            </a:extLst>
          </p:cNvPr>
          <p:cNvSpPr/>
          <p:nvPr/>
        </p:nvSpPr>
        <p:spPr>
          <a:xfrm>
            <a:off x="4705092" y="2408251"/>
            <a:ext cx="4396111" cy="2285882"/>
          </a:xfrm>
          <a:prstGeom prst="rect">
            <a:avLst/>
          </a:prstGeom>
          <a:effectLst/>
        </p:spPr>
        <p:txBody>
          <a:bodyPr wrap="square" rIns="0">
            <a:spAutoFit/>
          </a:bodyPr>
          <a:lstStyle/>
          <a:p>
            <a:pPr marL="0" marR="0" lvl="0" indent="0" algn="l" defTabSz="457200" rtl="0" eaLnBrk="1" fontAlgn="base" latinLnBrk="0" hangingPunct="1">
              <a:lnSpc>
                <a:spcPct val="120000"/>
              </a:lnSpc>
              <a:spcBef>
                <a:spcPct val="0"/>
              </a:spcBef>
              <a:spcAft>
                <a:spcPts val="600"/>
              </a:spcAft>
              <a:buClrTx/>
              <a:buSzTx/>
              <a:buFontTx/>
              <a:buNone/>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The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Relationship Management practice</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ensures that:</a:t>
            </a:r>
          </a:p>
          <a:p>
            <a:pPr marL="171450" marR="373380" lvl="0" indent="-171450" algn="l" defTabSz="457200" rtl="0" eaLnBrk="1" fontAlgn="base" latinLnBrk="0" hangingPunct="1">
              <a:lnSpc>
                <a:spcPct val="120000"/>
              </a:lnSpc>
              <a:spcBef>
                <a:spcPct val="0"/>
              </a:spcBef>
              <a:spcAft>
                <a:spcPts val="600"/>
              </a:spcAft>
              <a:buClr>
                <a:srgbClr val="DA291C"/>
              </a:buClr>
              <a:buSzTx/>
              <a:buFont typeface="Wingdings" panose="05000000000000000000" pitchFamily="2" charset="2"/>
              <a:buChar char="§"/>
              <a:tabLst>
                <a:tab pos="659765" algn="l"/>
                <a:tab pos="660400" algn="l"/>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Stakeholders’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needs</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drivers</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are clearly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understood,</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and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products/services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are appropriately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prioritized</a:t>
            </a:r>
            <a:endPar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a:p>
            <a:pPr marL="171450" marR="373380" lvl="0" indent="-171450" algn="l" defTabSz="457200" rtl="0" eaLnBrk="1" fontAlgn="base" latinLnBrk="0" hangingPunct="1">
              <a:lnSpc>
                <a:spcPct val="120000"/>
              </a:lnSpc>
              <a:spcBef>
                <a:spcPct val="0"/>
              </a:spcBef>
              <a:spcAft>
                <a:spcPts val="600"/>
              </a:spcAft>
              <a:buClr>
                <a:srgbClr val="DA291C"/>
              </a:buClr>
              <a:buSzTx/>
              <a:buFont typeface="Wingdings" panose="05000000000000000000" pitchFamily="2" charset="2"/>
              <a:buChar char="§"/>
              <a:tabLst>
                <a:tab pos="659765" algn="l"/>
                <a:tab pos="660400" algn="l"/>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constructive</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relationship</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between organization and stakeholders is well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established</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and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maintained,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effectively</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mediating possible conflicts</a:t>
            </a:r>
          </a:p>
          <a:p>
            <a:pPr marL="171450" marR="373380" lvl="0" indent="-171450" algn="l" defTabSz="457200" rtl="0" eaLnBrk="1" fontAlgn="base" latinLnBrk="0" hangingPunct="1">
              <a:lnSpc>
                <a:spcPct val="120000"/>
              </a:lnSpc>
              <a:spcBef>
                <a:spcPct val="0"/>
              </a:spcBef>
              <a:spcAft>
                <a:spcPts val="600"/>
              </a:spcAft>
              <a:buClr>
                <a:srgbClr val="DA291C"/>
              </a:buClr>
              <a:buSzTx/>
              <a:buFont typeface="Wingdings" panose="05000000000000000000" pitchFamily="2" charset="2"/>
              <a:buChar char="§"/>
              <a:tabLst>
                <a:tab pos="659765" algn="l"/>
                <a:tab pos="660400" algn="l"/>
              </a:tabLst>
              <a:defRPr/>
            </a:pP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Customers’ priorities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for products and services are effectively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recognized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and</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addressed</a:t>
            </a:r>
          </a:p>
          <a:p>
            <a:pPr marL="171450" marR="374650" lvl="0" indent="-171450" algn="l" defTabSz="457200" rtl="0" eaLnBrk="1" fontAlgn="base" latinLnBrk="0" hangingPunct="1">
              <a:lnSpc>
                <a:spcPct val="120000"/>
              </a:lnSpc>
              <a:spcBef>
                <a:spcPct val="0"/>
              </a:spcBef>
              <a:spcAft>
                <a:spcPts val="600"/>
              </a:spcAft>
              <a:buClr>
                <a:srgbClr val="DA291C"/>
              </a:buClr>
              <a:buSzTx/>
              <a:buFont typeface="Wingdings" panose="05000000000000000000" pitchFamily="2" charset="2"/>
              <a:buChar char="§"/>
              <a:tabLst>
                <a:tab pos="659765" algn="l"/>
                <a:tab pos="660400" algn="l"/>
              </a:tabLst>
              <a:defRPr/>
            </a:pP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Stakeholders’</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complaints</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and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escalations</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are properly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handled</a:t>
            </a:r>
          </a:p>
          <a:p>
            <a:pPr marL="171450" marR="374650" lvl="0" indent="-171450" algn="l" defTabSz="457200" rtl="0" eaLnBrk="1" fontAlgn="base" latinLnBrk="0" hangingPunct="1">
              <a:lnSpc>
                <a:spcPct val="120000"/>
              </a:lnSpc>
              <a:spcBef>
                <a:spcPct val="0"/>
              </a:spcBef>
              <a:spcAft>
                <a:spcPts val="600"/>
              </a:spcAft>
              <a:buClr>
                <a:srgbClr val="DA291C"/>
              </a:buClr>
              <a:buSzTx/>
              <a:buFont typeface="Wingdings" panose="05000000000000000000" pitchFamily="2" charset="2"/>
              <a:buChar char="§"/>
              <a:tabLst>
                <a:tab pos="659765" algn="l"/>
                <a:tab pos="660400" algn="l"/>
              </a:tabLst>
              <a:defRPr/>
            </a:pP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Organization</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and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products/services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facilitate the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value creation</a:t>
            </a:r>
            <a:endPar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cxnSp>
        <p:nvCxnSpPr>
          <p:cNvPr id="42" name="Straight Connector 12">
            <a:extLst>
              <a:ext uri="{FF2B5EF4-FFF2-40B4-BE49-F238E27FC236}">
                <a16:creationId xmlns:a16="http://schemas.microsoft.com/office/drawing/2014/main" id="{CC9C0FB6-B68E-4A5C-8B31-6AB33CEB27A9}"/>
              </a:ext>
            </a:extLst>
          </p:cNvPr>
          <p:cNvCxnSpPr>
            <a:cxnSpLocks/>
          </p:cNvCxnSpPr>
          <p:nvPr/>
        </p:nvCxnSpPr>
        <p:spPr>
          <a:xfrm>
            <a:off x="4790264" y="2307063"/>
            <a:ext cx="4164052" cy="0"/>
          </a:xfrm>
          <a:prstGeom prst="line">
            <a:avLst/>
          </a:prstGeom>
          <a:ln w="19050">
            <a:solidFill>
              <a:schemeClr val="accent1"/>
            </a:solidFill>
          </a:ln>
          <a:effectLst/>
        </p:spPr>
        <p:style>
          <a:lnRef idx="1">
            <a:schemeClr val="accent1"/>
          </a:lnRef>
          <a:fillRef idx="0">
            <a:schemeClr val="accent1"/>
          </a:fillRef>
          <a:effectRef idx="0">
            <a:schemeClr val="accent1"/>
          </a:effectRef>
          <a:fontRef idx="minor">
            <a:schemeClr val="tx1"/>
          </a:fontRef>
        </p:style>
      </p:cxnSp>
      <p:sp>
        <p:nvSpPr>
          <p:cNvPr id="43" name="TextBox 11">
            <a:extLst>
              <a:ext uri="{FF2B5EF4-FFF2-40B4-BE49-F238E27FC236}">
                <a16:creationId xmlns:a16="http://schemas.microsoft.com/office/drawing/2014/main" id="{99104726-E08B-4583-A623-D88BB8970498}"/>
              </a:ext>
            </a:extLst>
          </p:cNvPr>
          <p:cNvSpPr txBox="1"/>
          <p:nvPr/>
        </p:nvSpPr>
        <p:spPr>
          <a:xfrm>
            <a:off x="6261040" y="2153175"/>
            <a:ext cx="1222500" cy="307777"/>
          </a:xfrm>
          <a:prstGeom prst="rect">
            <a:avLst/>
          </a:prstGeom>
          <a:solidFill>
            <a:schemeClr val="bg1"/>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Highlights</a:t>
            </a:r>
            <a:endParaRPr kumimoji="0" lang="en-GB" sz="14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sp>
        <p:nvSpPr>
          <p:cNvPr id="46" name="Rounded Rectangle 38">
            <a:extLst>
              <a:ext uri="{FF2B5EF4-FFF2-40B4-BE49-F238E27FC236}">
                <a16:creationId xmlns:a16="http://schemas.microsoft.com/office/drawing/2014/main" id="{9FB6D2FE-46BD-41F6-A614-9B9E40FF4B35}"/>
              </a:ext>
            </a:extLst>
          </p:cNvPr>
          <p:cNvSpPr>
            <a:spLocks noChangeArrowheads="1"/>
          </p:cNvSpPr>
          <p:nvPr/>
        </p:nvSpPr>
        <p:spPr bwMode="auto">
          <a:xfrm>
            <a:off x="1233917" y="1061184"/>
            <a:ext cx="7464366" cy="762243"/>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The purpose of the </a:t>
            </a:r>
            <a:r>
              <a:rPr kumimoji="0" lang="en-GB"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Relationship Management </a:t>
            </a: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practice</a:t>
            </a:r>
            <a:r>
              <a:rPr kumimoji="0" lang="en-GB"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 </a:t>
            </a: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is to establish and nurture the links between the organization and its stakeholders at strategic and tactical levels. It includes the identification, analysis, monitoring and Continual Improvement of relationships with and between stakeholders</a:t>
            </a:r>
          </a:p>
        </p:txBody>
      </p:sp>
      <p:grpSp>
        <p:nvGrpSpPr>
          <p:cNvPr id="16" name="Gruppo 49">
            <a:extLst>
              <a:ext uri="{FF2B5EF4-FFF2-40B4-BE49-F238E27FC236}">
                <a16:creationId xmlns:a16="http://schemas.microsoft.com/office/drawing/2014/main" id="{F8FD8FD1-8D20-4EED-BEF0-F0E8B9061B7B}"/>
              </a:ext>
            </a:extLst>
          </p:cNvPr>
          <p:cNvGrpSpPr/>
          <p:nvPr/>
        </p:nvGrpSpPr>
        <p:grpSpPr>
          <a:xfrm>
            <a:off x="445718" y="966896"/>
            <a:ext cx="946657" cy="946657"/>
            <a:chOff x="248720" y="1049897"/>
            <a:chExt cx="946657" cy="946657"/>
          </a:xfrm>
        </p:grpSpPr>
        <p:grpSp>
          <p:nvGrpSpPr>
            <p:cNvPr id="17" name="Group 15">
              <a:extLst>
                <a:ext uri="{FF2B5EF4-FFF2-40B4-BE49-F238E27FC236}">
                  <a16:creationId xmlns:a16="http://schemas.microsoft.com/office/drawing/2014/main" id="{C593A2BF-B85A-4744-BBDF-81CAEA8BD730}"/>
                </a:ext>
              </a:extLst>
            </p:cNvPr>
            <p:cNvGrpSpPr/>
            <p:nvPr/>
          </p:nvGrpSpPr>
          <p:grpSpPr>
            <a:xfrm>
              <a:off x="248720" y="1049897"/>
              <a:ext cx="946657" cy="946657"/>
              <a:chOff x="10130023" y="2277920"/>
              <a:chExt cx="1188000" cy="1188000"/>
            </a:xfrm>
            <a:solidFill>
              <a:schemeClr val="accent2">
                <a:lumMod val="20000"/>
                <a:lumOff val="80000"/>
              </a:schemeClr>
            </a:solidFill>
          </p:grpSpPr>
          <p:pic>
            <p:nvPicPr>
              <p:cNvPr id="19" name="Picture 16">
                <a:extLst>
                  <a:ext uri="{FF2B5EF4-FFF2-40B4-BE49-F238E27FC236}">
                    <a16:creationId xmlns:a16="http://schemas.microsoft.com/office/drawing/2014/main" id="{BC19F69B-8248-4E34-AC10-7C851E91FFA7}"/>
                  </a:ext>
                </a:extLst>
              </p:cNvPr>
              <p:cNvPicPr>
                <a:picLocks noChangeAspect="1"/>
              </p:cNvPicPr>
              <p:nvPr/>
            </p:nvPicPr>
            <p:blipFill>
              <a:blip r:embed="rId5" cstate="print">
                <a:duotone>
                  <a:schemeClr val="accent5">
                    <a:shade val="45000"/>
                    <a:satMod val="135000"/>
                  </a:schemeClr>
                  <a:prstClr val="white"/>
                </a:duotone>
                <a:extLst>
                  <a:ext uri="{BEBA8EAE-BF5A-486C-A8C5-ECC9F3942E4B}">
                    <a14:imgProps xmlns:a14="http://schemas.microsoft.com/office/drawing/2010/main">
                      <a14:imgLayer r:embed="rId6">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24" name="Oval 17">
                <a:extLst>
                  <a:ext uri="{FF2B5EF4-FFF2-40B4-BE49-F238E27FC236}">
                    <a16:creationId xmlns:a16="http://schemas.microsoft.com/office/drawing/2014/main" id="{8FAAC155-596C-4306-8EAE-DC60B87BF06F}"/>
                  </a:ext>
                </a:extLst>
              </p:cNvPr>
              <p:cNvSpPr/>
              <p:nvPr/>
            </p:nvSpPr>
            <p:spPr>
              <a:xfrm rot="5400000">
                <a:off x="10148022" y="2295921"/>
                <a:ext cx="1151999" cy="11519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25" name="Google Shape;21;p4">
                <a:extLst>
                  <a:ext uri="{FF2B5EF4-FFF2-40B4-BE49-F238E27FC236}">
                    <a16:creationId xmlns:a16="http://schemas.microsoft.com/office/drawing/2014/main" id="{823F8D2C-0009-44F0-BA49-1EC444A14741}"/>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18" name="Rectangle 210">
              <a:extLst>
                <a:ext uri="{FF2B5EF4-FFF2-40B4-BE49-F238E27FC236}">
                  <a16:creationId xmlns:a16="http://schemas.microsoft.com/office/drawing/2014/main" id="{1B6D8131-2FFD-4ABA-83B1-0AB1158D3292}"/>
                </a:ext>
              </a:extLst>
            </p:cNvPr>
            <p:cNvSpPr/>
            <p:nvPr/>
          </p:nvSpPr>
          <p:spPr>
            <a:xfrm>
              <a:off x="291143" y="1353948"/>
              <a:ext cx="861811"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600" b="1" i="0" u="none" strike="noStrike" kern="0" cap="none" spc="0" normalizeH="0" baseline="0" noProof="0">
                  <a:ln>
                    <a:noFill/>
                  </a:ln>
                  <a:solidFill>
                    <a:srgbClr val="DA291C"/>
                  </a:solidFill>
                  <a:effectLst/>
                  <a:uLnTx/>
                  <a:uFillTx/>
                  <a:latin typeface="Arial Narrow" panose="020B0606020202030204" pitchFamily="34" charset="0"/>
                  <a:ea typeface="+mn-ea"/>
                  <a:cs typeface="+mn-cs"/>
                </a:rPr>
                <a:t>!!!</a:t>
              </a:r>
              <a:endParaRPr kumimoji="0" lang="en-GB" sz="1600" b="0" i="0" u="none" strike="noStrike" kern="0" cap="none" spc="0" normalizeH="0" baseline="0" noProof="0">
                <a:ln>
                  <a:noFill/>
                </a:ln>
                <a:solidFill>
                  <a:srgbClr val="DA291C"/>
                </a:solidFill>
                <a:effectLst/>
                <a:uLnTx/>
                <a:uFillTx/>
                <a:latin typeface="Arial Narrow" panose="020B0606020202030204" pitchFamily="34" charset="0"/>
                <a:ea typeface="+mn-ea"/>
                <a:cs typeface="+mn-cs"/>
              </a:endParaRPr>
            </a:p>
          </p:txBody>
        </p:sp>
      </p:grpSp>
      <p:sp>
        <p:nvSpPr>
          <p:cNvPr id="64" name="Rectangle 210">
            <a:extLst>
              <a:ext uri="{FF2B5EF4-FFF2-40B4-BE49-F238E27FC236}">
                <a16:creationId xmlns:a16="http://schemas.microsoft.com/office/drawing/2014/main" id="{4BBBAABA-030C-4441-9321-26EDDA7C56A7}"/>
              </a:ext>
            </a:extLst>
          </p:cNvPr>
          <p:cNvSpPr/>
          <p:nvPr/>
        </p:nvSpPr>
        <p:spPr>
          <a:xfrm>
            <a:off x="6928298" y="4916723"/>
            <a:ext cx="2172905"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Subject to exam question</a:t>
            </a:r>
            <a:endPar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grpSp>
        <p:nvGrpSpPr>
          <p:cNvPr id="65" name="Group 49">
            <a:extLst>
              <a:ext uri="{FF2B5EF4-FFF2-40B4-BE49-F238E27FC236}">
                <a16:creationId xmlns:a16="http://schemas.microsoft.com/office/drawing/2014/main" id="{EA6B1FC2-502E-4970-B57C-D946F500AF45}"/>
              </a:ext>
            </a:extLst>
          </p:cNvPr>
          <p:cNvGrpSpPr/>
          <p:nvPr/>
        </p:nvGrpSpPr>
        <p:grpSpPr>
          <a:xfrm>
            <a:off x="6841340" y="4969080"/>
            <a:ext cx="108000" cy="108000"/>
            <a:chOff x="10130023" y="2277920"/>
            <a:chExt cx="1188000" cy="1188000"/>
          </a:xfrm>
          <a:solidFill>
            <a:schemeClr val="accent2">
              <a:lumMod val="20000"/>
              <a:lumOff val="80000"/>
            </a:schemeClr>
          </a:solidFill>
        </p:grpSpPr>
        <p:pic>
          <p:nvPicPr>
            <p:cNvPr id="66" name="Picture 51">
              <a:extLst>
                <a:ext uri="{FF2B5EF4-FFF2-40B4-BE49-F238E27FC236}">
                  <a16:creationId xmlns:a16="http://schemas.microsoft.com/office/drawing/2014/main" id="{CF433C0C-6FC2-488F-81C9-2CD05D515420}"/>
                </a:ext>
              </a:extLst>
            </p:cNvPr>
            <p:cNvPicPr>
              <a:picLocks noChangeAspect="1"/>
            </p:cNvPicPr>
            <p:nvPr/>
          </p:nvPicPr>
          <p:blipFill>
            <a:blip r:embed="rId5" cstate="print">
              <a:duotone>
                <a:schemeClr val="accent5">
                  <a:shade val="45000"/>
                  <a:satMod val="135000"/>
                </a:schemeClr>
                <a:prstClr val="white"/>
              </a:duotone>
              <a:extLst>
                <a:ext uri="{BEBA8EAE-BF5A-486C-A8C5-ECC9F3942E4B}">
                  <a14:imgProps xmlns:a14="http://schemas.microsoft.com/office/drawing/2010/main">
                    <a14:imgLayer r:embed="rId6">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67" name="Oval 17">
              <a:extLst>
                <a:ext uri="{FF2B5EF4-FFF2-40B4-BE49-F238E27FC236}">
                  <a16:creationId xmlns:a16="http://schemas.microsoft.com/office/drawing/2014/main" id="{19BC456A-EC11-4E5F-A5AD-2FD93283850A}"/>
                </a:ext>
              </a:extLst>
            </p:cNvPr>
            <p:cNvSpPr/>
            <p:nvPr/>
          </p:nvSpPr>
          <p:spPr>
            <a:xfrm rot="5400000">
              <a:off x="10148023" y="2295920"/>
              <a:ext cx="1152000" cy="115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68" name="Google Shape;21;p4">
              <a:extLst>
                <a:ext uri="{FF2B5EF4-FFF2-40B4-BE49-F238E27FC236}">
                  <a16:creationId xmlns:a16="http://schemas.microsoft.com/office/drawing/2014/main" id="{72B26773-BBDF-4345-A6D3-9DF176807229}"/>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pic>
        <p:nvPicPr>
          <p:cNvPr id="34" name="Graphic 33" descr="Link outline">
            <a:extLst>
              <a:ext uri="{FF2B5EF4-FFF2-40B4-BE49-F238E27FC236}">
                <a16:creationId xmlns:a16="http://schemas.microsoft.com/office/drawing/2014/main" id="{908C813D-D32C-4411-B1EB-E53C6AFE803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6200000">
            <a:off x="5233123" y="4925982"/>
            <a:ext cx="165603" cy="194193"/>
          </a:xfrm>
          <a:prstGeom prst="rect">
            <a:avLst/>
          </a:prstGeom>
        </p:spPr>
      </p:pic>
      <p:sp>
        <p:nvSpPr>
          <p:cNvPr id="36" name="Rectangle 210">
            <a:extLst>
              <a:ext uri="{FF2B5EF4-FFF2-40B4-BE49-F238E27FC236}">
                <a16:creationId xmlns:a16="http://schemas.microsoft.com/office/drawing/2014/main" id="{9AD87380-4ABF-4EE0-A25D-F94D6DEEFEEB}"/>
              </a:ext>
            </a:extLst>
          </p:cNvPr>
          <p:cNvSpPr/>
          <p:nvPr/>
        </p:nvSpPr>
        <p:spPr>
          <a:xfrm>
            <a:off x="5339332" y="4916723"/>
            <a:ext cx="1218654"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Relationship Management</a:t>
            </a:r>
            <a:endPar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grpSp>
        <p:nvGrpSpPr>
          <p:cNvPr id="7" name="Group 6">
            <a:extLst>
              <a:ext uri="{FF2B5EF4-FFF2-40B4-BE49-F238E27FC236}">
                <a16:creationId xmlns:a16="http://schemas.microsoft.com/office/drawing/2014/main" id="{42D4A34B-6766-4907-8CA2-0391CE58CB71}"/>
              </a:ext>
            </a:extLst>
          </p:cNvPr>
          <p:cNvGrpSpPr/>
          <p:nvPr/>
        </p:nvGrpSpPr>
        <p:grpSpPr>
          <a:xfrm>
            <a:off x="7978987" y="72617"/>
            <a:ext cx="990588" cy="389425"/>
            <a:chOff x="7686066" y="126412"/>
            <a:chExt cx="1283510" cy="511174"/>
          </a:xfrm>
        </p:grpSpPr>
        <p:sp>
          <p:nvSpPr>
            <p:cNvPr id="49" name="Rounded Rectangle 38">
              <a:extLst>
                <a:ext uri="{FF2B5EF4-FFF2-40B4-BE49-F238E27FC236}">
                  <a16:creationId xmlns:a16="http://schemas.microsoft.com/office/drawing/2014/main" id="{C8674050-12E3-45D2-B53F-318DA0ADBA4A}"/>
                </a:ext>
              </a:extLst>
            </p:cNvPr>
            <p:cNvSpPr>
              <a:spLocks noChangeArrowheads="1"/>
            </p:cNvSpPr>
            <p:nvPr/>
          </p:nvSpPr>
          <p:spPr bwMode="auto">
            <a:xfrm>
              <a:off x="7686066" y="126412"/>
              <a:ext cx="1283510" cy="222043"/>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endPar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endParaRPr>
            </a:p>
          </p:txBody>
        </p:sp>
        <p:grpSp>
          <p:nvGrpSpPr>
            <p:cNvPr id="4" name="Group 3">
              <a:extLst>
                <a:ext uri="{FF2B5EF4-FFF2-40B4-BE49-F238E27FC236}">
                  <a16:creationId xmlns:a16="http://schemas.microsoft.com/office/drawing/2014/main" id="{D4C3124C-BD0E-433E-A319-E10124F71FDA}"/>
                </a:ext>
              </a:extLst>
            </p:cNvPr>
            <p:cNvGrpSpPr/>
            <p:nvPr/>
          </p:nvGrpSpPr>
          <p:grpSpPr>
            <a:xfrm>
              <a:off x="7839999" y="178009"/>
              <a:ext cx="991557" cy="118849"/>
              <a:chOff x="7839999" y="139419"/>
              <a:chExt cx="991557" cy="118849"/>
            </a:xfrm>
          </p:grpSpPr>
          <p:sp>
            <p:nvSpPr>
              <p:cNvPr id="44" name="Rectangle 7">
                <a:extLst>
                  <a:ext uri="{FF2B5EF4-FFF2-40B4-BE49-F238E27FC236}">
                    <a16:creationId xmlns:a16="http://schemas.microsoft.com/office/drawing/2014/main" id="{72AEA949-2F43-4FD7-BD9A-79C9FACAD7F4}"/>
                  </a:ext>
                </a:extLst>
              </p:cNvPr>
              <p:cNvSpPr/>
              <p:nvPr/>
            </p:nvSpPr>
            <p:spPr>
              <a:xfrm>
                <a:off x="7839999" y="139419"/>
                <a:ext cx="436761" cy="1188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sp>
            <p:nvSpPr>
              <p:cNvPr id="45" name="Rectangle 7">
                <a:extLst>
                  <a:ext uri="{FF2B5EF4-FFF2-40B4-BE49-F238E27FC236}">
                    <a16:creationId xmlns:a16="http://schemas.microsoft.com/office/drawing/2014/main" id="{477F8037-230F-4A66-BCF6-405E4B0CA173}"/>
                  </a:ext>
                </a:extLst>
              </p:cNvPr>
              <p:cNvSpPr/>
              <p:nvPr/>
            </p:nvSpPr>
            <p:spPr>
              <a:xfrm>
                <a:off x="8394795" y="139419"/>
                <a:ext cx="436761" cy="11884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24000" bIns="72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grpSp>
        <p:sp>
          <p:nvSpPr>
            <p:cNvPr id="59" name="Rounded Rectangle 38">
              <a:extLst>
                <a:ext uri="{FF2B5EF4-FFF2-40B4-BE49-F238E27FC236}">
                  <a16:creationId xmlns:a16="http://schemas.microsoft.com/office/drawing/2014/main" id="{FF36C5D9-EEB3-49A4-9306-B95B4E4D4AC1}"/>
                </a:ext>
              </a:extLst>
            </p:cNvPr>
            <p:cNvSpPr>
              <a:spLocks noChangeArrowheads="1"/>
            </p:cNvSpPr>
            <p:nvPr/>
          </p:nvSpPr>
          <p:spPr bwMode="auto">
            <a:xfrm>
              <a:off x="7686066" y="415543"/>
              <a:ext cx="1283510" cy="222043"/>
            </a:xfrm>
            <a:prstGeom prst="roundRect">
              <a:avLst>
                <a:gd name="adj" fmla="val 8452"/>
              </a:avLst>
            </a:prstGeom>
            <a:solidFill>
              <a:schemeClr val="accent2"/>
            </a:solidFill>
            <a:ln w="12700" algn="ctr">
              <a:solidFill>
                <a:schemeClr val="accent2"/>
              </a:solidFill>
              <a:prstDash val="solid"/>
              <a:round/>
              <a:headEnd/>
              <a:tailEnd/>
            </a:ln>
          </p:spPr>
          <p:txBody>
            <a:bodyPr lIns="0" tIns="0" rIns="0" bIns="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GB" sz="800" b="1" i="0" u="none" strike="noStrike" kern="0" cap="none" spc="0" normalizeH="0" baseline="0" noProof="0">
                  <a:ln>
                    <a:noFill/>
                  </a:ln>
                  <a:solidFill>
                    <a:srgbClr val="FFFFFF"/>
                  </a:solidFill>
                  <a:effectLst/>
                  <a:uLnTx/>
                  <a:uFillTx/>
                  <a:latin typeface="Arial Narrow" panose="020B0606020202030204" pitchFamily="34" charset="0"/>
                  <a:ea typeface="+mn-ea"/>
                  <a:cs typeface="Lucida Sans" pitchFamily="34" charset="0"/>
                </a:rPr>
                <a:t>General</a:t>
              </a:r>
            </a:p>
          </p:txBody>
        </p:sp>
      </p:grpSp>
      <p:sp>
        <p:nvSpPr>
          <p:cNvPr id="9" name="Slide Number Placeholder 8">
            <a:extLst>
              <a:ext uri="{FF2B5EF4-FFF2-40B4-BE49-F238E27FC236}">
                <a16:creationId xmlns:a16="http://schemas.microsoft.com/office/drawing/2014/main" id="{10E36C9F-4FAC-4BB2-8C88-8529B99D3121}"/>
              </a:ext>
            </a:extLst>
          </p:cNvPr>
          <p:cNvSpPr>
            <a:spLocks noGrp="1"/>
          </p:cNvSpPr>
          <p:nvPr>
            <p:ph type="sldNum" sz="quarter" idx="35"/>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DA291C"/>
                </a:solidFill>
                <a:effectLst/>
                <a:uLnTx/>
                <a:uFillTx/>
                <a:latin typeface="Arial Narrow" panose="020B0606020202030204" pitchFamily="34" charset="0"/>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46</a:t>
            </a:fld>
            <a:endParaRPr kumimoji="0" lang="it-IT" sz="11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sp>
        <p:nvSpPr>
          <p:cNvPr id="47" name="Rectangle 210">
            <a:extLst>
              <a:ext uri="{FF2B5EF4-FFF2-40B4-BE49-F238E27FC236}">
                <a16:creationId xmlns:a16="http://schemas.microsoft.com/office/drawing/2014/main" id="{B3B2531D-A061-4AE1-8D12-2E6B94611507}"/>
              </a:ext>
            </a:extLst>
          </p:cNvPr>
          <p:cNvSpPr/>
          <p:nvPr/>
        </p:nvSpPr>
        <p:spPr>
          <a:xfrm>
            <a:off x="481573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39206485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Rectangle 210">
            <a:extLst>
              <a:ext uri="{FF2B5EF4-FFF2-40B4-BE49-F238E27FC236}">
                <a16:creationId xmlns:a16="http://schemas.microsoft.com/office/drawing/2014/main" id="{9F41891E-ED4B-4AA0-93C9-CECC801BB89D}"/>
              </a:ext>
            </a:extLst>
          </p:cNvPr>
          <p:cNvSpPr/>
          <p:nvPr/>
        </p:nvSpPr>
        <p:spPr>
          <a:xfrm>
            <a:off x="4705092" y="2408251"/>
            <a:ext cx="4334397" cy="2285882"/>
          </a:xfrm>
          <a:prstGeom prst="rect">
            <a:avLst/>
          </a:prstGeom>
          <a:effectLst/>
        </p:spPr>
        <p:txBody>
          <a:bodyPr wrap="square">
            <a:spAutoFit/>
          </a:bodyPr>
          <a:lstStyle/>
          <a:p>
            <a:pPr marL="0" marR="0" lvl="0" indent="0" algn="l" defTabSz="457200" rtl="0" eaLnBrk="1" fontAlgn="base" latinLnBrk="0" hangingPunct="1">
              <a:lnSpc>
                <a:spcPct val="120000"/>
              </a:lnSpc>
              <a:spcBef>
                <a:spcPct val="0"/>
              </a:spcBef>
              <a:spcAft>
                <a:spcPts val="600"/>
              </a:spcAft>
              <a:buClrTx/>
              <a:buSzTx/>
              <a:buFontTx/>
              <a:buNone/>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The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Supplier Management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practice:</a:t>
            </a:r>
          </a:p>
          <a:p>
            <a:pPr marL="171450" marR="0" lvl="0" indent="-171450" algn="l" defTabSz="457200" rtl="0" eaLnBrk="1" fontAlgn="base" latinLnBrk="0" hangingPunct="1">
              <a:lnSpc>
                <a:spcPct val="120000"/>
              </a:lnSpc>
              <a:spcBef>
                <a:spcPct val="0"/>
              </a:spcBef>
              <a:spcAft>
                <a:spcPts val="600"/>
              </a:spcAft>
              <a:buClr>
                <a:srgbClr val="DA291C"/>
              </a:buClr>
              <a:buSzTx/>
              <a:buFont typeface="Wingdings" panose="05000000000000000000" pitchFamily="2" charset="2"/>
              <a:buChar char="§"/>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Shows that the IT Service Management is a set of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interconnected layers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working together</a:t>
            </a:r>
          </a:p>
          <a:p>
            <a:pPr marL="171450" marR="0" lvl="0" indent="-171450" algn="l" defTabSz="457200" rtl="0" eaLnBrk="1" fontAlgn="base" latinLnBrk="0" hangingPunct="1">
              <a:lnSpc>
                <a:spcPct val="120000"/>
              </a:lnSpc>
              <a:spcBef>
                <a:spcPct val="0"/>
              </a:spcBef>
              <a:spcAft>
                <a:spcPts val="600"/>
              </a:spcAft>
              <a:buClr>
                <a:srgbClr val="DA291C"/>
              </a:buClr>
              <a:buSzTx/>
              <a:buFont typeface="Wingdings" panose="05000000000000000000" pitchFamily="2" charset="2"/>
              <a:buChar char="§"/>
              <a:tabLst/>
              <a:defRPr/>
            </a:pPr>
            <a:r>
              <a:rPr kumimoji="0" lang="en-US"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Addresses how </a:t>
            </a:r>
            <a:r>
              <a:rPr kumimoji="0" lang="en-US"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partners and suppliers </a:t>
            </a:r>
            <a:r>
              <a:rPr kumimoji="0" lang="en-US"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should be properly</a:t>
            </a:r>
            <a:r>
              <a:rPr kumimoji="0" lang="en-US"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 managed </a:t>
            </a:r>
            <a:r>
              <a:rPr kumimoji="0" lang="en-US"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to</a:t>
            </a:r>
            <a:r>
              <a:rPr kumimoji="0" lang="en-US"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 </a:t>
            </a:r>
            <a:r>
              <a:rPr kumimoji="0" lang="en-US"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provide value to the organization</a:t>
            </a:r>
            <a:endParaRPr kumimoji="0" lang="en-US"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endParaRPr>
          </a:p>
          <a:p>
            <a:pPr marL="171450" marR="0" lvl="0" indent="-171450" algn="l" defTabSz="457200" rtl="0" eaLnBrk="1" fontAlgn="base" latinLnBrk="0" hangingPunct="1">
              <a:lnSpc>
                <a:spcPct val="120000"/>
              </a:lnSpc>
              <a:spcBef>
                <a:spcPct val="0"/>
              </a:spcBef>
              <a:spcAft>
                <a:spcPts val="600"/>
              </a:spcAft>
              <a:buClr>
                <a:srgbClr val="DA291C"/>
              </a:buClr>
              <a:buSzTx/>
              <a:buFont typeface="Wingdings" panose="05000000000000000000" pitchFamily="2" charset="2"/>
              <a:buChar char="§"/>
              <a:tabLst/>
              <a:defRPr/>
            </a:pPr>
            <a:r>
              <a:rPr kumimoji="0" lang="en-US"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Is focused on the principles of “</a:t>
            </a:r>
            <a:r>
              <a:rPr kumimoji="0" lang="en-US"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collaborate and promote visibility</a:t>
            </a:r>
            <a:r>
              <a:rPr kumimoji="0" lang="en-US"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a:t>
            </a:r>
            <a:r>
              <a:rPr kumimoji="0" lang="en-US"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 </a:t>
            </a:r>
            <a:r>
              <a:rPr kumimoji="0" lang="en-US"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and</a:t>
            </a:r>
            <a:r>
              <a:rPr kumimoji="0" lang="en-US"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 </a:t>
            </a:r>
            <a:r>
              <a:rPr kumimoji="0" lang="en-US"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a:t>
            </a:r>
            <a:r>
              <a:rPr kumimoji="0" lang="en-US"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focus on value</a:t>
            </a:r>
            <a:r>
              <a:rPr kumimoji="0" lang="en-US"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a:t>
            </a:r>
            <a:r>
              <a:rPr kumimoji="0" lang="en-US"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 </a:t>
            </a:r>
            <a:r>
              <a:rPr kumimoji="0" lang="en-US"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that are here, among the others, particularly important</a:t>
            </a:r>
          </a:p>
          <a:p>
            <a:pPr marL="171450" marR="0" lvl="0" indent="-171450" algn="l" defTabSz="457200" rtl="0" eaLnBrk="1" fontAlgn="base" latinLnBrk="0" hangingPunct="1">
              <a:lnSpc>
                <a:spcPct val="120000"/>
              </a:lnSpc>
              <a:spcBef>
                <a:spcPct val="0"/>
              </a:spcBef>
              <a:spcAft>
                <a:spcPts val="600"/>
              </a:spcAft>
              <a:buClr>
                <a:srgbClr val="DA291C"/>
              </a:buClr>
              <a:buSzTx/>
              <a:buFont typeface="Wingdings" panose="05000000000000000000" pitchFamily="2" charset="2"/>
              <a:buChar char="§"/>
              <a:tabLst/>
              <a:defRPr/>
            </a:pPr>
            <a:r>
              <a:rPr kumimoji="0" lang="en-US"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Works in a close connection with other practices like </a:t>
            </a:r>
            <a:r>
              <a:rPr kumimoji="0" lang="en-US"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Relationship Management </a:t>
            </a:r>
            <a:r>
              <a:rPr kumimoji="0" lang="en-US"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and it will be part of at least a </a:t>
            </a:r>
            <a:r>
              <a:rPr kumimoji="0" lang="en-US" sz="1100" b="1"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value chain</a:t>
            </a:r>
            <a:endPar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pic>
        <p:nvPicPr>
          <p:cNvPr id="46" name="Picture 2">
            <a:extLst>
              <a:ext uri="{FF2B5EF4-FFF2-40B4-BE49-F238E27FC236}">
                <a16:creationId xmlns:a16="http://schemas.microsoft.com/office/drawing/2014/main" id="{85E2C19B-C7FF-4173-9355-436051D86A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65" b="11192"/>
          <a:stretch/>
        </p:blipFill>
        <p:spPr bwMode="auto">
          <a:xfrm>
            <a:off x="766426" y="2223785"/>
            <a:ext cx="3419207" cy="1903158"/>
          </a:xfrm>
          <a:prstGeom prst="rect">
            <a:avLst/>
          </a:prstGeom>
          <a:noFill/>
          <a:extLst>
            <a:ext uri="{909E8E84-426E-40DD-AFC4-6F175D3DCCD1}">
              <a14:hiddenFill xmlns:a14="http://schemas.microsoft.com/office/drawing/2010/main">
                <a:solidFill>
                  <a:srgbClr val="FFFFFF"/>
                </a:solidFill>
              </a14:hiddenFill>
            </a:ext>
          </a:extLst>
        </p:spPr>
      </p:pic>
      <p:sp>
        <p:nvSpPr>
          <p:cNvPr id="38" name="Isosceles Triangle 124">
            <a:extLst>
              <a:ext uri="{FF2B5EF4-FFF2-40B4-BE49-F238E27FC236}">
                <a16:creationId xmlns:a16="http://schemas.microsoft.com/office/drawing/2014/main" id="{9ED0DA1E-61E5-4CAA-8459-A5B161622250}"/>
              </a:ext>
            </a:extLst>
          </p:cNvPr>
          <p:cNvSpPr/>
          <p:nvPr/>
        </p:nvSpPr>
        <p:spPr>
          <a:xfrm rot="12562328" flipV="1">
            <a:off x="425280" y="3550321"/>
            <a:ext cx="1144350" cy="799942"/>
          </a:xfrm>
          <a:prstGeom prst="triangle">
            <a:avLst>
              <a:gd name="adj" fmla="val 32925"/>
            </a:avLst>
          </a:prstGeom>
          <a:solidFill>
            <a:schemeClr val="bg1">
              <a:lumMod val="85000"/>
            </a:schemeClr>
          </a:solidFill>
          <a:ln w="9525" cap="flat" cmpd="sng" algn="ctr">
            <a:noFill/>
            <a:prstDash val="solid"/>
          </a:ln>
          <a:effectLst/>
          <a:extLst>
            <a:ext uri="{91240B29-F687-4F45-9708-019B960494DF}">
              <a14:hiddenLine xmlns:a14="http://schemas.microsoft.com/office/drawing/2010/main" w="9525" cap="flat" cmpd="sng" algn="ctr">
                <a:solidFill>
                  <a:prstClr val="black"/>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ITIL 4 management practices | </a:t>
            </a:r>
            <a:r>
              <a:rPr lang="en-US">
                <a:solidFill>
                  <a:schemeClr val="accent3"/>
                </a:solidFill>
                <a:latin typeface="Arial Narrow" panose="020B0606020202030204" pitchFamily="34" charset="0"/>
              </a:rPr>
              <a:t>Supplier Management</a:t>
            </a:r>
            <a:endParaRPr lang="en-GB">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p:txBody>
          <a:bodyPr/>
          <a:lstStyle/>
          <a:p>
            <a:r>
              <a:rPr lang="en-US">
                <a:latin typeface="Arial Narrow" panose="020B0606020202030204" pitchFamily="34" charset="0"/>
              </a:rPr>
              <a:t>Suppliers' activities provide value to organizations only if their complex relationship across the organization is carefully managed </a:t>
            </a:r>
            <a:endParaRPr lang="en-GB">
              <a:latin typeface="Arial Narrow" panose="020B0606020202030204" pitchFamily="34" charset="0"/>
            </a:endParaRPr>
          </a:p>
        </p:txBody>
      </p:sp>
      <p:sp>
        <p:nvSpPr>
          <p:cNvPr id="20" name="Rounded Rectangle 38">
            <a:extLst>
              <a:ext uri="{FF2B5EF4-FFF2-40B4-BE49-F238E27FC236}">
                <a16:creationId xmlns:a16="http://schemas.microsoft.com/office/drawing/2014/main" id="{9F8440B6-30C0-45A1-8680-B64548AE5A23}"/>
              </a:ext>
            </a:extLst>
          </p:cNvPr>
          <p:cNvSpPr>
            <a:spLocks noChangeArrowheads="1"/>
          </p:cNvSpPr>
          <p:nvPr/>
        </p:nvSpPr>
        <p:spPr bwMode="auto">
          <a:xfrm>
            <a:off x="1233917" y="1061184"/>
            <a:ext cx="7464366" cy="762243"/>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The purpose of the </a:t>
            </a:r>
            <a:r>
              <a:rPr kumimoji="0" lang="en-GB"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Supplier Management </a:t>
            </a: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practice</a:t>
            </a:r>
            <a:r>
              <a:rPr kumimoji="0" lang="en-GB"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 </a:t>
            </a: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is to ensure that the organization’s suppliers and their performance are managed appropriately to support the seamless provision of quality products and services. This can include creating closer, more collaborative relationships with key suppliers to uncover and realize new value and reduce the risk of failure</a:t>
            </a:r>
          </a:p>
        </p:txBody>
      </p:sp>
      <p:cxnSp>
        <p:nvCxnSpPr>
          <p:cNvPr id="25" name="Straight Connector 12">
            <a:extLst>
              <a:ext uri="{FF2B5EF4-FFF2-40B4-BE49-F238E27FC236}">
                <a16:creationId xmlns:a16="http://schemas.microsoft.com/office/drawing/2014/main" id="{104E28F5-E850-453F-9163-F22C5E06FC23}"/>
              </a:ext>
            </a:extLst>
          </p:cNvPr>
          <p:cNvCxnSpPr>
            <a:cxnSpLocks/>
          </p:cNvCxnSpPr>
          <p:nvPr/>
        </p:nvCxnSpPr>
        <p:spPr>
          <a:xfrm>
            <a:off x="4790264" y="2307063"/>
            <a:ext cx="4164052" cy="0"/>
          </a:xfrm>
          <a:prstGeom prst="line">
            <a:avLst/>
          </a:prstGeom>
          <a:ln w="19050">
            <a:solidFill>
              <a:schemeClr val="accent1"/>
            </a:solidFill>
          </a:ln>
          <a:effectLst/>
        </p:spPr>
        <p:style>
          <a:lnRef idx="1">
            <a:schemeClr val="accent1"/>
          </a:lnRef>
          <a:fillRef idx="0">
            <a:schemeClr val="accent1"/>
          </a:fillRef>
          <a:effectRef idx="0">
            <a:schemeClr val="accent1"/>
          </a:effectRef>
          <a:fontRef idx="minor">
            <a:schemeClr val="tx1"/>
          </a:fontRef>
        </p:style>
      </p:cxnSp>
      <p:sp>
        <p:nvSpPr>
          <p:cNvPr id="30" name="TextBox 11">
            <a:extLst>
              <a:ext uri="{FF2B5EF4-FFF2-40B4-BE49-F238E27FC236}">
                <a16:creationId xmlns:a16="http://schemas.microsoft.com/office/drawing/2014/main" id="{4535FC42-DB5E-4900-8AF7-3DFFB45A5AB4}"/>
              </a:ext>
            </a:extLst>
          </p:cNvPr>
          <p:cNvSpPr txBox="1"/>
          <p:nvPr/>
        </p:nvSpPr>
        <p:spPr>
          <a:xfrm>
            <a:off x="6261040" y="2153175"/>
            <a:ext cx="1222500" cy="307777"/>
          </a:xfrm>
          <a:prstGeom prst="rect">
            <a:avLst/>
          </a:prstGeom>
          <a:solidFill>
            <a:schemeClr val="bg1"/>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Highlights</a:t>
            </a:r>
            <a:endParaRPr kumimoji="0" lang="en-GB" sz="14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sp>
        <p:nvSpPr>
          <p:cNvPr id="49" name="Rectangle: Rounded Corners 7">
            <a:extLst>
              <a:ext uri="{FF2B5EF4-FFF2-40B4-BE49-F238E27FC236}">
                <a16:creationId xmlns:a16="http://schemas.microsoft.com/office/drawing/2014/main" id="{65BC883D-C751-491F-9727-32D2752BAE09}"/>
              </a:ext>
            </a:extLst>
          </p:cNvPr>
          <p:cNvSpPr/>
          <p:nvPr/>
        </p:nvSpPr>
        <p:spPr>
          <a:xfrm>
            <a:off x="283555" y="4001786"/>
            <a:ext cx="1052085" cy="559940"/>
          </a:xfrm>
          <a:prstGeom prst="roundRect">
            <a:avLst/>
          </a:prstGeom>
          <a:solidFill>
            <a:srgbClr val="FFFFFF"/>
          </a:solidFill>
          <a:ln w="12700">
            <a:solidFill>
              <a:srgbClr val="042248"/>
            </a:solidFill>
            <a:prstDash val="sysDot"/>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Supplier Management practice is related to the third dimension of IT Service Management</a:t>
            </a:r>
          </a:p>
        </p:txBody>
      </p:sp>
      <p:grpSp>
        <p:nvGrpSpPr>
          <p:cNvPr id="31" name="Group 30">
            <a:extLst>
              <a:ext uri="{FF2B5EF4-FFF2-40B4-BE49-F238E27FC236}">
                <a16:creationId xmlns:a16="http://schemas.microsoft.com/office/drawing/2014/main" id="{BFE1BF15-D2CE-45FF-AB66-8EE565F47FFF}"/>
              </a:ext>
            </a:extLst>
          </p:cNvPr>
          <p:cNvGrpSpPr/>
          <p:nvPr/>
        </p:nvGrpSpPr>
        <p:grpSpPr>
          <a:xfrm>
            <a:off x="1239195" y="3549880"/>
            <a:ext cx="288000" cy="288000"/>
            <a:chOff x="8322322" y="4482569"/>
            <a:chExt cx="360000" cy="360858"/>
          </a:xfrm>
        </p:grpSpPr>
        <p:sp>
          <p:nvSpPr>
            <p:cNvPr id="32" name="Oval 31">
              <a:extLst>
                <a:ext uri="{FF2B5EF4-FFF2-40B4-BE49-F238E27FC236}">
                  <a16:creationId xmlns:a16="http://schemas.microsoft.com/office/drawing/2014/main" id="{B2E38FBD-574A-4F01-B63A-065DDFD1CAF4}"/>
                </a:ext>
              </a:extLst>
            </p:cNvPr>
            <p:cNvSpPr>
              <a:spLocks noChangeAspect="1"/>
            </p:cNvSpPr>
            <p:nvPr/>
          </p:nvSpPr>
          <p:spPr>
            <a:xfrm>
              <a:off x="8322322" y="4482569"/>
              <a:ext cx="360000" cy="360858"/>
            </a:xfrm>
            <a:prstGeom prst="ellipse">
              <a:avLst/>
            </a:prstGeom>
            <a:solidFill>
              <a:schemeClr val="bg1"/>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a:ln>
                  <a:noFill/>
                </a:ln>
                <a:solidFill>
                  <a:srgbClr val="000000"/>
                </a:solidFill>
                <a:effectLst/>
                <a:uLnTx/>
                <a:uFillTx/>
                <a:latin typeface="Arial"/>
                <a:ea typeface="+mn-ea"/>
                <a:cs typeface="+mn-cs"/>
              </a:endParaRPr>
            </a:p>
          </p:txBody>
        </p:sp>
        <p:pic>
          <p:nvPicPr>
            <p:cNvPr id="33" name="Graphic 32" descr="Magnifying glass with solid fill">
              <a:extLst>
                <a:ext uri="{FF2B5EF4-FFF2-40B4-BE49-F238E27FC236}">
                  <a16:creationId xmlns:a16="http://schemas.microsoft.com/office/drawing/2014/main" id="{589BF507-B8D8-44E7-A7F8-3A4F5DA9C97F}"/>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6534" y="4547210"/>
              <a:ext cx="231576" cy="231576"/>
            </a:xfrm>
            <a:prstGeom prst="rect">
              <a:avLst/>
            </a:prstGeom>
          </p:spPr>
        </p:pic>
      </p:grpSp>
      <p:grpSp>
        <p:nvGrpSpPr>
          <p:cNvPr id="41" name="Gruppo 49">
            <a:extLst>
              <a:ext uri="{FF2B5EF4-FFF2-40B4-BE49-F238E27FC236}">
                <a16:creationId xmlns:a16="http://schemas.microsoft.com/office/drawing/2014/main" id="{B34305B0-76F2-4248-AB9F-DAB0A94ACBE8}"/>
              </a:ext>
            </a:extLst>
          </p:cNvPr>
          <p:cNvGrpSpPr/>
          <p:nvPr/>
        </p:nvGrpSpPr>
        <p:grpSpPr>
          <a:xfrm>
            <a:off x="445718" y="966896"/>
            <a:ext cx="946657" cy="946657"/>
            <a:chOff x="248720" y="1049897"/>
            <a:chExt cx="946657" cy="946657"/>
          </a:xfrm>
        </p:grpSpPr>
        <p:grpSp>
          <p:nvGrpSpPr>
            <p:cNvPr id="42" name="Group 15">
              <a:extLst>
                <a:ext uri="{FF2B5EF4-FFF2-40B4-BE49-F238E27FC236}">
                  <a16:creationId xmlns:a16="http://schemas.microsoft.com/office/drawing/2014/main" id="{5EC0E1F0-09D4-4621-B15E-D58F9F6EA177}"/>
                </a:ext>
              </a:extLst>
            </p:cNvPr>
            <p:cNvGrpSpPr/>
            <p:nvPr/>
          </p:nvGrpSpPr>
          <p:grpSpPr>
            <a:xfrm>
              <a:off x="248720" y="1049897"/>
              <a:ext cx="946657" cy="946657"/>
              <a:chOff x="10130023" y="2277920"/>
              <a:chExt cx="1188000" cy="1188000"/>
            </a:xfrm>
            <a:solidFill>
              <a:schemeClr val="accent2">
                <a:lumMod val="20000"/>
                <a:lumOff val="80000"/>
              </a:schemeClr>
            </a:solidFill>
          </p:grpSpPr>
          <p:pic>
            <p:nvPicPr>
              <p:cNvPr id="44" name="Picture 16">
                <a:extLst>
                  <a:ext uri="{FF2B5EF4-FFF2-40B4-BE49-F238E27FC236}">
                    <a16:creationId xmlns:a16="http://schemas.microsoft.com/office/drawing/2014/main" id="{E017A403-D417-47AB-B175-26EC5C0BD54C}"/>
                  </a:ext>
                </a:extLst>
              </p:cNvPr>
              <p:cNvPicPr>
                <a:picLocks noChangeAspect="1"/>
              </p:cNvPicPr>
              <p:nvPr/>
            </p:nvPicPr>
            <p:blipFill>
              <a:blip r:embed="rId6" cstate="print">
                <a:duotone>
                  <a:schemeClr val="accent5">
                    <a:shade val="45000"/>
                    <a:satMod val="135000"/>
                  </a:schemeClr>
                  <a:prstClr val="white"/>
                </a:duotone>
                <a:extLst>
                  <a:ext uri="{BEBA8EAE-BF5A-486C-A8C5-ECC9F3942E4B}">
                    <a14:imgProps xmlns:a14="http://schemas.microsoft.com/office/drawing/2010/main">
                      <a14:imgLayer r:embed="rId7">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50" name="Oval 17">
                <a:extLst>
                  <a:ext uri="{FF2B5EF4-FFF2-40B4-BE49-F238E27FC236}">
                    <a16:creationId xmlns:a16="http://schemas.microsoft.com/office/drawing/2014/main" id="{EA254379-8789-4879-A4DA-03F6732308EC}"/>
                  </a:ext>
                </a:extLst>
              </p:cNvPr>
              <p:cNvSpPr/>
              <p:nvPr/>
            </p:nvSpPr>
            <p:spPr>
              <a:xfrm rot="5400000">
                <a:off x="10148022" y="2295921"/>
                <a:ext cx="1151999" cy="11519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51" name="Google Shape;21;p4">
                <a:extLst>
                  <a:ext uri="{FF2B5EF4-FFF2-40B4-BE49-F238E27FC236}">
                    <a16:creationId xmlns:a16="http://schemas.microsoft.com/office/drawing/2014/main" id="{9F56086D-0C77-4E0B-869B-F66374510706}"/>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43" name="Rectangle 210">
              <a:extLst>
                <a:ext uri="{FF2B5EF4-FFF2-40B4-BE49-F238E27FC236}">
                  <a16:creationId xmlns:a16="http://schemas.microsoft.com/office/drawing/2014/main" id="{F3CE6BD6-B7DE-4AA0-A976-DEDF67A999BD}"/>
                </a:ext>
              </a:extLst>
            </p:cNvPr>
            <p:cNvSpPr/>
            <p:nvPr/>
          </p:nvSpPr>
          <p:spPr>
            <a:xfrm>
              <a:off x="291143" y="1353948"/>
              <a:ext cx="861811"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600" b="1" i="0" u="none" strike="noStrike" kern="0" cap="none" spc="0" normalizeH="0" baseline="0" noProof="0">
                  <a:ln>
                    <a:noFill/>
                  </a:ln>
                  <a:solidFill>
                    <a:srgbClr val="DA291C"/>
                  </a:solidFill>
                  <a:effectLst/>
                  <a:uLnTx/>
                  <a:uFillTx/>
                  <a:latin typeface="Arial Narrow" panose="020B0606020202030204" pitchFamily="34" charset="0"/>
                  <a:ea typeface="+mn-ea"/>
                  <a:cs typeface="+mn-cs"/>
                </a:rPr>
                <a:t>!!!</a:t>
              </a:r>
              <a:endParaRPr kumimoji="0" lang="en-GB" sz="1600" b="0" i="0" u="none" strike="noStrike" kern="0" cap="none" spc="0" normalizeH="0" baseline="0" noProof="0">
                <a:ln>
                  <a:noFill/>
                </a:ln>
                <a:solidFill>
                  <a:srgbClr val="DA291C"/>
                </a:solidFill>
                <a:effectLst/>
                <a:uLnTx/>
                <a:uFillTx/>
                <a:latin typeface="Arial Narrow" panose="020B0606020202030204" pitchFamily="34" charset="0"/>
                <a:ea typeface="+mn-ea"/>
                <a:cs typeface="+mn-cs"/>
              </a:endParaRPr>
            </a:p>
          </p:txBody>
        </p:sp>
      </p:grpSp>
      <p:grpSp>
        <p:nvGrpSpPr>
          <p:cNvPr id="59" name="Group 58">
            <a:extLst>
              <a:ext uri="{FF2B5EF4-FFF2-40B4-BE49-F238E27FC236}">
                <a16:creationId xmlns:a16="http://schemas.microsoft.com/office/drawing/2014/main" id="{74D32AD6-B1EC-4A3E-AAFD-DDCDD91D1F9F}"/>
              </a:ext>
            </a:extLst>
          </p:cNvPr>
          <p:cNvGrpSpPr/>
          <p:nvPr/>
        </p:nvGrpSpPr>
        <p:grpSpPr>
          <a:xfrm>
            <a:off x="7978987" y="72617"/>
            <a:ext cx="990588" cy="389425"/>
            <a:chOff x="7686066" y="126412"/>
            <a:chExt cx="1283510" cy="511174"/>
          </a:xfrm>
        </p:grpSpPr>
        <p:sp>
          <p:nvSpPr>
            <p:cNvPr id="60" name="Rounded Rectangle 38">
              <a:extLst>
                <a:ext uri="{FF2B5EF4-FFF2-40B4-BE49-F238E27FC236}">
                  <a16:creationId xmlns:a16="http://schemas.microsoft.com/office/drawing/2014/main" id="{CB59F77D-11B0-4A03-A42B-86E30E68A0E6}"/>
                </a:ext>
              </a:extLst>
            </p:cNvPr>
            <p:cNvSpPr>
              <a:spLocks noChangeArrowheads="1"/>
            </p:cNvSpPr>
            <p:nvPr/>
          </p:nvSpPr>
          <p:spPr bwMode="auto">
            <a:xfrm>
              <a:off x="7686066" y="126412"/>
              <a:ext cx="1283510" cy="222043"/>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endPar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endParaRPr>
            </a:p>
          </p:txBody>
        </p:sp>
        <p:grpSp>
          <p:nvGrpSpPr>
            <p:cNvPr id="61" name="Group 60">
              <a:extLst>
                <a:ext uri="{FF2B5EF4-FFF2-40B4-BE49-F238E27FC236}">
                  <a16:creationId xmlns:a16="http://schemas.microsoft.com/office/drawing/2014/main" id="{FFE5DFD1-D268-40F3-816A-F828BD2CE065}"/>
                </a:ext>
              </a:extLst>
            </p:cNvPr>
            <p:cNvGrpSpPr/>
            <p:nvPr/>
          </p:nvGrpSpPr>
          <p:grpSpPr>
            <a:xfrm>
              <a:off x="7839999" y="178009"/>
              <a:ext cx="991557" cy="118849"/>
              <a:chOff x="7839999" y="139419"/>
              <a:chExt cx="991557" cy="118849"/>
            </a:xfrm>
          </p:grpSpPr>
          <p:sp>
            <p:nvSpPr>
              <p:cNvPr id="63" name="Rectangle 7">
                <a:extLst>
                  <a:ext uri="{FF2B5EF4-FFF2-40B4-BE49-F238E27FC236}">
                    <a16:creationId xmlns:a16="http://schemas.microsoft.com/office/drawing/2014/main" id="{078CDB37-8EA8-45D6-A033-0238A75C34BE}"/>
                  </a:ext>
                </a:extLst>
              </p:cNvPr>
              <p:cNvSpPr/>
              <p:nvPr/>
            </p:nvSpPr>
            <p:spPr>
              <a:xfrm>
                <a:off x="7839999" y="139419"/>
                <a:ext cx="436761" cy="1188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sp>
            <p:nvSpPr>
              <p:cNvPr id="64" name="Rectangle 7">
                <a:extLst>
                  <a:ext uri="{FF2B5EF4-FFF2-40B4-BE49-F238E27FC236}">
                    <a16:creationId xmlns:a16="http://schemas.microsoft.com/office/drawing/2014/main" id="{7858183F-D05B-47AB-BF6A-20931101F26A}"/>
                  </a:ext>
                </a:extLst>
              </p:cNvPr>
              <p:cNvSpPr/>
              <p:nvPr/>
            </p:nvSpPr>
            <p:spPr>
              <a:xfrm>
                <a:off x="8394795" y="139419"/>
                <a:ext cx="436761" cy="11884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24000" bIns="72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grpSp>
        <p:sp>
          <p:nvSpPr>
            <p:cNvPr id="62" name="Rounded Rectangle 38">
              <a:extLst>
                <a:ext uri="{FF2B5EF4-FFF2-40B4-BE49-F238E27FC236}">
                  <a16:creationId xmlns:a16="http://schemas.microsoft.com/office/drawing/2014/main" id="{83256545-7195-4D77-A8A8-5D5CC03F1A9D}"/>
                </a:ext>
              </a:extLst>
            </p:cNvPr>
            <p:cNvSpPr>
              <a:spLocks noChangeArrowheads="1"/>
            </p:cNvSpPr>
            <p:nvPr/>
          </p:nvSpPr>
          <p:spPr bwMode="auto">
            <a:xfrm>
              <a:off x="7686066" y="415543"/>
              <a:ext cx="1283510" cy="222043"/>
            </a:xfrm>
            <a:prstGeom prst="roundRect">
              <a:avLst>
                <a:gd name="adj" fmla="val 8452"/>
              </a:avLst>
            </a:prstGeom>
            <a:solidFill>
              <a:schemeClr val="accent2"/>
            </a:solidFill>
            <a:ln w="12700" algn="ctr">
              <a:solidFill>
                <a:schemeClr val="accent2"/>
              </a:solidFill>
              <a:prstDash val="solid"/>
              <a:round/>
              <a:headEnd/>
              <a:tailEnd/>
            </a:ln>
          </p:spPr>
          <p:txBody>
            <a:bodyPr lIns="0" tIns="0" rIns="0" bIns="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GB" sz="800" b="1" i="0" u="none" strike="noStrike" kern="0" cap="none" spc="0" normalizeH="0" baseline="0" noProof="0">
                  <a:ln>
                    <a:noFill/>
                  </a:ln>
                  <a:solidFill>
                    <a:srgbClr val="FFFFFF"/>
                  </a:solidFill>
                  <a:effectLst/>
                  <a:uLnTx/>
                  <a:uFillTx/>
                  <a:latin typeface="Arial Narrow" panose="020B0606020202030204" pitchFamily="34" charset="0"/>
                  <a:ea typeface="+mn-ea"/>
                  <a:cs typeface="Lucida Sans" pitchFamily="34" charset="0"/>
                </a:rPr>
                <a:t>General</a:t>
              </a:r>
            </a:p>
          </p:txBody>
        </p:sp>
      </p:grpSp>
      <p:sp>
        <p:nvSpPr>
          <p:cNvPr id="6" name="Slide Number Placeholder 5">
            <a:extLst>
              <a:ext uri="{FF2B5EF4-FFF2-40B4-BE49-F238E27FC236}">
                <a16:creationId xmlns:a16="http://schemas.microsoft.com/office/drawing/2014/main" id="{C2C5839E-090E-4C2E-A12C-75B57839211E}"/>
              </a:ext>
            </a:extLst>
          </p:cNvPr>
          <p:cNvSpPr>
            <a:spLocks noGrp="1"/>
          </p:cNvSpPr>
          <p:nvPr>
            <p:ph type="sldNum" sz="quarter" idx="35"/>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DA291C"/>
                </a:solidFill>
                <a:effectLst/>
                <a:uLnTx/>
                <a:uFillTx/>
                <a:latin typeface="Arial Narrow" panose="020B0606020202030204" pitchFamily="34" charset="0"/>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47</a:t>
            </a:fld>
            <a:endParaRPr kumimoji="0" lang="it-IT" sz="11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sp>
        <p:nvSpPr>
          <p:cNvPr id="37" name="Rectangle 210">
            <a:extLst>
              <a:ext uri="{FF2B5EF4-FFF2-40B4-BE49-F238E27FC236}">
                <a16:creationId xmlns:a16="http://schemas.microsoft.com/office/drawing/2014/main" id="{61B1B80D-F08A-495D-86BE-93FE20334285}"/>
              </a:ext>
            </a:extLst>
          </p:cNvPr>
          <p:cNvSpPr/>
          <p:nvPr/>
        </p:nvSpPr>
        <p:spPr>
          <a:xfrm>
            <a:off x="4944310" y="4954731"/>
            <a:ext cx="1296000" cy="123111"/>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lIns="36000" tIns="0" rIns="36000" bIns="0">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Source:</a:t>
            </a: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AXELOS limited 2019</a:t>
            </a:r>
          </a:p>
        </p:txBody>
      </p:sp>
      <p:grpSp>
        <p:nvGrpSpPr>
          <p:cNvPr id="34" name="Group 49">
            <a:extLst>
              <a:ext uri="{FF2B5EF4-FFF2-40B4-BE49-F238E27FC236}">
                <a16:creationId xmlns:a16="http://schemas.microsoft.com/office/drawing/2014/main" id="{60AD75C2-4876-4B1B-870A-57EB6F4EF910}"/>
              </a:ext>
            </a:extLst>
          </p:cNvPr>
          <p:cNvGrpSpPr/>
          <p:nvPr/>
        </p:nvGrpSpPr>
        <p:grpSpPr>
          <a:xfrm>
            <a:off x="6841340" y="4969080"/>
            <a:ext cx="108000" cy="108000"/>
            <a:chOff x="10130023" y="2277920"/>
            <a:chExt cx="1188000" cy="1188000"/>
          </a:xfrm>
          <a:solidFill>
            <a:schemeClr val="accent2">
              <a:lumMod val="20000"/>
              <a:lumOff val="80000"/>
            </a:schemeClr>
          </a:solidFill>
        </p:grpSpPr>
        <p:pic>
          <p:nvPicPr>
            <p:cNvPr id="36" name="Picture 51">
              <a:extLst>
                <a:ext uri="{FF2B5EF4-FFF2-40B4-BE49-F238E27FC236}">
                  <a16:creationId xmlns:a16="http://schemas.microsoft.com/office/drawing/2014/main" id="{7F1E74AD-AEEC-4F03-836E-A20909454C3C}"/>
                </a:ext>
              </a:extLst>
            </p:cNvPr>
            <p:cNvPicPr>
              <a:picLocks noChangeAspect="1"/>
            </p:cNvPicPr>
            <p:nvPr/>
          </p:nvPicPr>
          <p:blipFill>
            <a:blip r:embed="rId6" cstate="print">
              <a:duotone>
                <a:schemeClr val="accent5">
                  <a:shade val="45000"/>
                  <a:satMod val="135000"/>
                </a:schemeClr>
                <a:prstClr val="white"/>
              </a:duotone>
              <a:extLst>
                <a:ext uri="{BEBA8EAE-BF5A-486C-A8C5-ECC9F3942E4B}">
                  <a14:imgProps xmlns:a14="http://schemas.microsoft.com/office/drawing/2010/main">
                    <a14:imgLayer r:embed="rId7">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39" name="Oval 17">
              <a:extLst>
                <a:ext uri="{FF2B5EF4-FFF2-40B4-BE49-F238E27FC236}">
                  <a16:creationId xmlns:a16="http://schemas.microsoft.com/office/drawing/2014/main" id="{5D06CFC4-6651-4DB1-A1DB-D7758916BB8F}"/>
                </a:ext>
              </a:extLst>
            </p:cNvPr>
            <p:cNvSpPr/>
            <p:nvPr/>
          </p:nvSpPr>
          <p:spPr>
            <a:xfrm rot="5400000">
              <a:off x="10148023" y="2295920"/>
              <a:ext cx="1152000" cy="115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40" name="Google Shape;21;p4">
              <a:extLst>
                <a:ext uri="{FF2B5EF4-FFF2-40B4-BE49-F238E27FC236}">
                  <a16:creationId xmlns:a16="http://schemas.microsoft.com/office/drawing/2014/main" id="{F86F9023-EB61-4A34-9816-69A7AB068AB4}"/>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45" name="Rectangle 210">
            <a:extLst>
              <a:ext uri="{FF2B5EF4-FFF2-40B4-BE49-F238E27FC236}">
                <a16:creationId xmlns:a16="http://schemas.microsoft.com/office/drawing/2014/main" id="{9195200E-D8C6-4EE9-92FE-B656F8976852}"/>
              </a:ext>
            </a:extLst>
          </p:cNvPr>
          <p:cNvSpPr/>
          <p:nvPr/>
        </p:nvSpPr>
        <p:spPr>
          <a:xfrm>
            <a:off x="6928298" y="4916723"/>
            <a:ext cx="2172905"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Subject to exam question</a:t>
            </a:r>
            <a:endPar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48" name="Rectangle 210">
            <a:extLst>
              <a:ext uri="{FF2B5EF4-FFF2-40B4-BE49-F238E27FC236}">
                <a16:creationId xmlns:a16="http://schemas.microsoft.com/office/drawing/2014/main" id="{CB1564BC-AD91-419C-8DC3-AC98A97B0085}"/>
              </a:ext>
            </a:extLst>
          </p:cNvPr>
          <p:cNvSpPr/>
          <p:nvPr/>
        </p:nvSpPr>
        <p:spPr>
          <a:xfrm>
            <a:off x="640323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30782648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Arc 74">
            <a:extLst>
              <a:ext uri="{FF2B5EF4-FFF2-40B4-BE49-F238E27FC236}">
                <a16:creationId xmlns:a16="http://schemas.microsoft.com/office/drawing/2014/main" id="{CFED3EA9-DF0D-4874-90CB-7BFE1981108B}"/>
              </a:ext>
            </a:extLst>
          </p:cNvPr>
          <p:cNvSpPr/>
          <p:nvPr/>
        </p:nvSpPr>
        <p:spPr>
          <a:xfrm>
            <a:off x="1829101" y="2104729"/>
            <a:ext cx="1152000" cy="1152000"/>
          </a:xfrm>
          <a:prstGeom prst="arc">
            <a:avLst>
              <a:gd name="adj1" fmla="val 647"/>
              <a:gd name="adj2" fmla="val 0"/>
            </a:avLst>
          </a:prstGeom>
          <a:ln>
            <a:solidFill>
              <a:schemeClr val="accent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82" name="Rectangle 210">
            <a:extLst>
              <a:ext uri="{FF2B5EF4-FFF2-40B4-BE49-F238E27FC236}">
                <a16:creationId xmlns:a16="http://schemas.microsoft.com/office/drawing/2014/main" id="{B72471A1-056E-4799-BF4B-0103A0396CD0}"/>
              </a:ext>
            </a:extLst>
          </p:cNvPr>
          <p:cNvSpPr/>
          <p:nvPr/>
        </p:nvSpPr>
        <p:spPr>
          <a:xfrm>
            <a:off x="4705092" y="2408251"/>
            <a:ext cx="4334397" cy="2285882"/>
          </a:xfrm>
          <a:prstGeom prst="rect">
            <a:avLst/>
          </a:prstGeom>
          <a:effectLst/>
        </p:spPr>
        <p:txBody>
          <a:bodyPr wrap="square">
            <a:spAutoFit/>
          </a:bodyPr>
          <a:lstStyle/>
          <a:p>
            <a:pPr marL="0" marR="0" lvl="0" indent="0" algn="l" defTabSz="457200" rtl="0" eaLnBrk="1" fontAlgn="base" latinLnBrk="0" hangingPunct="1">
              <a:lnSpc>
                <a:spcPct val="120000"/>
              </a:lnSpc>
              <a:spcBef>
                <a:spcPct val="0"/>
              </a:spcBef>
              <a:spcAft>
                <a:spcPts val="600"/>
              </a:spcAft>
              <a:buClrTx/>
              <a:buSzTx/>
              <a:buFontTx/>
              <a:buNone/>
              <a:tabLst/>
              <a:defRPr/>
            </a:pP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Information Security Management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practice:</a:t>
            </a:r>
          </a:p>
          <a:p>
            <a:pPr marL="171450" marR="0" lvl="0" indent="-171450" algn="l" defTabSz="457200" rtl="0" eaLnBrk="1" fontAlgn="base" latinLnBrk="0" hangingPunct="1">
              <a:lnSpc>
                <a:spcPct val="120000"/>
              </a:lnSpc>
              <a:spcBef>
                <a:spcPct val="0"/>
              </a:spcBef>
              <a:spcAft>
                <a:spcPts val="600"/>
              </a:spcAft>
              <a:buClr>
                <a:srgbClr val="DA291C"/>
              </a:buClr>
              <a:buSzTx/>
              <a:buFont typeface="Wingdings" panose="05000000000000000000" pitchFamily="2" charset="2"/>
              <a:buChar char="§"/>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It is often part of a much larger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organizational security practice</a:t>
            </a:r>
          </a:p>
          <a:p>
            <a:pPr marL="171450" marR="0" lvl="0" indent="-171450" algn="l" defTabSz="457200" rtl="0" eaLnBrk="1" fontAlgn="base" latinLnBrk="0" hangingPunct="1">
              <a:lnSpc>
                <a:spcPct val="120000"/>
              </a:lnSpc>
              <a:spcBef>
                <a:spcPct val="0"/>
              </a:spcBef>
              <a:spcAft>
                <a:spcPts val="600"/>
              </a:spcAft>
              <a:buClr>
                <a:srgbClr val="DA291C"/>
              </a:buClr>
              <a:buSzTx/>
              <a:buFont typeface="Wingdings" panose="05000000000000000000" pitchFamily="2" charset="2"/>
              <a:buChar char="§"/>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It is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regularized</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by consumer organizations, being them the owners of the information to be protected and who defines security requirements</a:t>
            </a:r>
          </a:p>
          <a:p>
            <a:pPr marL="171450" marR="0" lvl="0" indent="-171450" algn="l" defTabSz="457200" rtl="0" eaLnBrk="1" fontAlgn="base" latinLnBrk="0" hangingPunct="1">
              <a:lnSpc>
                <a:spcPct val="120000"/>
              </a:lnSpc>
              <a:spcBef>
                <a:spcPct val="0"/>
              </a:spcBef>
              <a:spcAft>
                <a:spcPts val="600"/>
              </a:spcAft>
              <a:buClr>
                <a:srgbClr val="DA291C"/>
              </a:buClr>
              <a:buSzTx/>
              <a:buFont typeface="Wingdings" panose="05000000000000000000" pitchFamily="2" charset="2"/>
              <a:buChar char="§"/>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Should not be done only in accordance with rules, regulations and standards as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to</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drive security is firstly a business responsibility</a:t>
            </a:r>
          </a:p>
          <a:p>
            <a:pPr marL="171450" marR="0" lvl="0" indent="-171450" algn="l" defTabSz="457200" rtl="0" eaLnBrk="1" fontAlgn="base" latinLnBrk="0" hangingPunct="1">
              <a:lnSpc>
                <a:spcPct val="120000"/>
              </a:lnSpc>
              <a:spcBef>
                <a:spcPct val="0"/>
              </a:spcBef>
              <a:spcAft>
                <a:spcPts val="600"/>
              </a:spcAft>
              <a:buClr>
                <a:srgbClr val="DA291C"/>
              </a:buClr>
              <a:buSzTx/>
              <a:buFont typeface="Wingdings" panose="05000000000000000000" pitchFamily="2" charset="2"/>
              <a:buChar char="§"/>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Should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protect</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data, providing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access</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only to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authorized</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people and for this reason it should collaborate with the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Availability Management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practice</a:t>
            </a:r>
          </a:p>
          <a:p>
            <a:pPr marL="171450" marR="0" lvl="0" indent="-171450" algn="l" defTabSz="457200" rtl="0" eaLnBrk="1" fontAlgn="base" latinLnBrk="0" hangingPunct="1">
              <a:lnSpc>
                <a:spcPct val="120000"/>
              </a:lnSpc>
              <a:spcBef>
                <a:spcPct val="0"/>
              </a:spcBef>
              <a:spcAft>
                <a:spcPts val="600"/>
              </a:spcAft>
              <a:buClr>
                <a:srgbClr val="DA291C"/>
              </a:buClr>
              <a:buSzTx/>
              <a:buFont typeface="Wingdings" panose="05000000000000000000" pitchFamily="2" charset="2"/>
              <a:buChar char="§"/>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Must assure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accuracy</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consistency</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and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reliability</a:t>
            </a:r>
            <a:endPar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50" name="Rounded Rectangle 38">
            <a:extLst>
              <a:ext uri="{FF2B5EF4-FFF2-40B4-BE49-F238E27FC236}">
                <a16:creationId xmlns:a16="http://schemas.microsoft.com/office/drawing/2014/main" id="{345A07B6-898E-4EA9-BED6-3A1BB81899FF}"/>
              </a:ext>
            </a:extLst>
          </p:cNvPr>
          <p:cNvSpPr>
            <a:spLocks noChangeArrowheads="1"/>
          </p:cNvSpPr>
          <p:nvPr/>
        </p:nvSpPr>
        <p:spPr bwMode="auto">
          <a:xfrm>
            <a:off x="1233917" y="1061184"/>
            <a:ext cx="7464366" cy="762243"/>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The purpose of the </a:t>
            </a:r>
            <a:r>
              <a:rPr kumimoji="0" lang="en-GB"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Information Security Management </a:t>
            </a: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is to protect the information needed by the organization to conduct its business. This includes understanding and managing confidentiality, integrity and availability of information, as well as other aspects of information security such as authentication and non-repudiation</a:t>
            </a:r>
          </a:p>
        </p:txBody>
      </p:sp>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ITIL 4 management practices | </a:t>
            </a:r>
            <a:r>
              <a:rPr lang="en-US">
                <a:solidFill>
                  <a:schemeClr val="accent3"/>
                </a:solidFill>
                <a:latin typeface="Arial Narrow" panose="020B0606020202030204" pitchFamily="34" charset="0"/>
              </a:rPr>
              <a:t>Information Security Management</a:t>
            </a:r>
            <a:endParaRPr lang="en-GB">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p:txBody>
          <a:bodyPr/>
          <a:lstStyle/>
          <a:p>
            <a:r>
              <a:rPr lang="en-US">
                <a:latin typeface="Arial Narrow" panose="020B0606020202030204" pitchFamily="34" charset="0"/>
              </a:rPr>
              <a:t>Information security manages customers data assuring information access only to authorized users</a:t>
            </a:r>
            <a:endParaRPr lang="en-GB">
              <a:latin typeface="Arial Narrow" panose="020B0606020202030204" pitchFamily="34" charset="0"/>
            </a:endParaRPr>
          </a:p>
        </p:txBody>
      </p:sp>
      <p:cxnSp>
        <p:nvCxnSpPr>
          <p:cNvPr id="42" name="Straight Connector 12">
            <a:extLst>
              <a:ext uri="{FF2B5EF4-FFF2-40B4-BE49-F238E27FC236}">
                <a16:creationId xmlns:a16="http://schemas.microsoft.com/office/drawing/2014/main" id="{55735699-FDB4-4C5E-B9C4-0A4EC3FB6469}"/>
              </a:ext>
            </a:extLst>
          </p:cNvPr>
          <p:cNvCxnSpPr>
            <a:cxnSpLocks/>
          </p:cNvCxnSpPr>
          <p:nvPr/>
        </p:nvCxnSpPr>
        <p:spPr>
          <a:xfrm>
            <a:off x="4790264" y="2307063"/>
            <a:ext cx="4164052" cy="0"/>
          </a:xfrm>
          <a:prstGeom prst="line">
            <a:avLst/>
          </a:prstGeom>
          <a:ln w="19050">
            <a:solidFill>
              <a:schemeClr val="accent1"/>
            </a:solidFill>
          </a:ln>
          <a:effectLst/>
        </p:spPr>
        <p:style>
          <a:lnRef idx="1">
            <a:schemeClr val="accent1"/>
          </a:lnRef>
          <a:fillRef idx="0">
            <a:schemeClr val="accent1"/>
          </a:fillRef>
          <a:effectRef idx="0">
            <a:schemeClr val="accent1"/>
          </a:effectRef>
          <a:fontRef idx="minor">
            <a:schemeClr val="tx1"/>
          </a:fontRef>
        </p:style>
      </p:cxnSp>
      <p:sp>
        <p:nvSpPr>
          <p:cNvPr id="43" name="TextBox 11">
            <a:extLst>
              <a:ext uri="{FF2B5EF4-FFF2-40B4-BE49-F238E27FC236}">
                <a16:creationId xmlns:a16="http://schemas.microsoft.com/office/drawing/2014/main" id="{350A8CC7-0758-44CA-A88C-D0BD6D547AAF}"/>
              </a:ext>
            </a:extLst>
          </p:cNvPr>
          <p:cNvSpPr txBox="1"/>
          <p:nvPr/>
        </p:nvSpPr>
        <p:spPr>
          <a:xfrm>
            <a:off x="6261040" y="2153175"/>
            <a:ext cx="1222500" cy="307777"/>
          </a:xfrm>
          <a:prstGeom prst="rect">
            <a:avLst/>
          </a:prstGeom>
          <a:solidFill>
            <a:schemeClr val="bg1"/>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Highlights</a:t>
            </a:r>
            <a:endParaRPr kumimoji="0" lang="en-GB" sz="14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grpSp>
        <p:nvGrpSpPr>
          <p:cNvPr id="51" name="Gruppo 49">
            <a:extLst>
              <a:ext uri="{FF2B5EF4-FFF2-40B4-BE49-F238E27FC236}">
                <a16:creationId xmlns:a16="http://schemas.microsoft.com/office/drawing/2014/main" id="{C0DCD695-819A-4C65-9758-4F14C4A5C2A1}"/>
              </a:ext>
            </a:extLst>
          </p:cNvPr>
          <p:cNvGrpSpPr/>
          <p:nvPr/>
        </p:nvGrpSpPr>
        <p:grpSpPr>
          <a:xfrm>
            <a:off x="445718" y="966896"/>
            <a:ext cx="946657" cy="946657"/>
            <a:chOff x="248720" y="1049897"/>
            <a:chExt cx="946657" cy="946657"/>
          </a:xfrm>
        </p:grpSpPr>
        <p:grpSp>
          <p:nvGrpSpPr>
            <p:cNvPr id="53" name="Group 15">
              <a:extLst>
                <a:ext uri="{FF2B5EF4-FFF2-40B4-BE49-F238E27FC236}">
                  <a16:creationId xmlns:a16="http://schemas.microsoft.com/office/drawing/2014/main" id="{F2BD0308-3D5E-4E60-A077-AE4CB3940FF4}"/>
                </a:ext>
              </a:extLst>
            </p:cNvPr>
            <p:cNvGrpSpPr/>
            <p:nvPr/>
          </p:nvGrpSpPr>
          <p:grpSpPr>
            <a:xfrm>
              <a:off x="248720" y="1049897"/>
              <a:ext cx="946657" cy="946657"/>
              <a:chOff x="10130023" y="2277920"/>
              <a:chExt cx="1188000" cy="1188000"/>
            </a:xfrm>
            <a:solidFill>
              <a:schemeClr val="accent2">
                <a:lumMod val="20000"/>
                <a:lumOff val="80000"/>
              </a:schemeClr>
            </a:solidFill>
          </p:grpSpPr>
          <p:pic>
            <p:nvPicPr>
              <p:cNvPr id="56" name="Picture 16">
                <a:extLst>
                  <a:ext uri="{FF2B5EF4-FFF2-40B4-BE49-F238E27FC236}">
                    <a16:creationId xmlns:a16="http://schemas.microsoft.com/office/drawing/2014/main" id="{FAE2FB0C-77ED-4E60-A903-DF342A3C519B}"/>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57" name="Oval 17">
                <a:extLst>
                  <a:ext uri="{FF2B5EF4-FFF2-40B4-BE49-F238E27FC236}">
                    <a16:creationId xmlns:a16="http://schemas.microsoft.com/office/drawing/2014/main" id="{0C22C31C-5996-40B8-B936-45AE8BD06A09}"/>
                  </a:ext>
                </a:extLst>
              </p:cNvPr>
              <p:cNvSpPr/>
              <p:nvPr/>
            </p:nvSpPr>
            <p:spPr>
              <a:xfrm rot="5400000">
                <a:off x="10148022" y="2295921"/>
                <a:ext cx="1151999" cy="11519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59" name="Google Shape;21;p4">
                <a:extLst>
                  <a:ext uri="{FF2B5EF4-FFF2-40B4-BE49-F238E27FC236}">
                    <a16:creationId xmlns:a16="http://schemas.microsoft.com/office/drawing/2014/main" id="{54CB1DE6-07DE-4B24-8D71-1587ED5A7FAD}"/>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54" name="Rectangle 210">
              <a:extLst>
                <a:ext uri="{FF2B5EF4-FFF2-40B4-BE49-F238E27FC236}">
                  <a16:creationId xmlns:a16="http://schemas.microsoft.com/office/drawing/2014/main" id="{DDFB2CA7-3E57-4808-8A0B-4FFDF523DB1E}"/>
                </a:ext>
              </a:extLst>
            </p:cNvPr>
            <p:cNvSpPr/>
            <p:nvPr/>
          </p:nvSpPr>
          <p:spPr>
            <a:xfrm>
              <a:off x="291143" y="1353948"/>
              <a:ext cx="861811"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600" b="1" i="0" u="none" strike="noStrike" kern="0" cap="none" spc="0" normalizeH="0" baseline="0" noProof="0">
                  <a:ln>
                    <a:noFill/>
                  </a:ln>
                  <a:solidFill>
                    <a:srgbClr val="DA291C"/>
                  </a:solidFill>
                  <a:effectLst/>
                  <a:uLnTx/>
                  <a:uFillTx/>
                  <a:latin typeface="Arial Narrow" panose="020B0606020202030204" pitchFamily="34" charset="0"/>
                  <a:ea typeface="+mn-ea"/>
                  <a:cs typeface="+mn-cs"/>
                </a:rPr>
                <a:t>!!!</a:t>
              </a:r>
              <a:endParaRPr kumimoji="0" lang="en-GB" sz="1600" b="0" i="0" u="none" strike="noStrike" kern="0" cap="none" spc="0" normalizeH="0" baseline="0" noProof="0">
                <a:ln>
                  <a:noFill/>
                </a:ln>
                <a:solidFill>
                  <a:srgbClr val="DA291C"/>
                </a:solidFill>
                <a:effectLst/>
                <a:uLnTx/>
                <a:uFillTx/>
                <a:latin typeface="Arial Narrow" panose="020B0606020202030204" pitchFamily="34" charset="0"/>
                <a:ea typeface="+mn-ea"/>
                <a:cs typeface="+mn-cs"/>
              </a:endParaRPr>
            </a:p>
          </p:txBody>
        </p:sp>
      </p:grpSp>
      <p:sp>
        <p:nvSpPr>
          <p:cNvPr id="55" name="Rounded Rectangle 38">
            <a:extLst>
              <a:ext uri="{FF2B5EF4-FFF2-40B4-BE49-F238E27FC236}">
                <a16:creationId xmlns:a16="http://schemas.microsoft.com/office/drawing/2014/main" id="{4F6EF4AC-ABBB-45BA-807D-BB8A776613A8}"/>
              </a:ext>
            </a:extLst>
          </p:cNvPr>
          <p:cNvSpPr>
            <a:spLocks noChangeArrowheads="1"/>
          </p:cNvSpPr>
          <p:nvPr/>
        </p:nvSpPr>
        <p:spPr bwMode="auto">
          <a:xfrm>
            <a:off x="104951" y="2679953"/>
            <a:ext cx="1475447" cy="769621"/>
          </a:xfrm>
          <a:prstGeom prst="roundRect">
            <a:avLst>
              <a:gd name="adj" fmla="val 8452"/>
            </a:avLst>
          </a:prstGeom>
          <a:solidFill>
            <a:srgbClr val="FFFFFF"/>
          </a:solidFill>
          <a:ln w="12700" algn="ctr">
            <a:solidFill>
              <a:schemeClr val="accent1"/>
            </a:solidFill>
            <a:prstDash val="sysDot"/>
            <a:round/>
            <a:headEnd/>
            <a:tailEnd/>
          </a:ln>
        </p:spPr>
        <p:txBody>
          <a:bodyPr lIns="0" tIns="0" rIns="0" bIns="0" anchor="ctr"/>
          <a:lstStyle/>
          <a:p>
            <a:pPr marL="0" marR="0" lvl="0" indent="0" algn="ctr" defTabSz="457200" rtl="0" eaLnBrk="1" fontAlgn="base" latinLnBrk="0" hangingPunct="1">
              <a:lnSpc>
                <a:spcPct val="100000"/>
              </a:lnSpc>
              <a:spcBef>
                <a:spcPct val="0"/>
              </a:spcBef>
              <a:spcAft>
                <a:spcPct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Manage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authentication:</a:t>
            </a:r>
          </a:p>
          <a:p>
            <a:pPr marL="0" marR="0" lvl="0" indent="0" algn="ctr" defTabSz="457200" rtl="0" eaLnBrk="1" fontAlgn="base" latinLnBrk="0" hangingPunct="1">
              <a:lnSpc>
                <a:spcPct val="100000"/>
              </a:lnSpc>
              <a:spcBef>
                <a:spcPct val="0"/>
              </a:spcBef>
              <a:spcAft>
                <a:spcPct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guarantee that someone is whom they claim to be</a:t>
            </a:r>
          </a:p>
        </p:txBody>
      </p:sp>
      <p:cxnSp>
        <p:nvCxnSpPr>
          <p:cNvPr id="58" name="Connector: Elbow 57">
            <a:extLst>
              <a:ext uri="{FF2B5EF4-FFF2-40B4-BE49-F238E27FC236}">
                <a16:creationId xmlns:a16="http://schemas.microsoft.com/office/drawing/2014/main" id="{855AEBC0-12C8-4217-9781-66862B58CBA8}"/>
              </a:ext>
            </a:extLst>
          </p:cNvPr>
          <p:cNvCxnSpPr>
            <a:cxnSpLocks/>
            <a:stCxn id="116" idx="2"/>
            <a:endCxn id="55" idx="0"/>
          </p:cNvCxnSpPr>
          <p:nvPr/>
        </p:nvCxnSpPr>
        <p:spPr>
          <a:xfrm rot="10800000" flipV="1">
            <a:off x="842675" y="2373677"/>
            <a:ext cx="780162" cy="306276"/>
          </a:xfrm>
          <a:prstGeom prst="bentConnector2">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60" name="Rounded Rectangle 38">
            <a:extLst>
              <a:ext uri="{FF2B5EF4-FFF2-40B4-BE49-F238E27FC236}">
                <a16:creationId xmlns:a16="http://schemas.microsoft.com/office/drawing/2014/main" id="{9E9A52B9-CA3E-4345-A6F5-CF01C3A13E7B}"/>
              </a:ext>
            </a:extLst>
          </p:cNvPr>
          <p:cNvSpPr>
            <a:spLocks noChangeArrowheads="1"/>
          </p:cNvSpPr>
          <p:nvPr/>
        </p:nvSpPr>
        <p:spPr bwMode="auto">
          <a:xfrm>
            <a:off x="3197147" y="2679953"/>
            <a:ext cx="1475447" cy="769621"/>
          </a:xfrm>
          <a:prstGeom prst="roundRect">
            <a:avLst>
              <a:gd name="adj" fmla="val 8452"/>
            </a:avLst>
          </a:prstGeom>
          <a:solidFill>
            <a:srgbClr val="FFFFFF"/>
          </a:solidFill>
          <a:ln w="12700" algn="ctr">
            <a:solidFill>
              <a:schemeClr val="accent1"/>
            </a:solidFill>
            <a:prstDash val="sysDot"/>
            <a:round/>
            <a:headEnd/>
            <a:tailEnd/>
          </a:ln>
        </p:spPr>
        <p:txBody>
          <a:bodyPr lIns="0" tIns="0" rIns="0" bIns="0" anchor="ctr"/>
          <a:lstStyle/>
          <a:p>
            <a:pPr marL="0" marR="0" lvl="0" indent="0" algn="ctr" defTabSz="457200" rtl="0" eaLnBrk="1" fontAlgn="base" latinLnBrk="0" hangingPunct="1">
              <a:lnSpc>
                <a:spcPct val="100000"/>
              </a:lnSpc>
              <a:spcBef>
                <a:spcPct val="0"/>
              </a:spcBef>
              <a:spcAft>
                <a:spcPct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Manage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n</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on-repudiation:</a:t>
            </a:r>
          </a:p>
          <a:p>
            <a:pPr marL="0" marR="0" lvl="0" indent="0" algn="ctr" defTabSz="457200" rtl="0" eaLnBrk="1" fontAlgn="base" latinLnBrk="0" hangingPunct="1">
              <a:lnSpc>
                <a:spcPct val="100000"/>
              </a:lnSpc>
              <a:spcBef>
                <a:spcPct val="0"/>
              </a:spcBef>
              <a:spcAft>
                <a:spcPct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ensure</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that none can deny or reject action authorship</a:t>
            </a:r>
            <a:endPar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cxnSp>
        <p:nvCxnSpPr>
          <p:cNvPr id="61" name="Connector: Elbow 60">
            <a:extLst>
              <a:ext uri="{FF2B5EF4-FFF2-40B4-BE49-F238E27FC236}">
                <a16:creationId xmlns:a16="http://schemas.microsoft.com/office/drawing/2014/main" id="{FD4DD417-0920-4E6F-8CCE-F0CD17301292}"/>
              </a:ext>
            </a:extLst>
          </p:cNvPr>
          <p:cNvCxnSpPr>
            <a:cxnSpLocks/>
            <a:stCxn id="119" idx="6"/>
            <a:endCxn id="60" idx="0"/>
          </p:cNvCxnSpPr>
          <p:nvPr/>
        </p:nvCxnSpPr>
        <p:spPr>
          <a:xfrm>
            <a:off x="3141620" y="2367499"/>
            <a:ext cx="793251" cy="312454"/>
          </a:xfrm>
          <a:prstGeom prst="bentConnector2">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65" name="Rounded Rectangle 38">
            <a:extLst>
              <a:ext uri="{FF2B5EF4-FFF2-40B4-BE49-F238E27FC236}">
                <a16:creationId xmlns:a16="http://schemas.microsoft.com/office/drawing/2014/main" id="{51BA31C7-93E4-4B98-AA00-D8077E7A9739}"/>
              </a:ext>
            </a:extLst>
          </p:cNvPr>
          <p:cNvSpPr>
            <a:spLocks noChangeArrowheads="1"/>
          </p:cNvSpPr>
          <p:nvPr/>
        </p:nvSpPr>
        <p:spPr bwMode="auto">
          <a:xfrm>
            <a:off x="1001073" y="3797045"/>
            <a:ext cx="2781495" cy="826771"/>
          </a:xfrm>
          <a:prstGeom prst="roundRect">
            <a:avLst>
              <a:gd name="adj" fmla="val 8452"/>
            </a:avLst>
          </a:prstGeom>
          <a:solidFill>
            <a:srgbClr val="FFFFFF"/>
          </a:solidFill>
          <a:ln w="12700" algn="ctr">
            <a:solidFill>
              <a:schemeClr val="accent1"/>
            </a:solidFill>
            <a:prstDash val="sysDot"/>
            <a:round/>
            <a:headEnd/>
            <a:tailEnd/>
          </a:ln>
        </p:spPr>
        <p:txBody>
          <a:bodyPr lIns="36000" tIns="0" rIns="72000" bIns="0" anchor="ctr"/>
          <a:lstStyle/>
          <a:p>
            <a:pPr marL="0" marR="0" lvl="0" indent="0" algn="ctr" defTabSz="457200" rtl="0" eaLnBrk="1" fontAlgn="base" latinLnBrk="0" hangingPunct="1">
              <a:lnSpc>
                <a:spcPct val="120000"/>
              </a:lnSpc>
              <a:spcBef>
                <a:spcPct val="0"/>
              </a:spcBef>
              <a:spcAft>
                <a:spcPct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Manage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live security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issues:</a:t>
            </a:r>
          </a:p>
          <a:p>
            <a:pPr marL="171450" marR="0" lvl="0" indent="-171450" algn="l" defTabSz="457200" rtl="0" eaLnBrk="1" fontAlgn="base" latinLnBrk="0" hangingPunct="1">
              <a:lnSpc>
                <a:spcPct val="120000"/>
              </a:lnSpc>
              <a:spcBef>
                <a:spcPct val="0"/>
              </a:spcBef>
              <a:spcAft>
                <a:spcPct val="0"/>
              </a:spcAft>
              <a:buClr>
                <a:srgbClr val="DA291C"/>
              </a:buClr>
              <a:buSzTx/>
              <a:buFont typeface="Wingdings" panose="05000000000000000000" pitchFamily="2" charset="2"/>
              <a:buChar char="§"/>
              <a:tabLst/>
              <a:defRPr/>
            </a:pP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Detection</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ensure proper incidents detection</a:t>
            </a:r>
          </a:p>
          <a:p>
            <a:pPr marL="171450" marR="0" lvl="0" indent="-171450" algn="l" defTabSz="457200" rtl="0" eaLnBrk="1" fontAlgn="base" latinLnBrk="0" hangingPunct="1">
              <a:lnSpc>
                <a:spcPct val="120000"/>
              </a:lnSpc>
              <a:spcBef>
                <a:spcPct val="0"/>
              </a:spcBef>
              <a:spcAft>
                <a:spcPct val="0"/>
              </a:spcAft>
              <a:buClr>
                <a:srgbClr val="DA291C"/>
              </a:buClr>
              <a:buSzTx/>
              <a:buFont typeface="Wingdings" panose="05000000000000000000" pitchFamily="2" charset="2"/>
              <a:buChar char="§"/>
              <a:tabLst/>
              <a:defRPr/>
            </a:pP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Prevention</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avoid incidents to occur</a:t>
            </a:r>
          </a:p>
          <a:p>
            <a:pPr marL="171450" marR="0" lvl="0" indent="-171450" algn="l" defTabSz="457200" rtl="0" eaLnBrk="1" fontAlgn="base" latinLnBrk="0" hangingPunct="1">
              <a:lnSpc>
                <a:spcPct val="120000"/>
              </a:lnSpc>
              <a:spcBef>
                <a:spcPct val="0"/>
              </a:spcBef>
              <a:spcAft>
                <a:spcPct val="0"/>
              </a:spcAft>
              <a:buClr>
                <a:srgbClr val="DA291C"/>
              </a:buClr>
              <a:buSzTx/>
              <a:buFont typeface="Wingdings" panose="05000000000000000000" pitchFamily="2" charset="2"/>
              <a:buChar char="§"/>
              <a:tabLst/>
              <a:defRPr/>
            </a:pP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Correction</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recover from occurred incidents</a:t>
            </a:r>
            <a:endPar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cxnSp>
        <p:nvCxnSpPr>
          <p:cNvPr id="21" name="Straight Arrow Connector 20">
            <a:extLst>
              <a:ext uri="{FF2B5EF4-FFF2-40B4-BE49-F238E27FC236}">
                <a16:creationId xmlns:a16="http://schemas.microsoft.com/office/drawing/2014/main" id="{2C38A283-FE7B-4B59-BC56-004C365AC8A4}"/>
              </a:ext>
            </a:extLst>
          </p:cNvPr>
          <p:cNvCxnSpPr>
            <a:cxnSpLocks/>
            <a:stCxn id="108" idx="4"/>
            <a:endCxn id="65" idx="0"/>
          </p:cNvCxnSpPr>
          <p:nvPr/>
        </p:nvCxnSpPr>
        <p:spPr>
          <a:xfrm>
            <a:off x="2391495" y="3445021"/>
            <a:ext cx="326" cy="35202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grpSp>
        <p:nvGrpSpPr>
          <p:cNvPr id="107" name="Group 106">
            <a:extLst>
              <a:ext uri="{FF2B5EF4-FFF2-40B4-BE49-F238E27FC236}">
                <a16:creationId xmlns:a16="http://schemas.microsoft.com/office/drawing/2014/main" id="{DE6455AD-25FD-4FC6-9F34-04E85C4348AD}"/>
              </a:ext>
            </a:extLst>
          </p:cNvPr>
          <p:cNvGrpSpPr/>
          <p:nvPr/>
        </p:nvGrpSpPr>
        <p:grpSpPr>
          <a:xfrm>
            <a:off x="2172615" y="3007261"/>
            <a:ext cx="437760" cy="437760"/>
            <a:chOff x="2093367" y="3269389"/>
            <a:chExt cx="437760" cy="437760"/>
          </a:xfrm>
        </p:grpSpPr>
        <p:sp>
          <p:nvSpPr>
            <p:cNvPr id="108" name="Oval 37">
              <a:extLst>
                <a:ext uri="{FF2B5EF4-FFF2-40B4-BE49-F238E27FC236}">
                  <a16:creationId xmlns:a16="http://schemas.microsoft.com/office/drawing/2014/main" id="{049C4C91-4056-4F8A-9055-5BA746DA5BFF}"/>
                </a:ext>
              </a:extLst>
            </p:cNvPr>
            <p:cNvSpPr/>
            <p:nvPr/>
          </p:nvSpPr>
          <p:spPr>
            <a:xfrm>
              <a:off x="2093367" y="3269389"/>
              <a:ext cx="437760" cy="43776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114" name="Graphic 113" descr="Scales of justice with solid fill">
              <a:extLst>
                <a:ext uri="{FF2B5EF4-FFF2-40B4-BE49-F238E27FC236}">
                  <a16:creationId xmlns:a16="http://schemas.microsoft.com/office/drawing/2014/main" id="{502B9AC3-088C-433D-9658-AB9142697F8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150178" y="3323379"/>
              <a:ext cx="329779" cy="329779"/>
            </a:xfrm>
            <a:prstGeom prst="rect">
              <a:avLst/>
            </a:prstGeom>
          </p:spPr>
        </p:pic>
      </p:grpSp>
      <p:grpSp>
        <p:nvGrpSpPr>
          <p:cNvPr id="115" name="Group 114">
            <a:extLst>
              <a:ext uri="{FF2B5EF4-FFF2-40B4-BE49-F238E27FC236}">
                <a16:creationId xmlns:a16="http://schemas.microsoft.com/office/drawing/2014/main" id="{26B99E22-7468-44A2-BE86-E923B1E85160}"/>
              </a:ext>
            </a:extLst>
          </p:cNvPr>
          <p:cNvGrpSpPr/>
          <p:nvPr/>
        </p:nvGrpSpPr>
        <p:grpSpPr>
          <a:xfrm>
            <a:off x="1622837" y="2154797"/>
            <a:ext cx="437760" cy="437760"/>
            <a:chOff x="1543589" y="2416925"/>
            <a:chExt cx="437760" cy="437760"/>
          </a:xfrm>
        </p:grpSpPr>
        <p:sp>
          <p:nvSpPr>
            <p:cNvPr id="116" name="Oval 37">
              <a:extLst>
                <a:ext uri="{FF2B5EF4-FFF2-40B4-BE49-F238E27FC236}">
                  <a16:creationId xmlns:a16="http://schemas.microsoft.com/office/drawing/2014/main" id="{19AF354C-2473-4FBE-AE9A-121B667B467D}"/>
                </a:ext>
              </a:extLst>
            </p:cNvPr>
            <p:cNvSpPr/>
            <p:nvPr/>
          </p:nvSpPr>
          <p:spPr>
            <a:xfrm>
              <a:off x="1543589" y="2416925"/>
              <a:ext cx="437760" cy="43776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117" name="Graphic 116" descr="Eye Scan with solid fill">
              <a:extLst>
                <a:ext uri="{FF2B5EF4-FFF2-40B4-BE49-F238E27FC236}">
                  <a16:creationId xmlns:a16="http://schemas.microsoft.com/office/drawing/2014/main" id="{B4DF7520-4CAC-4603-B637-907F9AEDA6F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96869" y="2470205"/>
              <a:ext cx="331200" cy="331200"/>
            </a:xfrm>
            <a:prstGeom prst="rect">
              <a:avLst/>
            </a:prstGeom>
          </p:spPr>
        </p:pic>
      </p:grpSp>
      <p:grpSp>
        <p:nvGrpSpPr>
          <p:cNvPr id="118" name="Group 117">
            <a:extLst>
              <a:ext uri="{FF2B5EF4-FFF2-40B4-BE49-F238E27FC236}">
                <a16:creationId xmlns:a16="http://schemas.microsoft.com/office/drawing/2014/main" id="{328FFF5C-34FD-43E0-8E35-F4D47CC255BF}"/>
              </a:ext>
            </a:extLst>
          </p:cNvPr>
          <p:cNvGrpSpPr/>
          <p:nvPr/>
        </p:nvGrpSpPr>
        <p:grpSpPr>
          <a:xfrm>
            <a:off x="2703860" y="2148619"/>
            <a:ext cx="437760" cy="437760"/>
            <a:chOff x="2624612" y="2410747"/>
            <a:chExt cx="437760" cy="437760"/>
          </a:xfrm>
        </p:grpSpPr>
        <p:sp>
          <p:nvSpPr>
            <p:cNvPr id="119" name="Oval 37">
              <a:extLst>
                <a:ext uri="{FF2B5EF4-FFF2-40B4-BE49-F238E27FC236}">
                  <a16:creationId xmlns:a16="http://schemas.microsoft.com/office/drawing/2014/main" id="{C66EAF71-7BD9-4331-8853-05AF6535BDA5}"/>
                </a:ext>
              </a:extLst>
            </p:cNvPr>
            <p:cNvSpPr/>
            <p:nvPr/>
          </p:nvSpPr>
          <p:spPr>
            <a:xfrm>
              <a:off x="2624612" y="2410747"/>
              <a:ext cx="437760" cy="43776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120" name="Graphic 119" descr="No sign with solid fill">
              <a:extLst>
                <a:ext uri="{FF2B5EF4-FFF2-40B4-BE49-F238E27FC236}">
                  <a16:creationId xmlns:a16="http://schemas.microsoft.com/office/drawing/2014/main" id="{8BE8FAA6-53AD-4E08-AEF7-65885DFAB7F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677892" y="2464027"/>
              <a:ext cx="331200" cy="331200"/>
            </a:xfrm>
            <a:prstGeom prst="rect">
              <a:avLst/>
            </a:prstGeom>
          </p:spPr>
        </p:pic>
      </p:grpSp>
      <p:grpSp>
        <p:nvGrpSpPr>
          <p:cNvPr id="66" name="Group 65">
            <a:extLst>
              <a:ext uri="{FF2B5EF4-FFF2-40B4-BE49-F238E27FC236}">
                <a16:creationId xmlns:a16="http://schemas.microsoft.com/office/drawing/2014/main" id="{B49FD626-39B2-40F8-8915-63503EEF1837}"/>
              </a:ext>
            </a:extLst>
          </p:cNvPr>
          <p:cNvGrpSpPr/>
          <p:nvPr/>
        </p:nvGrpSpPr>
        <p:grpSpPr>
          <a:xfrm>
            <a:off x="7978987" y="72617"/>
            <a:ext cx="990588" cy="389425"/>
            <a:chOff x="7686066" y="126412"/>
            <a:chExt cx="1283510" cy="511174"/>
          </a:xfrm>
        </p:grpSpPr>
        <p:sp>
          <p:nvSpPr>
            <p:cNvPr id="67" name="Rounded Rectangle 38">
              <a:extLst>
                <a:ext uri="{FF2B5EF4-FFF2-40B4-BE49-F238E27FC236}">
                  <a16:creationId xmlns:a16="http://schemas.microsoft.com/office/drawing/2014/main" id="{26066FDC-35C8-4EEC-A990-4E04121FE2F1}"/>
                </a:ext>
              </a:extLst>
            </p:cNvPr>
            <p:cNvSpPr>
              <a:spLocks noChangeArrowheads="1"/>
            </p:cNvSpPr>
            <p:nvPr/>
          </p:nvSpPr>
          <p:spPr bwMode="auto">
            <a:xfrm>
              <a:off x="7686066" y="126412"/>
              <a:ext cx="1283510" cy="222043"/>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endPar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endParaRPr>
            </a:p>
          </p:txBody>
        </p:sp>
        <p:grpSp>
          <p:nvGrpSpPr>
            <p:cNvPr id="68" name="Group 67">
              <a:extLst>
                <a:ext uri="{FF2B5EF4-FFF2-40B4-BE49-F238E27FC236}">
                  <a16:creationId xmlns:a16="http://schemas.microsoft.com/office/drawing/2014/main" id="{3040D241-7A66-48B0-8ADA-C49679118BFF}"/>
                </a:ext>
              </a:extLst>
            </p:cNvPr>
            <p:cNvGrpSpPr/>
            <p:nvPr/>
          </p:nvGrpSpPr>
          <p:grpSpPr>
            <a:xfrm>
              <a:off x="7839999" y="178009"/>
              <a:ext cx="991557" cy="118849"/>
              <a:chOff x="7839999" y="139419"/>
              <a:chExt cx="991557" cy="118849"/>
            </a:xfrm>
          </p:grpSpPr>
          <p:sp>
            <p:nvSpPr>
              <p:cNvPr id="70" name="Rectangle 7">
                <a:extLst>
                  <a:ext uri="{FF2B5EF4-FFF2-40B4-BE49-F238E27FC236}">
                    <a16:creationId xmlns:a16="http://schemas.microsoft.com/office/drawing/2014/main" id="{BAE1082F-3C4C-4388-8994-1236E2DC8DF0}"/>
                  </a:ext>
                </a:extLst>
              </p:cNvPr>
              <p:cNvSpPr/>
              <p:nvPr/>
            </p:nvSpPr>
            <p:spPr>
              <a:xfrm>
                <a:off x="7839999" y="139419"/>
                <a:ext cx="436761" cy="1188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sp>
            <p:nvSpPr>
              <p:cNvPr id="71" name="Rectangle 7">
                <a:extLst>
                  <a:ext uri="{FF2B5EF4-FFF2-40B4-BE49-F238E27FC236}">
                    <a16:creationId xmlns:a16="http://schemas.microsoft.com/office/drawing/2014/main" id="{3C4D66B0-63C4-406F-BCCD-904124D9F865}"/>
                  </a:ext>
                </a:extLst>
              </p:cNvPr>
              <p:cNvSpPr/>
              <p:nvPr/>
            </p:nvSpPr>
            <p:spPr>
              <a:xfrm>
                <a:off x="8394795" y="139419"/>
                <a:ext cx="436761" cy="11884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24000" bIns="72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grpSp>
        <p:sp>
          <p:nvSpPr>
            <p:cNvPr id="69" name="Rounded Rectangle 38">
              <a:extLst>
                <a:ext uri="{FF2B5EF4-FFF2-40B4-BE49-F238E27FC236}">
                  <a16:creationId xmlns:a16="http://schemas.microsoft.com/office/drawing/2014/main" id="{83988AC5-3D29-470A-842A-4456C06DB40C}"/>
                </a:ext>
              </a:extLst>
            </p:cNvPr>
            <p:cNvSpPr>
              <a:spLocks noChangeArrowheads="1"/>
            </p:cNvSpPr>
            <p:nvPr/>
          </p:nvSpPr>
          <p:spPr bwMode="auto">
            <a:xfrm>
              <a:off x="7686066" y="415543"/>
              <a:ext cx="1283510" cy="222043"/>
            </a:xfrm>
            <a:prstGeom prst="roundRect">
              <a:avLst>
                <a:gd name="adj" fmla="val 8452"/>
              </a:avLst>
            </a:prstGeom>
            <a:solidFill>
              <a:schemeClr val="accent2"/>
            </a:solidFill>
            <a:ln w="12700" algn="ctr">
              <a:solidFill>
                <a:schemeClr val="accent2"/>
              </a:solidFill>
              <a:prstDash val="solid"/>
              <a:round/>
              <a:headEnd/>
              <a:tailEnd/>
            </a:ln>
          </p:spPr>
          <p:txBody>
            <a:bodyPr lIns="0" tIns="0" rIns="0" bIns="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GB" sz="800" b="1" i="0" u="none" strike="noStrike" kern="0" cap="none" spc="0" normalizeH="0" baseline="0" noProof="0">
                  <a:ln>
                    <a:noFill/>
                  </a:ln>
                  <a:solidFill>
                    <a:srgbClr val="FFFFFF"/>
                  </a:solidFill>
                  <a:effectLst/>
                  <a:uLnTx/>
                  <a:uFillTx/>
                  <a:latin typeface="Arial Narrow" panose="020B0606020202030204" pitchFamily="34" charset="0"/>
                  <a:ea typeface="+mn-ea"/>
                  <a:cs typeface="Lucida Sans" pitchFamily="34" charset="0"/>
                </a:rPr>
                <a:t>General</a:t>
              </a:r>
            </a:p>
          </p:txBody>
        </p:sp>
      </p:grpSp>
      <p:sp>
        <p:nvSpPr>
          <p:cNvPr id="6" name="Slide Number Placeholder 5">
            <a:extLst>
              <a:ext uri="{FF2B5EF4-FFF2-40B4-BE49-F238E27FC236}">
                <a16:creationId xmlns:a16="http://schemas.microsoft.com/office/drawing/2014/main" id="{017E26A9-4A42-4B0A-A2E0-D9F949782B8E}"/>
              </a:ext>
            </a:extLst>
          </p:cNvPr>
          <p:cNvSpPr>
            <a:spLocks noGrp="1"/>
          </p:cNvSpPr>
          <p:nvPr>
            <p:ph type="sldNum" sz="quarter" idx="35"/>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DA291C"/>
                </a:solidFill>
                <a:effectLst/>
                <a:uLnTx/>
                <a:uFillTx/>
                <a:latin typeface="Arial Narrow" panose="020B0606020202030204" pitchFamily="34" charset="0"/>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48</a:t>
            </a:fld>
            <a:endParaRPr kumimoji="0" lang="it-IT" sz="11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grpSp>
        <p:nvGrpSpPr>
          <p:cNvPr id="49" name="Group 49">
            <a:extLst>
              <a:ext uri="{FF2B5EF4-FFF2-40B4-BE49-F238E27FC236}">
                <a16:creationId xmlns:a16="http://schemas.microsoft.com/office/drawing/2014/main" id="{E00AB3DD-66C5-4810-A725-CB9F6C9E3C88}"/>
              </a:ext>
            </a:extLst>
          </p:cNvPr>
          <p:cNvGrpSpPr/>
          <p:nvPr/>
        </p:nvGrpSpPr>
        <p:grpSpPr>
          <a:xfrm>
            <a:off x="6841340" y="4969080"/>
            <a:ext cx="108000" cy="108000"/>
            <a:chOff x="10130023" y="2277920"/>
            <a:chExt cx="1188000" cy="1188000"/>
          </a:xfrm>
          <a:solidFill>
            <a:schemeClr val="accent2">
              <a:lumMod val="20000"/>
              <a:lumOff val="80000"/>
            </a:schemeClr>
          </a:solidFill>
        </p:grpSpPr>
        <p:pic>
          <p:nvPicPr>
            <p:cNvPr id="62" name="Picture 51">
              <a:extLst>
                <a:ext uri="{FF2B5EF4-FFF2-40B4-BE49-F238E27FC236}">
                  <a16:creationId xmlns:a16="http://schemas.microsoft.com/office/drawing/2014/main" id="{2F913110-DD89-437D-A624-280E4F75FF82}"/>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63" name="Oval 17">
              <a:extLst>
                <a:ext uri="{FF2B5EF4-FFF2-40B4-BE49-F238E27FC236}">
                  <a16:creationId xmlns:a16="http://schemas.microsoft.com/office/drawing/2014/main" id="{3C0EF6E9-42A6-47C1-AED7-32F058FD1172}"/>
                </a:ext>
              </a:extLst>
            </p:cNvPr>
            <p:cNvSpPr/>
            <p:nvPr/>
          </p:nvSpPr>
          <p:spPr>
            <a:xfrm rot="5400000">
              <a:off x="10148023" y="2295920"/>
              <a:ext cx="1152000" cy="115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64" name="Google Shape;21;p4">
              <a:extLst>
                <a:ext uri="{FF2B5EF4-FFF2-40B4-BE49-F238E27FC236}">
                  <a16:creationId xmlns:a16="http://schemas.microsoft.com/office/drawing/2014/main" id="{45F6CCA5-F886-4056-B64B-CC4D4BCD3E67}"/>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72" name="Rectangle 210">
            <a:extLst>
              <a:ext uri="{FF2B5EF4-FFF2-40B4-BE49-F238E27FC236}">
                <a16:creationId xmlns:a16="http://schemas.microsoft.com/office/drawing/2014/main" id="{0A032A9D-D066-4711-98AC-6B6ACBFEBC61}"/>
              </a:ext>
            </a:extLst>
          </p:cNvPr>
          <p:cNvSpPr/>
          <p:nvPr/>
        </p:nvSpPr>
        <p:spPr>
          <a:xfrm>
            <a:off x="6928298" y="4916723"/>
            <a:ext cx="2172905"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Subject to exam question</a:t>
            </a:r>
            <a:endPar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74" name="Rectangle 210">
            <a:extLst>
              <a:ext uri="{FF2B5EF4-FFF2-40B4-BE49-F238E27FC236}">
                <a16:creationId xmlns:a16="http://schemas.microsoft.com/office/drawing/2014/main" id="{9189D555-1ED3-42AB-B502-5800ADF10098}"/>
              </a:ext>
            </a:extLst>
          </p:cNvPr>
          <p:cNvSpPr/>
          <p:nvPr/>
        </p:nvSpPr>
        <p:spPr>
          <a:xfrm>
            <a:off x="640323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6295467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ITIL 4 management practices | </a:t>
            </a:r>
            <a:r>
              <a:rPr lang="en-US">
                <a:solidFill>
                  <a:schemeClr val="accent3"/>
                </a:solidFill>
                <a:latin typeface="Arial Narrow" panose="020B0606020202030204" pitchFamily="34" charset="0"/>
              </a:rPr>
              <a:t>IT Asset Management</a:t>
            </a:r>
            <a:endParaRPr lang="en-GB">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p:txBody>
          <a:bodyPr/>
          <a:lstStyle/>
          <a:p>
            <a:r>
              <a:rPr lang="en-US">
                <a:latin typeface="Arial Narrow" panose="020B0606020202030204" pitchFamily="34" charset="0"/>
              </a:rPr>
              <a:t>IT Asset Management aims at managing the financial aspects of service components taking care of controlling costs and maximizing benefits</a:t>
            </a:r>
            <a:endParaRPr lang="en-GB">
              <a:latin typeface="Arial Narrow" panose="020B0606020202030204" pitchFamily="34" charset="0"/>
            </a:endParaRPr>
          </a:p>
        </p:txBody>
      </p:sp>
      <p:grpSp>
        <p:nvGrpSpPr>
          <p:cNvPr id="33" name="Gruppo 7">
            <a:extLst>
              <a:ext uri="{FF2B5EF4-FFF2-40B4-BE49-F238E27FC236}">
                <a16:creationId xmlns:a16="http://schemas.microsoft.com/office/drawing/2014/main" id="{3CB49242-0711-4F93-A9C2-B13C386BF941}"/>
              </a:ext>
            </a:extLst>
          </p:cNvPr>
          <p:cNvGrpSpPr/>
          <p:nvPr/>
        </p:nvGrpSpPr>
        <p:grpSpPr>
          <a:xfrm>
            <a:off x="445718" y="1948964"/>
            <a:ext cx="8252565" cy="946657"/>
            <a:chOff x="51618" y="1049897"/>
            <a:chExt cx="8252565" cy="946657"/>
          </a:xfrm>
        </p:grpSpPr>
        <p:sp>
          <p:nvSpPr>
            <p:cNvPr id="37" name="Rounded Rectangle 38">
              <a:extLst>
                <a:ext uri="{FF2B5EF4-FFF2-40B4-BE49-F238E27FC236}">
                  <a16:creationId xmlns:a16="http://schemas.microsoft.com/office/drawing/2014/main" id="{FFA6C755-D5CC-48A1-AE4F-6154B8F61EAE}"/>
                </a:ext>
              </a:extLst>
            </p:cNvPr>
            <p:cNvSpPr>
              <a:spLocks noChangeArrowheads="1"/>
            </p:cNvSpPr>
            <p:nvPr/>
          </p:nvSpPr>
          <p:spPr bwMode="auto">
            <a:xfrm>
              <a:off x="839817" y="1341413"/>
              <a:ext cx="7464366" cy="363624"/>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An </a:t>
              </a:r>
              <a:r>
                <a:rPr kumimoji="0" lang="en-GB"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IT asset</a:t>
              </a: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 is any financially valuable component that can contribute to the delivery of an IT product or service</a:t>
              </a:r>
              <a:endParaRPr kumimoji="0" lang="en-GB" sz="1200" b="0" i="1"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endParaRPr>
            </a:p>
          </p:txBody>
        </p:sp>
        <p:grpSp>
          <p:nvGrpSpPr>
            <p:cNvPr id="39" name="Gruppo 3">
              <a:extLst>
                <a:ext uri="{FF2B5EF4-FFF2-40B4-BE49-F238E27FC236}">
                  <a16:creationId xmlns:a16="http://schemas.microsoft.com/office/drawing/2014/main" id="{4D5B62D0-66DD-4A58-A1B6-6004B81BDBF7}"/>
                </a:ext>
              </a:extLst>
            </p:cNvPr>
            <p:cNvGrpSpPr/>
            <p:nvPr/>
          </p:nvGrpSpPr>
          <p:grpSpPr>
            <a:xfrm>
              <a:off x="51618" y="1049897"/>
              <a:ext cx="946657" cy="946657"/>
              <a:chOff x="248720" y="1049897"/>
              <a:chExt cx="946657" cy="946657"/>
            </a:xfrm>
          </p:grpSpPr>
          <p:grpSp>
            <p:nvGrpSpPr>
              <p:cNvPr id="42" name="Group 41">
                <a:extLst>
                  <a:ext uri="{FF2B5EF4-FFF2-40B4-BE49-F238E27FC236}">
                    <a16:creationId xmlns:a16="http://schemas.microsoft.com/office/drawing/2014/main" id="{4FEE1BE3-8F12-4CE7-8A3B-42A2A5198A7B}"/>
                  </a:ext>
                </a:extLst>
              </p:cNvPr>
              <p:cNvGrpSpPr/>
              <p:nvPr/>
            </p:nvGrpSpPr>
            <p:grpSpPr>
              <a:xfrm>
                <a:off x="248720" y="1049897"/>
                <a:ext cx="946657" cy="946657"/>
                <a:chOff x="10130023" y="2277920"/>
                <a:chExt cx="1188000" cy="1188000"/>
              </a:xfrm>
              <a:solidFill>
                <a:schemeClr val="accent2">
                  <a:lumMod val="20000"/>
                  <a:lumOff val="80000"/>
                </a:schemeClr>
              </a:solidFill>
            </p:grpSpPr>
            <p:pic>
              <p:nvPicPr>
                <p:cNvPr id="49" name="Picture 48">
                  <a:extLst>
                    <a:ext uri="{FF2B5EF4-FFF2-40B4-BE49-F238E27FC236}">
                      <a16:creationId xmlns:a16="http://schemas.microsoft.com/office/drawing/2014/main" id="{C4F548C8-4CBB-4D68-BF1C-EE1CA7E7E883}"/>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50" name="Oval 17">
                  <a:extLst>
                    <a:ext uri="{FF2B5EF4-FFF2-40B4-BE49-F238E27FC236}">
                      <a16:creationId xmlns:a16="http://schemas.microsoft.com/office/drawing/2014/main" id="{0730500A-43D5-4FE5-842B-D5B283DC6A13}"/>
                    </a:ext>
                  </a:extLst>
                </p:cNvPr>
                <p:cNvSpPr/>
                <p:nvPr/>
              </p:nvSpPr>
              <p:spPr>
                <a:xfrm rot="5400000">
                  <a:off x="10148023" y="2295920"/>
                  <a:ext cx="1151999" cy="11519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52" name="Google Shape;21;p4">
                  <a:extLst>
                    <a:ext uri="{FF2B5EF4-FFF2-40B4-BE49-F238E27FC236}">
                      <a16:creationId xmlns:a16="http://schemas.microsoft.com/office/drawing/2014/main" id="{8A9D0E1B-94B4-4C4D-A497-3E7152262985}"/>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48" name="Rectangle 210">
                <a:extLst>
                  <a:ext uri="{FF2B5EF4-FFF2-40B4-BE49-F238E27FC236}">
                    <a16:creationId xmlns:a16="http://schemas.microsoft.com/office/drawing/2014/main" id="{B6485F50-71CB-47D9-89F9-C0EF24763697}"/>
                  </a:ext>
                </a:extLst>
              </p:cNvPr>
              <p:cNvSpPr/>
              <p:nvPr/>
            </p:nvSpPr>
            <p:spPr>
              <a:xfrm>
                <a:off x="291143" y="1353948"/>
                <a:ext cx="861811"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600" b="1" i="0" u="none" strike="noStrike" kern="0" cap="none" spc="0" normalizeH="0" baseline="0" noProof="0">
                    <a:ln>
                      <a:noFill/>
                    </a:ln>
                    <a:solidFill>
                      <a:srgbClr val="DA291C"/>
                    </a:solidFill>
                    <a:effectLst/>
                    <a:uLnTx/>
                    <a:uFillTx/>
                    <a:latin typeface="Arial Narrow" panose="020B0606020202030204" pitchFamily="34" charset="0"/>
                    <a:ea typeface="+mn-ea"/>
                    <a:cs typeface="+mn-cs"/>
                  </a:rPr>
                  <a:t>!!!</a:t>
                </a:r>
                <a:endParaRPr kumimoji="0" lang="en-GB" sz="1600" b="0" i="0" u="none" strike="noStrike" kern="0" cap="none" spc="0" normalizeH="0" baseline="0" noProof="0">
                  <a:ln>
                    <a:noFill/>
                  </a:ln>
                  <a:solidFill>
                    <a:srgbClr val="DA291C"/>
                  </a:solidFill>
                  <a:effectLst/>
                  <a:uLnTx/>
                  <a:uFillTx/>
                  <a:latin typeface="Arial Narrow" panose="020B0606020202030204" pitchFamily="34" charset="0"/>
                  <a:ea typeface="+mn-ea"/>
                  <a:cs typeface="+mn-cs"/>
                </a:endParaRPr>
              </a:p>
            </p:txBody>
          </p:sp>
        </p:grpSp>
      </p:grpSp>
      <p:sp>
        <p:nvSpPr>
          <p:cNvPr id="32" name="Rounded Rectangle 38">
            <a:extLst>
              <a:ext uri="{FF2B5EF4-FFF2-40B4-BE49-F238E27FC236}">
                <a16:creationId xmlns:a16="http://schemas.microsoft.com/office/drawing/2014/main" id="{0B3A4871-8528-4BA5-B695-36D7CE50E8FE}"/>
              </a:ext>
            </a:extLst>
          </p:cNvPr>
          <p:cNvSpPr>
            <a:spLocks noChangeArrowheads="1"/>
          </p:cNvSpPr>
          <p:nvPr/>
        </p:nvSpPr>
        <p:spPr bwMode="auto">
          <a:xfrm>
            <a:off x="1233917" y="956094"/>
            <a:ext cx="7464366" cy="976044"/>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t"/>
          <a:lstStyle/>
          <a:p>
            <a:pPr marL="0" marR="0" lvl="0" indent="0" algn="l" defTabSz="457200" rtl="0" eaLnBrk="1" fontAlgn="base" latinLnBrk="0" hangingPunct="1">
              <a:lnSpc>
                <a:spcPct val="120000"/>
              </a:lnSpc>
              <a:spcBef>
                <a:spcPct val="0"/>
              </a:spcBef>
              <a:spcAft>
                <a:spcPct val="0"/>
              </a:spcAft>
              <a:buClrTx/>
              <a:buSzTx/>
              <a:buFontTx/>
              <a:buNone/>
              <a:tabLst/>
              <a:defRPr/>
            </a:pP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The purpose of the </a:t>
            </a:r>
            <a:r>
              <a:rPr kumimoji="0" lang="en-GB"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IT Asset Management practice</a:t>
            </a: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 is to plan and manage the lifecycle of all IT assets to the organization to:</a:t>
            </a:r>
          </a:p>
          <a:p>
            <a:pPr marL="0" marR="0" lvl="0" indent="0" algn="l" defTabSz="457200" rtl="0" eaLnBrk="1" fontAlgn="base" latinLnBrk="0" hangingPunct="1">
              <a:lnSpc>
                <a:spcPct val="120000"/>
              </a:lnSpc>
              <a:spcBef>
                <a:spcPct val="0"/>
              </a:spcBef>
              <a:spcAft>
                <a:spcPct val="0"/>
              </a:spcAft>
              <a:buClrTx/>
              <a:buSzTx/>
              <a:buFontTx/>
              <a:buNone/>
              <a:tabLst/>
              <a:defRPr/>
            </a:pPr>
            <a:endPar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endParaRPr>
          </a:p>
        </p:txBody>
      </p:sp>
      <p:sp>
        <p:nvSpPr>
          <p:cNvPr id="4" name="TextBox 3">
            <a:extLst>
              <a:ext uri="{FF2B5EF4-FFF2-40B4-BE49-F238E27FC236}">
                <a16:creationId xmlns:a16="http://schemas.microsoft.com/office/drawing/2014/main" id="{7CFBBEC9-4A8E-4B93-BFCA-DA0E6681059B}"/>
              </a:ext>
            </a:extLst>
          </p:cNvPr>
          <p:cNvSpPr txBox="1"/>
          <p:nvPr/>
        </p:nvSpPr>
        <p:spPr>
          <a:xfrm>
            <a:off x="1724025" y="1189510"/>
            <a:ext cx="6931834" cy="720000"/>
          </a:xfrm>
          <a:prstGeom prst="rect">
            <a:avLst/>
          </a:prstGeom>
          <a:noFill/>
        </p:spPr>
        <p:txBody>
          <a:bodyPr wrap="square" numCol="2" spcCol="720000" rtlCol="0">
            <a:spAutoFit/>
          </a:bodyPr>
          <a:lstStyle/>
          <a:p>
            <a:pPr marL="285750" marR="0" lvl="0" indent="-285750" algn="l" defTabSz="457200" rtl="0" eaLnBrk="1" fontAlgn="base" latinLnBrk="0" hangingPunct="1">
              <a:lnSpc>
                <a:spcPct val="120000"/>
              </a:lnSpc>
              <a:spcBef>
                <a:spcPct val="0"/>
              </a:spcBef>
              <a:spcAft>
                <a:spcPct val="0"/>
              </a:spcAft>
              <a:buClrTx/>
              <a:buSzTx/>
              <a:buFont typeface="Wingdings" panose="05000000000000000000" pitchFamily="2" charset="2"/>
              <a:buChar char="§"/>
              <a:tabLst/>
              <a:defRPr/>
            </a:pP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Support decision making about purchase, re-use, retirement and disposal of assets</a:t>
            </a:r>
          </a:p>
          <a:p>
            <a:pPr marL="285750" marR="0" lvl="0" indent="-285750" algn="l" defTabSz="457200" rtl="0" eaLnBrk="1" fontAlgn="base" latinLnBrk="0" hangingPunct="1">
              <a:lnSpc>
                <a:spcPct val="120000"/>
              </a:lnSpc>
              <a:spcBef>
                <a:spcPct val="0"/>
              </a:spcBef>
              <a:spcAft>
                <a:spcPct val="0"/>
              </a:spcAft>
              <a:buClrTx/>
              <a:buSzTx/>
              <a:buFont typeface="Wingdings" panose="05000000000000000000" pitchFamily="2" charset="2"/>
              <a:buChar char="§"/>
              <a:tabLst/>
              <a:defRPr/>
            </a:pP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Meet regulatory and contractual requirements</a:t>
            </a:r>
          </a:p>
          <a:p>
            <a:pPr marL="285750" marR="0" lvl="0" indent="-285750" algn="l" defTabSz="457200" rtl="0" eaLnBrk="1" fontAlgn="base" latinLnBrk="0" hangingPunct="1">
              <a:lnSpc>
                <a:spcPct val="120000"/>
              </a:lnSpc>
              <a:spcBef>
                <a:spcPct val="0"/>
              </a:spcBef>
              <a:spcAft>
                <a:spcPct val="0"/>
              </a:spcAft>
              <a:buClrTx/>
              <a:buSzTx/>
              <a:buFont typeface="Wingdings" panose="05000000000000000000" pitchFamily="2" charset="2"/>
              <a:buChar char="§"/>
              <a:tabLst/>
              <a:defRPr/>
            </a:pP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Maximize value</a:t>
            </a:r>
          </a:p>
          <a:p>
            <a:pPr marL="285750" marR="0" lvl="0" indent="-285750" algn="l" defTabSz="457200" rtl="0" eaLnBrk="1" fontAlgn="base" latinLnBrk="0" hangingPunct="1">
              <a:lnSpc>
                <a:spcPct val="120000"/>
              </a:lnSpc>
              <a:spcBef>
                <a:spcPct val="0"/>
              </a:spcBef>
              <a:spcAft>
                <a:spcPct val="0"/>
              </a:spcAft>
              <a:buClrTx/>
              <a:buSzTx/>
              <a:buFont typeface="Wingdings" panose="05000000000000000000" pitchFamily="2" charset="2"/>
              <a:buChar char="§"/>
              <a:tabLst/>
              <a:defRPr/>
            </a:pP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Control costs</a:t>
            </a:r>
          </a:p>
          <a:p>
            <a:pPr marL="285750" marR="0" lvl="0" indent="-285750" algn="l" defTabSz="457200" rtl="0" eaLnBrk="1" fontAlgn="base" latinLnBrk="0" hangingPunct="1">
              <a:lnSpc>
                <a:spcPct val="120000"/>
              </a:lnSpc>
              <a:spcBef>
                <a:spcPct val="0"/>
              </a:spcBef>
              <a:spcAft>
                <a:spcPct val="0"/>
              </a:spcAft>
              <a:buClrTx/>
              <a:buSzTx/>
              <a:buFont typeface="Wingdings" panose="05000000000000000000" pitchFamily="2" charset="2"/>
              <a:buChar char="§"/>
              <a:tabLst/>
              <a:defRPr/>
            </a:pP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Manage risks</a:t>
            </a:r>
          </a:p>
        </p:txBody>
      </p:sp>
      <p:sp>
        <p:nvSpPr>
          <p:cNvPr id="86" name="Oval 37">
            <a:extLst>
              <a:ext uri="{FF2B5EF4-FFF2-40B4-BE49-F238E27FC236}">
                <a16:creationId xmlns:a16="http://schemas.microsoft.com/office/drawing/2014/main" id="{109B611D-114E-4BED-B506-7251AB146080}"/>
              </a:ext>
            </a:extLst>
          </p:cNvPr>
          <p:cNvSpPr/>
          <p:nvPr/>
        </p:nvSpPr>
        <p:spPr>
          <a:xfrm>
            <a:off x="3858169" y="3426439"/>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sp>
        <p:nvSpPr>
          <p:cNvPr id="87" name="Oval 37">
            <a:extLst>
              <a:ext uri="{FF2B5EF4-FFF2-40B4-BE49-F238E27FC236}">
                <a16:creationId xmlns:a16="http://schemas.microsoft.com/office/drawing/2014/main" id="{34433F35-4092-4B29-856A-DF177F2EC9D2}"/>
              </a:ext>
            </a:extLst>
          </p:cNvPr>
          <p:cNvSpPr/>
          <p:nvPr/>
        </p:nvSpPr>
        <p:spPr>
          <a:xfrm>
            <a:off x="3858169" y="4113453"/>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sp>
        <p:nvSpPr>
          <p:cNvPr id="88" name="Oval 37">
            <a:extLst>
              <a:ext uri="{FF2B5EF4-FFF2-40B4-BE49-F238E27FC236}">
                <a16:creationId xmlns:a16="http://schemas.microsoft.com/office/drawing/2014/main" id="{FB545DFD-5E1A-45F5-BB3E-497B9E71043D}"/>
              </a:ext>
            </a:extLst>
          </p:cNvPr>
          <p:cNvSpPr/>
          <p:nvPr/>
        </p:nvSpPr>
        <p:spPr>
          <a:xfrm>
            <a:off x="4746435" y="3426439"/>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sp>
        <p:nvSpPr>
          <p:cNvPr id="89" name="Oval 37">
            <a:extLst>
              <a:ext uri="{FF2B5EF4-FFF2-40B4-BE49-F238E27FC236}">
                <a16:creationId xmlns:a16="http://schemas.microsoft.com/office/drawing/2014/main" id="{48547B3C-0CBC-4C28-9C49-FECC91E519A9}"/>
              </a:ext>
            </a:extLst>
          </p:cNvPr>
          <p:cNvSpPr/>
          <p:nvPr/>
        </p:nvSpPr>
        <p:spPr>
          <a:xfrm>
            <a:off x="4746435" y="4113453"/>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sp>
        <p:nvSpPr>
          <p:cNvPr id="90" name="Rectangle 210">
            <a:extLst>
              <a:ext uri="{FF2B5EF4-FFF2-40B4-BE49-F238E27FC236}">
                <a16:creationId xmlns:a16="http://schemas.microsoft.com/office/drawing/2014/main" id="{E5E805DE-3FDB-488B-85F1-73A1B07D2127}"/>
              </a:ext>
            </a:extLst>
          </p:cNvPr>
          <p:cNvSpPr/>
          <p:nvPr/>
        </p:nvSpPr>
        <p:spPr>
          <a:xfrm>
            <a:off x="726035" y="3480996"/>
            <a:ext cx="3038400" cy="430887"/>
          </a:xfrm>
          <a:prstGeom prst="rect">
            <a:avLst/>
          </a:prstGeom>
        </p:spPr>
        <p:txBody>
          <a:bodyPr wrap="square" anchor="ctr">
            <a:spAutoFit/>
          </a:bodyPr>
          <a:lstStyle/>
          <a:p>
            <a:pPr marL="0" marR="0" lvl="0" indent="0" algn="r" defTabSz="914400" rtl="0" eaLnBrk="1" fontAlgn="auto" latinLnBrk="0" hangingPunct="1">
              <a:lnSpc>
                <a:spcPct val="100000"/>
              </a:lnSpc>
              <a:spcBef>
                <a:spcPts val="0"/>
              </a:spcBef>
              <a:spcAft>
                <a:spcPts val="0"/>
              </a:spcAft>
              <a:buClr>
                <a:srgbClr val="DA291C"/>
              </a:buClr>
              <a:buSzTx/>
              <a:buFontTx/>
              <a:buNone/>
              <a:tabLst/>
              <a:defRPr/>
            </a:pP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IT Asset Management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is focused on the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financial</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aspects</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and costs of service components</a:t>
            </a:r>
            <a:endPar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91" name="Rectangle 210">
            <a:extLst>
              <a:ext uri="{FF2B5EF4-FFF2-40B4-BE49-F238E27FC236}">
                <a16:creationId xmlns:a16="http://schemas.microsoft.com/office/drawing/2014/main" id="{88E30AF3-539B-4928-ABF5-DC6818CC7AB8}"/>
              </a:ext>
            </a:extLst>
          </p:cNvPr>
          <p:cNvSpPr/>
          <p:nvPr/>
        </p:nvSpPr>
        <p:spPr>
          <a:xfrm>
            <a:off x="5345103" y="3480996"/>
            <a:ext cx="3038163" cy="430887"/>
          </a:xfrm>
          <a:prstGeom prst="rect">
            <a:avLst/>
          </a:prstGeom>
        </p:spPr>
        <p:txBody>
          <a:bodyPr wrap="square" anchor="ctr">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IT Asset Management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helps to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control costs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and support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decision making processes</a:t>
            </a:r>
          </a:p>
        </p:txBody>
      </p:sp>
      <p:sp>
        <p:nvSpPr>
          <p:cNvPr id="92" name="Rectangle 210">
            <a:extLst>
              <a:ext uri="{FF2B5EF4-FFF2-40B4-BE49-F238E27FC236}">
                <a16:creationId xmlns:a16="http://schemas.microsoft.com/office/drawing/2014/main" id="{06A66D31-8BD1-4825-B631-B6492F2A4A74}"/>
              </a:ext>
            </a:extLst>
          </p:cNvPr>
          <p:cNvSpPr/>
          <p:nvPr/>
        </p:nvSpPr>
        <p:spPr>
          <a:xfrm>
            <a:off x="5345103" y="4083495"/>
            <a:ext cx="3038163" cy="600164"/>
          </a:xfrm>
          <a:prstGeom prst="rect">
            <a:avLst/>
          </a:prstGeom>
        </p:spPr>
        <p:txBody>
          <a:bodyPr wrap="square" anchor="ctr">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IT Asset Management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works close to the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Service Configuration Management practice</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which is instead focused on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non-financial values on components</a:t>
            </a:r>
          </a:p>
        </p:txBody>
      </p:sp>
      <p:sp>
        <p:nvSpPr>
          <p:cNvPr id="93" name="Rectangle 210">
            <a:extLst>
              <a:ext uri="{FF2B5EF4-FFF2-40B4-BE49-F238E27FC236}">
                <a16:creationId xmlns:a16="http://schemas.microsoft.com/office/drawing/2014/main" id="{4DBC4CB2-0517-4DC9-AE3B-A462701EC452}"/>
              </a:ext>
            </a:extLst>
          </p:cNvPr>
          <p:cNvSpPr/>
          <p:nvPr/>
        </p:nvSpPr>
        <p:spPr>
          <a:xfrm>
            <a:off x="660867" y="4083496"/>
            <a:ext cx="3103568" cy="600164"/>
          </a:xfrm>
          <a:prstGeom prst="rect">
            <a:avLst/>
          </a:prstGeom>
        </p:spPr>
        <p:txBody>
          <a:bodyPr wrap="square" anchor="ctr">
            <a:spAutoFit/>
          </a:bodyPr>
          <a:lstStyle/>
          <a:p>
            <a:pPr marL="0" marR="0" lvl="0" indent="0" algn="r" defTabSz="914400" rtl="0" eaLnBrk="1" fontAlgn="auto" latinLnBrk="0" hangingPunct="1">
              <a:lnSpc>
                <a:spcPct val="100000"/>
              </a:lnSpc>
              <a:spcBef>
                <a:spcPts val="0"/>
              </a:spcBef>
              <a:spcAft>
                <a:spcPts val="0"/>
              </a:spcAft>
              <a:buClr>
                <a:srgbClr val="DA291C"/>
              </a:buClr>
              <a:buSzTx/>
              <a:buFontTx/>
              <a:buNone/>
              <a:tabLst/>
              <a:defRPr/>
            </a:pP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IT Asset Management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works close to</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the</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 Financial Management practice,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which handles the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financial strategy</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of an organization</a:t>
            </a:r>
            <a:endPar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pic>
        <p:nvPicPr>
          <p:cNvPr id="9" name="Graphic 8" descr="Coins with solid fill">
            <a:extLst>
              <a:ext uri="{FF2B5EF4-FFF2-40B4-BE49-F238E27FC236}">
                <a16:creationId xmlns:a16="http://schemas.microsoft.com/office/drawing/2014/main" id="{313F1DB5-6AE9-4AF5-9673-E43F12F6452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934929" y="3472719"/>
            <a:ext cx="406800" cy="406800"/>
          </a:xfrm>
          <a:prstGeom prst="rect">
            <a:avLst/>
          </a:prstGeom>
        </p:spPr>
      </p:pic>
      <p:cxnSp>
        <p:nvCxnSpPr>
          <p:cNvPr id="98" name="Straight Connector 97">
            <a:extLst>
              <a:ext uri="{FF2B5EF4-FFF2-40B4-BE49-F238E27FC236}">
                <a16:creationId xmlns:a16="http://schemas.microsoft.com/office/drawing/2014/main" id="{6C69320F-8BF5-40B2-86E8-580E5EE8F996}"/>
              </a:ext>
            </a:extLst>
          </p:cNvPr>
          <p:cNvCxnSpPr>
            <a:cxnSpLocks/>
          </p:cNvCxnSpPr>
          <p:nvPr/>
        </p:nvCxnSpPr>
        <p:spPr>
          <a:xfrm>
            <a:off x="514847" y="3069985"/>
            <a:ext cx="817960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99" name="TextBox 11">
            <a:extLst>
              <a:ext uri="{FF2B5EF4-FFF2-40B4-BE49-F238E27FC236}">
                <a16:creationId xmlns:a16="http://schemas.microsoft.com/office/drawing/2014/main" id="{6B665DD5-4172-44D8-BD45-9A8316CDEB20}"/>
              </a:ext>
            </a:extLst>
          </p:cNvPr>
          <p:cNvSpPr txBox="1"/>
          <p:nvPr/>
        </p:nvSpPr>
        <p:spPr>
          <a:xfrm>
            <a:off x="3904409" y="2916097"/>
            <a:ext cx="1349109" cy="307777"/>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Highlights</a:t>
            </a:r>
            <a:endParaRPr kumimoji="0" lang="en-GB" sz="14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grpSp>
        <p:nvGrpSpPr>
          <p:cNvPr id="106" name="Gruppo 49">
            <a:extLst>
              <a:ext uri="{FF2B5EF4-FFF2-40B4-BE49-F238E27FC236}">
                <a16:creationId xmlns:a16="http://schemas.microsoft.com/office/drawing/2014/main" id="{45AD0B54-2198-4DAE-B6CF-7F12BFD740BC}"/>
              </a:ext>
            </a:extLst>
          </p:cNvPr>
          <p:cNvGrpSpPr/>
          <p:nvPr/>
        </p:nvGrpSpPr>
        <p:grpSpPr>
          <a:xfrm>
            <a:off x="445718" y="966896"/>
            <a:ext cx="946657" cy="946657"/>
            <a:chOff x="248720" y="1049897"/>
            <a:chExt cx="946657" cy="946657"/>
          </a:xfrm>
        </p:grpSpPr>
        <p:grpSp>
          <p:nvGrpSpPr>
            <p:cNvPr id="107" name="Group 15">
              <a:extLst>
                <a:ext uri="{FF2B5EF4-FFF2-40B4-BE49-F238E27FC236}">
                  <a16:creationId xmlns:a16="http://schemas.microsoft.com/office/drawing/2014/main" id="{6A0815E1-96E5-4045-95A3-F736360AA218}"/>
                </a:ext>
              </a:extLst>
            </p:cNvPr>
            <p:cNvGrpSpPr/>
            <p:nvPr/>
          </p:nvGrpSpPr>
          <p:grpSpPr>
            <a:xfrm>
              <a:off x="248720" y="1049897"/>
              <a:ext cx="946657" cy="946657"/>
              <a:chOff x="10130023" y="2277920"/>
              <a:chExt cx="1188000" cy="1188000"/>
            </a:xfrm>
            <a:solidFill>
              <a:schemeClr val="accent2">
                <a:lumMod val="20000"/>
                <a:lumOff val="80000"/>
              </a:schemeClr>
            </a:solidFill>
          </p:grpSpPr>
          <p:pic>
            <p:nvPicPr>
              <p:cNvPr id="109" name="Picture 16">
                <a:extLst>
                  <a:ext uri="{FF2B5EF4-FFF2-40B4-BE49-F238E27FC236}">
                    <a16:creationId xmlns:a16="http://schemas.microsoft.com/office/drawing/2014/main" id="{EE31D1FF-8A33-41F3-81E5-72DC7D6A5A0E}"/>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110" name="Oval 17">
                <a:extLst>
                  <a:ext uri="{FF2B5EF4-FFF2-40B4-BE49-F238E27FC236}">
                    <a16:creationId xmlns:a16="http://schemas.microsoft.com/office/drawing/2014/main" id="{3B945655-B5E5-4843-9A5E-40F460F771A9}"/>
                  </a:ext>
                </a:extLst>
              </p:cNvPr>
              <p:cNvSpPr/>
              <p:nvPr/>
            </p:nvSpPr>
            <p:spPr>
              <a:xfrm rot="5400000">
                <a:off x="10148022" y="2295921"/>
                <a:ext cx="1151999" cy="11519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111" name="Google Shape;21;p4">
                <a:extLst>
                  <a:ext uri="{FF2B5EF4-FFF2-40B4-BE49-F238E27FC236}">
                    <a16:creationId xmlns:a16="http://schemas.microsoft.com/office/drawing/2014/main" id="{1BEED298-4793-4C83-A5A4-CF9FB79B3B7F}"/>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108" name="Rectangle 210">
              <a:extLst>
                <a:ext uri="{FF2B5EF4-FFF2-40B4-BE49-F238E27FC236}">
                  <a16:creationId xmlns:a16="http://schemas.microsoft.com/office/drawing/2014/main" id="{58A904BF-AD1F-4BAE-ADAB-3B81AA41B2E7}"/>
                </a:ext>
              </a:extLst>
            </p:cNvPr>
            <p:cNvSpPr/>
            <p:nvPr/>
          </p:nvSpPr>
          <p:spPr>
            <a:xfrm>
              <a:off x="291143" y="1353948"/>
              <a:ext cx="861811"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600" b="1" i="0" u="none" strike="noStrike" kern="0" cap="none" spc="0" normalizeH="0" baseline="0" noProof="0">
                  <a:ln>
                    <a:noFill/>
                  </a:ln>
                  <a:solidFill>
                    <a:srgbClr val="DA291C"/>
                  </a:solidFill>
                  <a:effectLst/>
                  <a:uLnTx/>
                  <a:uFillTx/>
                  <a:latin typeface="Arial Narrow" panose="020B0606020202030204" pitchFamily="34" charset="0"/>
                  <a:ea typeface="+mn-ea"/>
                  <a:cs typeface="+mn-cs"/>
                </a:rPr>
                <a:t>!!!</a:t>
              </a:r>
              <a:endParaRPr kumimoji="0" lang="en-GB" sz="1600" b="0" i="0" u="none" strike="noStrike" kern="0" cap="none" spc="0" normalizeH="0" baseline="0" noProof="0">
                <a:ln>
                  <a:noFill/>
                </a:ln>
                <a:solidFill>
                  <a:srgbClr val="DA291C"/>
                </a:solidFill>
                <a:effectLst/>
                <a:uLnTx/>
                <a:uFillTx/>
                <a:latin typeface="Arial Narrow" panose="020B0606020202030204" pitchFamily="34" charset="0"/>
                <a:ea typeface="+mn-ea"/>
                <a:cs typeface="+mn-cs"/>
              </a:endParaRPr>
            </a:p>
          </p:txBody>
        </p:sp>
      </p:grpSp>
      <p:pic>
        <p:nvPicPr>
          <p:cNvPr id="112" name="Graphic 111" descr="Signal with solid fill">
            <a:extLst>
              <a:ext uri="{FF2B5EF4-FFF2-40B4-BE49-F238E27FC236}">
                <a16:creationId xmlns:a16="http://schemas.microsoft.com/office/drawing/2014/main" id="{F08ED995-F125-4B17-B240-C3745700530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13035" y="4180053"/>
            <a:ext cx="406800" cy="406800"/>
          </a:xfrm>
          <a:prstGeom prst="rect">
            <a:avLst/>
          </a:prstGeom>
        </p:spPr>
      </p:pic>
      <p:pic>
        <p:nvPicPr>
          <p:cNvPr id="11" name="Graphic 10" descr="Playbook with solid fill">
            <a:extLst>
              <a:ext uri="{FF2B5EF4-FFF2-40B4-BE49-F238E27FC236}">
                <a16:creationId xmlns:a16="http://schemas.microsoft.com/office/drawing/2014/main" id="{75AB767F-CCEC-4955-B3F9-E41DCDBA5A0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924769" y="4180053"/>
            <a:ext cx="406800" cy="406800"/>
          </a:xfrm>
          <a:prstGeom prst="rect">
            <a:avLst/>
          </a:prstGeom>
        </p:spPr>
      </p:pic>
      <p:pic>
        <p:nvPicPr>
          <p:cNvPr id="13" name="Graphic 12" descr="Fork In Road with solid fill">
            <a:extLst>
              <a:ext uri="{FF2B5EF4-FFF2-40B4-BE49-F238E27FC236}">
                <a16:creationId xmlns:a16="http://schemas.microsoft.com/office/drawing/2014/main" id="{9806716A-B0DD-447A-9BA0-8BC1C19E914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813035" y="3493039"/>
            <a:ext cx="406800" cy="406800"/>
          </a:xfrm>
          <a:prstGeom prst="rect">
            <a:avLst/>
          </a:prstGeom>
        </p:spPr>
      </p:pic>
      <p:grpSp>
        <p:nvGrpSpPr>
          <p:cNvPr id="57" name="Group 56">
            <a:extLst>
              <a:ext uri="{FF2B5EF4-FFF2-40B4-BE49-F238E27FC236}">
                <a16:creationId xmlns:a16="http://schemas.microsoft.com/office/drawing/2014/main" id="{CD91A338-64C7-406E-BB35-8D2575263E3D}"/>
              </a:ext>
            </a:extLst>
          </p:cNvPr>
          <p:cNvGrpSpPr/>
          <p:nvPr/>
        </p:nvGrpSpPr>
        <p:grpSpPr>
          <a:xfrm>
            <a:off x="7978987" y="72617"/>
            <a:ext cx="990588" cy="389425"/>
            <a:chOff x="7686066" y="126412"/>
            <a:chExt cx="1283510" cy="511174"/>
          </a:xfrm>
        </p:grpSpPr>
        <p:sp>
          <p:nvSpPr>
            <p:cNvPr id="58" name="Rounded Rectangle 38">
              <a:extLst>
                <a:ext uri="{FF2B5EF4-FFF2-40B4-BE49-F238E27FC236}">
                  <a16:creationId xmlns:a16="http://schemas.microsoft.com/office/drawing/2014/main" id="{A990C4FE-E238-4958-B684-96CEB91CF519}"/>
                </a:ext>
              </a:extLst>
            </p:cNvPr>
            <p:cNvSpPr>
              <a:spLocks noChangeArrowheads="1"/>
            </p:cNvSpPr>
            <p:nvPr/>
          </p:nvSpPr>
          <p:spPr bwMode="auto">
            <a:xfrm>
              <a:off x="7686066" y="126412"/>
              <a:ext cx="1283510" cy="222043"/>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endPar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endParaRPr>
            </a:p>
          </p:txBody>
        </p:sp>
        <p:grpSp>
          <p:nvGrpSpPr>
            <p:cNvPr id="59" name="Group 58">
              <a:extLst>
                <a:ext uri="{FF2B5EF4-FFF2-40B4-BE49-F238E27FC236}">
                  <a16:creationId xmlns:a16="http://schemas.microsoft.com/office/drawing/2014/main" id="{15023C29-3BDD-47AF-8E1C-E882C84AEE90}"/>
                </a:ext>
              </a:extLst>
            </p:cNvPr>
            <p:cNvGrpSpPr/>
            <p:nvPr/>
          </p:nvGrpSpPr>
          <p:grpSpPr>
            <a:xfrm>
              <a:off x="7839999" y="178009"/>
              <a:ext cx="991557" cy="118849"/>
              <a:chOff x="7839999" y="139419"/>
              <a:chExt cx="991557" cy="118849"/>
            </a:xfrm>
          </p:grpSpPr>
          <p:sp>
            <p:nvSpPr>
              <p:cNvPr id="61" name="Rectangle 7">
                <a:extLst>
                  <a:ext uri="{FF2B5EF4-FFF2-40B4-BE49-F238E27FC236}">
                    <a16:creationId xmlns:a16="http://schemas.microsoft.com/office/drawing/2014/main" id="{B462125E-0177-47CD-B8E0-949A3D457FFE}"/>
                  </a:ext>
                </a:extLst>
              </p:cNvPr>
              <p:cNvSpPr/>
              <p:nvPr/>
            </p:nvSpPr>
            <p:spPr>
              <a:xfrm>
                <a:off x="7839999" y="139419"/>
                <a:ext cx="436761" cy="1188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sp>
            <p:nvSpPr>
              <p:cNvPr id="62" name="Rectangle 7">
                <a:extLst>
                  <a:ext uri="{FF2B5EF4-FFF2-40B4-BE49-F238E27FC236}">
                    <a16:creationId xmlns:a16="http://schemas.microsoft.com/office/drawing/2014/main" id="{262B5741-34D2-4FA8-96A4-28AE2075D738}"/>
                  </a:ext>
                </a:extLst>
              </p:cNvPr>
              <p:cNvSpPr/>
              <p:nvPr/>
            </p:nvSpPr>
            <p:spPr>
              <a:xfrm>
                <a:off x="8394795" y="139419"/>
                <a:ext cx="436761" cy="11884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24000" bIns="72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grpSp>
        <p:sp>
          <p:nvSpPr>
            <p:cNvPr id="60" name="Rounded Rectangle 38">
              <a:extLst>
                <a:ext uri="{FF2B5EF4-FFF2-40B4-BE49-F238E27FC236}">
                  <a16:creationId xmlns:a16="http://schemas.microsoft.com/office/drawing/2014/main" id="{A93BC9E5-153B-47F7-811C-A8984B0D8FE3}"/>
                </a:ext>
              </a:extLst>
            </p:cNvPr>
            <p:cNvSpPr>
              <a:spLocks noChangeArrowheads="1"/>
            </p:cNvSpPr>
            <p:nvPr/>
          </p:nvSpPr>
          <p:spPr bwMode="auto">
            <a:xfrm>
              <a:off x="7686066" y="415543"/>
              <a:ext cx="1283510" cy="222043"/>
            </a:xfrm>
            <a:prstGeom prst="roundRect">
              <a:avLst>
                <a:gd name="adj" fmla="val 8452"/>
              </a:avLst>
            </a:prstGeom>
            <a:solidFill>
              <a:schemeClr val="accent2"/>
            </a:solidFill>
            <a:ln w="12700" algn="ctr">
              <a:solidFill>
                <a:schemeClr val="accent2"/>
              </a:solidFill>
              <a:prstDash val="solid"/>
              <a:round/>
              <a:headEnd/>
              <a:tailEnd/>
            </a:ln>
          </p:spPr>
          <p:txBody>
            <a:bodyPr lIns="0" tIns="0" rIns="0" bIns="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GB" sz="800" b="1" i="0" u="none" strike="noStrike" kern="0" cap="none" spc="0" normalizeH="0" baseline="0" noProof="0">
                  <a:ln>
                    <a:noFill/>
                  </a:ln>
                  <a:solidFill>
                    <a:srgbClr val="FFFFFF"/>
                  </a:solidFill>
                  <a:effectLst/>
                  <a:uLnTx/>
                  <a:uFillTx/>
                  <a:latin typeface="Arial Narrow" panose="020B0606020202030204" pitchFamily="34" charset="0"/>
                  <a:ea typeface="+mn-ea"/>
                  <a:cs typeface="Lucida Sans" pitchFamily="34" charset="0"/>
                </a:rPr>
                <a:t>Service</a:t>
              </a:r>
            </a:p>
          </p:txBody>
        </p:sp>
      </p:grpSp>
      <p:sp>
        <p:nvSpPr>
          <p:cNvPr id="7" name="Slide Number Placeholder 6">
            <a:extLst>
              <a:ext uri="{FF2B5EF4-FFF2-40B4-BE49-F238E27FC236}">
                <a16:creationId xmlns:a16="http://schemas.microsoft.com/office/drawing/2014/main" id="{43ACCF20-59F0-4B46-9A6D-D9A88597A252}"/>
              </a:ext>
            </a:extLst>
          </p:cNvPr>
          <p:cNvSpPr>
            <a:spLocks noGrp="1"/>
          </p:cNvSpPr>
          <p:nvPr>
            <p:ph type="sldNum" sz="quarter" idx="35"/>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DA291C"/>
                </a:solidFill>
                <a:effectLst/>
                <a:uLnTx/>
                <a:uFillTx/>
                <a:latin typeface="Arial Narrow" panose="020B0606020202030204" pitchFamily="34" charset="0"/>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49</a:t>
            </a:fld>
            <a:endParaRPr kumimoji="0" lang="it-IT" sz="11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grpSp>
        <p:nvGrpSpPr>
          <p:cNvPr id="47" name="Group 49">
            <a:extLst>
              <a:ext uri="{FF2B5EF4-FFF2-40B4-BE49-F238E27FC236}">
                <a16:creationId xmlns:a16="http://schemas.microsoft.com/office/drawing/2014/main" id="{7670118B-0209-4A85-843A-98C9C5142D04}"/>
              </a:ext>
            </a:extLst>
          </p:cNvPr>
          <p:cNvGrpSpPr/>
          <p:nvPr/>
        </p:nvGrpSpPr>
        <p:grpSpPr>
          <a:xfrm>
            <a:off x="6841340" y="4969080"/>
            <a:ext cx="108000" cy="108000"/>
            <a:chOff x="10130023" y="2277920"/>
            <a:chExt cx="1188000" cy="1188000"/>
          </a:xfrm>
          <a:solidFill>
            <a:schemeClr val="accent2">
              <a:lumMod val="20000"/>
              <a:lumOff val="80000"/>
            </a:schemeClr>
          </a:solidFill>
        </p:grpSpPr>
        <p:pic>
          <p:nvPicPr>
            <p:cNvPr id="53" name="Picture 51">
              <a:extLst>
                <a:ext uri="{FF2B5EF4-FFF2-40B4-BE49-F238E27FC236}">
                  <a16:creationId xmlns:a16="http://schemas.microsoft.com/office/drawing/2014/main" id="{7F1410D0-CD8C-444C-8864-BFB0B200DA75}"/>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54" name="Oval 17">
              <a:extLst>
                <a:ext uri="{FF2B5EF4-FFF2-40B4-BE49-F238E27FC236}">
                  <a16:creationId xmlns:a16="http://schemas.microsoft.com/office/drawing/2014/main" id="{A2007AB7-1035-45F6-81E8-CA00D9014653}"/>
                </a:ext>
              </a:extLst>
            </p:cNvPr>
            <p:cNvSpPr/>
            <p:nvPr/>
          </p:nvSpPr>
          <p:spPr>
            <a:xfrm rot="5400000">
              <a:off x="10148023" y="2295920"/>
              <a:ext cx="1152000" cy="115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55" name="Google Shape;21;p4">
              <a:extLst>
                <a:ext uri="{FF2B5EF4-FFF2-40B4-BE49-F238E27FC236}">
                  <a16:creationId xmlns:a16="http://schemas.microsoft.com/office/drawing/2014/main" id="{DAFBCC4E-5AE3-4566-877D-2777FCC138AD}"/>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56" name="Rectangle 210">
            <a:extLst>
              <a:ext uri="{FF2B5EF4-FFF2-40B4-BE49-F238E27FC236}">
                <a16:creationId xmlns:a16="http://schemas.microsoft.com/office/drawing/2014/main" id="{4CC80305-8611-4A70-B4BD-D629A8784C2F}"/>
              </a:ext>
            </a:extLst>
          </p:cNvPr>
          <p:cNvSpPr/>
          <p:nvPr/>
        </p:nvSpPr>
        <p:spPr>
          <a:xfrm>
            <a:off x="6928298" y="4916723"/>
            <a:ext cx="2172905"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Subject to exam question</a:t>
            </a:r>
            <a:endPar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64" name="Rectangle 210">
            <a:extLst>
              <a:ext uri="{FF2B5EF4-FFF2-40B4-BE49-F238E27FC236}">
                <a16:creationId xmlns:a16="http://schemas.microsoft.com/office/drawing/2014/main" id="{6957C8A1-887E-475F-BAC4-EB3C412BBCB4}"/>
              </a:ext>
            </a:extLst>
          </p:cNvPr>
          <p:cNvSpPr/>
          <p:nvPr/>
        </p:nvSpPr>
        <p:spPr>
          <a:xfrm>
            <a:off x="640323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40181933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Rounded Rectangle 38">
            <a:extLst>
              <a:ext uri="{FF2B5EF4-FFF2-40B4-BE49-F238E27FC236}">
                <a16:creationId xmlns:a16="http://schemas.microsoft.com/office/drawing/2014/main" id="{6E7D3539-BB26-4CA3-B727-24B2D40D3D3C}"/>
              </a:ext>
            </a:extLst>
          </p:cNvPr>
          <p:cNvSpPr>
            <a:spLocks noChangeArrowheads="1"/>
          </p:cNvSpPr>
          <p:nvPr/>
        </p:nvSpPr>
        <p:spPr bwMode="auto">
          <a:xfrm>
            <a:off x="1233917" y="1079903"/>
            <a:ext cx="7464366" cy="720000"/>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US"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The purpose of the </a:t>
            </a:r>
            <a:r>
              <a:rPr kumimoji="0" lang="en-US"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Service Configuration Management practice </a:t>
            </a:r>
            <a:r>
              <a:rPr kumimoji="0" lang="en-US"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is to ensure that accurate and reliable information about the configuration of services and the configuration items (CIs) that support them, is available when and where it is needed. This include information on how CIs are configured and the relationships among them</a:t>
            </a:r>
          </a:p>
        </p:txBody>
      </p:sp>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ITIL 4 management practices | </a:t>
            </a:r>
            <a:r>
              <a:rPr lang="en-US">
                <a:solidFill>
                  <a:schemeClr val="accent3"/>
                </a:solidFill>
                <a:latin typeface="Arial Narrow" panose="020B0606020202030204" pitchFamily="34" charset="0"/>
              </a:rPr>
              <a:t>Service Configuration Management</a:t>
            </a:r>
            <a:endParaRPr lang="en-GB">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p:txBody>
          <a:bodyPr/>
          <a:lstStyle/>
          <a:p>
            <a:r>
              <a:rPr lang="en-US">
                <a:latin typeface="Arial Narrow" panose="020B0606020202030204" pitchFamily="34" charset="0"/>
              </a:rPr>
              <a:t>Service Configuration Management supports the management of configuration items, keeping the record of all service components and how they relate with the others</a:t>
            </a:r>
            <a:endParaRPr lang="en-GB">
              <a:latin typeface="Arial Narrow" panose="020B0606020202030204" pitchFamily="34" charset="0"/>
            </a:endParaRPr>
          </a:p>
        </p:txBody>
      </p:sp>
      <p:sp>
        <p:nvSpPr>
          <p:cNvPr id="58" name="Oval 37">
            <a:extLst>
              <a:ext uri="{FF2B5EF4-FFF2-40B4-BE49-F238E27FC236}">
                <a16:creationId xmlns:a16="http://schemas.microsoft.com/office/drawing/2014/main" id="{53C0C3E9-C068-4B1A-AE06-AC6C83DA2378}"/>
              </a:ext>
            </a:extLst>
          </p:cNvPr>
          <p:cNvSpPr/>
          <p:nvPr/>
        </p:nvSpPr>
        <p:spPr>
          <a:xfrm>
            <a:off x="3858169" y="3426439"/>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r>
              <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rPr>
              <a:t>&lt;</a:t>
            </a:r>
          </a:p>
        </p:txBody>
      </p:sp>
      <p:sp>
        <p:nvSpPr>
          <p:cNvPr id="59" name="Oval 37">
            <a:extLst>
              <a:ext uri="{FF2B5EF4-FFF2-40B4-BE49-F238E27FC236}">
                <a16:creationId xmlns:a16="http://schemas.microsoft.com/office/drawing/2014/main" id="{FC5D7A33-016D-449A-BCA4-CE9D60C2EBB9}"/>
              </a:ext>
            </a:extLst>
          </p:cNvPr>
          <p:cNvSpPr/>
          <p:nvPr/>
        </p:nvSpPr>
        <p:spPr>
          <a:xfrm>
            <a:off x="3858169" y="4113453"/>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sp>
        <p:nvSpPr>
          <p:cNvPr id="60" name="Oval 37">
            <a:extLst>
              <a:ext uri="{FF2B5EF4-FFF2-40B4-BE49-F238E27FC236}">
                <a16:creationId xmlns:a16="http://schemas.microsoft.com/office/drawing/2014/main" id="{625684F0-0C57-4F0B-91AF-A78DC35125C7}"/>
              </a:ext>
            </a:extLst>
          </p:cNvPr>
          <p:cNvSpPr/>
          <p:nvPr/>
        </p:nvSpPr>
        <p:spPr>
          <a:xfrm>
            <a:off x="4746435" y="3426439"/>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sp>
        <p:nvSpPr>
          <p:cNvPr id="61" name="Oval 37">
            <a:extLst>
              <a:ext uri="{FF2B5EF4-FFF2-40B4-BE49-F238E27FC236}">
                <a16:creationId xmlns:a16="http://schemas.microsoft.com/office/drawing/2014/main" id="{780E63AA-B0C2-4EC0-AB25-3240D2D447CC}"/>
              </a:ext>
            </a:extLst>
          </p:cNvPr>
          <p:cNvSpPr/>
          <p:nvPr/>
        </p:nvSpPr>
        <p:spPr>
          <a:xfrm>
            <a:off x="4746435" y="4113453"/>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sp>
        <p:nvSpPr>
          <p:cNvPr id="66" name="Rectangle 210">
            <a:extLst>
              <a:ext uri="{FF2B5EF4-FFF2-40B4-BE49-F238E27FC236}">
                <a16:creationId xmlns:a16="http://schemas.microsoft.com/office/drawing/2014/main" id="{C91854E1-95D3-4371-B1BA-6D86A7DF5901}"/>
              </a:ext>
            </a:extLst>
          </p:cNvPr>
          <p:cNvSpPr/>
          <p:nvPr/>
        </p:nvSpPr>
        <p:spPr>
          <a:xfrm>
            <a:off x="726035" y="3480996"/>
            <a:ext cx="3038400" cy="430887"/>
          </a:xfrm>
          <a:prstGeom prst="rect">
            <a:avLst/>
          </a:prstGeom>
        </p:spPr>
        <p:txBody>
          <a:bodyPr wrap="square" anchor="ctr">
            <a:spAutoFit/>
          </a:bodyPr>
          <a:lstStyle/>
          <a:p>
            <a:pPr marL="0" marR="0" lvl="0" indent="0" algn="r" defTabSz="914400" rtl="0" eaLnBrk="1" fontAlgn="auto" latinLnBrk="0" hangingPunct="1">
              <a:lnSpc>
                <a:spcPct val="100000"/>
              </a:lnSpc>
              <a:spcBef>
                <a:spcPts val="0"/>
              </a:spcBef>
              <a:spcAft>
                <a:spcPts val="0"/>
              </a:spcAft>
              <a:buClr>
                <a:srgbClr val="DA291C"/>
              </a:buClr>
              <a:buSzTx/>
              <a:buFontTx/>
              <a:buNone/>
              <a:tabLst/>
              <a:defRPr/>
            </a:pP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Identify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new configuration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items</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and record them in the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Configuration Management System (CMS)</a:t>
            </a:r>
          </a:p>
        </p:txBody>
      </p:sp>
      <p:sp>
        <p:nvSpPr>
          <p:cNvPr id="67" name="Rectangle 210">
            <a:extLst>
              <a:ext uri="{FF2B5EF4-FFF2-40B4-BE49-F238E27FC236}">
                <a16:creationId xmlns:a16="http://schemas.microsoft.com/office/drawing/2014/main" id="{AC38A312-43CB-4991-8D82-219E6910F041}"/>
              </a:ext>
            </a:extLst>
          </p:cNvPr>
          <p:cNvSpPr/>
          <p:nvPr/>
        </p:nvSpPr>
        <p:spPr>
          <a:xfrm>
            <a:off x="5379566" y="3480996"/>
            <a:ext cx="3038163" cy="430887"/>
          </a:xfrm>
          <a:prstGeom prst="rect">
            <a:avLst/>
          </a:prstGeom>
        </p:spPr>
        <p:txBody>
          <a:bodyPr wrap="square" anchor="ctr">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Verify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that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configuration</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records</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are correct, allowing </a:t>
            </a:r>
            <a:r>
              <a:rPr kumimoji="0" lang="en-US" sz="1100" b="0" i="0" u="none" strike="noStrike" kern="1200" cap="none" spc="0" normalizeH="0" baseline="0" noProof="0">
                <a:ln>
                  <a:noFill/>
                </a:ln>
                <a:solidFill>
                  <a:srgbClr val="0C2340"/>
                </a:solidFill>
                <a:effectLst/>
                <a:uLnTx/>
                <a:uFillTx/>
                <a:latin typeface="Arial Narrow" panose="020B0606020202030204" pitchFamily="34" charset="0"/>
                <a:ea typeface="+mn-ea"/>
                <a:cs typeface="+mn-cs"/>
              </a:rPr>
              <a:t>to effectively assess activities impact</a:t>
            </a:r>
            <a:endPar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68" name="Rectangle 210">
            <a:extLst>
              <a:ext uri="{FF2B5EF4-FFF2-40B4-BE49-F238E27FC236}">
                <a16:creationId xmlns:a16="http://schemas.microsoft.com/office/drawing/2014/main" id="{87DD7CE3-F743-451D-B114-49ECB21DC80A}"/>
              </a:ext>
            </a:extLst>
          </p:cNvPr>
          <p:cNvSpPr/>
          <p:nvPr/>
        </p:nvSpPr>
        <p:spPr>
          <a:xfrm>
            <a:off x="5379566" y="4168134"/>
            <a:ext cx="3038163" cy="430887"/>
          </a:xfrm>
          <a:prstGeom prst="rect">
            <a:avLst/>
          </a:prstGeom>
        </p:spPr>
        <p:txBody>
          <a:bodyPr wrap="square" anchor="ctr">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Audit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applications and infrastructure to identify any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configuration items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that is not accurately recorded</a:t>
            </a:r>
          </a:p>
        </p:txBody>
      </p:sp>
      <p:sp>
        <p:nvSpPr>
          <p:cNvPr id="69" name="Rectangle 210">
            <a:extLst>
              <a:ext uri="{FF2B5EF4-FFF2-40B4-BE49-F238E27FC236}">
                <a16:creationId xmlns:a16="http://schemas.microsoft.com/office/drawing/2014/main" id="{FB4B52D9-912F-4A3F-B083-5784CE22EE5F}"/>
              </a:ext>
            </a:extLst>
          </p:cNvPr>
          <p:cNvSpPr/>
          <p:nvPr/>
        </p:nvSpPr>
        <p:spPr>
          <a:xfrm>
            <a:off x="726035" y="4168134"/>
            <a:ext cx="3038400" cy="430887"/>
          </a:xfrm>
          <a:prstGeom prst="rect">
            <a:avLst/>
          </a:prstGeom>
        </p:spPr>
        <p:txBody>
          <a:bodyPr wrap="square" anchor="ctr">
            <a:spAutoFit/>
          </a:bodyPr>
          <a:lstStyle/>
          <a:p>
            <a:pPr marL="0" marR="0" lvl="0" indent="0" algn="r" defTabSz="914400" rtl="0" eaLnBrk="1" fontAlgn="auto" latinLnBrk="0" hangingPunct="1">
              <a:lnSpc>
                <a:spcPct val="100000"/>
              </a:lnSpc>
              <a:spcBef>
                <a:spcPts val="0"/>
              </a:spcBef>
              <a:spcAft>
                <a:spcPts val="0"/>
              </a:spcAft>
              <a:buClr>
                <a:srgbClr val="DA291C"/>
              </a:buClr>
              <a:buSzTx/>
              <a:buFontTx/>
              <a:buNone/>
              <a:tabLst/>
              <a:defRPr/>
            </a:pP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Update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configuration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data</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when changes are deployed, indeed it works closely with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Change Enablement</a:t>
            </a:r>
          </a:p>
        </p:txBody>
      </p:sp>
      <p:pic>
        <p:nvPicPr>
          <p:cNvPr id="6" name="Graphic 5" descr="Eye with solid fill">
            <a:extLst>
              <a:ext uri="{FF2B5EF4-FFF2-40B4-BE49-F238E27FC236}">
                <a16:creationId xmlns:a16="http://schemas.microsoft.com/office/drawing/2014/main" id="{D14758DC-EC72-41F2-81EC-97D3AB73276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24769" y="3493039"/>
            <a:ext cx="406800" cy="406800"/>
          </a:xfrm>
          <a:prstGeom prst="rect">
            <a:avLst/>
          </a:prstGeom>
        </p:spPr>
      </p:pic>
      <p:pic>
        <p:nvPicPr>
          <p:cNvPr id="8" name="Graphic 7" descr="Repeat with solid fill">
            <a:extLst>
              <a:ext uri="{FF2B5EF4-FFF2-40B4-BE49-F238E27FC236}">
                <a16:creationId xmlns:a16="http://schemas.microsoft.com/office/drawing/2014/main" id="{4E4AA1A6-D68A-41A8-9A4F-5B1F4444C4E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924769" y="4180053"/>
            <a:ext cx="406800" cy="406800"/>
          </a:xfrm>
          <a:prstGeom prst="rect">
            <a:avLst/>
          </a:prstGeom>
        </p:spPr>
      </p:pic>
      <p:pic>
        <p:nvPicPr>
          <p:cNvPr id="10" name="Graphic 9" descr="Folder Search with solid fill">
            <a:extLst>
              <a:ext uri="{FF2B5EF4-FFF2-40B4-BE49-F238E27FC236}">
                <a16:creationId xmlns:a16="http://schemas.microsoft.com/office/drawing/2014/main" id="{15ACA14C-3E64-4EDA-8C20-14E8D5A1B76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13035" y="4180053"/>
            <a:ext cx="406800" cy="406800"/>
          </a:xfrm>
          <a:prstGeom prst="rect">
            <a:avLst/>
          </a:prstGeom>
        </p:spPr>
      </p:pic>
      <p:pic>
        <p:nvPicPr>
          <p:cNvPr id="12" name="Graphic 11" descr="Checkbox Checked with solid fill">
            <a:extLst>
              <a:ext uri="{FF2B5EF4-FFF2-40B4-BE49-F238E27FC236}">
                <a16:creationId xmlns:a16="http://schemas.microsoft.com/office/drawing/2014/main" id="{A50C28C9-7399-469F-92E8-B9DBF563EA5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813035" y="3493039"/>
            <a:ext cx="406800" cy="406800"/>
          </a:xfrm>
          <a:prstGeom prst="rect">
            <a:avLst/>
          </a:prstGeom>
        </p:spPr>
      </p:pic>
      <p:grpSp>
        <p:nvGrpSpPr>
          <p:cNvPr id="80" name="Gruppo 7">
            <a:extLst>
              <a:ext uri="{FF2B5EF4-FFF2-40B4-BE49-F238E27FC236}">
                <a16:creationId xmlns:a16="http://schemas.microsoft.com/office/drawing/2014/main" id="{B7FFD4AA-E8B2-4B5E-AFA8-A089CB6EB204}"/>
              </a:ext>
            </a:extLst>
          </p:cNvPr>
          <p:cNvGrpSpPr/>
          <p:nvPr/>
        </p:nvGrpSpPr>
        <p:grpSpPr>
          <a:xfrm>
            <a:off x="445718" y="1948964"/>
            <a:ext cx="8252565" cy="946657"/>
            <a:chOff x="51618" y="1049897"/>
            <a:chExt cx="8252565" cy="946657"/>
          </a:xfrm>
        </p:grpSpPr>
        <p:sp>
          <p:nvSpPr>
            <p:cNvPr id="81" name="Rounded Rectangle 38">
              <a:extLst>
                <a:ext uri="{FF2B5EF4-FFF2-40B4-BE49-F238E27FC236}">
                  <a16:creationId xmlns:a16="http://schemas.microsoft.com/office/drawing/2014/main" id="{03E21560-50EC-41E6-8A3A-D0CF55386833}"/>
                </a:ext>
              </a:extLst>
            </p:cNvPr>
            <p:cNvSpPr>
              <a:spLocks noChangeArrowheads="1"/>
            </p:cNvSpPr>
            <p:nvPr/>
          </p:nvSpPr>
          <p:spPr bwMode="auto">
            <a:xfrm>
              <a:off x="839817" y="1341413"/>
              <a:ext cx="7464366" cy="363624"/>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A </a:t>
              </a:r>
              <a:r>
                <a:rPr kumimoji="0" lang="en-GB"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configuration item </a:t>
              </a: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is any component that needs to be managed in order to deliver an it service</a:t>
              </a:r>
              <a:endParaRPr kumimoji="0" lang="en-GB" sz="1200" b="0" i="1"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endParaRPr>
            </a:p>
          </p:txBody>
        </p:sp>
        <p:grpSp>
          <p:nvGrpSpPr>
            <p:cNvPr id="82" name="Gruppo 3">
              <a:extLst>
                <a:ext uri="{FF2B5EF4-FFF2-40B4-BE49-F238E27FC236}">
                  <a16:creationId xmlns:a16="http://schemas.microsoft.com/office/drawing/2014/main" id="{E289E10E-94EE-425C-8BCA-A4FD5CEF19B6}"/>
                </a:ext>
              </a:extLst>
            </p:cNvPr>
            <p:cNvGrpSpPr/>
            <p:nvPr/>
          </p:nvGrpSpPr>
          <p:grpSpPr>
            <a:xfrm>
              <a:off x="51618" y="1049897"/>
              <a:ext cx="946657" cy="946657"/>
              <a:chOff x="248720" y="1049897"/>
              <a:chExt cx="946657" cy="946657"/>
            </a:xfrm>
          </p:grpSpPr>
          <p:grpSp>
            <p:nvGrpSpPr>
              <p:cNvPr id="83" name="Group 82">
                <a:extLst>
                  <a:ext uri="{FF2B5EF4-FFF2-40B4-BE49-F238E27FC236}">
                    <a16:creationId xmlns:a16="http://schemas.microsoft.com/office/drawing/2014/main" id="{BCC0AE4C-2726-425C-AABD-495430CF9E79}"/>
                  </a:ext>
                </a:extLst>
              </p:cNvPr>
              <p:cNvGrpSpPr/>
              <p:nvPr/>
            </p:nvGrpSpPr>
            <p:grpSpPr>
              <a:xfrm>
                <a:off x="248720" y="1049897"/>
                <a:ext cx="946657" cy="946657"/>
                <a:chOff x="10130023" y="2277920"/>
                <a:chExt cx="1188000" cy="1188000"/>
              </a:xfrm>
              <a:solidFill>
                <a:schemeClr val="accent2">
                  <a:lumMod val="20000"/>
                  <a:lumOff val="80000"/>
                </a:schemeClr>
              </a:solidFill>
            </p:grpSpPr>
            <p:pic>
              <p:nvPicPr>
                <p:cNvPr id="85" name="Picture 84">
                  <a:extLst>
                    <a:ext uri="{FF2B5EF4-FFF2-40B4-BE49-F238E27FC236}">
                      <a16:creationId xmlns:a16="http://schemas.microsoft.com/office/drawing/2014/main" id="{3A21BD58-EBC2-4ADE-BE32-21285D27FCB6}"/>
                    </a:ext>
                  </a:extLst>
                </p:cNvPr>
                <p:cNvPicPr>
                  <a:picLocks noChangeAspect="1"/>
                </p:cNvPicPr>
                <p:nvPr/>
              </p:nvPicPr>
              <p:blipFill>
                <a:blip r:embed="rId11" cstate="print">
                  <a:duotone>
                    <a:schemeClr val="accent5">
                      <a:shade val="45000"/>
                      <a:satMod val="135000"/>
                    </a:schemeClr>
                    <a:prstClr val="white"/>
                  </a:duotone>
                  <a:extLst>
                    <a:ext uri="{BEBA8EAE-BF5A-486C-A8C5-ECC9F3942E4B}">
                      <a14:imgProps xmlns:a14="http://schemas.microsoft.com/office/drawing/2010/main">
                        <a14:imgLayer r:embed="rId12">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86" name="Oval 17">
                  <a:extLst>
                    <a:ext uri="{FF2B5EF4-FFF2-40B4-BE49-F238E27FC236}">
                      <a16:creationId xmlns:a16="http://schemas.microsoft.com/office/drawing/2014/main" id="{AA034E2F-7CDC-4EC8-A022-75BD790A4E14}"/>
                    </a:ext>
                  </a:extLst>
                </p:cNvPr>
                <p:cNvSpPr/>
                <p:nvPr/>
              </p:nvSpPr>
              <p:spPr>
                <a:xfrm rot="5400000">
                  <a:off x="10148023" y="2295920"/>
                  <a:ext cx="1151999" cy="11519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87" name="Google Shape;21;p4">
                  <a:extLst>
                    <a:ext uri="{FF2B5EF4-FFF2-40B4-BE49-F238E27FC236}">
                      <a16:creationId xmlns:a16="http://schemas.microsoft.com/office/drawing/2014/main" id="{44BB598F-9285-4272-AA63-86B7ADA615DE}"/>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84" name="Rectangle 210">
                <a:extLst>
                  <a:ext uri="{FF2B5EF4-FFF2-40B4-BE49-F238E27FC236}">
                    <a16:creationId xmlns:a16="http://schemas.microsoft.com/office/drawing/2014/main" id="{18DE2593-1B0C-4223-B513-B02EB1BA7B9C}"/>
                  </a:ext>
                </a:extLst>
              </p:cNvPr>
              <p:cNvSpPr/>
              <p:nvPr/>
            </p:nvSpPr>
            <p:spPr>
              <a:xfrm>
                <a:off x="291143" y="1353948"/>
                <a:ext cx="861811"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600" b="1" i="0" u="none" strike="noStrike" kern="0" cap="none" spc="0" normalizeH="0" baseline="0" noProof="0">
                    <a:ln>
                      <a:noFill/>
                    </a:ln>
                    <a:solidFill>
                      <a:srgbClr val="DA291C"/>
                    </a:solidFill>
                    <a:effectLst/>
                    <a:uLnTx/>
                    <a:uFillTx/>
                    <a:latin typeface="Arial Narrow" panose="020B0606020202030204" pitchFamily="34" charset="0"/>
                    <a:ea typeface="+mn-ea"/>
                    <a:cs typeface="+mn-cs"/>
                  </a:rPr>
                  <a:t>!!!</a:t>
                </a:r>
                <a:endParaRPr kumimoji="0" lang="en-GB" sz="1600" b="0" i="0" u="none" strike="noStrike" kern="0" cap="none" spc="0" normalizeH="0" baseline="0" noProof="0">
                  <a:ln>
                    <a:noFill/>
                  </a:ln>
                  <a:solidFill>
                    <a:srgbClr val="DA291C"/>
                  </a:solidFill>
                  <a:effectLst/>
                  <a:uLnTx/>
                  <a:uFillTx/>
                  <a:latin typeface="Arial Narrow" panose="020B0606020202030204" pitchFamily="34" charset="0"/>
                  <a:ea typeface="+mn-ea"/>
                  <a:cs typeface="+mn-cs"/>
                </a:endParaRPr>
              </a:p>
            </p:txBody>
          </p:sp>
        </p:grpSp>
      </p:grpSp>
      <p:grpSp>
        <p:nvGrpSpPr>
          <p:cNvPr id="96" name="Gruppo 49">
            <a:extLst>
              <a:ext uri="{FF2B5EF4-FFF2-40B4-BE49-F238E27FC236}">
                <a16:creationId xmlns:a16="http://schemas.microsoft.com/office/drawing/2014/main" id="{EDC5A1CA-5AA4-4E2C-9673-F71FECAB5EA9}"/>
              </a:ext>
            </a:extLst>
          </p:cNvPr>
          <p:cNvGrpSpPr/>
          <p:nvPr/>
        </p:nvGrpSpPr>
        <p:grpSpPr>
          <a:xfrm>
            <a:off x="445718" y="966896"/>
            <a:ext cx="946657" cy="946657"/>
            <a:chOff x="248720" y="1049897"/>
            <a:chExt cx="946657" cy="946657"/>
          </a:xfrm>
        </p:grpSpPr>
        <p:grpSp>
          <p:nvGrpSpPr>
            <p:cNvPr id="97" name="Group 15">
              <a:extLst>
                <a:ext uri="{FF2B5EF4-FFF2-40B4-BE49-F238E27FC236}">
                  <a16:creationId xmlns:a16="http://schemas.microsoft.com/office/drawing/2014/main" id="{D1F24895-325C-4D81-ACAF-B3182CAEC1AE}"/>
                </a:ext>
              </a:extLst>
            </p:cNvPr>
            <p:cNvGrpSpPr/>
            <p:nvPr/>
          </p:nvGrpSpPr>
          <p:grpSpPr>
            <a:xfrm>
              <a:off x="248720" y="1049897"/>
              <a:ext cx="946657" cy="946657"/>
              <a:chOff x="10130023" y="2277920"/>
              <a:chExt cx="1188000" cy="1188000"/>
            </a:xfrm>
            <a:solidFill>
              <a:schemeClr val="accent2">
                <a:lumMod val="20000"/>
                <a:lumOff val="80000"/>
              </a:schemeClr>
            </a:solidFill>
          </p:grpSpPr>
          <p:pic>
            <p:nvPicPr>
              <p:cNvPr id="99" name="Picture 16">
                <a:extLst>
                  <a:ext uri="{FF2B5EF4-FFF2-40B4-BE49-F238E27FC236}">
                    <a16:creationId xmlns:a16="http://schemas.microsoft.com/office/drawing/2014/main" id="{4392B87C-770F-471E-B4E4-2E8C9FDF9E2F}"/>
                  </a:ext>
                </a:extLst>
              </p:cNvPr>
              <p:cNvPicPr>
                <a:picLocks noChangeAspect="1"/>
              </p:cNvPicPr>
              <p:nvPr/>
            </p:nvPicPr>
            <p:blipFill>
              <a:blip r:embed="rId11" cstate="print">
                <a:duotone>
                  <a:schemeClr val="accent5">
                    <a:shade val="45000"/>
                    <a:satMod val="135000"/>
                  </a:schemeClr>
                  <a:prstClr val="white"/>
                </a:duotone>
                <a:extLst>
                  <a:ext uri="{BEBA8EAE-BF5A-486C-A8C5-ECC9F3942E4B}">
                    <a14:imgProps xmlns:a14="http://schemas.microsoft.com/office/drawing/2010/main">
                      <a14:imgLayer r:embed="rId12">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100" name="Oval 17">
                <a:extLst>
                  <a:ext uri="{FF2B5EF4-FFF2-40B4-BE49-F238E27FC236}">
                    <a16:creationId xmlns:a16="http://schemas.microsoft.com/office/drawing/2014/main" id="{9BA5498E-BDEB-4078-A774-FFBF0CD91BD8}"/>
                  </a:ext>
                </a:extLst>
              </p:cNvPr>
              <p:cNvSpPr/>
              <p:nvPr/>
            </p:nvSpPr>
            <p:spPr>
              <a:xfrm rot="5400000">
                <a:off x="10148022" y="2295921"/>
                <a:ext cx="1151999" cy="11519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101" name="Google Shape;21;p4">
                <a:extLst>
                  <a:ext uri="{FF2B5EF4-FFF2-40B4-BE49-F238E27FC236}">
                    <a16:creationId xmlns:a16="http://schemas.microsoft.com/office/drawing/2014/main" id="{D4D49C7C-A0F1-4B78-BA4B-399A2AC0A967}"/>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98" name="Rectangle 210">
              <a:extLst>
                <a:ext uri="{FF2B5EF4-FFF2-40B4-BE49-F238E27FC236}">
                  <a16:creationId xmlns:a16="http://schemas.microsoft.com/office/drawing/2014/main" id="{D03EE725-CAF0-4948-A2AD-6E03C965D255}"/>
                </a:ext>
              </a:extLst>
            </p:cNvPr>
            <p:cNvSpPr/>
            <p:nvPr/>
          </p:nvSpPr>
          <p:spPr>
            <a:xfrm>
              <a:off x="291143" y="1353948"/>
              <a:ext cx="861811"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600" b="1" i="0" u="none" strike="noStrike" kern="0" cap="none" spc="0" normalizeH="0" baseline="0" noProof="0">
                  <a:ln>
                    <a:noFill/>
                  </a:ln>
                  <a:solidFill>
                    <a:srgbClr val="DA291C"/>
                  </a:solidFill>
                  <a:effectLst/>
                  <a:uLnTx/>
                  <a:uFillTx/>
                  <a:latin typeface="Arial Narrow" panose="020B0606020202030204" pitchFamily="34" charset="0"/>
                  <a:ea typeface="+mn-ea"/>
                  <a:cs typeface="+mn-cs"/>
                </a:rPr>
                <a:t>!!!</a:t>
              </a:r>
              <a:endParaRPr kumimoji="0" lang="en-GB" sz="1600" b="0" i="0" u="none" strike="noStrike" kern="0" cap="none" spc="0" normalizeH="0" baseline="0" noProof="0">
                <a:ln>
                  <a:noFill/>
                </a:ln>
                <a:solidFill>
                  <a:srgbClr val="DA291C"/>
                </a:solidFill>
                <a:effectLst/>
                <a:uLnTx/>
                <a:uFillTx/>
                <a:latin typeface="Arial Narrow" panose="020B0606020202030204" pitchFamily="34" charset="0"/>
                <a:ea typeface="+mn-ea"/>
                <a:cs typeface="+mn-cs"/>
              </a:endParaRPr>
            </a:p>
          </p:txBody>
        </p:sp>
      </p:grpSp>
      <p:cxnSp>
        <p:nvCxnSpPr>
          <p:cNvPr id="102" name="Straight Connector 101">
            <a:extLst>
              <a:ext uri="{FF2B5EF4-FFF2-40B4-BE49-F238E27FC236}">
                <a16:creationId xmlns:a16="http://schemas.microsoft.com/office/drawing/2014/main" id="{DFD97FFE-6E63-4AC3-B0B0-C427C0A39F2B}"/>
              </a:ext>
            </a:extLst>
          </p:cNvPr>
          <p:cNvCxnSpPr>
            <a:cxnSpLocks/>
          </p:cNvCxnSpPr>
          <p:nvPr/>
        </p:nvCxnSpPr>
        <p:spPr>
          <a:xfrm>
            <a:off x="514847" y="3069985"/>
            <a:ext cx="817960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3" name="TextBox 11">
            <a:extLst>
              <a:ext uri="{FF2B5EF4-FFF2-40B4-BE49-F238E27FC236}">
                <a16:creationId xmlns:a16="http://schemas.microsoft.com/office/drawing/2014/main" id="{55439072-B99F-4D2B-97E7-D33DF9751FAA}"/>
              </a:ext>
            </a:extLst>
          </p:cNvPr>
          <p:cNvSpPr txBox="1"/>
          <p:nvPr/>
        </p:nvSpPr>
        <p:spPr>
          <a:xfrm>
            <a:off x="3904409" y="2916097"/>
            <a:ext cx="1349109" cy="307777"/>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Highlights</a:t>
            </a:r>
            <a:endParaRPr kumimoji="0" lang="en-GB" sz="14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grpSp>
        <p:nvGrpSpPr>
          <p:cNvPr id="62" name="Group 61">
            <a:extLst>
              <a:ext uri="{FF2B5EF4-FFF2-40B4-BE49-F238E27FC236}">
                <a16:creationId xmlns:a16="http://schemas.microsoft.com/office/drawing/2014/main" id="{DE3B5FAC-2B4F-4285-89E8-BE548481AEB4}"/>
              </a:ext>
            </a:extLst>
          </p:cNvPr>
          <p:cNvGrpSpPr/>
          <p:nvPr/>
        </p:nvGrpSpPr>
        <p:grpSpPr>
          <a:xfrm>
            <a:off x="7978987" y="72617"/>
            <a:ext cx="990588" cy="389425"/>
            <a:chOff x="7686066" y="126412"/>
            <a:chExt cx="1283510" cy="511174"/>
          </a:xfrm>
        </p:grpSpPr>
        <p:sp>
          <p:nvSpPr>
            <p:cNvPr id="63" name="Rounded Rectangle 38">
              <a:extLst>
                <a:ext uri="{FF2B5EF4-FFF2-40B4-BE49-F238E27FC236}">
                  <a16:creationId xmlns:a16="http://schemas.microsoft.com/office/drawing/2014/main" id="{0A9B15EC-057C-4613-A9CB-8E2D8A50DF08}"/>
                </a:ext>
              </a:extLst>
            </p:cNvPr>
            <p:cNvSpPr>
              <a:spLocks noChangeArrowheads="1"/>
            </p:cNvSpPr>
            <p:nvPr/>
          </p:nvSpPr>
          <p:spPr bwMode="auto">
            <a:xfrm>
              <a:off x="7686066" y="126412"/>
              <a:ext cx="1283510" cy="222043"/>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endPar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endParaRPr>
            </a:p>
          </p:txBody>
        </p:sp>
        <p:grpSp>
          <p:nvGrpSpPr>
            <p:cNvPr id="64" name="Group 63">
              <a:extLst>
                <a:ext uri="{FF2B5EF4-FFF2-40B4-BE49-F238E27FC236}">
                  <a16:creationId xmlns:a16="http://schemas.microsoft.com/office/drawing/2014/main" id="{00319BE8-5965-4F8B-B499-BBA3440307F6}"/>
                </a:ext>
              </a:extLst>
            </p:cNvPr>
            <p:cNvGrpSpPr/>
            <p:nvPr/>
          </p:nvGrpSpPr>
          <p:grpSpPr>
            <a:xfrm>
              <a:off x="7839999" y="178009"/>
              <a:ext cx="991557" cy="118849"/>
              <a:chOff x="7839999" y="139419"/>
              <a:chExt cx="991557" cy="118849"/>
            </a:xfrm>
          </p:grpSpPr>
          <p:sp>
            <p:nvSpPr>
              <p:cNvPr id="70" name="Rectangle 7">
                <a:extLst>
                  <a:ext uri="{FF2B5EF4-FFF2-40B4-BE49-F238E27FC236}">
                    <a16:creationId xmlns:a16="http://schemas.microsoft.com/office/drawing/2014/main" id="{CF7A6D29-F2DF-45BA-999E-3C32C6ACC611}"/>
                  </a:ext>
                </a:extLst>
              </p:cNvPr>
              <p:cNvSpPr/>
              <p:nvPr/>
            </p:nvSpPr>
            <p:spPr>
              <a:xfrm>
                <a:off x="7839999" y="139419"/>
                <a:ext cx="436761" cy="1188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sp>
            <p:nvSpPr>
              <p:cNvPr id="71" name="Rectangle 7">
                <a:extLst>
                  <a:ext uri="{FF2B5EF4-FFF2-40B4-BE49-F238E27FC236}">
                    <a16:creationId xmlns:a16="http://schemas.microsoft.com/office/drawing/2014/main" id="{DCF8282F-D2BD-4654-8B01-451E08586869}"/>
                  </a:ext>
                </a:extLst>
              </p:cNvPr>
              <p:cNvSpPr/>
              <p:nvPr/>
            </p:nvSpPr>
            <p:spPr>
              <a:xfrm>
                <a:off x="8394795" y="139419"/>
                <a:ext cx="436761" cy="11884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24000" bIns="72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grpSp>
        <p:sp>
          <p:nvSpPr>
            <p:cNvPr id="65" name="Rounded Rectangle 38">
              <a:extLst>
                <a:ext uri="{FF2B5EF4-FFF2-40B4-BE49-F238E27FC236}">
                  <a16:creationId xmlns:a16="http://schemas.microsoft.com/office/drawing/2014/main" id="{66175F86-6394-4578-903B-A5A3007D4FB4}"/>
                </a:ext>
              </a:extLst>
            </p:cNvPr>
            <p:cNvSpPr>
              <a:spLocks noChangeArrowheads="1"/>
            </p:cNvSpPr>
            <p:nvPr/>
          </p:nvSpPr>
          <p:spPr bwMode="auto">
            <a:xfrm>
              <a:off x="7686066" y="415543"/>
              <a:ext cx="1283510" cy="222043"/>
            </a:xfrm>
            <a:prstGeom prst="roundRect">
              <a:avLst>
                <a:gd name="adj" fmla="val 8452"/>
              </a:avLst>
            </a:prstGeom>
            <a:solidFill>
              <a:schemeClr val="accent2"/>
            </a:solidFill>
            <a:ln w="12700" algn="ctr">
              <a:solidFill>
                <a:schemeClr val="accent2"/>
              </a:solidFill>
              <a:prstDash val="solid"/>
              <a:round/>
              <a:headEnd/>
              <a:tailEnd/>
            </a:ln>
          </p:spPr>
          <p:txBody>
            <a:bodyPr lIns="0" tIns="0" rIns="0" bIns="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GB" sz="800" b="1" i="0" u="none" strike="noStrike" kern="0" cap="none" spc="0" normalizeH="0" baseline="0" noProof="0">
                  <a:ln>
                    <a:noFill/>
                  </a:ln>
                  <a:solidFill>
                    <a:srgbClr val="FFFFFF"/>
                  </a:solidFill>
                  <a:effectLst/>
                  <a:uLnTx/>
                  <a:uFillTx/>
                  <a:latin typeface="Arial Narrow" panose="020B0606020202030204" pitchFamily="34" charset="0"/>
                  <a:ea typeface="+mn-ea"/>
                  <a:cs typeface="Lucida Sans" pitchFamily="34" charset="0"/>
                </a:rPr>
                <a:t>Service</a:t>
              </a:r>
            </a:p>
          </p:txBody>
        </p:sp>
      </p:grpSp>
      <p:sp>
        <p:nvSpPr>
          <p:cNvPr id="7" name="Slide Number Placeholder 6">
            <a:extLst>
              <a:ext uri="{FF2B5EF4-FFF2-40B4-BE49-F238E27FC236}">
                <a16:creationId xmlns:a16="http://schemas.microsoft.com/office/drawing/2014/main" id="{58154E43-30FD-460A-A591-64DFFEF7D65D}"/>
              </a:ext>
            </a:extLst>
          </p:cNvPr>
          <p:cNvSpPr>
            <a:spLocks noGrp="1"/>
          </p:cNvSpPr>
          <p:nvPr>
            <p:ph type="sldNum" sz="quarter" idx="35"/>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DA291C"/>
                </a:solidFill>
                <a:effectLst/>
                <a:uLnTx/>
                <a:uFillTx/>
                <a:latin typeface="Arial Narrow" panose="020B0606020202030204" pitchFamily="34" charset="0"/>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50</a:t>
            </a:fld>
            <a:endParaRPr kumimoji="0" lang="it-IT" sz="11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grpSp>
        <p:nvGrpSpPr>
          <p:cNvPr id="53" name="Group 49">
            <a:extLst>
              <a:ext uri="{FF2B5EF4-FFF2-40B4-BE49-F238E27FC236}">
                <a16:creationId xmlns:a16="http://schemas.microsoft.com/office/drawing/2014/main" id="{4426273F-E94B-479A-A431-4D8C520DA632}"/>
              </a:ext>
            </a:extLst>
          </p:cNvPr>
          <p:cNvGrpSpPr/>
          <p:nvPr/>
        </p:nvGrpSpPr>
        <p:grpSpPr>
          <a:xfrm>
            <a:off x="6841340" y="4969080"/>
            <a:ext cx="108000" cy="108000"/>
            <a:chOff x="10130023" y="2277920"/>
            <a:chExt cx="1188000" cy="1188000"/>
          </a:xfrm>
          <a:solidFill>
            <a:schemeClr val="accent2">
              <a:lumMod val="20000"/>
              <a:lumOff val="80000"/>
            </a:schemeClr>
          </a:solidFill>
        </p:grpSpPr>
        <p:pic>
          <p:nvPicPr>
            <p:cNvPr id="54" name="Picture 51">
              <a:extLst>
                <a:ext uri="{FF2B5EF4-FFF2-40B4-BE49-F238E27FC236}">
                  <a16:creationId xmlns:a16="http://schemas.microsoft.com/office/drawing/2014/main" id="{DA750331-4096-4F7A-85B3-052732243B14}"/>
                </a:ext>
              </a:extLst>
            </p:cNvPr>
            <p:cNvPicPr>
              <a:picLocks noChangeAspect="1"/>
            </p:cNvPicPr>
            <p:nvPr/>
          </p:nvPicPr>
          <p:blipFill>
            <a:blip r:embed="rId11" cstate="print">
              <a:duotone>
                <a:schemeClr val="accent5">
                  <a:shade val="45000"/>
                  <a:satMod val="135000"/>
                </a:schemeClr>
                <a:prstClr val="white"/>
              </a:duotone>
              <a:extLst>
                <a:ext uri="{BEBA8EAE-BF5A-486C-A8C5-ECC9F3942E4B}">
                  <a14:imgProps xmlns:a14="http://schemas.microsoft.com/office/drawing/2010/main">
                    <a14:imgLayer r:embed="rId12">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55" name="Oval 17">
              <a:extLst>
                <a:ext uri="{FF2B5EF4-FFF2-40B4-BE49-F238E27FC236}">
                  <a16:creationId xmlns:a16="http://schemas.microsoft.com/office/drawing/2014/main" id="{2C8875E9-55EA-4F4A-81A8-82447AFBC606}"/>
                </a:ext>
              </a:extLst>
            </p:cNvPr>
            <p:cNvSpPr/>
            <p:nvPr/>
          </p:nvSpPr>
          <p:spPr>
            <a:xfrm rot="5400000">
              <a:off x="10148023" y="2295920"/>
              <a:ext cx="1152000" cy="115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56" name="Google Shape;21;p4">
              <a:extLst>
                <a:ext uri="{FF2B5EF4-FFF2-40B4-BE49-F238E27FC236}">
                  <a16:creationId xmlns:a16="http://schemas.microsoft.com/office/drawing/2014/main" id="{086E5CC4-AD49-4822-804C-6F2A1438D7D0}"/>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57" name="Rectangle 210">
            <a:extLst>
              <a:ext uri="{FF2B5EF4-FFF2-40B4-BE49-F238E27FC236}">
                <a16:creationId xmlns:a16="http://schemas.microsoft.com/office/drawing/2014/main" id="{F2A7CB76-C688-48FB-B92B-0A38029CB6BE}"/>
              </a:ext>
            </a:extLst>
          </p:cNvPr>
          <p:cNvSpPr/>
          <p:nvPr/>
        </p:nvSpPr>
        <p:spPr>
          <a:xfrm>
            <a:off x="6928298" y="4916723"/>
            <a:ext cx="2172905"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Subject to exam question</a:t>
            </a:r>
            <a:endPar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73" name="Rectangle 210">
            <a:extLst>
              <a:ext uri="{FF2B5EF4-FFF2-40B4-BE49-F238E27FC236}">
                <a16:creationId xmlns:a16="http://schemas.microsoft.com/office/drawing/2014/main" id="{BC6D80CC-10BD-4881-8006-BBA34E3CA8AF}"/>
              </a:ext>
            </a:extLst>
          </p:cNvPr>
          <p:cNvSpPr/>
          <p:nvPr/>
        </p:nvSpPr>
        <p:spPr>
          <a:xfrm>
            <a:off x="640323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18839083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Key concepts of </a:t>
            </a:r>
            <a:r>
              <a:rPr lang="en-GB">
                <a:latin typeface="Arial Narrow" panose="020B0606020202030204" pitchFamily="34" charset="0"/>
              </a:rPr>
              <a:t>IT </a:t>
            </a:r>
            <a:r>
              <a:rPr lang="en-US">
                <a:latin typeface="Arial Narrow" panose="020B0606020202030204" pitchFamily="34" charset="0"/>
              </a:rPr>
              <a:t>Service Management | </a:t>
            </a:r>
            <a:r>
              <a:rPr lang="en-US">
                <a:solidFill>
                  <a:schemeClr val="accent3"/>
                </a:solidFill>
                <a:latin typeface="Arial Narrow" panose="020B0606020202030204" pitchFamily="34" charset="0"/>
              </a:rPr>
              <a:t>Deployment Management &amp; Release Management</a:t>
            </a:r>
            <a:endParaRPr lang="en-GB">
              <a:solidFill>
                <a:schemeClr val="accent3"/>
              </a:solidFill>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p:txBody>
          <a:bodyPr/>
          <a:lstStyle/>
          <a:p>
            <a:r>
              <a:rPr lang="en-US">
                <a:latin typeface="Arial Narrow" panose="020B0606020202030204" pitchFamily="34" charset="0"/>
              </a:rPr>
              <a:t>Deployment Management practice takes care of resources movements and actual delivery to live environments. Release Management instead provides new product services and functionalities to the consumers</a:t>
            </a:r>
            <a:endParaRPr lang="en-GB">
              <a:latin typeface="Arial Narrow" panose="020B0606020202030204" pitchFamily="34" charset="0"/>
            </a:endParaRPr>
          </a:p>
        </p:txBody>
      </p:sp>
      <p:grpSp>
        <p:nvGrpSpPr>
          <p:cNvPr id="12" name="Group 11">
            <a:extLst>
              <a:ext uri="{FF2B5EF4-FFF2-40B4-BE49-F238E27FC236}">
                <a16:creationId xmlns:a16="http://schemas.microsoft.com/office/drawing/2014/main" id="{DEF281C0-2EDA-4E49-BB5A-8A34A245AA77}"/>
              </a:ext>
            </a:extLst>
          </p:cNvPr>
          <p:cNvGrpSpPr/>
          <p:nvPr/>
        </p:nvGrpSpPr>
        <p:grpSpPr>
          <a:xfrm>
            <a:off x="134126" y="929390"/>
            <a:ext cx="4303738" cy="3626251"/>
            <a:chOff x="4648608" y="929390"/>
            <a:chExt cx="4303738" cy="3626251"/>
          </a:xfrm>
        </p:grpSpPr>
        <p:sp>
          <p:nvSpPr>
            <p:cNvPr id="11" name="Rounded Rectangle 38">
              <a:extLst>
                <a:ext uri="{FF2B5EF4-FFF2-40B4-BE49-F238E27FC236}">
                  <a16:creationId xmlns:a16="http://schemas.microsoft.com/office/drawing/2014/main" id="{EC03ED6A-2A05-4896-B51E-144D690C5833}"/>
                </a:ext>
              </a:extLst>
            </p:cNvPr>
            <p:cNvSpPr>
              <a:spLocks noChangeArrowheads="1"/>
            </p:cNvSpPr>
            <p:nvPr/>
          </p:nvSpPr>
          <p:spPr bwMode="auto">
            <a:xfrm>
              <a:off x="5121946" y="929390"/>
              <a:ext cx="3830400" cy="1326130"/>
            </a:xfrm>
            <a:prstGeom prst="roundRect">
              <a:avLst>
                <a:gd name="adj" fmla="val 8452"/>
              </a:avLst>
            </a:prstGeom>
            <a:solidFill>
              <a:srgbClr val="FFFFFF"/>
            </a:solidFill>
            <a:ln w="12700" algn="ctr">
              <a:solidFill>
                <a:schemeClr val="accent1"/>
              </a:solidFill>
              <a:prstDash val="sysDot"/>
              <a:round/>
              <a:headEnd/>
              <a:tailEnd/>
            </a:ln>
          </p:spPr>
          <p:txBody>
            <a:bodyPr lIns="468000" tIns="0" rIns="36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US"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The purpose of the </a:t>
              </a:r>
              <a:r>
                <a:rPr kumimoji="0" lang="en-US"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Deployment Management </a:t>
              </a:r>
              <a:r>
                <a:rPr kumimoji="0" lang="en-US"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practice</a:t>
              </a:r>
              <a:r>
                <a:rPr kumimoji="0" lang="en-US"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 </a:t>
              </a:r>
              <a:r>
                <a:rPr kumimoji="0" lang="en-US"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is to move new or changed hardware, software, documentation, processes or any other component to live environments. It may also be involved in deploying components to other environments for testing or staging</a:t>
              </a:r>
            </a:p>
          </p:txBody>
        </p:sp>
        <p:grpSp>
          <p:nvGrpSpPr>
            <p:cNvPr id="70" name="Gruppo 69">
              <a:extLst>
                <a:ext uri="{FF2B5EF4-FFF2-40B4-BE49-F238E27FC236}">
                  <a16:creationId xmlns:a16="http://schemas.microsoft.com/office/drawing/2014/main" id="{3B37D0F3-4E64-4310-9C8F-8887F5D8AD5D}"/>
                </a:ext>
              </a:extLst>
            </p:cNvPr>
            <p:cNvGrpSpPr/>
            <p:nvPr/>
          </p:nvGrpSpPr>
          <p:grpSpPr>
            <a:xfrm>
              <a:off x="4648608" y="1119125"/>
              <a:ext cx="946656" cy="946656"/>
              <a:chOff x="248711" y="1200045"/>
              <a:chExt cx="946656" cy="946656"/>
            </a:xfrm>
          </p:grpSpPr>
          <p:grpSp>
            <p:nvGrpSpPr>
              <p:cNvPr id="71" name="Group 15">
                <a:extLst>
                  <a:ext uri="{FF2B5EF4-FFF2-40B4-BE49-F238E27FC236}">
                    <a16:creationId xmlns:a16="http://schemas.microsoft.com/office/drawing/2014/main" id="{435D7446-90B5-4AD0-B54E-59F550615842}"/>
                  </a:ext>
                </a:extLst>
              </p:cNvPr>
              <p:cNvGrpSpPr/>
              <p:nvPr/>
            </p:nvGrpSpPr>
            <p:grpSpPr>
              <a:xfrm>
                <a:off x="248711" y="1200045"/>
                <a:ext cx="946656" cy="946656"/>
                <a:chOff x="10130023" y="2466350"/>
                <a:chExt cx="1188000" cy="1188000"/>
              </a:xfrm>
              <a:solidFill>
                <a:schemeClr val="accent2">
                  <a:lumMod val="20000"/>
                  <a:lumOff val="80000"/>
                </a:schemeClr>
              </a:solidFill>
            </p:grpSpPr>
            <p:pic>
              <p:nvPicPr>
                <p:cNvPr id="73" name="Picture 16">
                  <a:extLst>
                    <a:ext uri="{FF2B5EF4-FFF2-40B4-BE49-F238E27FC236}">
                      <a16:creationId xmlns:a16="http://schemas.microsoft.com/office/drawing/2014/main" id="{FAE6A2D2-CC0E-4D1C-92AE-EC954B27F6A0}"/>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736350"/>
                  <a:ext cx="648000" cy="648000"/>
                </a:xfrm>
                <a:prstGeom prst="rect">
                  <a:avLst/>
                </a:prstGeom>
                <a:grpFill/>
              </p:spPr>
            </p:pic>
            <p:sp>
              <p:nvSpPr>
                <p:cNvPr id="74" name="Oval 17">
                  <a:extLst>
                    <a:ext uri="{FF2B5EF4-FFF2-40B4-BE49-F238E27FC236}">
                      <a16:creationId xmlns:a16="http://schemas.microsoft.com/office/drawing/2014/main" id="{18D11C90-03C9-4153-83FD-4F513C2F0A4D}"/>
                    </a:ext>
                  </a:extLst>
                </p:cNvPr>
                <p:cNvSpPr/>
                <p:nvPr/>
              </p:nvSpPr>
              <p:spPr>
                <a:xfrm rot="5400000">
                  <a:off x="10148023" y="2484350"/>
                  <a:ext cx="1151999" cy="11519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75" name="Google Shape;21;p4">
                  <a:extLst>
                    <a:ext uri="{FF2B5EF4-FFF2-40B4-BE49-F238E27FC236}">
                      <a16:creationId xmlns:a16="http://schemas.microsoft.com/office/drawing/2014/main" id="{A598D5C3-6B65-445F-B6CE-2465F25AB4FC}"/>
                    </a:ext>
                  </a:extLst>
                </p:cNvPr>
                <p:cNvSpPr/>
                <p:nvPr/>
              </p:nvSpPr>
              <p:spPr>
                <a:xfrm>
                  <a:off x="10130023" y="246635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72" name="Rectangle 210">
                <a:extLst>
                  <a:ext uri="{FF2B5EF4-FFF2-40B4-BE49-F238E27FC236}">
                    <a16:creationId xmlns:a16="http://schemas.microsoft.com/office/drawing/2014/main" id="{85C759DE-4D90-47A2-82B1-AFFED56506FA}"/>
                  </a:ext>
                </a:extLst>
              </p:cNvPr>
              <p:cNvSpPr/>
              <p:nvPr/>
            </p:nvSpPr>
            <p:spPr>
              <a:xfrm>
                <a:off x="291143" y="1504098"/>
                <a:ext cx="861811"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600" b="1" i="0" u="none" strike="noStrike" kern="0" cap="none" spc="0" normalizeH="0" baseline="0" noProof="0">
                    <a:ln>
                      <a:noFill/>
                    </a:ln>
                    <a:solidFill>
                      <a:srgbClr val="DA291C"/>
                    </a:solidFill>
                    <a:effectLst/>
                    <a:uLnTx/>
                    <a:uFillTx/>
                    <a:latin typeface="Arial Narrow" panose="020B0606020202030204" pitchFamily="34" charset="0"/>
                    <a:ea typeface="+mn-ea"/>
                    <a:cs typeface="+mn-cs"/>
                  </a:rPr>
                  <a:t>!!!</a:t>
                </a:r>
                <a:endParaRPr kumimoji="0" lang="en-GB" sz="1600" b="0" i="0" u="none" strike="noStrike" kern="0" cap="none" spc="0" normalizeH="0" baseline="0" noProof="0">
                  <a:ln>
                    <a:noFill/>
                  </a:ln>
                  <a:solidFill>
                    <a:srgbClr val="DA291C"/>
                  </a:solidFill>
                  <a:effectLst/>
                  <a:uLnTx/>
                  <a:uFillTx/>
                  <a:latin typeface="Arial Narrow" panose="020B0606020202030204" pitchFamily="34" charset="0"/>
                  <a:ea typeface="+mn-ea"/>
                  <a:cs typeface="+mn-cs"/>
                </a:endParaRPr>
              </a:p>
            </p:txBody>
          </p:sp>
        </p:grpSp>
        <p:grpSp>
          <p:nvGrpSpPr>
            <p:cNvPr id="6" name="Group 5">
              <a:extLst>
                <a:ext uri="{FF2B5EF4-FFF2-40B4-BE49-F238E27FC236}">
                  <a16:creationId xmlns:a16="http://schemas.microsoft.com/office/drawing/2014/main" id="{99067186-D508-4450-9BF0-319496EF85D5}"/>
                </a:ext>
              </a:extLst>
            </p:cNvPr>
            <p:cNvGrpSpPr/>
            <p:nvPr/>
          </p:nvGrpSpPr>
          <p:grpSpPr>
            <a:xfrm>
              <a:off x="5121945" y="2447755"/>
              <a:ext cx="3830400" cy="2107886"/>
              <a:chOff x="5121945" y="2447755"/>
              <a:chExt cx="3830400" cy="2107886"/>
            </a:xfrm>
          </p:grpSpPr>
          <p:sp>
            <p:nvSpPr>
              <p:cNvPr id="52" name="Rectangle 210">
                <a:extLst>
                  <a:ext uri="{FF2B5EF4-FFF2-40B4-BE49-F238E27FC236}">
                    <a16:creationId xmlns:a16="http://schemas.microsoft.com/office/drawing/2014/main" id="{B5E0461C-9333-415F-916F-28016A13142E}"/>
                  </a:ext>
                </a:extLst>
              </p:cNvPr>
              <p:cNvSpPr/>
              <p:nvPr/>
            </p:nvSpPr>
            <p:spPr>
              <a:xfrm>
                <a:off x="5121945" y="3047536"/>
                <a:ext cx="3830400" cy="1508105"/>
              </a:xfrm>
              <a:prstGeom prst="rect">
                <a:avLst/>
              </a:prstGeom>
            </p:spPr>
            <p:txBody>
              <a:bodyPr wrap="square" anchor="t">
                <a:spAutoFit/>
              </a:bodyPr>
              <a:lstStyle/>
              <a:p>
                <a:pPr marL="0" marR="0" lvl="0" indent="0" algn="ctr" defTabSz="914400" rtl="0" eaLnBrk="1" fontAlgn="auto" latinLnBrk="0" hangingPunct="1">
                  <a:lnSpc>
                    <a:spcPct val="100000"/>
                  </a:lnSpc>
                  <a:spcBef>
                    <a:spcPts val="0"/>
                  </a:spcBef>
                  <a:spcAft>
                    <a:spcPts val="600"/>
                  </a:spcAft>
                  <a:buClr>
                    <a:srgbClr val="DA291C"/>
                  </a:buClr>
                  <a:buSzTx/>
                  <a:buFontTx/>
                  <a:buNone/>
                  <a:tabLst/>
                  <a:defRPr/>
                </a:pP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Deployment Management (1):</a:t>
                </a:r>
              </a:p>
              <a:p>
                <a:pPr marL="171450" marR="0" lvl="0" indent="-171450" algn="l" defTabSz="9144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Deployment can be done in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phases</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so that releases are deployed just to part of the consumers at a time</a:t>
                </a:r>
              </a:p>
              <a:p>
                <a:pPr marL="171450" marR="0" lvl="0" indent="-171450" algn="l" defTabSz="9144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Deployment can be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continuous</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providing frequent opportunities for customer feedbacks loops</a:t>
                </a:r>
              </a:p>
              <a:p>
                <a:pPr marL="171450" marR="0" lvl="0" indent="-171450" algn="l" defTabSz="9144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Deployment can be done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all in once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to all targets, usually done to avoid simultaneous use of old and new components</a:t>
                </a:r>
              </a:p>
            </p:txBody>
          </p:sp>
          <p:grpSp>
            <p:nvGrpSpPr>
              <p:cNvPr id="18" name="Group 17">
                <a:extLst>
                  <a:ext uri="{FF2B5EF4-FFF2-40B4-BE49-F238E27FC236}">
                    <a16:creationId xmlns:a16="http://schemas.microsoft.com/office/drawing/2014/main" id="{32BAEB68-DEF3-4E42-89AC-BFB02C8A8B80}"/>
                  </a:ext>
                </a:extLst>
              </p:cNvPr>
              <p:cNvGrpSpPr/>
              <p:nvPr/>
            </p:nvGrpSpPr>
            <p:grpSpPr>
              <a:xfrm>
                <a:off x="6767146" y="2447755"/>
                <a:ext cx="540000" cy="540000"/>
                <a:chOff x="6716587" y="2320169"/>
                <a:chExt cx="540000" cy="540000"/>
              </a:xfrm>
            </p:grpSpPr>
            <p:sp>
              <p:nvSpPr>
                <p:cNvPr id="67" name="Oval 37">
                  <a:extLst>
                    <a:ext uri="{FF2B5EF4-FFF2-40B4-BE49-F238E27FC236}">
                      <a16:creationId xmlns:a16="http://schemas.microsoft.com/office/drawing/2014/main" id="{F0101676-522A-44BE-ACB5-3D030FF556EA}"/>
                    </a:ext>
                  </a:extLst>
                </p:cNvPr>
                <p:cNvSpPr/>
                <p:nvPr/>
              </p:nvSpPr>
              <p:spPr>
                <a:xfrm>
                  <a:off x="6716587" y="2320169"/>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53" name="Graphic 52" descr="Box with solid fill">
                  <a:extLst>
                    <a:ext uri="{FF2B5EF4-FFF2-40B4-BE49-F238E27FC236}">
                      <a16:creationId xmlns:a16="http://schemas.microsoft.com/office/drawing/2014/main" id="{0D59B26D-C207-4079-BF74-8B7A46B8605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83187" y="2386769"/>
                  <a:ext cx="406800" cy="406800"/>
                </a:xfrm>
                <a:prstGeom prst="rect">
                  <a:avLst/>
                </a:prstGeom>
              </p:spPr>
            </p:pic>
          </p:grpSp>
        </p:grpSp>
      </p:grpSp>
      <p:sp>
        <p:nvSpPr>
          <p:cNvPr id="57" name="Isosceles Triangle 4">
            <a:extLst>
              <a:ext uri="{FF2B5EF4-FFF2-40B4-BE49-F238E27FC236}">
                <a16:creationId xmlns:a16="http://schemas.microsoft.com/office/drawing/2014/main" id="{72522C08-808D-49F4-BF53-3533FF977E12}"/>
              </a:ext>
            </a:extLst>
          </p:cNvPr>
          <p:cNvSpPr>
            <a:spLocks/>
          </p:cNvSpPr>
          <p:nvPr/>
        </p:nvSpPr>
        <p:spPr>
          <a:xfrm rot="5400000">
            <a:off x="3860692" y="3524427"/>
            <a:ext cx="1666457" cy="144000"/>
          </a:xfrm>
          <a:prstGeom prst="triangle">
            <a:avLst/>
          </a:prstGeom>
          <a:solidFill>
            <a:schemeClr val="bg1">
              <a:lumMod val="85000"/>
            </a:schemeClr>
          </a:solidFill>
          <a:ln w="25400" cap="flat" cmpd="sng" algn="ctr">
            <a:noFill/>
            <a:prstDash val="solid"/>
          </a:ln>
          <a:effectLst/>
          <a:extLst>
            <a:ext uri="{91240B29-F687-4F45-9708-019B960494DF}">
              <a14:hiddenLine xmlns:a14="http://schemas.microsoft.com/office/drawing/2010/main" w="25400" cap="flat" cmpd="sng" algn="ctr">
                <a:solidFill>
                  <a:prstClr val="black"/>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grpSp>
        <p:nvGrpSpPr>
          <p:cNvPr id="9" name="Group 8">
            <a:extLst>
              <a:ext uri="{FF2B5EF4-FFF2-40B4-BE49-F238E27FC236}">
                <a16:creationId xmlns:a16="http://schemas.microsoft.com/office/drawing/2014/main" id="{EA719410-F634-41A7-9F81-1A332275A71E}"/>
              </a:ext>
            </a:extLst>
          </p:cNvPr>
          <p:cNvGrpSpPr/>
          <p:nvPr/>
        </p:nvGrpSpPr>
        <p:grpSpPr>
          <a:xfrm>
            <a:off x="4696526" y="929390"/>
            <a:ext cx="4322940" cy="3872472"/>
            <a:chOff x="191646" y="929390"/>
            <a:chExt cx="4322940" cy="3872472"/>
          </a:xfrm>
        </p:grpSpPr>
        <p:sp>
          <p:nvSpPr>
            <p:cNvPr id="58" name="Rounded Rectangle 38">
              <a:extLst>
                <a:ext uri="{FF2B5EF4-FFF2-40B4-BE49-F238E27FC236}">
                  <a16:creationId xmlns:a16="http://schemas.microsoft.com/office/drawing/2014/main" id="{85B8B0BD-E4C4-4AD6-AC28-A67691D33341}"/>
                </a:ext>
              </a:extLst>
            </p:cNvPr>
            <p:cNvSpPr>
              <a:spLocks noChangeArrowheads="1"/>
            </p:cNvSpPr>
            <p:nvPr/>
          </p:nvSpPr>
          <p:spPr bwMode="auto">
            <a:xfrm>
              <a:off x="684186" y="929390"/>
              <a:ext cx="3830400" cy="1326130"/>
            </a:xfrm>
            <a:prstGeom prst="roundRect">
              <a:avLst>
                <a:gd name="adj" fmla="val 8452"/>
              </a:avLst>
            </a:prstGeom>
            <a:solidFill>
              <a:srgbClr val="FFFFFF"/>
            </a:solidFill>
            <a:ln w="12700" algn="ctr">
              <a:solidFill>
                <a:schemeClr val="accent1"/>
              </a:solidFill>
              <a:prstDash val="sysDot"/>
              <a:round/>
              <a:headEnd/>
              <a:tailEnd/>
            </a:ln>
          </p:spPr>
          <p:txBody>
            <a:bodyPr lIns="468000" tIns="0" rIns="36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The purpose of the </a:t>
              </a:r>
              <a:r>
                <a:rPr kumimoji="0" lang="en-GB"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Release Management </a:t>
              </a: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practice</a:t>
              </a:r>
              <a:r>
                <a:rPr kumimoji="0" lang="en-GB"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 </a:t>
              </a: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is to make new or changed services and their features available for use</a:t>
              </a:r>
            </a:p>
          </p:txBody>
        </p:sp>
        <p:grpSp>
          <p:nvGrpSpPr>
            <p:cNvPr id="56" name="Gruppo 55">
              <a:extLst>
                <a:ext uri="{FF2B5EF4-FFF2-40B4-BE49-F238E27FC236}">
                  <a16:creationId xmlns:a16="http://schemas.microsoft.com/office/drawing/2014/main" id="{3C23CFAF-A857-4562-81E2-CC54D3C727C1}"/>
                </a:ext>
              </a:extLst>
            </p:cNvPr>
            <p:cNvGrpSpPr/>
            <p:nvPr/>
          </p:nvGrpSpPr>
          <p:grpSpPr>
            <a:xfrm>
              <a:off x="191646" y="1119125"/>
              <a:ext cx="946656" cy="946656"/>
              <a:chOff x="248711" y="1200045"/>
              <a:chExt cx="946656" cy="946656"/>
            </a:xfrm>
          </p:grpSpPr>
          <p:grpSp>
            <p:nvGrpSpPr>
              <p:cNvPr id="59" name="Group 15">
                <a:extLst>
                  <a:ext uri="{FF2B5EF4-FFF2-40B4-BE49-F238E27FC236}">
                    <a16:creationId xmlns:a16="http://schemas.microsoft.com/office/drawing/2014/main" id="{2D0CB01D-267C-49CC-BC29-E4775EEC3296}"/>
                  </a:ext>
                </a:extLst>
              </p:cNvPr>
              <p:cNvGrpSpPr/>
              <p:nvPr/>
            </p:nvGrpSpPr>
            <p:grpSpPr>
              <a:xfrm>
                <a:off x="248711" y="1200045"/>
                <a:ext cx="946656" cy="946656"/>
                <a:chOff x="10130023" y="2466350"/>
                <a:chExt cx="1188000" cy="1188000"/>
              </a:xfrm>
              <a:solidFill>
                <a:schemeClr val="accent2">
                  <a:lumMod val="20000"/>
                  <a:lumOff val="80000"/>
                </a:schemeClr>
              </a:solidFill>
            </p:grpSpPr>
            <p:pic>
              <p:nvPicPr>
                <p:cNvPr id="61" name="Picture 16">
                  <a:extLst>
                    <a:ext uri="{FF2B5EF4-FFF2-40B4-BE49-F238E27FC236}">
                      <a16:creationId xmlns:a16="http://schemas.microsoft.com/office/drawing/2014/main" id="{AEDFC350-37D0-48B1-A0C4-24637755D25B}"/>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736350"/>
                  <a:ext cx="648000" cy="648000"/>
                </a:xfrm>
                <a:prstGeom prst="rect">
                  <a:avLst/>
                </a:prstGeom>
                <a:grpFill/>
              </p:spPr>
            </p:pic>
            <p:sp>
              <p:nvSpPr>
                <p:cNvPr id="62" name="Oval 17">
                  <a:extLst>
                    <a:ext uri="{FF2B5EF4-FFF2-40B4-BE49-F238E27FC236}">
                      <a16:creationId xmlns:a16="http://schemas.microsoft.com/office/drawing/2014/main" id="{B1AAB532-B6CA-4E8D-A0C2-7ED9AA64C74C}"/>
                    </a:ext>
                  </a:extLst>
                </p:cNvPr>
                <p:cNvSpPr/>
                <p:nvPr/>
              </p:nvSpPr>
              <p:spPr>
                <a:xfrm rot="5400000">
                  <a:off x="10148023" y="2484350"/>
                  <a:ext cx="1151999" cy="11519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63" name="Google Shape;21;p4">
                  <a:extLst>
                    <a:ext uri="{FF2B5EF4-FFF2-40B4-BE49-F238E27FC236}">
                      <a16:creationId xmlns:a16="http://schemas.microsoft.com/office/drawing/2014/main" id="{56DF7A55-A247-4D11-AAA1-658F7CFB1F7C}"/>
                    </a:ext>
                  </a:extLst>
                </p:cNvPr>
                <p:cNvSpPr/>
                <p:nvPr/>
              </p:nvSpPr>
              <p:spPr>
                <a:xfrm>
                  <a:off x="10130023" y="246635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60" name="Rectangle 210">
                <a:extLst>
                  <a:ext uri="{FF2B5EF4-FFF2-40B4-BE49-F238E27FC236}">
                    <a16:creationId xmlns:a16="http://schemas.microsoft.com/office/drawing/2014/main" id="{70370994-DE1E-436E-9F26-99815D4E610A}"/>
                  </a:ext>
                </a:extLst>
              </p:cNvPr>
              <p:cNvSpPr/>
              <p:nvPr/>
            </p:nvSpPr>
            <p:spPr>
              <a:xfrm>
                <a:off x="291143" y="1504098"/>
                <a:ext cx="861811"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600" b="1" i="0" u="none" strike="noStrike" kern="0" cap="none" spc="0" normalizeH="0" baseline="0" noProof="0">
                    <a:ln>
                      <a:noFill/>
                    </a:ln>
                    <a:solidFill>
                      <a:srgbClr val="DA291C"/>
                    </a:solidFill>
                    <a:effectLst/>
                    <a:uLnTx/>
                    <a:uFillTx/>
                    <a:latin typeface="Arial Narrow" panose="020B0606020202030204" pitchFamily="34" charset="0"/>
                    <a:ea typeface="+mn-ea"/>
                    <a:cs typeface="+mn-cs"/>
                  </a:rPr>
                  <a:t>!!!</a:t>
                </a:r>
                <a:endParaRPr kumimoji="0" lang="en-GB" sz="1600" b="0" i="0" u="none" strike="noStrike" kern="0" cap="none" spc="0" normalizeH="0" baseline="0" noProof="0">
                  <a:ln>
                    <a:noFill/>
                  </a:ln>
                  <a:solidFill>
                    <a:srgbClr val="DA291C"/>
                  </a:solidFill>
                  <a:effectLst/>
                  <a:uLnTx/>
                  <a:uFillTx/>
                  <a:latin typeface="Arial Narrow" panose="020B0606020202030204" pitchFamily="34" charset="0"/>
                  <a:ea typeface="+mn-ea"/>
                  <a:cs typeface="+mn-cs"/>
                </a:endParaRPr>
              </a:p>
            </p:txBody>
          </p:sp>
        </p:grpSp>
        <p:grpSp>
          <p:nvGrpSpPr>
            <p:cNvPr id="8" name="Group 7">
              <a:extLst>
                <a:ext uri="{FF2B5EF4-FFF2-40B4-BE49-F238E27FC236}">
                  <a16:creationId xmlns:a16="http://schemas.microsoft.com/office/drawing/2014/main" id="{143E14B3-3196-4DEC-8A0E-8E8E9AE11433}"/>
                </a:ext>
              </a:extLst>
            </p:cNvPr>
            <p:cNvGrpSpPr/>
            <p:nvPr/>
          </p:nvGrpSpPr>
          <p:grpSpPr>
            <a:xfrm>
              <a:off x="684186" y="2447755"/>
              <a:ext cx="3830400" cy="2354107"/>
              <a:chOff x="684186" y="2447755"/>
              <a:chExt cx="3830400" cy="2354107"/>
            </a:xfrm>
          </p:grpSpPr>
          <p:sp>
            <p:nvSpPr>
              <p:cNvPr id="54" name="Rectangle 210 - 1">
                <a:extLst>
                  <a:ext uri="{FF2B5EF4-FFF2-40B4-BE49-F238E27FC236}">
                    <a16:creationId xmlns:a16="http://schemas.microsoft.com/office/drawing/2014/main" id="{0266EB10-C416-43C0-A562-471A8FA82DC8}"/>
                  </a:ext>
                </a:extLst>
              </p:cNvPr>
              <p:cNvSpPr/>
              <p:nvPr/>
            </p:nvSpPr>
            <p:spPr>
              <a:xfrm>
                <a:off x="684186" y="3047536"/>
                <a:ext cx="3830400" cy="1754326"/>
              </a:xfrm>
              <a:prstGeom prst="rect">
                <a:avLst/>
              </a:prstGeom>
            </p:spPr>
            <p:txBody>
              <a:bodyPr wrap="square" anchor="ctr">
                <a:spAutoFit/>
              </a:bodyPr>
              <a:lstStyle/>
              <a:p>
                <a:pPr marL="0" marR="0" lvl="0" indent="0" algn="ctr" defTabSz="914400" rtl="0" eaLnBrk="1" fontAlgn="auto" latinLnBrk="0" hangingPunct="1">
                  <a:lnSpc>
                    <a:spcPct val="100000"/>
                  </a:lnSpc>
                  <a:spcBef>
                    <a:spcPts val="0"/>
                  </a:spcBef>
                  <a:spcAft>
                    <a:spcPts val="600"/>
                  </a:spcAft>
                  <a:buClr>
                    <a:srgbClr val="DA291C"/>
                  </a:buClr>
                  <a:buSzTx/>
                  <a:buFontTx/>
                  <a:buNone/>
                  <a:tabLst/>
                  <a:defRPr/>
                </a:pP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Release Management (2):</a:t>
                </a:r>
              </a:p>
              <a:p>
                <a:pPr marL="171450" marR="0" lvl="0" indent="-171450" algn="l" defTabSz="9144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Releases are a new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versions</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of a configuration item or a collection of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configuration items</a:t>
                </a:r>
              </a:p>
              <a:p>
                <a:pPr marL="171450" marR="0" lvl="0" indent="-171450" algn="l" defTabSz="9144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Releases can range in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sizes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as they can involve one component or an entire service or product</a:t>
                </a:r>
              </a:p>
              <a:p>
                <a:pPr marL="171450" marR="0" lvl="0" indent="-171450" algn="l" defTabSz="9144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Releases’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timing</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is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specified</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and defined in the release plan</a:t>
                </a:r>
              </a:p>
              <a:p>
                <a:pPr marL="171450" marR="0" lvl="0" indent="-171450" algn="l" defTabSz="9144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Releases should be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reviewed post-implementation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to enable improvement</a:t>
                </a:r>
              </a:p>
            </p:txBody>
          </p:sp>
          <p:grpSp>
            <p:nvGrpSpPr>
              <p:cNvPr id="7" name="Group 6">
                <a:extLst>
                  <a:ext uri="{FF2B5EF4-FFF2-40B4-BE49-F238E27FC236}">
                    <a16:creationId xmlns:a16="http://schemas.microsoft.com/office/drawing/2014/main" id="{B27C844C-F209-4C0C-B749-374798CF538F}"/>
                  </a:ext>
                </a:extLst>
              </p:cNvPr>
              <p:cNvGrpSpPr/>
              <p:nvPr/>
            </p:nvGrpSpPr>
            <p:grpSpPr>
              <a:xfrm>
                <a:off x="2329386" y="2447755"/>
                <a:ext cx="540000" cy="540000"/>
                <a:chOff x="2329386" y="2447755"/>
                <a:chExt cx="540000" cy="540000"/>
              </a:xfrm>
            </p:grpSpPr>
            <p:sp>
              <p:nvSpPr>
                <p:cNvPr id="66" name="Oval 37">
                  <a:extLst>
                    <a:ext uri="{FF2B5EF4-FFF2-40B4-BE49-F238E27FC236}">
                      <a16:creationId xmlns:a16="http://schemas.microsoft.com/office/drawing/2014/main" id="{5F9B40AC-6CE8-492F-B2F2-18D35CA24BCC}"/>
                    </a:ext>
                  </a:extLst>
                </p:cNvPr>
                <p:cNvSpPr/>
                <p:nvPr/>
              </p:nvSpPr>
              <p:spPr>
                <a:xfrm>
                  <a:off x="2329386" y="2447755"/>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51" name="Graphic 50" descr="Truck with solid fill">
                  <a:extLst>
                    <a:ext uri="{FF2B5EF4-FFF2-40B4-BE49-F238E27FC236}">
                      <a16:creationId xmlns:a16="http://schemas.microsoft.com/office/drawing/2014/main" id="{FEF2F54C-3A29-4F45-8752-4AB7B2EF072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395986" y="2514355"/>
                  <a:ext cx="406800" cy="406800"/>
                </a:xfrm>
                <a:prstGeom prst="rect">
                  <a:avLst/>
                </a:prstGeom>
              </p:spPr>
            </p:pic>
          </p:grpSp>
        </p:grpSp>
      </p:grpSp>
      <p:grpSp>
        <p:nvGrpSpPr>
          <p:cNvPr id="79" name="Group 78">
            <a:extLst>
              <a:ext uri="{FF2B5EF4-FFF2-40B4-BE49-F238E27FC236}">
                <a16:creationId xmlns:a16="http://schemas.microsoft.com/office/drawing/2014/main" id="{4D9CEFBB-033E-4F06-A7F8-58151FD38302}"/>
              </a:ext>
            </a:extLst>
          </p:cNvPr>
          <p:cNvGrpSpPr/>
          <p:nvPr/>
        </p:nvGrpSpPr>
        <p:grpSpPr>
          <a:xfrm>
            <a:off x="7978987" y="72617"/>
            <a:ext cx="990588" cy="389425"/>
            <a:chOff x="7686066" y="126412"/>
            <a:chExt cx="1283510" cy="511174"/>
          </a:xfrm>
        </p:grpSpPr>
        <p:sp>
          <p:nvSpPr>
            <p:cNvPr id="80" name="Rounded Rectangle 38">
              <a:extLst>
                <a:ext uri="{FF2B5EF4-FFF2-40B4-BE49-F238E27FC236}">
                  <a16:creationId xmlns:a16="http://schemas.microsoft.com/office/drawing/2014/main" id="{58C2D334-F820-427C-BD13-84B2F8A56159}"/>
                </a:ext>
              </a:extLst>
            </p:cNvPr>
            <p:cNvSpPr>
              <a:spLocks noChangeArrowheads="1"/>
            </p:cNvSpPr>
            <p:nvPr/>
          </p:nvSpPr>
          <p:spPr bwMode="auto">
            <a:xfrm>
              <a:off x="7686066" y="126412"/>
              <a:ext cx="1283510" cy="222043"/>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endPar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endParaRPr>
            </a:p>
          </p:txBody>
        </p:sp>
        <p:grpSp>
          <p:nvGrpSpPr>
            <p:cNvPr id="81" name="Group 80">
              <a:extLst>
                <a:ext uri="{FF2B5EF4-FFF2-40B4-BE49-F238E27FC236}">
                  <a16:creationId xmlns:a16="http://schemas.microsoft.com/office/drawing/2014/main" id="{55C3D33F-1CA0-4EFC-A113-2E6913612EB6}"/>
                </a:ext>
              </a:extLst>
            </p:cNvPr>
            <p:cNvGrpSpPr/>
            <p:nvPr/>
          </p:nvGrpSpPr>
          <p:grpSpPr>
            <a:xfrm>
              <a:off x="7839999" y="178009"/>
              <a:ext cx="991557" cy="118849"/>
              <a:chOff x="7839999" y="139419"/>
              <a:chExt cx="991557" cy="118849"/>
            </a:xfrm>
          </p:grpSpPr>
          <p:sp>
            <p:nvSpPr>
              <p:cNvPr id="83" name="Rectangle 7">
                <a:extLst>
                  <a:ext uri="{FF2B5EF4-FFF2-40B4-BE49-F238E27FC236}">
                    <a16:creationId xmlns:a16="http://schemas.microsoft.com/office/drawing/2014/main" id="{03B14A60-58E5-48C9-83EB-E2470C31D86B}"/>
                  </a:ext>
                </a:extLst>
              </p:cNvPr>
              <p:cNvSpPr/>
              <p:nvPr/>
            </p:nvSpPr>
            <p:spPr>
              <a:xfrm>
                <a:off x="7839999" y="139419"/>
                <a:ext cx="436761" cy="1188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sp>
            <p:nvSpPr>
              <p:cNvPr id="84" name="Rectangle 7">
                <a:extLst>
                  <a:ext uri="{FF2B5EF4-FFF2-40B4-BE49-F238E27FC236}">
                    <a16:creationId xmlns:a16="http://schemas.microsoft.com/office/drawing/2014/main" id="{6998A597-6D41-4C36-9319-783CDB44CBA7}"/>
                  </a:ext>
                </a:extLst>
              </p:cNvPr>
              <p:cNvSpPr/>
              <p:nvPr/>
            </p:nvSpPr>
            <p:spPr>
              <a:xfrm>
                <a:off x="8394795" y="139419"/>
                <a:ext cx="436761" cy="11884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24000" bIns="72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grpSp>
        <p:sp>
          <p:nvSpPr>
            <p:cNvPr id="82" name="Rounded Rectangle 38">
              <a:extLst>
                <a:ext uri="{FF2B5EF4-FFF2-40B4-BE49-F238E27FC236}">
                  <a16:creationId xmlns:a16="http://schemas.microsoft.com/office/drawing/2014/main" id="{76434F98-88EA-4D20-BE2F-1E376447EBF8}"/>
                </a:ext>
              </a:extLst>
            </p:cNvPr>
            <p:cNvSpPr>
              <a:spLocks noChangeArrowheads="1"/>
            </p:cNvSpPr>
            <p:nvPr/>
          </p:nvSpPr>
          <p:spPr bwMode="auto">
            <a:xfrm>
              <a:off x="7686066" y="415543"/>
              <a:ext cx="1283510" cy="222043"/>
            </a:xfrm>
            <a:prstGeom prst="roundRect">
              <a:avLst>
                <a:gd name="adj" fmla="val 8452"/>
              </a:avLst>
            </a:prstGeom>
            <a:solidFill>
              <a:schemeClr val="accent2"/>
            </a:solidFill>
            <a:ln w="12700" algn="ctr">
              <a:solidFill>
                <a:schemeClr val="accent2"/>
              </a:solidFill>
              <a:prstDash val="solid"/>
              <a:round/>
              <a:headEnd/>
              <a:tailEnd/>
            </a:ln>
          </p:spPr>
          <p:txBody>
            <a:bodyPr lIns="0" tIns="0" rIns="0" bIns="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GB" sz="800" b="1" i="0" u="none" strike="noStrike" kern="0" cap="none" spc="0" normalizeH="0" baseline="0" noProof="0">
                  <a:ln>
                    <a:noFill/>
                  </a:ln>
                  <a:solidFill>
                    <a:srgbClr val="FFFFFF"/>
                  </a:solidFill>
                  <a:effectLst/>
                  <a:uLnTx/>
                  <a:uFillTx/>
                  <a:latin typeface="Arial Narrow" panose="020B0606020202030204" pitchFamily="34" charset="0"/>
                  <a:ea typeface="+mn-ea"/>
                  <a:cs typeface="Lucida Sans" pitchFamily="34" charset="0"/>
                </a:rPr>
                <a:t>1 Technical - 2 Service</a:t>
              </a:r>
            </a:p>
          </p:txBody>
        </p:sp>
      </p:grpSp>
      <p:sp>
        <p:nvSpPr>
          <p:cNvPr id="10" name="Slide Number Placeholder 9">
            <a:extLst>
              <a:ext uri="{FF2B5EF4-FFF2-40B4-BE49-F238E27FC236}">
                <a16:creationId xmlns:a16="http://schemas.microsoft.com/office/drawing/2014/main" id="{3AA0EF80-6421-4BFB-ACE1-C5CD8BEC87D3}"/>
              </a:ext>
            </a:extLst>
          </p:cNvPr>
          <p:cNvSpPr>
            <a:spLocks noGrp="1"/>
          </p:cNvSpPr>
          <p:nvPr>
            <p:ph type="sldNum" sz="quarter" idx="35"/>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DA291C"/>
                </a:solidFill>
                <a:effectLst/>
                <a:uLnTx/>
                <a:uFillTx/>
                <a:latin typeface="Arial Narrow" panose="020B0606020202030204" pitchFamily="34" charset="0"/>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51</a:t>
            </a:fld>
            <a:endParaRPr kumimoji="0" lang="it-IT" sz="8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grpSp>
        <p:nvGrpSpPr>
          <p:cNvPr id="44" name="Group 49">
            <a:extLst>
              <a:ext uri="{FF2B5EF4-FFF2-40B4-BE49-F238E27FC236}">
                <a16:creationId xmlns:a16="http://schemas.microsoft.com/office/drawing/2014/main" id="{69805B4D-6EE7-4115-B8CB-3D71DF456059}"/>
              </a:ext>
            </a:extLst>
          </p:cNvPr>
          <p:cNvGrpSpPr/>
          <p:nvPr/>
        </p:nvGrpSpPr>
        <p:grpSpPr>
          <a:xfrm>
            <a:off x="6841340" y="4969080"/>
            <a:ext cx="108000" cy="108000"/>
            <a:chOff x="10130023" y="2277920"/>
            <a:chExt cx="1188000" cy="1188000"/>
          </a:xfrm>
          <a:solidFill>
            <a:schemeClr val="accent2">
              <a:lumMod val="20000"/>
              <a:lumOff val="80000"/>
            </a:schemeClr>
          </a:solidFill>
        </p:grpSpPr>
        <p:pic>
          <p:nvPicPr>
            <p:cNvPr id="48" name="Picture 51">
              <a:extLst>
                <a:ext uri="{FF2B5EF4-FFF2-40B4-BE49-F238E27FC236}">
                  <a16:creationId xmlns:a16="http://schemas.microsoft.com/office/drawing/2014/main" id="{9356E391-6CE9-4E73-9B57-05EE5C8AA569}"/>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64" name="Oval 17">
              <a:extLst>
                <a:ext uri="{FF2B5EF4-FFF2-40B4-BE49-F238E27FC236}">
                  <a16:creationId xmlns:a16="http://schemas.microsoft.com/office/drawing/2014/main" id="{5BD2FD0A-6337-427A-BCD5-42A6D5D49F9C}"/>
                </a:ext>
              </a:extLst>
            </p:cNvPr>
            <p:cNvSpPr/>
            <p:nvPr/>
          </p:nvSpPr>
          <p:spPr>
            <a:xfrm rot="5400000">
              <a:off x="10148023" y="2295920"/>
              <a:ext cx="1152000" cy="115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65" name="Google Shape;21;p4">
              <a:extLst>
                <a:ext uri="{FF2B5EF4-FFF2-40B4-BE49-F238E27FC236}">
                  <a16:creationId xmlns:a16="http://schemas.microsoft.com/office/drawing/2014/main" id="{82381034-9629-401B-8D90-64303D7602E0}"/>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68" name="Rectangle 210">
            <a:extLst>
              <a:ext uri="{FF2B5EF4-FFF2-40B4-BE49-F238E27FC236}">
                <a16:creationId xmlns:a16="http://schemas.microsoft.com/office/drawing/2014/main" id="{23449677-AB6B-4CDF-B42D-8D406BFB4B9F}"/>
              </a:ext>
            </a:extLst>
          </p:cNvPr>
          <p:cNvSpPr/>
          <p:nvPr/>
        </p:nvSpPr>
        <p:spPr>
          <a:xfrm>
            <a:off x="6928298" y="4916723"/>
            <a:ext cx="2172905"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Subject to exam question</a:t>
            </a:r>
            <a:endPar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76" name="Rectangle 210">
            <a:extLst>
              <a:ext uri="{FF2B5EF4-FFF2-40B4-BE49-F238E27FC236}">
                <a16:creationId xmlns:a16="http://schemas.microsoft.com/office/drawing/2014/main" id="{861DDFB4-FCAC-4D68-933E-0F24E29AAF0E}"/>
              </a:ext>
            </a:extLst>
          </p:cNvPr>
          <p:cNvSpPr/>
          <p:nvPr/>
        </p:nvSpPr>
        <p:spPr>
          <a:xfrm>
            <a:off x="640323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9736232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Oval 37">
            <a:extLst>
              <a:ext uri="{FF2B5EF4-FFF2-40B4-BE49-F238E27FC236}">
                <a16:creationId xmlns:a16="http://schemas.microsoft.com/office/drawing/2014/main" id="{C76B50AE-608C-44A2-8A61-CE0FED39D794}"/>
              </a:ext>
            </a:extLst>
          </p:cNvPr>
          <p:cNvSpPr/>
          <p:nvPr/>
        </p:nvSpPr>
        <p:spPr>
          <a:xfrm>
            <a:off x="4746435" y="3426439"/>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ITIL 4 management practices | </a:t>
            </a:r>
            <a:r>
              <a:rPr lang="en-US">
                <a:solidFill>
                  <a:schemeClr val="accent3"/>
                </a:solidFill>
                <a:latin typeface="Arial Narrow" panose="020B0606020202030204" pitchFamily="34" charset="0"/>
              </a:rPr>
              <a:t>Monitoring and Event Management</a:t>
            </a:r>
            <a:endParaRPr lang="en-GB">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p:txBody>
          <a:bodyPr/>
          <a:lstStyle/>
          <a:p>
            <a:r>
              <a:rPr lang="en-US">
                <a:latin typeface="Arial Narrow" panose="020B0606020202030204" pitchFamily="34" charset="0"/>
              </a:rPr>
              <a:t>The monitoring practice aims at avoiding incidents giving early warnings to practitioners, action that allow modifying the approach from reactive to proactive</a:t>
            </a:r>
            <a:endParaRPr lang="en-GB">
              <a:latin typeface="Arial Narrow" panose="020B0606020202030204" pitchFamily="34" charset="0"/>
            </a:endParaRPr>
          </a:p>
        </p:txBody>
      </p:sp>
      <p:grpSp>
        <p:nvGrpSpPr>
          <p:cNvPr id="21" name="Gruppo 49">
            <a:extLst>
              <a:ext uri="{FF2B5EF4-FFF2-40B4-BE49-F238E27FC236}">
                <a16:creationId xmlns:a16="http://schemas.microsoft.com/office/drawing/2014/main" id="{62B7638E-74B7-4B18-8922-179677CEA5DB}"/>
              </a:ext>
            </a:extLst>
          </p:cNvPr>
          <p:cNvGrpSpPr/>
          <p:nvPr/>
        </p:nvGrpSpPr>
        <p:grpSpPr>
          <a:xfrm>
            <a:off x="445718" y="966899"/>
            <a:ext cx="946657" cy="946657"/>
            <a:chOff x="248720" y="1049897"/>
            <a:chExt cx="946657" cy="946657"/>
          </a:xfrm>
        </p:grpSpPr>
        <p:grpSp>
          <p:nvGrpSpPr>
            <p:cNvPr id="22" name="Group 15">
              <a:extLst>
                <a:ext uri="{FF2B5EF4-FFF2-40B4-BE49-F238E27FC236}">
                  <a16:creationId xmlns:a16="http://schemas.microsoft.com/office/drawing/2014/main" id="{9822CF7F-B1CF-4500-8115-D667A673062D}"/>
                </a:ext>
              </a:extLst>
            </p:cNvPr>
            <p:cNvGrpSpPr/>
            <p:nvPr/>
          </p:nvGrpSpPr>
          <p:grpSpPr>
            <a:xfrm>
              <a:off x="248720" y="1049897"/>
              <a:ext cx="946657" cy="946657"/>
              <a:chOff x="10130023" y="2277920"/>
              <a:chExt cx="1188000" cy="1188000"/>
            </a:xfrm>
            <a:solidFill>
              <a:schemeClr val="accent2">
                <a:lumMod val="20000"/>
                <a:lumOff val="80000"/>
              </a:schemeClr>
            </a:solidFill>
          </p:grpSpPr>
          <p:pic>
            <p:nvPicPr>
              <p:cNvPr id="24" name="Picture 16">
                <a:extLst>
                  <a:ext uri="{FF2B5EF4-FFF2-40B4-BE49-F238E27FC236}">
                    <a16:creationId xmlns:a16="http://schemas.microsoft.com/office/drawing/2014/main" id="{307A93C8-C668-4847-B886-828A60F469C6}"/>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25" name="Oval 17">
                <a:extLst>
                  <a:ext uri="{FF2B5EF4-FFF2-40B4-BE49-F238E27FC236}">
                    <a16:creationId xmlns:a16="http://schemas.microsoft.com/office/drawing/2014/main" id="{53FD4818-995D-4B0B-87B3-48D759A130C1}"/>
                  </a:ext>
                </a:extLst>
              </p:cNvPr>
              <p:cNvSpPr/>
              <p:nvPr/>
            </p:nvSpPr>
            <p:spPr>
              <a:xfrm rot="5400000">
                <a:off x="10148022" y="2295919"/>
                <a:ext cx="1151999" cy="11519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26" name="Google Shape;21;p4">
                <a:extLst>
                  <a:ext uri="{FF2B5EF4-FFF2-40B4-BE49-F238E27FC236}">
                    <a16:creationId xmlns:a16="http://schemas.microsoft.com/office/drawing/2014/main" id="{89619CFB-C580-44BD-B774-7C1A5E8A8D0A}"/>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23" name="Rectangle 210">
              <a:extLst>
                <a:ext uri="{FF2B5EF4-FFF2-40B4-BE49-F238E27FC236}">
                  <a16:creationId xmlns:a16="http://schemas.microsoft.com/office/drawing/2014/main" id="{BB17A8A4-3BA9-42B4-9DF5-F445BC6BB8B7}"/>
                </a:ext>
              </a:extLst>
            </p:cNvPr>
            <p:cNvSpPr/>
            <p:nvPr/>
          </p:nvSpPr>
          <p:spPr>
            <a:xfrm>
              <a:off x="291143" y="1353948"/>
              <a:ext cx="861811"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600" b="1" i="0" u="none" strike="noStrike" kern="0" cap="none" spc="0" normalizeH="0" baseline="0" noProof="0">
                  <a:ln>
                    <a:noFill/>
                  </a:ln>
                  <a:solidFill>
                    <a:srgbClr val="DA291C"/>
                  </a:solidFill>
                  <a:effectLst/>
                  <a:uLnTx/>
                  <a:uFillTx/>
                  <a:latin typeface="Arial Narrow" panose="020B0606020202030204" pitchFamily="34" charset="0"/>
                  <a:ea typeface="+mn-ea"/>
                  <a:cs typeface="+mn-cs"/>
                </a:rPr>
                <a:t>!!!</a:t>
              </a:r>
              <a:endParaRPr kumimoji="0" lang="en-GB" sz="1600" b="0" i="0" u="none" strike="noStrike" kern="0" cap="none" spc="0" normalizeH="0" baseline="0" noProof="0">
                <a:ln>
                  <a:noFill/>
                </a:ln>
                <a:solidFill>
                  <a:srgbClr val="DA291C"/>
                </a:solidFill>
                <a:effectLst/>
                <a:uLnTx/>
                <a:uFillTx/>
                <a:latin typeface="Arial Narrow" panose="020B0606020202030204" pitchFamily="34" charset="0"/>
                <a:ea typeface="+mn-ea"/>
                <a:cs typeface="+mn-cs"/>
              </a:endParaRPr>
            </a:p>
          </p:txBody>
        </p:sp>
      </p:grpSp>
      <p:pic>
        <p:nvPicPr>
          <p:cNvPr id="6" name="Graphic 5" descr="Security camera with solid fill">
            <a:extLst>
              <a:ext uri="{FF2B5EF4-FFF2-40B4-BE49-F238E27FC236}">
                <a16:creationId xmlns:a16="http://schemas.microsoft.com/office/drawing/2014/main" id="{9DAC20B5-7D15-481A-9E98-5B480897269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813035" y="3493039"/>
            <a:ext cx="406800" cy="406800"/>
          </a:xfrm>
          <a:prstGeom prst="rect">
            <a:avLst/>
          </a:prstGeom>
        </p:spPr>
      </p:pic>
      <p:sp>
        <p:nvSpPr>
          <p:cNvPr id="27" name="Rounded Rectangle 38">
            <a:extLst>
              <a:ext uri="{FF2B5EF4-FFF2-40B4-BE49-F238E27FC236}">
                <a16:creationId xmlns:a16="http://schemas.microsoft.com/office/drawing/2014/main" id="{B25CD2A4-CB95-47EE-9456-E247C55F69F0}"/>
              </a:ext>
            </a:extLst>
          </p:cNvPr>
          <p:cNvSpPr>
            <a:spLocks noChangeArrowheads="1"/>
          </p:cNvSpPr>
          <p:nvPr/>
        </p:nvSpPr>
        <p:spPr bwMode="auto">
          <a:xfrm>
            <a:off x="1233917" y="990224"/>
            <a:ext cx="7464366" cy="900000"/>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US"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The purpose of the </a:t>
            </a:r>
            <a:r>
              <a:rPr kumimoji="0" lang="en-US"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Monitoring and Event Management practice</a:t>
            </a:r>
            <a:r>
              <a:rPr kumimoji="0" lang="en-US"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 is to systematically observe services and service components by recording and reporting selected changes of state. This practice identifies and prioritizes infrastructure services, business processes, and information security events. It also establishes the appropriate response to those events and conditions that indicate potential faults or incidents</a:t>
            </a:r>
          </a:p>
        </p:txBody>
      </p:sp>
      <p:grpSp>
        <p:nvGrpSpPr>
          <p:cNvPr id="28" name="Gruppo 49">
            <a:extLst>
              <a:ext uri="{FF2B5EF4-FFF2-40B4-BE49-F238E27FC236}">
                <a16:creationId xmlns:a16="http://schemas.microsoft.com/office/drawing/2014/main" id="{AA5A086C-40D6-48DF-B70C-1B21E5DC2825}"/>
              </a:ext>
            </a:extLst>
          </p:cNvPr>
          <p:cNvGrpSpPr/>
          <p:nvPr/>
        </p:nvGrpSpPr>
        <p:grpSpPr>
          <a:xfrm>
            <a:off x="445718" y="966896"/>
            <a:ext cx="946657" cy="946657"/>
            <a:chOff x="248720" y="1049897"/>
            <a:chExt cx="946657" cy="946657"/>
          </a:xfrm>
        </p:grpSpPr>
        <p:grpSp>
          <p:nvGrpSpPr>
            <p:cNvPr id="32" name="Group 15">
              <a:extLst>
                <a:ext uri="{FF2B5EF4-FFF2-40B4-BE49-F238E27FC236}">
                  <a16:creationId xmlns:a16="http://schemas.microsoft.com/office/drawing/2014/main" id="{4A475974-D680-4FE9-9386-636E5944DD11}"/>
                </a:ext>
              </a:extLst>
            </p:cNvPr>
            <p:cNvGrpSpPr/>
            <p:nvPr/>
          </p:nvGrpSpPr>
          <p:grpSpPr>
            <a:xfrm>
              <a:off x="248720" y="1049897"/>
              <a:ext cx="946657" cy="946657"/>
              <a:chOff x="10130023" y="2277920"/>
              <a:chExt cx="1188000" cy="1188000"/>
            </a:xfrm>
            <a:solidFill>
              <a:schemeClr val="accent2">
                <a:lumMod val="20000"/>
                <a:lumOff val="80000"/>
              </a:schemeClr>
            </a:solidFill>
          </p:grpSpPr>
          <p:pic>
            <p:nvPicPr>
              <p:cNvPr id="37" name="Picture 16">
                <a:extLst>
                  <a:ext uri="{FF2B5EF4-FFF2-40B4-BE49-F238E27FC236}">
                    <a16:creationId xmlns:a16="http://schemas.microsoft.com/office/drawing/2014/main" id="{E5C82277-472F-492C-821B-C7897A52111C}"/>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39" name="Oval 17">
                <a:extLst>
                  <a:ext uri="{FF2B5EF4-FFF2-40B4-BE49-F238E27FC236}">
                    <a16:creationId xmlns:a16="http://schemas.microsoft.com/office/drawing/2014/main" id="{7284B8D8-92AC-42CF-899A-E5A2D33033C1}"/>
                  </a:ext>
                </a:extLst>
              </p:cNvPr>
              <p:cNvSpPr/>
              <p:nvPr/>
            </p:nvSpPr>
            <p:spPr>
              <a:xfrm rot="5400000">
                <a:off x="10148022" y="2295921"/>
                <a:ext cx="1151999" cy="11519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40" name="Google Shape;21;p4">
                <a:extLst>
                  <a:ext uri="{FF2B5EF4-FFF2-40B4-BE49-F238E27FC236}">
                    <a16:creationId xmlns:a16="http://schemas.microsoft.com/office/drawing/2014/main" id="{DCA49EB0-9133-4419-A7AB-96DED8330771}"/>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33" name="Rectangle 210">
              <a:extLst>
                <a:ext uri="{FF2B5EF4-FFF2-40B4-BE49-F238E27FC236}">
                  <a16:creationId xmlns:a16="http://schemas.microsoft.com/office/drawing/2014/main" id="{7D2320D0-3D0A-4ACC-8620-7E4E848EAB6D}"/>
                </a:ext>
              </a:extLst>
            </p:cNvPr>
            <p:cNvSpPr/>
            <p:nvPr/>
          </p:nvSpPr>
          <p:spPr>
            <a:xfrm>
              <a:off x="291143" y="1353948"/>
              <a:ext cx="861811"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600" b="1" i="0" u="none" strike="noStrike" kern="0" cap="none" spc="0" normalizeH="0" baseline="0" noProof="0">
                  <a:ln>
                    <a:noFill/>
                  </a:ln>
                  <a:solidFill>
                    <a:srgbClr val="DA291C"/>
                  </a:solidFill>
                  <a:effectLst/>
                  <a:uLnTx/>
                  <a:uFillTx/>
                  <a:latin typeface="Arial Narrow" panose="020B0606020202030204" pitchFamily="34" charset="0"/>
                  <a:ea typeface="+mn-ea"/>
                  <a:cs typeface="+mn-cs"/>
                </a:rPr>
                <a:t>!!!</a:t>
              </a:r>
              <a:endParaRPr kumimoji="0" lang="en-GB" sz="1600" b="0" i="0" u="none" strike="noStrike" kern="0" cap="none" spc="0" normalizeH="0" baseline="0" noProof="0">
                <a:ln>
                  <a:noFill/>
                </a:ln>
                <a:solidFill>
                  <a:srgbClr val="DA291C"/>
                </a:solidFill>
                <a:effectLst/>
                <a:uLnTx/>
                <a:uFillTx/>
                <a:latin typeface="Arial Narrow" panose="020B0606020202030204" pitchFamily="34" charset="0"/>
                <a:ea typeface="+mn-ea"/>
                <a:cs typeface="+mn-cs"/>
              </a:endParaRPr>
            </a:p>
          </p:txBody>
        </p:sp>
      </p:grpSp>
      <p:grpSp>
        <p:nvGrpSpPr>
          <p:cNvPr id="43" name="Gruppo 7">
            <a:extLst>
              <a:ext uri="{FF2B5EF4-FFF2-40B4-BE49-F238E27FC236}">
                <a16:creationId xmlns:a16="http://schemas.microsoft.com/office/drawing/2014/main" id="{5261D0CF-2AA9-4C1A-BEB7-7EF52A416B69}"/>
              </a:ext>
            </a:extLst>
          </p:cNvPr>
          <p:cNvGrpSpPr/>
          <p:nvPr/>
        </p:nvGrpSpPr>
        <p:grpSpPr>
          <a:xfrm>
            <a:off x="445718" y="1948964"/>
            <a:ext cx="8252565" cy="946657"/>
            <a:chOff x="51618" y="1049897"/>
            <a:chExt cx="8252565" cy="946657"/>
          </a:xfrm>
        </p:grpSpPr>
        <p:sp>
          <p:nvSpPr>
            <p:cNvPr id="45" name="Rounded Rectangle 38">
              <a:extLst>
                <a:ext uri="{FF2B5EF4-FFF2-40B4-BE49-F238E27FC236}">
                  <a16:creationId xmlns:a16="http://schemas.microsoft.com/office/drawing/2014/main" id="{7E558870-ADA0-4BE2-AFF7-6AED8DDBCBD5}"/>
                </a:ext>
              </a:extLst>
            </p:cNvPr>
            <p:cNvSpPr>
              <a:spLocks noChangeArrowheads="1"/>
            </p:cNvSpPr>
            <p:nvPr/>
          </p:nvSpPr>
          <p:spPr bwMode="auto">
            <a:xfrm>
              <a:off x="839817" y="1271225"/>
              <a:ext cx="7464366" cy="504000"/>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An </a:t>
              </a:r>
              <a:r>
                <a:rPr kumimoji="0" lang="en-GB"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event</a:t>
              </a: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 is any change of state that has significance for the management of a service or other configuration item. Events are typically recognized through notifications created by an IT service, a CI, or a monitoring tool</a:t>
              </a:r>
              <a:endParaRPr kumimoji="0" lang="en-GB" sz="1200" b="0" i="1"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endParaRPr>
            </a:p>
          </p:txBody>
        </p:sp>
        <p:grpSp>
          <p:nvGrpSpPr>
            <p:cNvPr id="48" name="Gruppo 3">
              <a:extLst>
                <a:ext uri="{FF2B5EF4-FFF2-40B4-BE49-F238E27FC236}">
                  <a16:creationId xmlns:a16="http://schemas.microsoft.com/office/drawing/2014/main" id="{3915339A-A7B5-4F24-A3F8-4B4D73E9173E}"/>
                </a:ext>
              </a:extLst>
            </p:cNvPr>
            <p:cNvGrpSpPr/>
            <p:nvPr/>
          </p:nvGrpSpPr>
          <p:grpSpPr>
            <a:xfrm>
              <a:off x="51618" y="1049897"/>
              <a:ext cx="946657" cy="946657"/>
              <a:chOff x="248720" y="1049897"/>
              <a:chExt cx="946657" cy="946657"/>
            </a:xfrm>
          </p:grpSpPr>
          <p:grpSp>
            <p:nvGrpSpPr>
              <p:cNvPr id="49" name="Group 48">
                <a:extLst>
                  <a:ext uri="{FF2B5EF4-FFF2-40B4-BE49-F238E27FC236}">
                    <a16:creationId xmlns:a16="http://schemas.microsoft.com/office/drawing/2014/main" id="{BD9F1F8A-A00F-48B4-BE34-092F85923A7B}"/>
                  </a:ext>
                </a:extLst>
              </p:cNvPr>
              <p:cNvGrpSpPr/>
              <p:nvPr/>
            </p:nvGrpSpPr>
            <p:grpSpPr>
              <a:xfrm>
                <a:off x="248720" y="1049897"/>
                <a:ext cx="946657" cy="946657"/>
                <a:chOff x="10130023" y="2277920"/>
                <a:chExt cx="1188000" cy="1188000"/>
              </a:xfrm>
              <a:solidFill>
                <a:schemeClr val="accent2">
                  <a:lumMod val="20000"/>
                  <a:lumOff val="80000"/>
                </a:schemeClr>
              </a:solidFill>
            </p:grpSpPr>
            <p:pic>
              <p:nvPicPr>
                <p:cNvPr id="51" name="Picture 50">
                  <a:extLst>
                    <a:ext uri="{FF2B5EF4-FFF2-40B4-BE49-F238E27FC236}">
                      <a16:creationId xmlns:a16="http://schemas.microsoft.com/office/drawing/2014/main" id="{EB78D9B5-6A76-4AC4-BF76-07B42B2B89CE}"/>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52" name="Oval 17">
                  <a:extLst>
                    <a:ext uri="{FF2B5EF4-FFF2-40B4-BE49-F238E27FC236}">
                      <a16:creationId xmlns:a16="http://schemas.microsoft.com/office/drawing/2014/main" id="{397316FD-9136-4904-858B-B698328FDCA0}"/>
                    </a:ext>
                  </a:extLst>
                </p:cNvPr>
                <p:cNvSpPr/>
                <p:nvPr/>
              </p:nvSpPr>
              <p:spPr>
                <a:xfrm rot="5400000">
                  <a:off x="10148023" y="2295920"/>
                  <a:ext cx="1151999" cy="11519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53" name="Google Shape;21;p4">
                  <a:extLst>
                    <a:ext uri="{FF2B5EF4-FFF2-40B4-BE49-F238E27FC236}">
                      <a16:creationId xmlns:a16="http://schemas.microsoft.com/office/drawing/2014/main" id="{7E0A6E06-AAF5-4243-A800-286E0CA78A5F}"/>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50" name="Rectangle 210">
                <a:extLst>
                  <a:ext uri="{FF2B5EF4-FFF2-40B4-BE49-F238E27FC236}">
                    <a16:creationId xmlns:a16="http://schemas.microsoft.com/office/drawing/2014/main" id="{21CFABB4-4152-4A31-81BB-23DCA8FBA902}"/>
                  </a:ext>
                </a:extLst>
              </p:cNvPr>
              <p:cNvSpPr/>
              <p:nvPr/>
            </p:nvSpPr>
            <p:spPr>
              <a:xfrm>
                <a:off x="291143" y="1353948"/>
                <a:ext cx="861811"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600" b="1" i="0" u="none" strike="noStrike" kern="0" cap="none" spc="0" normalizeH="0" baseline="0" noProof="0">
                    <a:ln>
                      <a:noFill/>
                    </a:ln>
                    <a:solidFill>
                      <a:srgbClr val="DA291C"/>
                    </a:solidFill>
                    <a:effectLst/>
                    <a:uLnTx/>
                    <a:uFillTx/>
                    <a:latin typeface="Arial Narrow" panose="020B0606020202030204" pitchFamily="34" charset="0"/>
                    <a:ea typeface="+mn-ea"/>
                    <a:cs typeface="+mn-cs"/>
                  </a:rPr>
                  <a:t>!!!</a:t>
                </a:r>
                <a:endParaRPr kumimoji="0" lang="en-GB" sz="1600" b="0" i="0" u="none" strike="noStrike" kern="0" cap="none" spc="0" normalizeH="0" baseline="0" noProof="0">
                  <a:ln>
                    <a:noFill/>
                  </a:ln>
                  <a:solidFill>
                    <a:srgbClr val="DA291C"/>
                  </a:solidFill>
                  <a:effectLst/>
                  <a:uLnTx/>
                  <a:uFillTx/>
                  <a:latin typeface="Arial Narrow" panose="020B0606020202030204" pitchFamily="34" charset="0"/>
                  <a:ea typeface="+mn-ea"/>
                  <a:cs typeface="+mn-cs"/>
                </a:endParaRPr>
              </a:p>
            </p:txBody>
          </p:sp>
        </p:grpSp>
      </p:grpSp>
      <p:cxnSp>
        <p:nvCxnSpPr>
          <p:cNvPr id="56" name="Straight Connector 55">
            <a:extLst>
              <a:ext uri="{FF2B5EF4-FFF2-40B4-BE49-F238E27FC236}">
                <a16:creationId xmlns:a16="http://schemas.microsoft.com/office/drawing/2014/main" id="{6226ECB1-8BC0-4E15-B33D-C61FFEA53B09}"/>
              </a:ext>
            </a:extLst>
          </p:cNvPr>
          <p:cNvCxnSpPr>
            <a:cxnSpLocks/>
          </p:cNvCxnSpPr>
          <p:nvPr/>
        </p:nvCxnSpPr>
        <p:spPr>
          <a:xfrm>
            <a:off x="514847" y="3069985"/>
            <a:ext cx="817960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7" name="TextBox 11">
            <a:extLst>
              <a:ext uri="{FF2B5EF4-FFF2-40B4-BE49-F238E27FC236}">
                <a16:creationId xmlns:a16="http://schemas.microsoft.com/office/drawing/2014/main" id="{D60502D0-77DE-44FB-8632-5EC30E6A82B0}"/>
              </a:ext>
            </a:extLst>
          </p:cNvPr>
          <p:cNvSpPr txBox="1"/>
          <p:nvPr/>
        </p:nvSpPr>
        <p:spPr>
          <a:xfrm>
            <a:off x="3904409" y="2916097"/>
            <a:ext cx="1349109" cy="307777"/>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Highlights</a:t>
            </a:r>
            <a:endParaRPr kumimoji="0" lang="en-GB" sz="14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sp>
        <p:nvSpPr>
          <p:cNvPr id="82" name="Oval 37">
            <a:extLst>
              <a:ext uri="{FF2B5EF4-FFF2-40B4-BE49-F238E27FC236}">
                <a16:creationId xmlns:a16="http://schemas.microsoft.com/office/drawing/2014/main" id="{B6B19DAF-B434-4DF4-A4FB-0DF0226DDD89}"/>
              </a:ext>
            </a:extLst>
          </p:cNvPr>
          <p:cNvSpPr/>
          <p:nvPr/>
        </p:nvSpPr>
        <p:spPr>
          <a:xfrm>
            <a:off x="3858169" y="3426439"/>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sp>
        <p:nvSpPr>
          <p:cNvPr id="83" name="Oval 37">
            <a:extLst>
              <a:ext uri="{FF2B5EF4-FFF2-40B4-BE49-F238E27FC236}">
                <a16:creationId xmlns:a16="http://schemas.microsoft.com/office/drawing/2014/main" id="{3ADEF2E2-C798-4D78-9E31-85DA8DF338B2}"/>
              </a:ext>
            </a:extLst>
          </p:cNvPr>
          <p:cNvSpPr/>
          <p:nvPr/>
        </p:nvSpPr>
        <p:spPr>
          <a:xfrm>
            <a:off x="3858169" y="4113453"/>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sp>
        <p:nvSpPr>
          <p:cNvPr id="85" name="Oval 37">
            <a:extLst>
              <a:ext uri="{FF2B5EF4-FFF2-40B4-BE49-F238E27FC236}">
                <a16:creationId xmlns:a16="http://schemas.microsoft.com/office/drawing/2014/main" id="{A8B2CE84-6C0C-4622-AFE3-43191E88445F}"/>
              </a:ext>
            </a:extLst>
          </p:cNvPr>
          <p:cNvSpPr/>
          <p:nvPr/>
        </p:nvSpPr>
        <p:spPr>
          <a:xfrm>
            <a:off x="4746435" y="4113453"/>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sp>
        <p:nvSpPr>
          <p:cNvPr id="86" name="Rectangle 210">
            <a:extLst>
              <a:ext uri="{FF2B5EF4-FFF2-40B4-BE49-F238E27FC236}">
                <a16:creationId xmlns:a16="http://schemas.microsoft.com/office/drawing/2014/main" id="{92A4835B-CF4D-4F88-B5D4-ADCE84512EEE}"/>
              </a:ext>
            </a:extLst>
          </p:cNvPr>
          <p:cNvSpPr/>
          <p:nvPr/>
        </p:nvSpPr>
        <p:spPr>
          <a:xfrm>
            <a:off x="726035" y="3480996"/>
            <a:ext cx="3038400" cy="430887"/>
          </a:xfrm>
          <a:prstGeom prst="rect">
            <a:avLst/>
          </a:prstGeom>
        </p:spPr>
        <p:txBody>
          <a:bodyPr wrap="square" anchor="ctr">
            <a:spAutoFit/>
          </a:bodyPr>
          <a:lstStyle/>
          <a:p>
            <a:pPr marL="0" marR="0" lvl="0" indent="0" algn="r" defTabSz="914400" rtl="0" eaLnBrk="1" fontAlgn="auto" latinLnBrk="0" hangingPunct="1">
              <a:lnSpc>
                <a:spcPct val="100000"/>
              </a:lnSpc>
              <a:spcBef>
                <a:spcPts val="0"/>
              </a:spcBef>
              <a:spcAft>
                <a:spcPts val="0"/>
              </a:spcAft>
              <a:buClr>
                <a:srgbClr val="DA291C"/>
              </a:buClr>
              <a:buSzTx/>
              <a:buFontTx/>
              <a:buNone/>
              <a:tabLst/>
              <a:defRPr/>
            </a:pP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Monitoring and Event Management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practice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avoids system crashes</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allowing to act before they happen</a:t>
            </a:r>
          </a:p>
        </p:txBody>
      </p:sp>
      <p:sp>
        <p:nvSpPr>
          <p:cNvPr id="87" name="Rectangle 210">
            <a:extLst>
              <a:ext uri="{FF2B5EF4-FFF2-40B4-BE49-F238E27FC236}">
                <a16:creationId xmlns:a16="http://schemas.microsoft.com/office/drawing/2014/main" id="{4DE95869-EDDA-4AB0-8171-637663C9802E}"/>
              </a:ext>
            </a:extLst>
          </p:cNvPr>
          <p:cNvSpPr/>
          <p:nvPr/>
        </p:nvSpPr>
        <p:spPr>
          <a:xfrm>
            <a:off x="5345103" y="3480996"/>
            <a:ext cx="3536627" cy="430887"/>
          </a:xfrm>
          <a:prstGeom prst="rect">
            <a:avLst/>
          </a:prstGeom>
        </p:spPr>
        <p:txBody>
          <a:bodyPr wrap="square" anchor="ctr">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Monitoring tools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are needed for giving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early warnings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to service practitioners and this process should be highly automated</a:t>
            </a:r>
          </a:p>
        </p:txBody>
      </p:sp>
      <p:sp>
        <p:nvSpPr>
          <p:cNvPr id="88" name="Rectangle 210">
            <a:extLst>
              <a:ext uri="{FF2B5EF4-FFF2-40B4-BE49-F238E27FC236}">
                <a16:creationId xmlns:a16="http://schemas.microsoft.com/office/drawing/2014/main" id="{69F9B213-F170-42AC-B896-B2B3C1FB5654}"/>
              </a:ext>
            </a:extLst>
          </p:cNvPr>
          <p:cNvSpPr/>
          <p:nvPr/>
        </p:nvSpPr>
        <p:spPr>
          <a:xfrm>
            <a:off x="5345103" y="4168133"/>
            <a:ext cx="3607511" cy="430887"/>
          </a:xfrm>
          <a:prstGeom prst="rect">
            <a:avLst/>
          </a:prstGeom>
        </p:spPr>
        <p:txBody>
          <a:bodyPr wrap="square" anchor="ctr">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Events are “change of state that has significance”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and they do not have the same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priority</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and require the same response</a:t>
            </a:r>
            <a:endPar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89" name="Rectangle 210">
            <a:extLst>
              <a:ext uri="{FF2B5EF4-FFF2-40B4-BE49-F238E27FC236}">
                <a16:creationId xmlns:a16="http://schemas.microsoft.com/office/drawing/2014/main" id="{A00820CA-8311-4F0A-A364-D0DB4D43208F}"/>
              </a:ext>
            </a:extLst>
          </p:cNvPr>
          <p:cNvSpPr/>
          <p:nvPr/>
        </p:nvSpPr>
        <p:spPr>
          <a:xfrm>
            <a:off x="191386" y="4168136"/>
            <a:ext cx="3573049" cy="430887"/>
          </a:xfrm>
          <a:prstGeom prst="rect">
            <a:avLst/>
          </a:prstGeom>
        </p:spPr>
        <p:txBody>
          <a:bodyPr wrap="square" anchor="ctr">
            <a:spAutoFit/>
          </a:bodyPr>
          <a:lstStyle/>
          <a:p>
            <a:pPr marL="0" marR="0" lvl="0" indent="0" algn="r" defTabSz="914400" rtl="0" eaLnBrk="1" fontAlgn="auto" latinLnBrk="0" hangingPunct="1">
              <a:lnSpc>
                <a:spcPct val="100000"/>
              </a:lnSpc>
              <a:spcBef>
                <a:spcPts val="0"/>
              </a:spcBef>
              <a:spcAft>
                <a:spcPts val="0"/>
              </a:spcAft>
              <a:buClr>
                <a:srgbClr val="DA291C"/>
              </a:buClr>
              <a:buSzTx/>
              <a:buFontTx/>
              <a:buNone/>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The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reaction</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is based on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events</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and the definition of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threshold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at which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alerts</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are generated is supported by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multiple practices</a:t>
            </a:r>
          </a:p>
        </p:txBody>
      </p:sp>
      <p:pic>
        <p:nvPicPr>
          <p:cNvPr id="94" name="Graphic 93" descr="Close with solid fill">
            <a:extLst>
              <a:ext uri="{FF2B5EF4-FFF2-40B4-BE49-F238E27FC236}">
                <a16:creationId xmlns:a16="http://schemas.microsoft.com/office/drawing/2014/main" id="{0292E7BC-D022-4F09-AECF-E3195C804C7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924769" y="3493039"/>
            <a:ext cx="406800" cy="406800"/>
          </a:xfrm>
          <a:prstGeom prst="rect">
            <a:avLst/>
          </a:prstGeom>
        </p:spPr>
      </p:pic>
      <p:pic>
        <p:nvPicPr>
          <p:cNvPr id="10" name="Graphic 9" descr="Siren with solid fill">
            <a:extLst>
              <a:ext uri="{FF2B5EF4-FFF2-40B4-BE49-F238E27FC236}">
                <a16:creationId xmlns:a16="http://schemas.microsoft.com/office/drawing/2014/main" id="{442B46D3-1AC7-41FE-A3C1-9FB854AD5A6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813035" y="4180053"/>
            <a:ext cx="406800" cy="406800"/>
          </a:xfrm>
          <a:prstGeom prst="rect">
            <a:avLst/>
          </a:prstGeom>
        </p:spPr>
      </p:pic>
      <p:pic>
        <p:nvPicPr>
          <p:cNvPr id="12" name="Graphic 11" descr="Priorities with solid fill">
            <a:extLst>
              <a:ext uri="{FF2B5EF4-FFF2-40B4-BE49-F238E27FC236}">
                <a16:creationId xmlns:a16="http://schemas.microsoft.com/office/drawing/2014/main" id="{F87A2D3B-7AFE-4604-A8DD-695A589C26B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924769" y="4180053"/>
            <a:ext cx="406800" cy="406800"/>
          </a:xfrm>
          <a:prstGeom prst="rect">
            <a:avLst/>
          </a:prstGeom>
        </p:spPr>
      </p:pic>
      <p:grpSp>
        <p:nvGrpSpPr>
          <p:cNvPr id="60" name="Group 59">
            <a:extLst>
              <a:ext uri="{FF2B5EF4-FFF2-40B4-BE49-F238E27FC236}">
                <a16:creationId xmlns:a16="http://schemas.microsoft.com/office/drawing/2014/main" id="{A1182605-C3A6-41F7-99CB-F8B5E2D09183}"/>
              </a:ext>
            </a:extLst>
          </p:cNvPr>
          <p:cNvGrpSpPr/>
          <p:nvPr/>
        </p:nvGrpSpPr>
        <p:grpSpPr>
          <a:xfrm>
            <a:off x="7978987" y="72617"/>
            <a:ext cx="990588" cy="389425"/>
            <a:chOff x="7686066" y="126412"/>
            <a:chExt cx="1283510" cy="511174"/>
          </a:xfrm>
        </p:grpSpPr>
        <p:sp>
          <p:nvSpPr>
            <p:cNvPr id="61" name="Rounded Rectangle 38">
              <a:extLst>
                <a:ext uri="{FF2B5EF4-FFF2-40B4-BE49-F238E27FC236}">
                  <a16:creationId xmlns:a16="http://schemas.microsoft.com/office/drawing/2014/main" id="{85A631E4-03C7-4E1C-9219-66ED2AE84F20}"/>
                </a:ext>
              </a:extLst>
            </p:cNvPr>
            <p:cNvSpPr>
              <a:spLocks noChangeArrowheads="1"/>
            </p:cNvSpPr>
            <p:nvPr/>
          </p:nvSpPr>
          <p:spPr bwMode="auto">
            <a:xfrm>
              <a:off x="7686066" y="126412"/>
              <a:ext cx="1283510" cy="222043"/>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endPar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endParaRPr>
            </a:p>
          </p:txBody>
        </p:sp>
        <p:grpSp>
          <p:nvGrpSpPr>
            <p:cNvPr id="62" name="Group 61">
              <a:extLst>
                <a:ext uri="{FF2B5EF4-FFF2-40B4-BE49-F238E27FC236}">
                  <a16:creationId xmlns:a16="http://schemas.microsoft.com/office/drawing/2014/main" id="{01FFE33F-CF92-4173-A6FF-A685DE88F55E}"/>
                </a:ext>
              </a:extLst>
            </p:cNvPr>
            <p:cNvGrpSpPr/>
            <p:nvPr/>
          </p:nvGrpSpPr>
          <p:grpSpPr>
            <a:xfrm>
              <a:off x="7839999" y="178009"/>
              <a:ext cx="991557" cy="118849"/>
              <a:chOff x="7839999" y="139419"/>
              <a:chExt cx="991557" cy="118849"/>
            </a:xfrm>
          </p:grpSpPr>
          <p:sp>
            <p:nvSpPr>
              <p:cNvPr id="64" name="Rectangle 7">
                <a:extLst>
                  <a:ext uri="{FF2B5EF4-FFF2-40B4-BE49-F238E27FC236}">
                    <a16:creationId xmlns:a16="http://schemas.microsoft.com/office/drawing/2014/main" id="{CB0626EB-C0AD-4371-B1DC-D734747BC216}"/>
                  </a:ext>
                </a:extLst>
              </p:cNvPr>
              <p:cNvSpPr/>
              <p:nvPr/>
            </p:nvSpPr>
            <p:spPr>
              <a:xfrm>
                <a:off x="7839999" y="139419"/>
                <a:ext cx="436761" cy="1188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sp>
            <p:nvSpPr>
              <p:cNvPr id="65" name="Rectangle 7">
                <a:extLst>
                  <a:ext uri="{FF2B5EF4-FFF2-40B4-BE49-F238E27FC236}">
                    <a16:creationId xmlns:a16="http://schemas.microsoft.com/office/drawing/2014/main" id="{6F8BB13E-2685-45C4-8601-410316BC29AF}"/>
                  </a:ext>
                </a:extLst>
              </p:cNvPr>
              <p:cNvSpPr/>
              <p:nvPr/>
            </p:nvSpPr>
            <p:spPr>
              <a:xfrm>
                <a:off x="8394795" y="139419"/>
                <a:ext cx="436761" cy="11884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24000" bIns="72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grpSp>
        <p:sp>
          <p:nvSpPr>
            <p:cNvPr id="63" name="Rounded Rectangle 38">
              <a:extLst>
                <a:ext uri="{FF2B5EF4-FFF2-40B4-BE49-F238E27FC236}">
                  <a16:creationId xmlns:a16="http://schemas.microsoft.com/office/drawing/2014/main" id="{6BDDB2E9-FD3F-40A1-9674-452A4C8EE098}"/>
                </a:ext>
              </a:extLst>
            </p:cNvPr>
            <p:cNvSpPr>
              <a:spLocks noChangeArrowheads="1"/>
            </p:cNvSpPr>
            <p:nvPr/>
          </p:nvSpPr>
          <p:spPr bwMode="auto">
            <a:xfrm>
              <a:off x="7686066" y="415543"/>
              <a:ext cx="1283510" cy="222043"/>
            </a:xfrm>
            <a:prstGeom prst="roundRect">
              <a:avLst>
                <a:gd name="adj" fmla="val 8452"/>
              </a:avLst>
            </a:prstGeom>
            <a:solidFill>
              <a:schemeClr val="accent2"/>
            </a:solidFill>
            <a:ln w="12700" algn="ctr">
              <a:solidFill>
                <a:schemeClr val="accent2"/>
              </a:solidFill>
              <a:prstDash val="solid"/>
              <a:round/>
              <a:headEnd/>
              <a:tailEnd/>
            </a:ln>
          </p:spPr>
          <p:txBody>
            <a:bodyPr lIns="0" tIns="0" rIns="0" bIns="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GB" sz="800" b="1" i="0" u="none" strike="noStrike" kern="0" cap="none" spc="0" normalizeH="0" baseline="0" noProof="0">
                  <a:ln>
                    <a:noFill/>
                  </a:ln>
                  <a:solidFill>
                    <a:srgbClr val="FFFFFF"/>
                  </a:solidFill>
                  <a:effectLst/>
                  <a:uLnTx/>
                  <a:uFillTx/>
                  <a:latin typeface="Arial Narrow" panose="020B0606020202030204" pitchFamily="34" charset="0"/>
                  <a:ea typeface="+mn-ea"/>
                  <a:cs typeface="Lucida Sans" pitchFamily="34" charset="0"/>
                </a:rPr>
                <a:t>Service</a:t>
              </a:r>
            </a:p>
          </p:txBody>
        </p:sp>
      </p:grpSp>
      <p:sp>
        <p:nvSpPr>
          <p:cNvPr id="7" name="Slide Number Placeholder 6">
            <a:extLst>
              <a:ext uri="{FF2B5EF4-FFF2-40B4-BE49-F238E27FC236}">
                <a16:creationId xmlns:a16="http://schemas.microsoft.com/office/drawing/2014/main" id="{F1096394-41C7-48FE-8185-F698F7D6B275}"/>
              </a:ext>
            </a:extLst>
          </p:cNvPr>
          <p:cNvSpPr>
            <a:spLocks noGrp="1"/>
          </p:cNvSpPr>
          <p:nvPr>
            <p:ph type="sldNum" sz="quarter" idx="35"/>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DA291C"/>
                </a:solidFill>
                <a:effectLst/>
                <a:uLnTx/>
                <a:uFillTx/>
                <a:latin typeface="Arial Narrow" panose="020B0606020202030204" pitchFamily="34" charset="0"/>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52</a:t>
            </a:fld>
            <a:endParaRPr kumimoji="0" lang="it-IT" sz="11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grpSp>
        <p:nvGrpSpPr>
          <p:cNvPr id="54" name="Group 49">
            <a:extLst>
              <a:ext uri="{FF2B5EF4-FFF2-40B4-BE49-F238E27FC236}">
                <a16:creationId xmlns:a16="http://schemas.microsoft.com/office/drawing/2014/main" id="{B773957F-4EA8-484C-985F-6AD21DB3343B}"/>
              </a:ext>
            </a:extLst>
          </p:cNvPr>
          <p:cNvGrpSpPr/>
          <p:nvPr/>
        </p:nvGrpSpPr>
        <p:grpSpPr>
          <a:xfrm>
            <a:off x="6841340" y="4969080"/>
            <a:ext cx="108000" cy="108000"/>
            <a:chOff x="10130023" y="2277920"/>
            <a:chExt cx="1188000" cy="1188000"/>
          </a:xfrm>
          <a:solidFill>
            <a:schemeClr val="accent2">
              <a:lumMod val="20000"/>
              <a:lumOff val="80000"/>
            </a:schemeClr>
          </a:solidFill>
        </p:grpSpPr>
        <p:pic>
          <p:nvPicPr>
            <p:cNvPr id="58" name="Picture 51">
              <a:extLst>
                <a:ext uri="{FF2B5EF4-FFF2-40B4-BE49-F238E27FC236}">
                  <a16:creationId xmlns:a16="http://schemas.microsoft.com/office/drawing/2014/main" id="{2C3BB5E1-0349-476B-9224-7A6EE1D615E0}"/>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59" name="Oval 17">
              <a:extLst>
                <a:ext uri="{FF2B5EF4-FFF2-40B4-BE49-F238E27FC236}">
                  <a16:creationId xmlns:a16="http://schemas.microsoft.com/office/drawing/2014/main" id="{7EB260C9-415A-48D9-A66E-3D5C49373127}"/>
                </a:ext>
              </a:extLst>
            </p:cNvPr>
            <p:cNvSpPr/>
            <p:nvPr/>
          </p:nvSpPr>
          <p:spPr>
            <a:xfrm rot="5400000">
              <a:off x="10148023" y="2295920"/>
              <a:ext cx="1152000" cy="115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66" name="Google Shape;21;p4">
              <a:extLst>
                <a:ext uri="{FF2B5EF4-FFF2-40B4-BE49-F238E27FC236}">
                  <a16:creationId xmlns:a16="http://schemas.microsoft.com/office/drawing/2014/main" id="{759039ED-9DEB-4E40-BD7D-699CA78AE70D}"/>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67" name="Rectangle 210">
            <a:extLst>
              <a:ext uri="{FF2B5EF4-FFF2-40B4-BE49-F238E27FC236}">
                <a16:creationId xmlns:a16="http://schemas.microsoft.com/office/drawing/2014/main" id="{AB8F1EFF-495D-4826-9855-9B7E4969A0B6}"/>
              </a:ext>
            </a:extLst>
          </p:cNvPr>
          <p:cNvSpPr/>
          <p:nvPr/>
        </p:nvSpPr>
        <p:spPr>
          <a:xfrm>
            <a:off x="6928298" y="4916723"/>
            <a:ext cx="2172905"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Subject to exam question</a:t>
            </a:r>
            <a:endPar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69" name="Rectangle 210">
            <a:extLst>
              <a:ext uri="{FF2B5EF4-FFF2-40B4-BE49-F238E27FC236}">
                <a16:creationId xmlns:a16="http://schemas.microsoft.com/office/drawing/2014/main" id="{979095C5-0300-42B6-8AF6-B23FBE12AD61}"/>
              </a:ext>
            </a:extLst>
          </p:cNvPr>
          <p:cNvSpPr/>
          <p:nvPr/>
        </p:nvSpPr>
        <p:spPr>
          <a:xfrm>
            <a:off x="640323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37649173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Arc 64">
            <a:extLst>
              <a:ext uri="{FF2B5EF4-FFF2-40B4-BE49-F238E27FC236}">
                <a16:creationId xmlns:a16="http://schemas.microsoft.com/office/drawing/2014/main" id="{080F4F69-3215-4EDE-BD38-3D9B6FE4FFE9}"/>
              </a:ext>
            </a:extLst>
          </p:cNvPr>
          <p:cNvSpPr/>
          <p:nvPr/>
        </p:nvSpPr>
        <p:spPr>
          <a:xfrm>
            <a:off x="1829101" y="2104729"/>
            <a:ext cx="1152000" cy="1152000"/>
          </a:xfrm>
          <a:prstGeom prst="arc">
            <a:avLst>
              <a:gd name="adj1" fmla="val 647"/>
              <a:gd name="adj2" fmla="val 0"/>
            </a:avLst>
          </a:prstGeom>
          <a:ln>
            <a:solidFill>
              <a:schemeClr val="accent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a:effectLst/>
        </p:spPr>
        <p:txBody>
          <a:bodyPr/>
          <a:lstStyle/>
          <a:p>
            <a:r>
              <a:rPr lang="en-US">
                <a:latin typeface="Arial Narrow" panose="020B0606020202030204" pitchFamily="34" charset="0"/>
              </a:rPr>
              <a:t>ITIL 4 management practices | </a:t>
            </a:r>
            <a:r>
              <a:rPr lang="en-US">
                <a:solidFill>
                  <a:schemeClr val="accent3"/>
                </a:solidFill>
                <a:latin typeface="Arial Narrow" panose="020B0606020202030204" pitchFamily="34" charset="0"/>
              </a:rPr>
              <a:t>Service Level Management</a:t>
            </a:r>
            <a:endParaRPr lang="en-GB">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a:effectLst/>
        </p:spPr>
        <p:txBody>
          <a:bodyPr/>
          <a:lstStyle/>
          <a:p>
            <a:r>
              <a:rPr lang="en-US">
                <a:latin typeface="Arial Narrow" panose="020B0606020202030204" pitchFamily="34" charset="0"/>
              </a:rPr>
              <a:t>Service Level Management defines the service level that should be reached and respected. The mentioned practice is mainly perceived as an engaging activity within the SVC where one of the most important skills is the good communication with stakeholders</a:t>
            </a:r>
            <a:endParaRPr lang="en-GB">
              <a:latin typeface="Arial Narrow" panose="020B0606020202030204" pitchFamily="34" charset="0"/>
            </a:endParaRPr>
          </a:p>
        </p:txBody>
      </p:sp>
      <p:grpSp>
        <p:nvGrpSpPr>
          <p:cNvPr id="30" name="Group 29">
            <a:extLst>
              <a:ext uri="{FF2B5EF4-FFF2-40B4-BE49-F238E27FC236}">
                <a16:creationId xmlns:a16="http://schemas.microsoft.com/office/drawing/2014/main" id="{FA83E4E9-3D92-4283-A479-165F6C357B76}"/>
              </a:ext>
            </a:extLst>
          </p:cNvPr>
          <p:cNvGrpSpPr/>
          <p:nvPr/>
        </p:nvGrpSpPr>
        <p:grpSpPr>
          <a:xfrm>
            <a:off x="445718" y="966896"/>
            <a:ext cx="8252565" cy="946657"/>
            <a:chOff x="445718" y="1114824"/>
            <a:chExt cx="8252565" cy="946657"/>
          </a:xfrm>
          <a:effectLst/>
        </p:grpSpPr>
        <p:sp>
          <p:nvSpPr>
            <p:cNvPr id="31" name="Rounded Rectangle 38">
              <a:extLst>
                <a:ext uri="{FF2B5EF4-FFF2-40B4-BE49-F238E27FC236}">
                  <a16:creationId xmlns:a16="http://schemas.microsoft.com/office/drawing/2014/main" id="{06B21F35-1037-43EF-BCB5-C4C68F5E0E50}"/>
                </a:ext>
              </a:extLst>
            </p:cNvPr>
            <p:cNvSpPr>
              <a:spLocks noChangeArrowheads="1"/>
            </p:cNvSpPr>
            <p:nvPr/>
          </p:nvSpPr>
          <p:spPr bwMode="auto">
            <a:xfrm>
              <a:off x="1233917" y="1282153"/>
              <a:ext cx="7464366" cy="612000"/>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The purpose of the </a:t>
              </a:r>
              <a:r>
                <a:rPr kumimoji="0" lang="en-GB"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Service Level Management practice </a:t>
              </a: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is to set clear, business-based targets for service levels, and ensure that service delivery is properly assessed, monitored and managed against these targets</a:t>
              </a:r>
            </a:p>
          </p:txBody>
        </p:sp>
        <p:grpSp>
          <p:nvGrpSpPr>
            <p:cNvPr id="34" name="Gruppo 49">
              <a:extLst>
                <a:ext uri="{FF2B5EF4-FFF2-40B4-BE49-F238E27FC236}">
                  <a16:creationId xmlns:a16="http://schemas.microsoft.com/office/drawing/2014/main" id="{78F77FEE-96C9-426E-9236-DC80591542AF}"/>
                </a:ext>
              </a:extLst>
            </p:cNvPr>
            <p:cNvGrpSpPr/>
            <p:nvPr/>
          </p:nvGrpSpPr>
          <p:grpSpPr>
            <a:xfrm>
              <a:off x="445718" y="1114824"/>
              <a:ext cx="946657" cy="946657"/>
              <a:chOff x="248720" y="1049897"/>
              <a:chExt cx="946657" cy="946657"/>
            </a:xfrm>
          </p:grpSpPr>
          <p:grpSp>
            <p:nvGrpSpPr>
              <p:cNvPr id="35" name="Group 15">
                <a:extLst>
                  <a:ext uri="{FF2B5EF4-FFF2-40B4-BE49-F238E27FC236}">
                    <a16:creationId xmlns:a16="http://schemas.microsoft.com/office/drawing/2014/main" id="{005B03DA-3097-4AAB-8417-7ED961929BF9}"/>
                  </a:ext>
                </a:extLst>
              </p:cNvPr>
              <p:cNvGrpSpPr/>
              <p:nvPr/>
            </p:nvGrpSpPr>
            <p:grpSpPr>
              <a:xfrm>
                <a:off x="248720" y="1049897"/>
                <a:ext cx="946657" cy="946657"/>
                <a:chOff x="10130023" y="2277920"/>
                <a:chExt cx="1188000" cy="1188000"/>
              </a:xfrm>
              <a:solidFill>
                <a:schemeClr val="accent2">
                  <a:lumMod val="20000"/>
                  <a:lumOff val="80000"/>
                </a:schemeClr>
              </a:solidFill>
            </p:grpSpPr>
            <p:pic>
              <p:nvPicPr>
                <p:cNvPr id="38" name="Picture 16">
                  <a:extLst>
                    <a:ext uri="{FF2B5EF4-FFF2-40B4-BE49-F238E27FC236}">
                      <a16:creationId xmlns:a16="http://schemas.microsoft.com/office/drawing/2014/main" id="{EF836BEE-F2F0-47F8-A85C-C22A9F48AB0B}"/>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41" name="Oval 17">
                  <a:extLst>
                    <a:ext uri="{FF2B5EF4-FFF2-40B4-BE49-F238E27FC236}">
                      <a16:creationId xmlns:a16="http://schemas.microsoft.com/office/drawing/2014/main" id="{C1599574-741B-4148-8946-A3E2FCE02B9F}"/>
                    </a:ext>
                  </a:extLst>
                </p:cNvPr>
                <p:cNvSpPr/>
                <p:nvPr/>
              </p:nvSpPr>
              <p:spPr>
                <a:xfrm rot="5400000">
                  <a:off x="10148021" y="2295921"/>
                  <a:ext cx="1151999" cy="11519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42" name="Google Shape;21;p4">
                  <a:extLst>
                    <a:ext uri="{FF2B5EF4-FFF2-40B4-BE49-F238E27FC236}">
                      <a16:creationId xmlns:a16="http://schemas.microsoft.com/office/drawing/2014/main" id="{5C78FF6A-027F-4908-B309-32555A7245F3}"/>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36" name="Rectangle 210">
                <a:extLst>
                  <a:ext uri="{FF2B5EF4-FFF2-40B4-BE49-F238E27FC236}">
                    <a16:creationId xmlns:a16="http://schemas.microsoft.com/office/drawing/2014/main" id="{F6DCB843-1A90-46ED-A568-5A47B61ED43C}"/>
                  </a:ext>
                </a:extLst>
              </p:cNvPr>
              <p:cNvSpPr/>
              <p:nvPr/>
            </p:nvSpPr>
            <p:spPr>
              <a:xfrm>
                <a:off x="291143" y="1353948"/>
                <a:ext cx="861811"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600" b="1" i="0" u="none" strike="noStrike" kern="0" cap="none" spc="0" normalizeH="0" baseline="0" noProof="0">
                    <a:ln>
                      <a:noFill/>
                    </a:ln>
                    <a:solidFill>
                      <a:srgbClr val="DA291C"/>
                    </a:solidFill>
                    <a:effectLst/>
                    <a:uLnTx/>
                    <a:uFillTx/>
                    <a:latin typeface="Arial Narrow" panose="020B0606020202030204" pitchFamily="34" charset="0"/>
                    <a:ea typeface="+mn-ea"/>
                    <a:cs typeface="+mn-cs"/>
                  </a:rPr>
                  <a:t>!!!</a:t>
                </a:r>
                <a:endParaRPr kumimoji="0" lang="en-GB" sz="1600" b="0" i="0" u="none" strike="noStrike" kern="0" cap="none" spc="0" normalizeH="0" baseline="0" noProof="0">
                  <a:ln>
                    <a:noFill/>
                  </a:ln>
                  <a:solidFill>
                    <a:srgbClr val="DA291C"/>
                  </a:solidFill>
                  <a:effectLst/>
                  <a:uLnTx/>
                  <a:uFillTx/>
                  <a:latin typeface="Arial Narrow" panose="020B0606020202030204" pitchFamily="34" charset="0"/>
                  <a:ea typeface="+mn-ea"/>
                  <a:cs typeface="+mn-cs"/>
                </a:endParaRPr>
              </a:p>
            </p:txBody>
          </p:sp>
        </p:grpSp>
      </p:grpSp>
      <p:cxnSp>
        <p:nvCxnSpPr>
          <p:cNvPr id="78" name="Straight Connector 12">
            <a:extLst>
              <a:ext uri="{FF2B5EF4-FFF2-40B4-BE49-F238E27FC236}">
                <a16:creationId xmlns:a16="http://schemas.microsoft.com/office/drawing/2014/main" id="{ACC72BE0-03CE-4EFD-9688-95844A4D6374}"/>
              </a:ext>
            </a:extLst>
          </p:cNvPr>
          <p:cNvCxnSpPr>
            <a:cxnSpLocks/>
          </p:cNvCxnSpPr>
          <p:nvPr/>
        </p:nvCxnSpPr>
        <p:spPr>
          <a:xfrm>
            <a:off x="4775974" y="2307063"/>
            <a:ext cx="4164052" cy="0"/>
          </a:xfrm>
          <a:prstGeom prst="line">
            <a:avLst/>
          </a:prstGeom>
          <a:ln w="19050">
            <a:solidFill>
              <a:schemeClr val="accent1"/>
            </a:solidFill>
          </a:ln>
          <a:effectLst/>
        </p:spPr>
        <p:style>
          <a:lnRef idx="1">
            <a:schemeClr val="accent1"/>
          </a:lnRef>
          <a:fillRef idx="0">
            <a:schemeClr val="accent1"/>
          </a:fillRef>
          <a:effectRef idx="0">
            <a:schemeClr val="accent1"/>
          </a:effectRef>
          <a:fontRef idx="minor">
            <a:schemeClr val="tx1"/>
          </a:fontRef>
        </p:style>
      </p:cxnSp>
      <p:sp>
        <p:nvSpPr>
          <p:cNvPr id="79" name="TextBox 11">
            <a:extLst>
              <a:ext uri="{FF2B5EF4-FFF2-40B4-BE49-F238E27FC236}">
                <a16:creationId xmlns:a16="http://schemas.microsoft.com/office/drawing/2014/main" id="{A354BF6B-A9C2-47EB-9F55-F1F8708430BF}"/>
              </a:ext>
            </a:extLst>
          </p:cNvPr>
          <p:cNvSpPr txBox="1"/>
          <p:nvPr/>
        </p:nvSpPr>
        <p:spPr>
          <a:xfrm>
            <a:off x="6246750" y="2153175"/>
            <a:ext cx="1222500" cy="307777"/>
          </a:xfrm>
          <a:prstGeom prst="rect">
            <a:avLst/>
          </a:prstGeom>
          <a:solidFill>
            <a:schemeClr val="bg1"/>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Highlights</a:t>
            </a:r>
            <a:endParaRPr kumimoji="0" lang="en-GB" sz="14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sp>
        <p:nvSpPr>
          <p:cNvPr id="40" name="Rectangle 210">
            <a:extLst>
              <a:ext uri="{FF2B5EF4-FFF2-40B4-BE49-F238E27FC236}">
                <a16:creationId xmlns:a16="http://schemas.microsoft.com/office/drawing/2014/main" id="{DFDFF25E-FBA4-46CD-9215-2EC6F5C6F40D}"/>
              </a:ext>
            </a:extLst>
          </p:cNvPr>
          <p:cNvSpPr/>
          <p:nvPr/>
        </p:nvSpPr>
        <p:spPr>
          <a:xfrm>
            <a:off x="4705092" y="2408251"/>
            <a:ext cx="4334397" cy="1754326"/>
          </a:xfrm>
          <a:prstGeom prst="rect">
            <a:avLst/>
          </a:prstGeom>
          <a:effectLst/>
        </p:spPr>
        <p:txBody>
          <a:bodyPr wrap="square">
            <a:spAutoFit/>
          </a:bodyPr>
          <a:lstStyle/>
          <a:p>
            <a:pPr marL="0" marR="0" lvl="0" indent="0" algn="l" defTabSz="914400" rtl="0" eaLnBrk="1" fontAlgn="auto" latinLnBrk="0" hangingPunct="1">
              <a:lnSpc>
                <a:spcPct val="100000"/>
              </a:lnSpc>
              <a:spcBef>
                <a:spcPts val="0"/>
              </a:spcBef>
              <a:spcAft>
                <a:spcPts val="600"/>
              </a:spcAft>
              <a:buClr>
                <a:srgbClr val="DA291C"/>
              </a:buClr>
              <a:buSzTx/>
              <a:buFontTx/>
              <a:buNone/>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The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Service Level Management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practice:</a:t>
            </a:r>
          </a:p>
          <a:p>
            <a:pPr marL="171450" marR="0" lvl="0" indent="-171450" algn="l" defTabSz="9144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Establishes</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 shared view of services and target service levels with customers, both documented in the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Service Level Agreement</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(SLA)</a:t>
            </a:r>
          </a:p>
          <a:p>
            <a:pPr marL="171450" marR="0" lvl="0" indent="-171450" algn="l" defTabSz="9144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Ensures</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that the organization meets the defined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service levels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through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relevant metrics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for the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identified services</a:t>
            </a:r>
          </a:p>
          <a:p>
            <a:pPr marL="171450" marR="0" lvl="0" indent="-171450" algn="l" defTabSz="9144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Performs</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service reviews to ensure they meet the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organization’s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and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customers’ needs</a:t>
            </a:r>
          </a:p>
          <a:p>
            <a:pPr marL="171450" marR="0" lvl="0" indent="-171450" algn="l" defTabSz="9144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Captures</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and reports in case of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service issues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or</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 performance decrease</a:t>
            </a:r>
          </a:p>
        </p:txBody>
      </p:sp>
      <p:sp>
        <p:nvSpPr>
          <p:cNvPr id="29" name="Oval 37">
            <a:extLst>
              <a:ext uri="{FF2B5EF4-FFF2-40B4-BE49-F238E27FC236}">
                <a16:creationId xmlns:a16="http://schemas.microsoft.com/office/drawing/2014/main" id="{883527B6-2DDF-447B-A712-2A1B9616A139}"/>
              </a:ext>
            </a:extLst>
          </p:cNvPr>
          <p:cNvSpPr/>
          <p:nvPr/>
        </p:nvSpPr>
        <p:spPr>
          <a:xfrm>
            <a:off x="2172615" y="3006749"/>
            <a:ext cx="437760" cy="43776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sp>
        <p:nvSpPr>
          <p:cNvPr id="37" name="Oval 37">
            <a:extLst>
              <a:ext uri="{FF2B5EF4-FFF2-40B4-BE49-F238E27FC236}">
                <a16:creationId xmlns:a16="http://schemas.microsoft.com/office/drawing/2014/main" id="{3F16EB1E-83EB-41A8-B657-D65F37796D20}"/>
              </a:ext>
            </a:extLst>
          </p:cNvPr>
          <p:cNvSpPr/>
          <p:nvPr/>
        </p:nvSpPr>
        <p:spPr>
          <a:xfrm>
            <a:off x="1622837" y="2154797"/>
            <a:ext cx="437760" cy="43776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sp>
        <p:nvSpPr>
          <p:cNvPr id="44" name="Oval 37">
            <a:extLst>
              <a:ext uri="{FF2B5EF4-FFF2-40B4-BE49-F238E27FC236}">
                <a16:creationId xmlns:a16="http://schemas.microsoft.com/office/drawing/2014/main" id="{7B8DA3DF-B488-4F3A-BC43-97D8BC13BACD}"/>
              </a:ext>
            </a:extLst>
          </p:cNvPr>
          <p:cNvSpPr/>
          <p:nvPr/>
        </p:nvSpPr>
        <p:spPr>
          <a:xfrm>
            <a:off x="2704982" y="2148619"/>
            <a:ext cx="437760" cy="43776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sp>
        <p:nvSpPr>
          <p:cNvPr id="46" name="Rounded Rectangle 38">
            <a:extLst>
              <a:ext uri="{FF2B5EF4-FFF2-40B4-BE49-F238E27FC236}">
                <a16:creationId xmlns:a16="http://schemas.microsoft.com/office/drawing/2014/main" id="{78408E91-1691-40BD-8C97-DA57E3953C64}"/>
              </a:ext>
            </a:extLst>
          </p:cNvPr>
          <p:cNvSpPr>
            <a:spLocks noChangeArrowheads="1"/>
          </p:cNvSpPr>
          <p:nvPr/>
        </p:nvSpPr>
        <p:spPr bwMode="auto">
          <a:xfrm>
            <a:off x="137481" y="2106694"/>
            <a:ext cx="1219378" cy="1239482"/>
          </a:xfrm>
          <a:prstGeom prst="roundRect">
            <a:avLst>
              <a:gd name="adj" fmla="val 8452"/>
            </a:avLst>
          </a:prstGeom>
          <a:solidFill>
            <a:srgbClr val="FFFFFF"/>
          </a:solidFill>
          <a:ln w="12700" algn="ctr">
            <a:solidFill>
              <a:schemeClr val="accent1"/>
            </a:solidFill>
            <a:prstDash val="sysDot"/>
            <a:round/>
            <a:headEnd/>
            <a:tailEnd/>
          </a:ln>
        </p:spPr>
        <p:txBody>
          <a:bodyPr lIns="36000" tIns="72000" rIns="72000" bIns="0" anchor="t"/>
          <a:lstStyle/>
          <a:p>
            <a:pPr marL="171450" marR="0" lvl="0" indent="-171450" algn="l" defTabSz="914400" rtl="0" eaLnBrk="1" fontAlgn="auto" latinLnBrk="0" hangingPunct="1">
              <a:lnSpc>
                <a:spcPct val="100000"/>
              </a:lnSpc>
              <a:spcBef>
                <a:spcPts val="0"/>
              </a:spcBef>
              <a:spcAft>
                <a:spcPts val="0"/>
              </a:spcAft>
              <a:buClr>
                <a:srgbClr val="DA291C"/>
              </a:buClr>
              <a:buSzTx/>
              <a:buFont typeface="Wingdings" panose="05000000000000000000" pitchFamily="2" charset="2"/>
              <a:buChar char="§"/>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Empathy</a:t>
            </a:r>
          </a:p>
          <a:p>
            <a:pPr marL="171450" marR="0" lvl="0" indent="-171450" algn="l" defTabSz="914400" rtl="0" eaLnBrk="1" fontAlgn="auto" latinLnBrk="0" hangingPunct="1">
              <a:lnSpc>
                <a:spcPct val="100000"/>
              </a:lnSpc>
              <a:spcBef>
                <a:spcPts val="0"/>
              </a:spcBef>
              <a:spcAft>
                <a:spcPts val="0"/>
              </a:spcAft>
              <a:buClr>
                <a:srgbClr val="DA291C"/>
              </a:buClr>
              <a:buSzTx/>
              <a:buFont typeface="Wingdings" panose="05000000000000000000" pitchFamily="2" charset="2"/>
              <a:buChar char="§"/>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Good communication</a:t>
            </a:r>
          </a:p>
          <a:p>
            <a:pPr marL="171450" marR="0" lvl="0" indent="-171450" algn="l" defTabSz="914400" rtl="0" eaLnBrk="1" fontAlgn="auto" latinLnBrk="0" hangingPunct="1">
              <a:lnSpc>
                <a:spcPct val="100000"/>
              </a:lnSpc>
              <a:spcBef>
                <a:spcPts val="0"/>
              </a:spcBef>
              <a:spcAft>
                <a:spcPts val="0"/>
              </a:spcAft>
              <a:buClr>
                <a:srgbClr val="DA291C"/>
              </a:buClr>
              <a:buSzTx/>
              <a:buFont typeface="Wingdings" panose="05000000000000000000" pitchFamily="2" charset="2"/>
              <a:buChar char="§"/>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Business understanding</a:t>
            </a:r>
          </a:p>
        </p:txBody>
      </p:sp>
      <p:cxnSp>
        <p:nvCxnSpPr>
          <p:cNvPr id="47" name="Connector: Elbow 46">
            <a:extLst>
              <a:ext uri="{FF2B5EF4-FFF2-40B4-BE49-F238E27FC236}">
                <a16:creationId xmlns:a16="http://schemas.microsoft.com/office/drawing/2014/main" id="{B2B5971F-09DA-4806-A38F-CDF0EBE6B0B0}"/>
              </a:ext>
            </a:extLst>
          </p:cNvPr>
          <p:cNvCxnSpPr>
            <a:cxnSpLocks/>
            <a:stCxn id="37" idx="2"/>
            <a:endCxn id="46" idx="3"/>
          </p:cNvCxnSpPr>
          <p:nvPr/>
        </p:nvCxnSpPr>
        <p:spPr>
          <a:xfrm rot="10800000" flipV="1">
            <a:off x="1356859" y="2373677"/>
            <a:ext cx="265978" cy="352758"/>
          </a:xfrm>
          <a:prstGeom prst="bentConnector3">
            <a:avLst>
              <a:gd name="adj1" fmla="val 50000"/>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onnector: Elbow 48">
            <a:extLst>
              <a:ext uri="{FF2B5EF4-FFF2-40B4-BE49-F238E27FC236}">
                <a16:creationId xmlns:a16="http://schemas.microsoft.com/office/drawing/2014/main" id="{29E7E67C-73D5-4C8D-987C-48BCA10A9EA2}"/>
              </a:ext>
            </a:extLst>
          </p:cNvPr>
          <p:cNvCxnSpPr>
            <a:cxnSpLocks/>
            <a:stCxn id="44" idx="6"/>
            <a:endCxn id="75" idx="1"/>
          </p:cNvCxnSpPr>
          <p:nvPr/>
        </p:nvCxnSpPr>
        <p:spPr>
          <a:xfrm>
            <a:off x="3142742" y="2367499"/>
            <a:ext cx="266953" cy="358936"/>
          </a:xfrm>
          <a:prstGeom prst="bentConnector3">
            <a:avLst>
              <a:gd name="adj1" fmla="val 50000"/>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0" name="Rounded Rectangle 38">
            <a:extLst>
              <a:ext uri="{FF2B5EF4-FFF2-40B4-BE49-F238E27FC236}">
                <a16:creationId xmlns:a16="http://schemas.microsoft.com/office/drawing/2014/main" id="{3CF0BC94-1F05-4E8B-A65E-14B8DD1AE00B}"/>
              </a:ext>
            </a:extLst>
          </p:cNvPr>
          <p:cNvSpPr>
            <a:spLocks noChangeArrowheads="1"/>
          </p:cNvSpPr>
          <p:nvPr/>
        </p:nvSpPr>
        <p:spPr bwMode="auto">
          <a:xfrm>
            <a:off x="485212" y="3780147"/>
            <a:ext cx="3810169" cy="929180"/>
          </a:xfrm>
          <a:prstGeom prst="roundRect">
            <a:avLst>
              <a:gd name="adj" fmla="val 8452"/>
            </a:avLst>
          </a:prstGeom>
          <a:solidFill>
            <a:srgbClr val="FFFFFF"/>
          </a:solidFill>
          <a:ln w="12700" algn="ctr">
            <a:solidFill>
              <a:schemeClr val="accent1"/>
            </a:solidFill>
            <a:prstDash val="sysDot"/>
            <a:round/>
            <a:headEnd/>
            <a:tailEnd/>
          </a:ln>
        </p:spPr>
        <p:txBody>
          <a:bodyPr lIns="0" tIns="72000" rIns="0" bIns="0" anchor="t"/>
          <a:lstStyle/>
          <a:p>
            <a:pPr marL="269875" marR="0" lvl="0" indent="-177800" algn="l" defTabSz="914400" rtl="0" eaLnBrk="1" fontAlgn="auto" latinLnBrk="0" hangingPunct="1">
              <a:lnSpc>
                <a:spcPct val="100000"/>
              </a:lnSpc>
              <a:spcBef>
                <a:spcPts val="0"/>
              </a:spcBef>
              <a:spcAft>
                <a:spcPts val="0"/>
              </a:spcAft>
              <a:buClr>
                <a:srgbClr val="DA291C"/>
              </a:buClr>
              <a:buSzTx/>
              <a:buFont typeface="Wingdings" panose="05000000000000000000" pitchFamily="2" charset="2"/>
              <a:buChar char="§"/>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Supplier Management, to ensure contracts support</a:t>
            </a:r>
          </a:p>
          <a:p>
            <a:pPr marL="269875" marR="0" lvl="0" indent="-177800" algn="l" defTabSz="914400" rtl="0" eaLnBrk="1" fontAlgn="auto" latinLnBrk="0" hangingPunct="1">
              <a:lnSpc>
                <a:spcPct val="100000"/>
              </a:lnSpc>
              <a:spcBef>
                <a:spcPts val="0"/>
              </a:spcBef>
              <a:spcAft>
                <a:spcPts val="0"/>
              </a:spcAft>
              <a:buClr>
                <a:srgbClr val="DA291C"/>
              </a:buClr>
              <a:buSzTx/>
              <a:buFont typeface="Wingdings" panose="05000000000000000000" pitchFamily="2" charset="2"/>
              <a:buChar char="§"/>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Business analysis, to define requirements</a:t>
            </a:r>
          </a:p>
          <a:p>
            <a:pPr marL="269875" marR="0" lvl="0" indent="-177800" algn="l" defTabSz="914400" rtl="0" eaLnBrk="1" fontAlgn="auto" latinLnBrk="0" hangingPunct="1">
              <a:lnSpc>
                <a:spcPct val="100000"/>
              </a:lnSpc>
              <a:spcBef>
                <a:spcPts val="0"/>
              </a:spcBef>
              <a:spcAft>
                <a:spcPts val="0"/>
              </a:spcAft>
              <a:buClr>
                <a:srgbClr val="DA291C"/>
              </a:buClr>
              <a:buSzTx/>
              <a:buFont typeface="Wingdings" panose="05000000000000000000" pitchFamily="2" charset="2"/>
              <a:buChar char="§"/>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Relationship Management, to ensure stakeholders involvement</a:t>
            </a:r>
          </a:p>
          <a:p>
            <a:pPr marL="269875" marR="0" lvl="0" indent="-177800" algn="l" defTabSz="914400" rtl="0" eaLnBrk="1" fontAlgn="auto" latinLnBrk="0" hangingPunct="1">
              <a:lnSpc>
                <a:spcPct val="100000"/>
              </a:lnSpc>
              <a:spcBef>
                <a:spcPts val="0"/>
              </a:spcBef>
              <a:spcAft>
                <a:spcPts val="0"/>
              </a:spcAft>
              <a:buClr>
                <a:srgbClr val="DA291C"/>
              </a:buClr>
              <a:buSzTx/>
              <a:buFont typeface="Wingdings" panose="05000000000000000000" pitchFamily="2" charset="2"/>
              <a:buChar char="§"/>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Service Catalogue Management, to record new services</a:t>
            </a:r>
          </a:p>
        </p:txBody>
      </p:sp>
      <p:cxnSp>
        <p:nvCxnSpPr>
          <p:cNvPr id="51" name="Straight Arrow Connector 50">
            <a:extLst>
              <a:ext uri="{FF2B5EF4-FFF2-40B4-BE49-F238E27FC236}">
                <a16:creationId xmlns:a16="http://schemas.microsoft.com/office/drawing/2014/main" id="{D27FB808-A064-4378-8B7A-8042F66DF675}"/>
              </a:ext>
            </a:extLst>
          </p:cNvPr>
          <p:cNvCxnSpPr>
            <a:cxnSpLocks/>
            <a:stCxn id="29" idx="4"/>
            <a:endCxn id="48" idx="0"/>
          </p:cNvCxnSpPr>
          <p:nvPr/>
        </p:nvCxnSpPr>
        <p:spPr>
          <a:xfrm flipH="1">
            <a:off x="2390296" y="3444509"/>
            <a:ext cx="1199" cy="18344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75" name="Rounded Rectangle 38">
            <a:extLst>
              <a:ext uri="{FF2B5EF4-FFF2-40B4-BE49-F238E27FC236}">
                <a16:creationId xmlns:a16="http://schemas.microsoft.com/office/drawing/2014/main" id="{09AAF3DB-3E8B-44E9-B345-464986D2F184}"/>
              </a:ext>
            </a:extLst>
          </p:cNvPr>
          <p:cNvSpPr>
            <a:spLocks noChangeArrowheads="1"/>
          </p:cNvSpPr>
          <p:nvPr/>
        </p:nvSpPr>
        <p:spPr bwMode="auto">
          <a:xfrm>
            <a:off x="3409695" y="2106694"/>
            <a:ext cx="1219378" cy="1239482"/>
          </a:xfrm>
          <a:prstGeom prst="roundRect">
            <a:avLst>
              <a:gd name="adj" fmla="val 8452"/>
            </a:avLst>
          </a:prstGeom>
          <a:solidFill>
            <a:srgbClr val="FFFFFF"/>
          </a:solidFill>
          <a:ln w="12700" algn="ctr">
            <a:solidFill>
              <a:schemeClr val="accent1"/>
            </a:solidFill>
            <a:prstDash val="sysDot"/>
            <a:round/>
            <a:headEnd/>
            <a:tailEnd/>
          </a:ln>
        </p:spPr>
        <p:txBody>
          <a:bodyPr lIns="36000" tIns="72000" rIns="72000" bIns="0" anchor="t"/>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Service Level Management is part of the Engage activity of the SVC</a:t>
            </a:r>
            <a:endPar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pic>
        <p:nvPicPr>
          <p:cNvPr id="76" name="Graphic 75" descr="Head with gears with solid fill">
            <a:extLst>
              <a:ext uri="{FF2B5EF4-FFF2-40B4-BE49-F238E27FC236}">
                <a16:creationId xmlns:a16="http://schemas.microsoft.com/office/drawing/2014/main" id="{51646341-32C7-4990-A890-16743367B40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76117" y="2208077"/>
            <a:ext cx="331200" cy="331200"/>
          </a:xfrm>
          <a:prstGeom prst="rect">
            <a:avLst/>
          </a:prstGeom>
        </p:spPr>
      </p:pic>
      <p:pic>
        <p:nvPicPr>
          <p:cNvPr id="77" name="Graphic 76" descr="Link with solid fill">
            <a:extLst>
              <a:ext uri="{FF2B5EF4-FFF2-40B4-BE49-F238E27FC236}">
                <a16:creationId xmlns:a16="http://schemas.microsoft.com/office/drawing/2014/main" id="{2458577E-D5C5-49D1-841C-92D2353647C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758262" y="2201899"/>
            <a:ext cx="331200" cy="331200"/>
          </a:xfrm>
          <a:prstGeom prst="rect">
            <a:avLst/>
          </a:prstGeom>
        </p:spPr>
      </p:pic>
      <p:pic>
        <p:nvPicPr>
          <p:cNvPr id="80" name="Graphic 79" descr="Hierarchy with solid fill">
            <a:extLst>
              <a:ext uri="{FF2B5EF4-FFF2-40B4-BE49-F238E27FC236}">
                <a16:creationId xmlns:a16="http://schemas.microsoft.com/office/drawing/2014/main" id="{BF4BDE6C-4E79-4F0E-A882-AA1547E5A89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225895" y="3060029"/>
            <a:ext cx="331200" cy="331200"/>
          </a:xfrm>
          <a:prstGeom prst="rect">
            <a:avLst/>
          </a:prstGeom>
        </p:spPr>
      </p:pic>
      <p:sp>
        <p:nvSpPr>
          <p:cNvPr id="43" name="TextBox 11">
            <a:extLst>
              <a:ext uri="{FF2B5EF4-FFF2-40B4-BE49-F238E27FC236}">
                <a16:creationId xmlns:a16="http://schemas.microsoft.com/office/drawing/2014/main" id="{7B3FEEA0-326F-4326-9FD3-EFE7D63421BD}"/>
              </a:ext>
            </a:extLst>
          </p:cNvPr>
          <p:cNvSpPr txBox="1"/>
          <p:nvPr/>
        </p:nvSpPr>
        <p:spPr>
          <a:xfrm>
            <a:off x="3733758" y="1957845"/>
            <a:ext cx="571253" cy="276999"/>
          </a:xfrm>
          <a:prstGeom prst="rect">
            <a:avLst/>
          </a:prstGeom>
          <a:solidFill>
            <a:schemeClr val="bg1"/>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SVC</a:t>
            </a:r>
            <a:endParaRPr kumimoji="0" lang="en-GB" sz="12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sp>
        <p:nvSpPr>
          <p:cNvPr id="45" name="TextBox 11">
            <a:extLst>
              <a:ext uri="{FF2B5EF4-FFF2-40B4-BE49-F238E27FC236}">
                <a16:creationId xmlns:a16="http://schemas.microsoft.com/office/drawing/2014/main" id="{93E95304-318C-4563-A2C3-6A987EDEADAD}"/>
              </a:ext>
            </a:extLst>
          </p:cNvPr>
          <p:cNvSpPr txBox="1"/>
          <p:nvPr/>
        </p:nvSpPr>
        <p:spPr>
          <a:xfrm>
            <a:off x="461544" y="1957845"/>
            <a:ext cx="571253" cy="276999"/>
          </a:xfrm>
          <a:prstGeom prst="rect">
            <a:avLst/>
          </a:prstGeom>
          <a:solidFill>
            <a:schemeClr val="bg1"/>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Skills</a:t>
            </a:r>
            <a:endParaRPr kumimoji="0" lang="en-GB" sz="12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sp>
        <p:nvSpPr>
          <p:cNvPr id="48" name="TextBox 11">
            <a:extLst>
              <a:ext uri="{FF2B5EF4-FFF2-40B4-BE49-F238E27FC236}">
                <a16:creationId xmlns:a16="http://schemas.microsoft.com/office/drawing/2014/main" id="{2825DE55-31D1-46D3-A4A0-20696680722E}"/>
              </a:ext>
            </a:extLst>
          </p:cNvPr>
          <p:cNvSpPr txBox="1"/>
          <p:nvPr/>
        </p:nvSpPr>
        <p:spPr>
          <a:xfrm>
            <a:off x="1778030" y="3627953"/>
            <a:ext cx="1224532" cy="276999"/>
          </a:xfrm>
          <a:prstGeom prst="rect">
            <a:avLst/>
          </a:prstGeom>
          <a:solidFill>
            <a:schemeClr val="bg1"/>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Relationship</a:t>
            </a:r>
            <a:endParaRPr kumimoji="0" lang="en-GB" sz="12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grpSp>
        <p:nvGrpSpPr>
          <p:cNvPr id="57" name="Group 56">
            <a:extLst>
              <a:ext uri="{FF2B5EF4-FFF2-40B4-BE49-F238E27FC236}">
                <a16:creationId xmlns:a16="http://schemas.microsoft.com/office/drawing/2014/main" id="{5C0F120E-EAC1-47C1-984C-CEA3E3FC288E}"/>
              </a:ext>
            </a:extLst>
          </p:cNvPr>
          <p:cNvGrpSpPr/>
          <p:nvPr/>
        </p:nvGrpSpPr>
        <p:grpSpPr>
          <a:xfrm>
            <a:off x="7978987" y="72617"/>
            <a:ext cx="990588" cy="389425"/>
            <a:chOff x="7686066" y="126412"/>
            <a:chExt cx="1283510" cy="511174"/>
          </a:xfrm>
        </p:grpSpPr>
        <p:sp>
          <p:nvSpPr>
            <p:cNvPr id="58" name="Rounded Rectangle 38">
              <a:extLst>
                <a:ext uri="{FF2B5EF4-FFF2-40B4-BE49-F238E27FC236}">
                  <a16:creationId xmlns:a16="http://schemas.microsoft.com/office/drawing/2014/main" id="{A02437EA-2171-4858-8F9D-3B0733373A9A}"/>
                </a:ext>
              </a:extLst>
            </p:cNvPr>
            <p:cNvSpPr>
              <a:spLocks noChangeArrowheads="1"/>
            </p:cNvSpPr>
            <p:nvPr/>
          </p:nvSpPr>
          <p:spPr bwMode="auto">
            <a:xfrm>
              <a:off x="7686066" y="126412"/>
              <a:ext cx="1283510" cy="222043"/>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endPar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endParaRPr>
            </a:p>
          </p:txBody>
        </p:sp>
        <p:grpSp>
          <p:nvGrpSpPr>
            <p:cNvPr id="59" name="Group 58">
              <a:extLst>
                <a:ext uri="{FF2B5EF4-FFF2-40B4-BE49-F238E27FC236}">
                  <a16:creationId xmlns:a16="http://schemas.microsoft.com/office/drawing/2014/main" id="{B57FF16E-6901-4111-915D-76DC2CF903E6}"/>
                </a:ext>
              </a:extLst>
            </p:cNvPr>
            <p:cNvGrpSpPr/>
            <p:nvPr/>
          </p:nvGrpSpPr>
          <p:grpSpPr>
            <a:xfrm>
              <a:off x="7839999" y="178009"/>
              <a:ext cx="991557" cy="118849"/>
              <a:chOff x="7839999" y="139419"/>
              <a:chExt cx="991557" cy="118849"/>
            </a:xfrm>
          </p:grpSpPr>
          <p:sp>
            <p:nvSpPr>
              <p:cNvPr id="62" name="Rectangle 7">
                <a:extLst>
                  <a:ext uri="{FF2B5EF4-FFF2-40B4-BE49-F238E27FC236}">
                    <a16:creationId xmlns:a16="http://schemas.microsoft.com/office/drawing/2014/main" id="{EA7C60D3-D5F7-49D2-9D5A-299C8C6A0418}"/>
                  </a:ext>
                </a:extLst>
              </p:cNvPr>
              <p:cNvSpPr/>
              <p:nvPr/>
            </p:nvSpPr>
            <p:spPr>
              <a:xfrm>
                <a:off x="7839999" y="139419"/>
                <a:ext cx="436761" cy="11884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sp>
            <p:nvSpPr>
              <p:cNvPr id="63" name="Rectangle 7">
                <a:extLst>
                  <a:ext uri="{FF2B5EF4-FFF2-40B4-BE49-F238E27FC236}">
                    <a16:creationId xmlns:a16="http://schemas.microsoft.com/office/drawing/2014/main" id="{6CDA7248-DBB0-4351-ADF4-1ADE27C41F43}"/>
                  </a:ext>
                </a:extLst>
              </p:cNvPr>
              <p:cNvSpPr/>
              <p:nvPr/>
            </p:nvSpPr>
            <p:spPr>
              <a:xfrm>
                <a:off x="8394795" y="139419"/>
                <a:ext cx="436761" cy="1188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324000" bIns="72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grpSp>
        <p:sp>
          <p:nvSpPr>
            <p:cNvPr id="60" name="Rounded Rectangle 38">
              <a:extLst>
                <a:ext uri="{FF2B5EF4-FFF2-40B4-BE49-F238E27FC236}">
                  <a16:creationId xmlns:a16="http://schemas.microsoft.com/office/drawing/2014/main" id="{180149F6-BA00-4A35-B995-F9BAE13B50FF}"/>
                </a:ext>
              </a:extLst>
            </p:cNvPr>
            <p:cNvSpPr>
              <a:spLocks noChangeArrowheads="1"/>
            </p:cNvSpPr>
            <p:nvPr/>
          </p:nvSpPr>
          <p:spPr bwMode="auto">
            <a:xfrm>
              <a:off x="7686066" y="415543"/>
              <a:ext cx="1283510" cy="222043"/>
            </a:xfrm>
            <a:prstGeom prst="roundRect">
              <a:avLst>
                <a:gd name="adj" fmla="val 8452"/>
              </a:avLst>
            </a:prstGeom>
            <a:solidFill>
              <a:schemeClr val="accent2"/>
            </a:solidFill>
            <a:ln w="12700" algn="ctr">
              <a:solidFill>
                <a:schemeClr val="accent2"/>
              </a:solidFill>
              <a:prstDash val="solid"/>
              <a:round/>
              <a:headEnd/>
              <a:tailEnd/>
            </a:ln>
          </p:spPr>
          <p:txBody>
            <a:bodyPr lIns="0" tIns="0" rIns="0" bIns="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GB" sz="800" b="1" i="0" u="none" strike="noStrike" kern="0" cap="none" spc="0" normalizeH="0" baseline="0" noProof="0">
                  <a:ln>
                    <a:noFill/>
                  </a:ln>
                  <a:solidFill>
                    <a:srgbClr val="FFFFFF"/>
                  </a:solidFill>
                  <a:effectLst/>
                  <a:uLnTx/>
                  <a:uFillTx/>
                  <a:latin typeface="Arial Narrow" panose="020B0606020202030204" pitchFamily="34" charset="0"/>
                  <a:ea typeface="+mn-ea"/>
                  <a:cs typeface="Lucida Sans" pitchFamily="34" charset="0"/>
                </a:rPr>
                <a:t>Service</a:t>
              </a:r>
            </a:p>
          </p:txBody>
        </p:sp>
      </p:grpSp>
      <p:sp>
        <p:nvSpPr>
          <p:cNvPr id="6" name="Slide Number Placeholder 5">
            <a:extLst>
              <a:ext uri="{FF2B5EF4-FFF2-40B4-BE49-F238E27FC236}">
                <a16:creationId xmlns:a16="http://schemas.microsoft.com/office/drawing/2014/main" id="{BBB07570-66A9-40F7-B41C-C913063DE4BB}"/>
              </a:ext>
            </a:extLst>
          </p:cNvPr>
          <p:cNvSpPr>
            <a:spLocks noGrp="1"/>
          </p:cNvSpPr>
          <p:nvPr>
            <p:ph type="sldNum" sz="quarter" idx="35"/>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DA291C"/>
                </a:solidFill>
                <a:effectLst/>
                <a:uLnTx/>
                <a:uFillTx/>
                <a:latin typeface="Arial Narrow" panose="020B0606020202030204" pitchFamily="34" charset="0"/>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53</a:t>
            </a:fld>
            <a:endParaRPr kumimoji="0" lang="it-IT" sz="11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grpSp>
        <p:nvGrpSpPr>
          <p:cNvPr id="52" name="Group 49">
            <a:extLst>
              <a:ext uri="{FF2B5EF4-FFF2-40B4-BE49-F238E27FC236}">
                <a16:creationId xmlns:a16="http://schemas.microsoft.com/office/drawing/2014/main" id="{6D35CBB8-EE57-4866-BEFC-CA8D864EC91B}"/>
              </a:ext>
            </a:extLst>
          </p:cNvPr>
          <p:cNvGrpSpPr/>
          <p:nvPr/>
        </p:nvGrpSpPr>
        <p:grpSpPr>
          <a:xfrm>
            <a:off x="6841340" y="4969080"/>
            <a:ext cx="108000" cy="108000"/>
            <a:chOff x="10130023" y="2277920"/>
            <a:chExt cx="1188000" cy="1188000"/>
          </a:xfrm>
          <a:solidFill>
            <a:schemeClr val="accent2">
              <a:lumMod val="20000"/>
              <a:lumOff val="80000"/>
            </a:schemeClr>
          </a:solidFill>
        </p:grpSpPr>
        <p:pic>
          <p:nvPicPr>
            <p:cNvPr id="54" name="Picture 51">
              <a:extLst>
                <a:ext uri="{FF2B5EF4-FFF2-40B4-BE49-F238E27FC236}">
                  <a16:creationId xmlns:a16="http://schemas.microsoft.com/office/drawing/2014/main" id="{8D4FD0B9-64D2-476B-BD97-C0D669FF944A}"/>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55" name="Oval 17">
              <a:extLst>
                <a:ext uri="{FF2B5EF4-FFF2-40B4-BE49-F238E27FC236}">
                  <a16:creationId xmlns:a16="http://schemas.microsoft.com/office/drawing/2014/main" id="{B7237424-CC9D-4D46-A3C0-3E64F31074E8}"/>
                </a:ext>
              </a:extLst>
            </p:cNvPr>
            <p:cNvSpPr/>
            <p:nvPr/>
          </p:nvSpPr>
          <p:spPr>
            <a:xfrm rot="5400000">
              <a:off x="10148023" y="2295920"/>
              <a:ext cx="1152000" cy="115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56" name="Google Shape;21;p4">
              <a:extLst>
                <a:ext uri="{FF2B5EF4-FFF2-40B4-BE49-F238E27FC236}">
                  <a16:creationId xmlns:a16="http://schemas.microsoft.com/office/drawing/2014/main" id="{723546D4-C3A5-4733-BC10-577AE622438D}"/>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64" name="Rectangle 210">
            <a:extLst>
              <a:ext uri="{FF2B5EF4-FFF2-40B4-BE49-F238E27FC236}">
                <a16:creationId xmlns:a16="http://schemas.microsoft.com/office/drawing/2014/main" id="{5DB411A1-BA4D-4A99-9D18-31E26F30BEC9}"/>
              </a:ext>
            </a:extLst>
          </p:cNvPr>
          <p:cNvSpPr/>
          <p:nvPr/>
        </p:nvSpPr>
        <p:spPr>
          <a:xfrm>
            <a:off x="6928298" y="4916723"/>
            <a:ext cx="2172905"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Subject to exam question</a:t>
            </a:r>
            <a:endPar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66" name="Rectangle 210">
            <a:extLst>
              <a:ext uri="{FF2B5EF4-FFF2-40B4-BE49-F238E27FC236}">
                <a16:creationId xmlns:a16="http://schemas.microsoft.com/office/drawing/2014/main" id="{CC942A57-DDF0-45B1-B150-CCF43AAE040C}"/>
              </a:ext>
            </a:extLst>
          </p:cNvPr>
          <p:cNvSpPr/>
          <p:nvPr/>
        </p:nvSpPr>
        <p:spPr>
          <a:xfrm>
            <a:off x="640323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38936329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rc 1">
            <a:extLst>
              <a:ext uri="{FF2B5EF4-FFF2-40B4-BE49-F238E27FC236}">
                <a16:creationId xmlns:a16="http://schemas.microsoft.com/office/drawing/2014/main" id="{6424FD59-F670-4BE0-A7B1-4F15F512E261}"/>
              </a:ext>
            </a:extLst>
          </p:cNvPr>
          <p:cNvSpPr/>
          <p:nvPr/>
        </p:nvSpPr>
        <p:spPr>
          <a:xfrm>
            <a:off x="1829101" y="2104729"/>
            <a:ext cx="1152000" cy="1152000"/>
          </a:xfrm>
          <a:prstGeom prst="arc">
            <a:avLst>
              <a:gd name="adj1" fmla="val 647"/>
              <a:gd name="adj2" fmla="val 0"/>
            </a:avLst>
          </a:prstGeom>
          <a:ln>
            <a:solidFill>
              <a:schemeClr val="accent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39" name="Rectangle 210">
            <a:extLst>
              <a:ext uri="{FF2B5EF4-FFF2-40B4-BE49-F238E27FC236}">
                <a16:creationId xmlns:a16="http://schemas.microsoft.com/office/drawing/2014/main" id="{71E0CB45-FF75-4CB5-B432-0C06CBE289F4}"/>
              </a:ext>
            </a:extLst>
          </p:cNvPr>
          <p:cNvSpPr/>
          <p:nvPr/>
        </p:nvSpPr>
        <p:spPr>
          <a:xfrm>
            <a:off x="4705092" y="2408251"/>
            <a:ext cx="4334397" cy="1831271"/>
          </a:xfrm>
          <a:prstGeom prst="rect">
            <a:avLst/>
          </a:prstGeom>
          <a:effectLst/>
        </p:spPr>
        <p:txBody>
          <a:bodyPr wrap="square">
            <a:spAutoFit/>
          </a:bodyPr>
          <a:lstStyle/>
          <a:p>
            <a:pPr marL="0" marR="0" lvl="0" indent="0" algn="l" defTabSz="914400" rtl="0" eaLnBrk="1" fontAlgn="auto" latinLnBrk="0" hangingPunct="1">
              <a:lnSpc>
                <a:spcPct val="100000"/>
              </a:lnSpc>
              <a:spcBef>
                <a:spcPts val="0"/>
              </a:spcBef>
              <a:spcAft>
                <a:spcPts val="600"/>
              </a:spcAft>
              <a:buClr>
                <a:srgbClr val="DA291C"/>
              </a:buClr>
              <a:buSzTx/>
              <a:buFontTx/>
              <a:buNone/>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The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Service Desk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practice:</a:t>
            </a:r>
          </a:p>
          <a:p>
            <a:pPr marL="171450" marR="0" lvl="0" indent="-171450" algn="l" defTabSz="9144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Is the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entry point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for users with the service provider</a:t>
            </a:r>
          </a:p>
          <a:p>
            <a:pPr marL="171450" marR="0" lvl="0" indent="-171450" algn="l" defTabSz="9144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Should provide a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single point of contact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for the IT or the service organization</a:t>
            </a:r>
          </a:p>
          <a:p>
            <a:pPr marL="171450" marR="0" lvl="0" indent="-171450" algn="l" defTabSz="9144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May be a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call center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or a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technical desk</a:t>
            </a:r>
          </a:p>
          <a:p>
            <a:pPr marL="171450" marR="0" lvl="0" indent="-171450" algn="l" defTabSz="9144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May be both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physically located as a team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or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virtually composed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regardless the position of consumers/providers</a:t>
            </a:r>
          </a:p>
          <a:p>
            <a:pPr marL="171450" marR="0" lvl="0" indent="-171450" algn="l" defTabSz="9144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Should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embody</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the principle of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“optimize and automate”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an be partially through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self-service technologies</a:t>
            </a:r>
          </a:p>
        </p:txBody>
      </p:sp>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ITIL 4 management practices | </a:t>
            </a:r>
            <a:r>
              <a:rPr lang="en-US">
                <a:solidFill>
                  <a:schemeClr val="accent3"/>
                </a:solidFill>
                <a:latin typeface="Arial Narrow" panose="020B0606020202030204" pitchFamily="34" charset="0"/>
              </a:rPr>
              <a:t>Service Desk</a:t>
            </a:r>
            <a:endParaRPr lang="en-GB">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p:txBody>
          <a:bodyPr/>
          <a:lstStyle/>
          <a:p>
            <a:r>
              <a:rPr lang="en-GB">
                <a:latin typeface="Arial Narrow" panose="020B0606020202030204" pitchFamily="34" charset="0"/>
              </a:rPr>
              <a:t>Service Desk is the practice adopted for receiving, managing and collecting service requests from service or product consumers </a:t>
            </a:r>
          </a:p>
        </p:txBody>
      </p:sp>
      <p:cxnSp>
        <p:nvCxnSpPr>
          <p:cNvPr id="78" name="Straight Connector 12">
            <a:extLst>
              <a:ext uri="{FF2B5EF4-FFF2-40B4-BE49-F238E27FC236}">
                <a16:creationId xmlns:a16="http://schemas.microsoft.com/office/drawing/2014/main" id="{ACC72BE0-03CE-4EFD-9688-95844A4D6374}"/>
              </a:ext>
            </a:extLst>
          </p:cNvPr>
          <p:cNvCxnSpPr>
            <a:cxnSpLocks/>
          </p:cNvCxnSpPr>
          <p:nvPr/>
        </p:nvCxnSpPr>
        <p:spPr>
          <a:xfrm>
            <a:off x="4775974" y="2307063"/>
            <a:ext cx="416405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79" name="TextBox 11">
            <a:extLst>
              <a:ext uri="{FF2B5EF4-FFF2-40B4-BE49-F238E27FC236}">
                <a16:creationId xmlns:a16="http://schemas.microsoft.com/office/drawing/2014/main" id="{A354BF6B-A9C2-47EB-9F55-F1F8708430BF}"/>
              </a:ext>
            </a:extLst>
          </p:cNvPr>
          <p:cNvSpPr txBox="1"/>
          <p:nvPr/>
        </p:nvSpPr>
        <p:spPr>
          <a:xfrm>
            <a:off x="6246750" y="2153175"/>
            <a:ext cx="1222500" cy="307777"/>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Highlights</a:t>
            </a:r>
            <a:endParaRPr kumimoji="0" lang="en-GB" sz="14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grpSp>
        <p:nvGrpSpPr>
          <p:cNvPr id="40" name="Group 39">
            <a:extLst>
              <a:ext uri="{FF2B5EF4-FFF2-40B4-BE49-F238E27FC236}">
                <a16:creationId xmlns:a16="http://schemas.microsoft.com/office/drawing/2014/main" id="{823DED76-5D11-410F-9454-F408FE63ACB3}"/>
              </a:ext>
            </a:extLst>
          </p:cNvPr>
          <p:cNvGrpSpPr/>
          <p:nvPr/>
        </p:nvGrpSpPr>
        <p:grpSpPr>
          <a:xfrm>
            <a:off x="445718" y="966896"/>
            <a:ext cx="8252565" cy="946657"/>
            <a:chOff x="445718" y="1114824"/>
            <a:chExt cx="8252565" cy="946657"/>
          </a:xfrm>
          <a:effectLst/>
        </p:grpSpPr>
        <p:sp>
          <p:nvSpPr>
            <p:cNvPr id="43" name="Rounded Rectangle 38">
              <a:extLst>
                <a:ext uri="{FF2B5EF4-FFF2-40B4-BE49-F238E27FC236}">
                  <a16:creationId xmlns:a16="http://schemas.microsoft.com/office/drawing/2014/main" id="{C80F8310-1BC7-4646-A49D-872F29DD075F}"/>
                </a:ext>
              </a:extLst>
            </p:cNvPr>
            <p:cNvSpPr>
              <a:spLocks noChangeArrowheads="1"/>
            </p:cNvSpPr>
            <p:nvPr/>
          </p:nvSpPr>
          <p:spPr bwMode="auto">
            <a:xfrm>
              <a:off x="1233917" y="1282153"/>
              <a:ext cx="7464366" cy="612000"/>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The purpose of the </a:t>
              </a:r>
              <a:r>
                <a:rPr kumimoji="0" lang="en-GB"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Service Desk practice</a:t>
              </a: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 is to capture demand for incident resolution and service requests. It should also be the entry point and single point of contact for the service provider</a:t>
              </a:r>
            </a:p>
          </p:txBody>
        </p:sp>
        <p:grpSp>
          <p:nvGrpSpPr>
            <p:cNvPr id="44" name="Gruppo 49">
              <a:extLst>
                <a:ext uri="{FF2B5EF4-FFF2-40B4-BE49-F238E27FC236}">
                  <a16:creationId xmlns:a16="http://schemas.microsoft.com/office/drawing/2014/main" id="{F2405E2C-A52C-4177-9624-57B502679393}"/>
                </a:ext>
              </a:extLst>
            </p:cNvPr>
            <p:cNvGrpSpPr/>
            <p:nvPr/>
          </p:nvGrpSpPr>
          <p:grpSpPr>
            <a:xfrm>
              <a:off x="445718" y="1114824"/>
              <a:ext cx="946657" cy="946657"/>
              <a:chOff x="248720" y="1049897"/>
              <a:chExt cx="946657" cy="946657"/>
            </a:xfrm>
          </p:grpSpPr>
          <p:grpSp>
            <p:nvGrpSpPr>
              <p:cNvPr id="45" name="Group 15">
                <a:extLst>
                  <a:ext uri="{FF2B5EF4-FFF2-40B4-BE49-F238E27FC236}">
                    <a16:creationId xmlns:a16="http://schemas.microsoft.com/office/drawing/2014/main" id="{7D1E4CAB-9913-46E7-BCF1-CD13352F9349}"/>
                  </a:ext>
                </a:extLst>
              </p:cNvPr>
              <p:cNvGrpSpPr/>
              <p:nvPr/>
            </p:nvGrpSpPr>
            <p:grpSpPr>
              <a:xfrm>
                <a:off x="248720" y="1049897"/>
                <a:ext cx="946657" cy="946657"/>
                <a:chOff x="10130023" y="2277920"/>
                <a:chExt cx="1188000" cy="1188000"/>
              </a:xfrm>
              <a:solidFill>
                <a:schemeClr val="accent2">
                  <a:lumMod val="20000"/>
                  <a:lumOff val="80000"/>
                </a:schemeClr>
              </a:solidFill>
            </p:grpSpPr>
            <p:pic>
              <p:nvPicPr>
                <p:cNvPr id="48" name="Picture 16">
                  <a:extLst>
                    <a:ext uri="{FF2B5EF4-FFF2-40B4-BE49-F238E27FC236}">
                      <a16:creationId xmlns:a16="http://schemas.microsoft.com/office/drawing/2014/main" id="{480891D9-66A8-4DE9-8097-17E943BD6044}"/>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49" name="Oval 17">
                  <a:extLst>
                    <a:ext uri="{FF2B5EF4-FFF2-40B4-BE49-F238E27FC236}">
                      <a16:creationId xmlns:a16="http://schemas.microsoft.com/office/drawing/2014/main" id="{D8ABAAE9-4DB1-4CC8-9CDB-F1329FB8EE6F}"/>
                    </a:ext>
                  </a:extLst>
                </p:cNvPr>
                <p:cNvSpPr/>
                <p:nvPr/>
              </p:nvSpPr>
              <p:spPr>
                <a:xfrm rot="5400000">
                  <a:off x="10148021" y="2295921"/>
                  <a:ext cx="1151999" cy="11519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50" name="Google Shape;21;p4">
                  <a:extLst>
                    <a:ext uri="{FF2B5EF4-FFF2-40B4-BE49-F238E27FC236}">
                      <a16:creationId xmlns:a16="http://schemas.microsoft.com/office/drawing/2014/main" id="{881982BC-82DE-4532-918C-823AA1C87CEE}"/>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47" name="Rectangle 210">
                <a:extLst>
                  <a:ext uri="{FF2B5EF4-FFF2-40B4-BE49-F238E27FC236}">
                    <a16:creationId xmlns:a16="http://schemas.microsoft.com/office/drawing/2014/main" id="{28EC79A9-DC54-491D-9648-0EA662E51199}"/>
                  </a:ext>
                </a:extLst>
              </p:cNvPr>
              <p:cNvSpPr/>
              <p:nvPr/>
            </p:nvSpPr>
            <p:spPr>
              <a:xfrm>
                <a:off x="291143" y="1353948"/>
                <a:ext cx="861811"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600" b="1" i="0" u="none" strike="noStrike" kern="0" cap="none" spc="0" normalizeH="0" baseline="0" noProof="0">
                    <a:ln>
                      <a:noFill/>
                    </a:ln>
                    <a:solidFill>
                      <a:srgbClr val="DA291C"/>
                    </a:solidFill>
                    <a:effectLst/>
                    <a:uLnTx/>
                    <a:uFillTx/>
                    <a:latin typeface="Arial Narrow" panose="020B0606020202030204" pitchFamily="34" charset="0"/>
                    <a:ea typeface="+mn-ea"/>
                    <a:cs typeface="+mn-cs"/>
                  </a:rPr>
                  <a:t>!!!</a:t>
                </a:r>
                <a:endParaRPr kumimoji="0" lang="en-GB" sz="1600" b="0" i="0" u="none" strike="noStrike" kern="0" cap="none" spc="0" normalizeH="0" baseline="0" noProof="0">
                  <a:ln>
                    <a:noFill/>
                  </a:ln>
                  <a:solidFill>
                    <a:srgbClr val="DA291C"/>
                  </a:solidFill>
                  <a:effectLst/>
                  <a:uLnTx/>
                  <a:uFillTx/>
                  <a:latin typeface="Arial Narrow" panose="020B0606020202030204" pitchFamily="34" charset="0"/>
                  <a:ea typeface="+mn-ea"/>
                  <a:cs typeface="+mn-cs"/>
                </a:endParaRPr>
              </a:p>
            </p:txBody>
          </p:sp>
        </p:grpSp>
      </p:grpSp>
      <p:sp>
        <p:nvSpPr>
          <p:cNvPr id="38" name="Oval 37">
            <a:extLst>
              <a:ext uri="{FF2B5EF4-FFF2-40B4-BE49-F238E27FC236}">
                <a16:creationId xmlns:a16="http://schemas.microsoft.com/office/drawing/2014/main" id="{8BB96FF3-907C-4980-87B4-BFE0D4D31E42}"/>
              </a:ext>
            </a:extLst>
          </p:cNvPr>
          <p:cNvSpPr/>
          <p:nvPr/>
        </p:nvSpPr>
        <p:spPr>
          <a:xfrm>
            <a:off x="2172615" y="3006749"/>
            <a:ext cx="437760" cy="43776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sp>
        <p:nvSpPr>
          <p:cNvPr id="41" name="Oval 37">
            <a:extLst>
              <a:ext uri="{FF2B5EF4-FFF2-40B4-BE49-F238E27FC236}">
                <a16:creationId xmlns:a16="http://schemas.microsoft.com/office/drawing/2014/main" id="{299AEED6-D3F6-46C6-A6C9-1FD15D58EE93}"/>
              </a:ext>
            </a:extLst>
          </p:cNvPr>
          <p:cNvSpPr/>
          <p:nvPr/>
        </p:nvSpPr>
        <p:spPr>
          <a:xfrm>
            <a:off x="1622837" y="2154797"/>
            <a:ext cx="437760" cy="43776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sp>
        <p:nvSpPr>
          <p:cNvPr id="42" name="Oval 37">
            <a:extLst>
              <a:ext uri="{FF2B5EF4-FFF2-40B4-BE49-F238E27FC236}">
                <a16:creationId xmlns:a16="http://schemas.microsoft.com/office/drawing/2014/main" id="{5FD88631-8F65-4FE4-8D08-AE9C639DB2A0}"/>
              </a:ext>
            </a:extLst>
          </p:cNvPr>
          <p:cNvSpPr/>
          <p:nvPr/>
        </p:nvSpPr>
        <p:spPr>
          <a:xfrm>
            <a:off x="2704982" y="2148619"/>
            <a:ext cx="437760" cy="43776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sp>
        <p:nvSpPr>
          <p:cNvPr id="46" name="Rounded Rectangle 38">
            <a:extLst>
              <a:ext uri="{FF2B5EF4-FFF2-40B4-BE49-F238E27FC236}">
                <a16:creationId xmlns:a16="http://schemas.microsoft.com/office/drawing/2014/main" id="{7D8656AB-E7E1-4B58-9D54-D1C3F3B34D38}"/>
              </a:ext>
            </a:extLst>
          </p:cNvPr>
          <p:cNvSpPr>
            <a:spLocks noChangeArrowheads="1"/>
          </p:cNvSpPr>
          <p:nvPr/>
        </p:nvSpPr>
        <p:spPr bwMode="auto">
          <a:xfrm>
            <a:off x="137481" y="2106694"/>
            <a:ext cx="1219378" cy="1239482"/>
          </a:xfrm>
          <a:prstGeom prst="roundRect">
            <a:avLst>
              <a:gd name="adj" fmla="val 8452"/>
            </a:avLst>
          </a:prstGeom>
          <a:solidFill>
            <a:srgbClr val="FFFFFF"/>
          </a:solidFill>
          <a:ln w="12700" algn="ctr">
            <a:solidFill>
              <a:schemeClr val="accent1"/>
            </a:solidFill>
            <a:prstDash val="sysDot"/>
            <a:round/>
            <a:headEnd/>
            <a:tailEnd/>
          </a:ln>
        </p:spPr>
        <p:txBody>
          <a:bodyPr lIns="36000" tIns="72000" rIns="72000" bIns="0" anchor="t"/>
          <a:lstStyle/>
          <a:p>
            <a:pPr marL="171450" marR="0" lvl="0" indent="-171450" algn="l" defTabSz="914400" rtl="0" eaLnBrk="1" fontAlgn="auto" latinLnBrk="0" hangingPunct="1">
              <a:lnSpc>
                <a:spcPct val="100000"/>
              </a:lnSpc>
              <a:spcBef>
                <a:spcPts val="0"/>
              </a:spcBef>
              <a:spcAft>
                <a:spcPts val="0"/>
              </a:spcAft>
              <a:buClr>
                <a:srgbClr val="DA291C"/>
              </a:buClr>
              <a:buSzTx/>
              <a:buFont typeface="Wingdings" panose="05000000000000000000" pitchFamily="2" charset="2"/>
              <a:buChar char="§"/>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Good communication</a:t>
            </a:r>
          </a:p>
          <a:p>
            <a:pPr marL="171450" marR="0" lvl="0" indent="-171450" algn="l" defTabSz="914400" rtl="0" eaLnBrk="1" fontAlgn="auto" latinLnBrk="0" hangingPunct="1">
              <a:lnSpc>
                <a:spcPct val="100000"/>
              </a:lnSpc>
              <a:spcBef>
                <a:spcPts val="0"/>
              </a:spcBef>
              <a:spcAft>
                <a:spcPts val="0"/>
              </a:spcAft>
              <a:buClr>
                <a:srgbClr val="DA291C"/>
              </a:buClr>
              <a:buSzTx/>
              <a:buFont typeface="Wingdings" panose="05000000000000000000" pitchFamily="2" charset="2"/>
              <a:buChar char="§"/>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Empathy</a:t>
            </a:r>
          </a:p>
          <a:p>
            <a:pPr marL="171450" marR="0" lvl="0" indent="-171450" algn="l" defTabSz="914400" rtl="0" eaLnBrk="1" fontAlgn="auto" latinLnBrk="0" hangingPunct="1">
              <a:lnSpc>
                <a:spcPct val="100000"/>
              </a:lnSpc>
              <a:spcBef>
                <a:spcPts val="0"/>
              </a:spcBef>
              <a:spcAft>
                <a:spcPts val="0"/>
              </a:spcAft>
              <a:buClr>
                <a:srgbClr val="DA291C"/>
              </a:buClr>
              <a:buSzTx/>
              <a:buFont typeface="Wingdings" panose="05000000000000000000" pitchFamily="2" charset="2"/>
              <a:buChar char="§"/>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Business understanding</a:t>
            </a:r>
          </a:p>
          <a:p>
            <a:pPr marL="171450" marR="0" lvl="0" indent="-171450" algn="l" defTabSz="914400" rtl="0" eaLnBrk="1" fontAlgn="auto" latinLnBrk="0" hangingPunct="1">
              <a:lnSpc>
                <a:spcPct val="100000"/>
              </a:lnSpc>
              <a:spcBef>
                <a:spcPts val="0"/>
              </a:spcBef>
              <a:spcAft>
                <a:spcPts val="0"/>
              </a:spcAft>
              <a:buClr>
                <a:srgbClr val="DA291C"/>
              </a:buClr>
              <a:buSzTx/>
              <a:buFont typeface="Wingdings" panose="05000000000000000000" pitchFamily="2" charset="2"/>
              <a:buChar char="§"/>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Technical skills</a:t>
            </a:r>
          </a:p>
        </p:txBody>
      </p:sp>
      <p:cxnSp>
        <p:nvCxnSpPr>
          <p:cNvPr id="51" name="Connector: Elbow 50">
            <a:extLst>
              <a:ext uri="{FF2B5EF4-FFF2-40B4-BE49-F238E27FC236}">
                <a16:creationId xmlns:a16="http://schemas.microsoft.com/office/drawing/2014/main" id="{F22097EB-8351-4E84-A77E-12E4FB611BD3}"/>
              </a:ext>
            </a:extLst>
          </p:cNvPr>
          <p:cNvCxnSpPr>
            <a:cxnSpLocks/>
            <a:stCxn id="41" idx="2"/>
            <a:endCxn id="46" idx="3"/>
          </p:cNvCxnSpPr>
          <p:nvPr/>
        </p:nvCxnSpPr>
        <p:spPr>
          <a:xfrm rot="10800000" flipV="1">
            <a:off x="1356859" y="2373677"/>
            <a:ext cx="265978" cy="352758"/>
          </a:xfrm>
          <a:prstGeom prst="bentConnector3">
            <a:avLst>
              <a:gd name="adj1" fmla="val 50000"/>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2" name="Connector: Elbow 51">
            <a:extLst>
              <a:ext uri="{FF2B5EF4-FFF2-40B4-BE49-F238E27FC236}">
                <a16:creationId xmlns:a16="http://schemas.microsoft.com/office/drawing/2014/main" id="{DECD77CB-A304-46DD-B637-76A95A3981FB}"/>
              </a:ext>
            </a:extLst>
          </p:cNvPr>
          <p:cNvCxnSpPr>
            <a:cxnSpLocks/>
            <a:stCxn id="42" idx="6"/>
            <a:endCxn id="55" idx="1"/>
          </p:cNvCxnSpPr>
          <p:nvPr/>
        </p:nvCxnSpPr>
        <p:spPr>
          <a:xfrm>
            <a:off x="3142742" y="2367499"/>
            <a:ext cx="266953" cy="358936"/>
          </a:xfrm>
          <a:prstGeom prst="bentConnector3">
            <a:avLst>
              <a:gd name="adj1" fmla="val 50000"/>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32795C6A-32C0-4A58-BE85-141D4F383235}"/>
              </a:ext>
            </a:extLst>
          </p:cNvPr>
          <p:cNvCxnSpPr>
            <a:cxnSpLocks/>
            <a:stCxn id="38" idx="4"/>
            <a:endCxn id="67" idx="0"/>
          </p:cNvCxnSpPr>
          <p:nvPr/>
        </p:nvCxnSpPr>
        <p:spPr>
          <a:xfrm flipH="1">
            <a:off x="2390296" y="3444509"/>
            <a:ext cx="1199" cy="18344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55" name="Rounded Rectangle 38">
            <a:extLst>
              <a:ext uri="{FF2B5EF4-FFF2-40B4-BE49-F238E27FC236}">
                <a16:creationId xmlns:a16="http://schemas.microsoft.com/office/drawing/2014/main" id="{8DAAD0A0-64FB-4975-9A88-186855CA6BD8}"/>
              </a:ext>
            </a:extLst>
          </p:cNvPr>
          <p:cNvSpPr>
            <a:spLocks noChangeArrowheads="1"/>
          </p:cNvSpPr>
          <p:nvPr/>
        </p:nvSpPr>
        <p:spPr bwMode="auto">
          <a:xfrm>
            <a:off x="3409695" y="2106694"/>
            <a:ext cx="1219378" cy="1239482"/>
          </a:xfrm>
          <a:prstGeom prst="roundRect">
            <a:avLst>
              <a:gd name="adj" fmla="val 8452"/>
            </a:avLst>
          </a:prstGeom>
          <a:solidFill>
            <a:srgbClr val="FFFFFF"/>
          </a:solidFill>
          <a:ln w="12700" algn="ctr">
            <a:solidFill>
              <a:schemeClr val="accent1"/>
            </a:solidFill>
            <a:prstDash val="sysDot"/>
            <a:round/>
            <a:headEnd/>
            <a:tailEnd/>
          </a:ln>
        </p:spPr>
        <p:txBody>
          <a:bodyPr lIns="36000" tIns="72000" rIns="72000" bIns="0" anchor="t"/>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Service Desk is part of the Engage activity of the SVC</a:t>
            </a:r>
            <a:endPar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pic>
        <p:nvPicPr>
          <p:cNvPr id="56" name="Graphic 55" descr="Head with gears with solid fill">
            <a:extLst>
              <a:ext uri="{FF2B5EF4-FFF2-40B4-BE49-F238E27FC236}">
                <a16:creationId xmlns:a16="http://schemas.microsoft.com/office/drawing/2014/main" id="{C899A03E-D472-410F-9C82-E2F580FDB20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76117" y="2208077"/>
            <a:ext cx="331200" cy="331200"/>
          </a:xfrm>
          <a:prstGeom prst="rect">
            <a:avLst/>
          </a:prstGeom>
        </p:spPr>
      </p:pic>
      <p:pic>
        <p:nvPicPr>
          <p:cNvPr id="57" name="Graphic 56" descr="Link with solid fill">
            <a:extLst>
              <a:ext uri="{FF2B5EF4-FFF2-40B4-BE49-F238E27FC236}">
                <a16:creationId xmlns:a16="http://schemas.microsoft.com/office/drawing/2014/main" id="{18D6433B-BFCD-43B8-8393-18D7DB83985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758262" y="2201899"/>
            <a:ext cx="331200" cy="331200"/>
          </a:xfrm>
          <a:prstGeom prst="rect">
            <a:avLst/>
          </a:prstGeom>
        </p:spPr>
      </p:pic>
      <p:pic>
        <p:nvPicPr>
          <p:cNvPr id="58" name="Graphic 57" descr="Hierarchy with solid fill">
            <a:extLst>
              <a:ext uri="{FF2B5EF4-FFF2-40B4-BE49-F238E27FC236}">
                <a16:creationId xmlns:a16="http://schemas.microsoft.com/office/drawing/2014/main" id="{11C81B34-B6B0-4373-A246-64C1CC4E788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225895" y="3060029"/>
            <a:ext cx="331200" cy="331200"/>
          </a:xfrm>
          <a:prstGeom prst="rect">
            <a:avLst/>
          </a:prstGeom>
        </p:spPr>
      </p:pic>
      <p:grpSp>
        <p:nvGrpSpPr>
          <p:cNvPr id="59" name="Group 58">
            <a:extLst>
              <a:ext uri="{FF2B5EF4-FFF2-40B4-BE49-F238E27FC236}">
                <a16:creationId xmlns:a16="http://schemas.microsoft.com/office/drawing/2014/main" id="{96A9AC6F-9B7A-49C8-856F-FFC23DB8E4C2}"/>
              </a:ext>
            </a:extLst>
          </p:cNvPr>
          <p:cNvGrpSpPr/>
          <p:nvPr/>
        </p:nvGrpSpPr>
        <p:grpSpPr>
          <a:xfrm>
            <a:off x="6841340" y="4916723"/>
            <a:ext cx="2259863" cy="215444"/>
            <a:chOff x="6841340" y="4916723"/>
            <a:chExt cx="2259863" cy="215444"/>
          </a:xfrm>
        </p:grpSpPr>
        <p:sp>
          <p:nvSpPr>
            <p:cNvPr id="60" name="Rectangle 210">
              <a:extLst>
                <a:ext uri="{FF2B5EF4-FFF2-40B4-BE49-F238E27FC236}">
                  <a16:creationId xmlns:a16="http://schemas.microsoft.com/office/drawing/2014/main" id="{DD60BEB8-7910-492A-8383-6BA7DD25E78B}"/>
                </a:ext>
              </a:extLst>
            </p:cNvPr>
            <p:cNvSpPr/>
            <p:nvPr/>
          </p:nvSpPr>
          <p:spPr>
            <a:xfrm>
              <a:off x="6928298" y="4916723"/>
              <a:ext cx="2172905"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Subject to exam question</a:t>
              </a:r>
              <a:endPar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grpSp>
          <p:nvGrpSpPr>
            <p:cNvPr id="61" name="Group 49">
              <a:extLst>
                <a:ext uri="{FF2B5EF4-FFF2-40B4-BE49-F238E27FC236}">
                  <a16:creationId xmlns:a16="http://schemas.microsoft.com/office/drawing/2014/main" id="{6DD23D10-AE7F-4D1B-8FF2-6C159DA56963}"/>
                </a:ext>
              </a:extLst>
            </p:cNvPr>
            <p:cNvGrpSpPr/>
            <p:nvPr/>
          </p:nvGrpSpPr>
          <p:grpSpPr>
            <a:xfrm>
              <a:off x="6841340" y="4969080"/>
              <a:ext cx="108000" cy="108000"/>
              <a:chOff x="10130023" y="2277920"/>
              <a:chExt cx="1188000" cy="1188000"/>
            </a:xfrm>
            <a:solidFill>
              <a:schemeClr val="accent2">
                <a:lumMod val="20000"/>
                <a:lumOff val="80000"/>
              </a:schemeClr>
            </a:solidFill>
          </p:grpSpPr>
          <p:pic>
            <p:nvPicPr>
              <p:cNvPr id="62" name="Picture 51">
                <a:extLst>
                  <a:ext uri="{FF2B5EF4-FFF2-40B4-BE49-F238E27FC236}">
                    <a16:creationId xmlns:a16="http://schemas.microsoft.com/office/drawing/2014/main" id="{E47D96E0-814A-4D30-BEBA-FFAE7BB2FC70}"/>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63" name="Oval 17">
                <a:extLst>
                  <a:ext uri="{FF2B5EF4-FFF2-40B4-BE49-F238E27FC236}">
                    <a16:creationId xmlns:a16="http://schemas.microsoft.com/office/drawing/2014/main" id="{97D09042-B849-4902-9446-80F3707B0BC1}"/>
                  </a:ext>
                </a:extLst>
              </p:cNvPr>
              <p:cNvSpPr/>
              <p:nvPr/>
            </p:nvSpPr>
            <p:spPr>
              <a:xfrm rot="5400000">
                <a:off x="10148023" y="2295920"/>
                <a:ext cx="1152000" cy="115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65" name="Google Shape;21;p4">
                <a:extLst>
                  <a:ext uri="{FF2B5EF4-FFF2-40B4-BE49-F238E27FC236}">
                    <a16:creationId xmlns:a16="http://schemas.microsoft.com/office/drawing/2014/main" id="{4156DDE3-967E-4BE6-BAC5-45F66BD0B02D}"/>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grpSp>
      <p:sp>
        <p:nvSpPr>
          <p:cNvPr id="64" name="TextBox 11">
            <a:extLst>
              <a:ext uri="{FF2B5EF4-FFF2-40B4-BE49-F238E27FC236}">
                <a16:creationId xmlns:a16="http://schemas.microsoft.com/office/drawing/2014/main" id="{04D554AA-EFDE-447D-9513-63E8AAB110FF}"/>
              </a:ext>
            </a:extLst>
          </p:cNvPr>
          <p:cNvSpPr txBox="1"/>
          <p:nvPr/>
        </p:nvSpPr>
        <p:spPr>
          <a:xfrm>
            <a:off x="3733758" y="1957845"/>
            <a:ext cx="571253" cy="276999"/>
          </a:xfrm>
          <a:prstGeom prst="rect">
            <a:avLst/>
          </a:prstGeom>
          <a:solidFill>
            <a:schemeClr val="bg1"/>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SVC</a:t>
            </a:r>
            <a:endParaRPr kumimoji="0" lang="en-GB" sz="12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sp>
        <p:nvSpPr>
          <p:cNvPr id="66" name="TextBox 11">
            <a:extLst>
              <a:ext uri="{FF2B5EF4-FFF2-40B4-BE49-F238E27FC236}">
                <a16:creationId xmlns:a16="http://schemas.microsoft.com/office/drawing/2014/main" id="{48CED10B-3FB4-4CDA-9959-EF433167AF75}"/>
              </a:ext>
            </a:extLst>
          </p:cNvPr>
          <p:cNvSpPr txBox="1"/>
          <p:nvPr/>
        </p:nvSpPr>
        <p:spPr>
          <a:xfrm>
            <a:off x="461544" y="1957845"/>
            <a:ext cx="571253" cy="276999"/>
          </a:xfrm>
          <a:prstGeom prst="rect">
            <a:avLst/>
          </a:prstGeom>
          <a:solidFill>
            <a:schemeClr val="bg1"/>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Skills</a:t>
            </a:r>
            <a:endParaRPr kumimoji="0" lang="en-GB" sz="12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sp>
        <p:nvSpPr>
          <p:cNvPr id="70" name="Rounded Rectangle 38">
            <a:extLst>
              <a:ext uri="{FF2B5EF4-FFF2-40B4-BE49-F238E27FC236}">
                <a16:creationId xmlns:a16="http://schemas.microsoft.com/office/drawing/2014/main" id="{C90A963E-6A81-4488-9B0B-BF4E7CF03FFD}"/>
              </a:ext>
            </a:extLst>
          </p:cNvPr>
          <p:cNvSpPr>
            <a:spLocks noChangeArrowheads="1"/>
          </p:cNvSpPr>
          <p:nvPr/>
        </p:nvSpPr>
        <p:spPr bwMode="auto">
          <a:xfrm>
            <a:off x="485212" y="3780147"/>
            <a:ext cx="3810169" cy="929180"/>
          </a:xfrm>
          <a:prstGeom prst="roundRect">
            <a:avLst>
              <a:gd name="adj" fmla="val 8452"/>
            </a:avLst>
          </a:prstGeom>
          <a:solidFill>
            <a:srgbClr val="FFFFFF"/>
          </a:solidFill>
          <a:ln w="12700" algn="ctr">
            <a:solidFill>
              <a:schemeClr val="accent1"/>
            </a:solidFill>
            <a:prstDash val="sysDot"/>
            <a:round/>
            <a:headEnd/>
            <a:tailEnd/>
          </a:ln>
        </p:spPr>
        <p:txBody>
          <a:bodyPr lIns="0" tIns="72000" rIns="0" bIns="0" anchor="t"/>
          <a:lstStyle/>
          <a:p>
            <a:pPr marL="269875" marR="0" lvl="0" indent="-177800" algn="l" defTabSz="914400" rtl="0" eaLnBrk="1" fontAlgn="auto" latinLnBrk="0" hangingPunct="1">
              <a:lnSpc>
                <a:spcPct val="100000"/>
              </a:lnSpc>
              <a:spcBef>
                <a:spcPts val="0"/>
              </a:spcBef>
              <a:spcAft>
                <a:spcPts val="0"/>
              </a:spcAft>
              <a:buClr>
                <a:srgbClr val="DA291C"/>
              </a:buClr>
              <a:buSzTx/>
              <a:buFont typeface="Wingdings" panose="05000000000000000000" pitchFamily="2" charset="2"/>
              <a:buChar char="§"/>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Incident Management, to collect incident alerts </a:t>
            </a:r>
          </a:p>
          <a:p>
            <a:pPr marL="269875" marR="0" lvl="0" indent="-177800" algn="l" defTabSz="914400" rtl="0" eaLnBrk="1" fontAlgn="auto" latinLnBrk="0" hangingPunct="1">
              <a:lnSpc>
                <a:spcPct val="100000"/>
              </a:lnSpc>
              <a:spcBef>
                <a:spcPts val="0"/>
              </a:spcBef>
              <a:spcAft>
                <a:spcPts val="0"/>
              </a:spcAft>
              <a:buClr>
                <a:srgbClr val="DA291C"/>
              </a:buClr>
              <a:buSzTx/>
              <a:buFont typeface="Wingdings" panose="05000000000000000000" pitchFamily="2" charset="2"/>
              <a:buChar char="§"/>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Service Request Management, being the service desk the first contact point with the provider</a:t>
            </a:r>
            <a:endPar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67" name="TextBox 11">
            <a:extLst>
              <a:ext uri="{FF2B5EF4-FFF2-40B4-BE49-F238E27FC236}">
                <a16:creationId xmlns:a16="http://schemas.microsoft.com/office/drawing/2014/main" id="{83BD2A8D-C99B-447D-9076-B141EBAEB7FB}"/>
              </a:ext>
            </a:extLst>
          </p:cNvPr>
          <p:cNvSpPr txBox="1"/>
          <p:nvPr/>
        </p:nvSpPr>
        <p:spPr>
          <a:xfrm>
            <a:off x="1778030" y="3627953"/>
            <a:ext cx="1224532" cy="276999"/>
          </a:xfrm>
          <a:prstGeom prst="rect">
            <a:avLst/>
          </a:prstGeom>
          <a:solidFill>
            <a:schemeClr val="bg1"/>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Relationship</a:t>
            </a:r>
            <a:endParaRPr kumimoji="0" lang="en-GB" sz="12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grpSp>
        <p:nvGrpSpPr>
          <p:cNvPr id="76" name="Group 75">
            <a:extLst>
              <a:ext uri="{FF2B5EF4-FFF2-40B4-BE49-F238E27FC236}">
                <a16:creationId xmlns:a16="http://schemas.microsoft.com/office/drawing/2014/main" id="{35CF7F02-29F0-4B89-ADB3-68AB3CCB54F1}"/>
              </a:ext>
            </a:extLst>
          </p:cNvPr>
          <p:cNvGrpSpPr/>
          <p:nvPr/>
        </p:nvGrpSpPr>
        <p:grpSpPr>
          <a:xfrm>
            <a:off x="7978987" y="72617"/>
            <a:ext cx="990588" cy="389425"/>
            <a:chOff x="7686066" y="126412"/>
            <a:chExt cx="1283510" cy="511174"/>
          </a:xfrm>
        </p:grpSpPr>
        <p:sp>
          <p:nvSpPr>
            <p:cNvPr id="77" name="Rounded Rectangle 38">
              <a:extLst>
                <a:ext uri="{FF2B5EF4-FFF2-40B4-BE49-F238E27FC236}">
                  <a16:creationId xmlns:a16="http://schemas.microsoft.com/office/drawing/2014/main" id="{09B36891-65AB-4562-BCB8-297FBADFD375}"/>
                </a:ext>
              </a:extLst>
            </p:cNvPr>
            <p:cNvSpPr>
              <a:spLocks noChangeArrowheads="1"/>
            </p:cNvSpPr>
            <p:nvPr/>
          </p:nvSpPr>
          <p:spPr bwMode="auto">
            <a:xfrm>
              <a:off x="7686066" y="126412"/>
              <a:ext cx="1283510" cy="222043"/>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endPar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endParaRPr>
            </a:p>
          </p:txBody>
        </p:sp>
        <p:grpSp>
          <p:nvGrpSpPr>
            <p:cNvPr id="80" name="Group 79">
              <a:extLst>
                <a:ext uri="{FF2B5EF4-FFF2-40B4-BE49-F238E27FC236}">
                  <a16:creationId xmlns:a16="http://schemas.microsoft.com/office/drawing/2014/main" id="{13BA716E-651B-49B7-8485-EDE39E8F44EC}"/>
                </a:ext>
              </a:extLst>
            </p:cNvPr>
            <p:cNvGrpSpPr/>
            <p:nvPr/>
          </p:nvGrpSpPr>
          <p:grpSpPr>
            <a:xfrm>
              <a:off x="7839999" y="178009"/>
              <a:ext cx="991557" cy="118849"/>
              <a:chOff x="7839999" y="139419"/>
              <a:chExt cx="991557" cy="118849"/>
            </a:xfrm>
          </p:grpSpPr>
          <p:sp>
            <p:nvSpPr>
              <p:cNvPr id="82" name="Rectangle 7">
                <a:extLst>
                  <a:ext uri="{FF2B5EF4-FFF2-40B4-BE49-F238E27FC236}">
                    <a16:creationId xmlns:a16="http://schemas.microsoft.com/office/drawing/2014/main" id="{B4E7823C-6E6C-4343-9F06-2DDA9B55C0CD}"/>
                  </a:ext>
                </a:extLst>
              </p:cNvPr>
              <p:cNvSpPr/>
              <p:nvPr/>
            </p:nvSpPr>
            <p:spPr>
              <a:xfrm>
                <a:off x="7839999" y="139419"/>
                <a:ext cx="436761" cy="11884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sp>
            <p:nvSpPr>
              <p:cNvPr id="83" name="Rectangle 7">
                <a:extLst>
                  <a:ext uri="{FF2B5EF4-FFF2-40B4-BE49-F238E27FC236}">
                    <a16:creationId xmlns:a16="http://schemas.microsoft.com/office/drawing/2014/main" id="{F63E1090-7326-454C-922B-72C788A66FE7}"/>
                  </a:ext>
                </a:extLst>
              </p:cNvPr>
              <p:cNvSpPr/>
              <p:nvPr/>
            </p:nvSpPr>
            <p:spPr>
              <a:xfrm>
                <a:off x="8394795" y="139419"/>
                <a:ext cx="436761" cy="1188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324000" bIns="72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grpSp>
        <p:sp>
          <p:nvSpPr>
            <p:cNvPr id="81" name="Rounded Rectangle 38">
              <a:extLst>
                <a:ext uri="{FF2B5EF4-FFF2-40B4-BE49-F238E27FC236}">
                  <a16:creationId xmlns:a16="http://schemas.microsoft.com/office/drawing/2014/main" id="{BF5EF538-D7AF-4FA2-A528-6EEFFF918838}"/>
                </a:ext>
              </a:extLst>
            </p:cNvPr>
            <p:cNvSpPr>
              <a:spLocks noChangeArrowheads="1"/>
            </p:cNvSpPr>
            <p:nvPr/>
          </p:nvSpPr>
          <p:spPr bwMode="auto">
            <a:xfrm>
              <a:off x="7686066" y="415543"/>
              <a:ext cx="1283510" cy="222043"/>
            </a:xfrm>
            <a:prstGeom prst="roundRect">
              <a:avLst>
                <a:gd name="adj" fmla="val 8452"/>
              </a:avLst>
            </a:prstGeom>
            <a:solidFill>
              <a:schemeClr val="accent2"/>
            </a:solidFill>
            <a:ln w="12700" algn="ctr">
              <a:solidFill>
                <a:schemeClr val="accent2"/>
              </a:solidFill>
              <a:prstDash val="solid"/>
              <a:round/>
              <a:headEnd/>
              <a:tailEnd/>
            </a:ln>
          </p:spPr>
          <p:txBody>
            <a:bodyPr lIns="0" tIns="0" rIns="0" bIns="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GB" sz="800" b="1" i="0" u="none" strike="noStrike" kern="0" cap="none" spc="0" normalizeH="0" baseline="0" noProof="0">
                  <a:ln>
                    <a:noFill/>
                  </a:ln>
                  <a:solidFill>
                    <a:srgbClr val="FFFFFF"/>
                  </a:solidFill>
                  <a:effectLst/>
                  <a:uLnTx/>
                  <a:uFillTx/>
                  <a:latin typeface="Arial Narrow" panose="020B0606020202030204" pitchFamily="34" charset="0"/>
                  <a:ea typeface="+mn-ea"/>
                  <a:cs typeface="Lucida Sans" pitchFamily="34" charset="0"/>
                </a:rPr>
                <a:t>Service</a:t>
              </a:r>
            </a:p>
          </p:txBody>
        </p:sp>
      </p:grpSp>
      <p:pic>
        <p:nvPicPr>
          <p:cNvPr id="53" name="Picture 52" descr="Icon&#10;&#10;Description automatically generated">
            <a:hlinkClick r:id="rId11" action="ppaction://hlinksldjump"/>
            <a:extLst>
              <a:ext uri="{FF2B5EF4-FFF2-40B4-BE49-F238E27FC236}">
                <a16:creationId xmlns:a16="http://schemas.microsoft.com/office/drawing/2014/main" id="{A853DA58-EE87-4B1E-8116-5A5951D190D3}"/>
              </a:ext>
            </a:extLst>
          </p:cNvPr>
          <p:cNvPicPr>
            <a:picLocks noChangeAspect="1"/>
          </p:cNvPicPr>
          <p:nvPr/>
        </p:nvPicPr>
        <p:blipFill>
          <a:blip r:embed="rId12"/>
          <a:stretch>
            <a:fillRect/>
          </a:stretch>
        </p:blipFill>
        <p:spPr>
          <a:xfrm>
            <a:off x="5057807" y="4952445"/>
            <a:ext cx="144000" cy="144000"/>
          </a:xfrm>
          <a:prstGeom prst="rect">
            <a:avLst/>
          </a:prstGeom>
        </p:spPr>
      </p:pic>
      <p:sp>
        <p:nvSpPr>
          <p:cNvPr id="68" name="Rectangle 210">
            <a:extLst>
              <a:ext uri="{FF2B5EF4-FFF2-40B4-BE49-F238E27FC236}">
                <a16:creationId xmlns:a16="http://schemas.microsoft.com/office/drawing/2014/main" id="{65BC63B8-28FA-41DB-87E1-EA72B84A6482}"/>
              </a:ext>
            </a:extLst>
          </p:cNvPr>
          <p:cNvSpPr/>
          <p:nvPr/>
        </p:nvSpPr>
        <p:spPr>
          <a:xfrm>
            <a:off x="5152147" y="4916723"/>
            <a:ext cx="1697379"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Link back to multiple-choice question</a:t>
            </a:r>
          </a:p>
        </p:txBody>
      </p:sp>
      <p:sp>
        <p:nvSpPr>
          <p:cNvPr id="6" name="Slide Number Placeholder 5">
            <a:extLst>
              <a:ext uri="{FF2B5EF4-FFF2-40B4-BE49-F238E27FC236}">
                <a16:creationId xmlns:a16="http://schemas.microsoft.com/office/drawing/2014/main" id="{C61C28E8-CE75-45AB-B1C5-54209F34A5B8}"/>
              </a:ext>
            </a:extLst>
          </p:cNvPr>
          <p:cNvSpPr>
            <a:spLocks noGrp="1"/>
          </p:cNvSpPr>
          <p:nvPr>
            <p:ph type="sldNum" sz="quarter" idx="35"/>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DA291C"/>
                </a:solidFill>
                <a:effectLst/>
                <a:uLnTx/>
                <a:uFillTx/>
                <a:latin typeface="Arial Narrow" panose="020B0606020202030204" pitchFamily="34" charset="0"/>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54</a:t>
            </a:fld>
            <a:endParaRPr kumimoji="0" lang="it-IT" sz="11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sp>
        <p:nvSpPr>
          <p:cNvPr id="74" name="Rectangle 210">
            <a:extLst>
              <a:ext uri="{FF2B5EF4-FFF2-40B4-BE49-F238E27FC236}">
                <a16:creationId xmlns:a16="http://schemas.microsoft.com/office/drawing/2014/main" id="{F462205A-A110-4CA7-B906-EDB68FB398D8}"/>
              </a:ext>
            </a:extLst>
          </p:cNvPr>
          <p:cNvSpPr/>
          <p:nvPr/>
        </p:nvSpPr>
        <p:spPr>
          <a:xfrm>
            <a:off x="463285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267619040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4" name="Straight Connector 12">
            <a:extLst>
              <a:ext uri="{FF2B5EF4-FFF2-40B4-BE49-F238E27FC236}">
                <a16:creationId xmlns:a16="http://schemas.microsoft.com/office/drawing/2014/main" id="{56807DFB-480C-4B33-8198-0F5AB439188D}"/>
              </a:ext>
            </a:extLst>
          </p:cNvPr>
          <p:cNvCxnSpPr>
            <a:cxnSpLocks/>
          </p:cNvCxnSpPr>
          <p:nvPr/>
        </p:nvCxnSpPr>
        <p:spPr>
          <a:xfrm>
            <a:off x="4775974" y="2307063"/>
            <a:ext cx="4164052"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ITIL 4 management practices | </a:t>
            </a:r>
            <a:r>
              <a:rPr lang="en-US">
                <a:solidFill>
                  <a:schemeClr val="accent3"/>
                </a:solidFill>
                <a:latin typeface="Arial Narrow" panose="020B0606020202030204" pitchFamily="34" charset="0"/>
              </a:rPr>
              <a:t>Service Request Management</a:t>
            </a:r>
            <a:endParaRPr lang="en-GB">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p:txBody>
          <a:bodyPr/>
          <a:lstStyle/>
          <a:p>
            <a:r>
              <a:rPr lang="en-US">
                <a:latin typeface="Arial Narrow" panose="020B0606020202030204" pitchFamily="34" charset="0"/>
              </a:rPr>
              <a:t>Service requests are usually managed by the Service Desk and they need to be standardized and, if possible, automatically provided</a:t>
            </a:r>
            <a:endParaRPr lang="en-GB">
              <a:latin typeface="Arial Narrow" panose="020B0606020202030204" pitchFamily="34" charset="0"/>
            </a:endParaRPr>
          </a:p>
        </p:txBody>
      </p:sp>
      <p:grpSp>
        <p:nvGrpSpPr>
          <p:cNvPr id="17" name="Group 16">
            <a:extLst>
              <a:ext uri="{FF2B5EF4-FFF2-40B4-BE49-F238E27FC236}">
                <a16:creationId xmlns:a16="http://schemas.microsoft.com/office/drawing/2014/main" id="{064F093D-6D0B-45A9-844E-501CD3AD8E4E}"/>
              </a:ext>
            </a:extLst>
          </p:cNvPr>
          <p:cNvGrpSpPr/>
          <p:nvPr/>
        </p:nvGrpSpPr>
        <p:grpSpPr>
          <a:xfrm>
            <a:off x="445718" y="966898"/>
            <a:ext cx="8252565" cy="946657"/>
            <a:chOff x="445718" y="1114824"/>
            <a:chExt cx="8252565" cy="946657"/>
          </a:xfrm>
        </p:grpSpPr>
        <p:sp>
          <p:nvSpPr>
            <p:cNvPr id="18" name="Rounded Rectangle 38">
              <a:extLst>
                <a:ext uri="{FF2B5EF4-FFF2-40B4-BE49-F238E27FC236}">
                  <a16:creationId xmlns:a16="http://schemas.microsoft.com/office/drawing/2014/main" id="{92D21A62-38CC-4238-BDBF-E9D1AC703591}"/>
                </a:ext>
              </a:extLst>
            </p:cNvPr>
            <p:cNvSpPr>
              <a:spLocks noChangeArrowheads="1"/>
            </p:cNvSpPr>
            <p:nvPr/>
          </p:nvSpPr>
          <p:spPr bwMode="auto">
            <a:xfrm>
              <a:off x="1233917" y="1318151"/>
              <a:ext cx="7464366" cy="540000"/>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The purpose of the </a:t>
              </a:r>
              <a:r>
                <a:rPr kumimoji="0" lang="en-GB"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Service Request Management practice</a:t>
              </a: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 is to support the agreed quality of a service by handling all pre-defined, user-initiated requests in an effective and user-friendly manner</a:t>
              </a:r>
              <a:endParaRPr kumimoji="0" lang="en-GB" sz="1200" b="0" i="1"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endParaRPr>
            </a:p>
          </p:txBody>
        </p:sp>
        <p:grpSp>
          <p:nvGrpSpPr>
            <p:cNvPr id="19" name="Gruppo 49">
              <a:extLst>
                <a:ext uri="{FF2B5EF4-FFF2-40B4-BE49-F238E27FC236}">
                  <a16:creationId xmlns:a16="http://schemas.microsoft.com/office/drawing/2014/main" id="{CEF2BD25-DAD4-4B37-9B68-7B21335DC74E}"/>
                </a:ext>
              </a:extLst>
            </p:cNvPr>
            <p:cNvGrpSpPr/>
            <p:nvPr/>
          </p:nvGrpSpPr>
          <p:grpSpPr>
            <a:xfrm>
              <a:off x="445718" y="1114824"/>
              <a:ext cx="946657" cy="946657"/>
              <a:chOff x="248720" y="1049897"/>
              <a:chExt cx="946657" cy="946657"/>
            </a:xfrm>
          </p:grpSpPr>
          <p:grpSp>
            <p:nvGrpSpPr>
              <p:cNvPr id="20" name="Group 15">
                <a:extLst>
                  <a:ext uri="{FF2B5EF4-FFF2-40B4-BE49-F238E27FC236}">
                    <a16:creationId xmlns:a16="http://schemas.microsoft.com/office/drawing/2014/main" id="{099ACC3C-95E6-4B64-9E3F-A6CE452076CD}"/>
                  </a:ext>
                </a:extLst>
              </p:cNvPr>
              <p:cNvGrpSpPr/>
              <p:nvPr/>
            </p:nvGrpSpPr>
            <p:grpSpPr>
              <a:xfrm>
                <a:off x="248720" y="1049897"/>
                <a:ext cx="946657" cy="946657"/>
                <a:chOff x="10130023" y="2277920"/>
                <a:chExt cx="1188000" cy="1188000"/>
              </a:xfrm>
              <a:solidFill>
                <a:schemeClr val="accent2">
                  <a:lumMod val="20000"/>
                  <a:lumOff val="80000"/>
                </a:schemeClr>
              </a:solidFill>
            </p:grpSpPr>
            <p:pic>
              <p:nvPicPr>
                <p:cNvPr id="22" name="Picture 16">
                  <a:extLst>
                    <a:ext uri="{FF2B5EF4-FFF2-40B4-BE49-F238E27FC236}">
                      <a16:creationId xmlns:a16="http://schemas.microsoft.com/office/drawing/2014/main" id="{90767956-A562-4010-BF5E-FDD79AA2F4A3}"/>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23" name="Oval 17">
                  <a:extLst>
                    <a:ext uri="{FF2B5EF4-FFF2-40B4-BE49-F238E27FC236}">
                      <a16:creationId xmlns:a16="http://schemas.microsoft.com/office/drawing/2014/main" id="{A27B4952-1BD7-49E3-B4B0-4C853C96B118}"/>
                    </a:ext>
                  </a:extLst>
                </p:cNvPr>
                <p:cNvSpPr/>
                <p:nvPr/>
              </p:nvSpPr>
              <p:spPr>
                <a:xfrm rot="5400000">
                  <a:off x="10148021" y="2295918"/>
                  <a:ext cx="1151999" cy="11519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24" name="Google Shape;21;p4">
                  <a:extLst>
                    <a:ext uri="{FF2B5EF4-FFF2-40B4-BE49-F238E27FC236}">
                      <a16:creationId xmlns:a16="http://schemas.microsoft.com/office/drawing/2014/main" id="{4A3870AB-4842-465A-A468-DDDE1A3C5C29}"/>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21" name="Rectangle 210">
                <a:extLst>
                  <a:ext uri="{FF2B5EF4-FFF2-40B4-BE49-F238E27FC236}">
                    <a16:creationId xmlns:a16="http://schemas.microsoft.com/office/drawing/2014/main" id="{6D6DFDC6-F2BB-4EF7-8751-F3D2C3C8ABAB}"/>
                  </a:ext>
                </a:extLst>
              </p:cNvPr>
              <p:cNvSpPr/>
              <p:nvPr/>
            </p:nvSpPr>
            <p:spPr>
              <a:xfrm>
                <a:off x="291143" y="1353948"/>
                <a:ext cx="861811"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600" b="1" i="0" u="none" strike="noStrike" kern="0" cap="none" spc="0" normalizeH="0" baseline="0" noProof="0">
                    <a:ln>
                      <a:noFill/>
                    </a:ln>
                    <a:solidFill>
                      <a:srgbClr val="DA291C"/>
                    </a:solidFill>
                    <a:effectLst/>
                    <a:uLnTx/>
                    <a:uFillTx/>
                    <a:latin typeface="Arial Narrow" panose="020B0606020202030204" pitchFamily="34" charset="0"/>
                    <a:ea typeface="+mn-ea"/>
                    <a:cs typeface="+mn-cs"/>
                  </a:rPr>
                  <a:t>!!!</a:t>
                </a:r>
                <a:endParaRPr kumimoji="0" lang="en-GB" sz="1600" b="0" i="0" u="none" strike="noStrike" kern="0" cap="none" spc="0" normalizeH="0" baseline="0" noProof="0">
                  <a:ln>
                    <a:noFill/>
                  </a:ln>
                  <a:solidFill>
                    <a:srgbClr val="DA291C"/>
                  </a:solidFill>
                  <a:effectLst/>
                  <a:uLnTx/>
                  <a:uFillTx/>
                  <a:latin typeface="Arial Narrow" panose="020B0606020202030204" pitchFamily="34" charset="0"/>
                  <a:ea typeface="+mn-ea"/>
                  <a:cs typeface="+mn-cs"/>
                </a:endParaRPr>
              </a:p>
            </p:txBody>
          </p:sp>
        </p:grpSp>
      </p:grpSp>
      <p:grpSp>
        <p:nvGrpSpPr>
          <p:cNvPr id="16" name="Group 15">
            <a:extLst>
              <a:ext uri="{FF2B5EF4-FFF2-40B4-BE49-F238E27FC236}">
                <a16:creationId xmlns:a16="http://schemas.microsoft.com/office/drawing/2014/main" id="{EB277729-3C17-40BC-87F4-F781588DA42F}"/>
              </a:ext>
            </a:extLst>
          </p:cNvPr>
          <p:cNvGrpSpPr/>
          <p:nvPr/>
        </p:nvGrpSpPr>
        <p:grpSpPr>
          <a:xfrm>
            <a:off x="1097352" y="2473184"/>
            <a:ext cx="2705411" cy="430887"/>
            <a:chOff x="1097352" y="2473184"/>
            <a:chExt cx="2705411" cy="430887"/>
          </a:xfrm>
        </p:grpSpPr>
        <p:grpSp>
          <p:nvGrpSpPr>
            <p:cNvPr id="12" name="Group 11">
              <a:extLst>
                <a:ext uri="{FF2B5EF4-FFF2-40B4-BE49-F238E27FC236}">
                  <a16:creationId xmlns:a16="http://schemas.microsoft.com/office/drawing/2014/main" id="{1AA6EFF7-CA76-42DB-A112-9B413C17C1F0}"/>
                </a:ext>
              </a:extLst>
            </p:cNvPr>
            <p:cNvGrpSpPr>
              <a:grpSpLocks noChangeAspect="1"/>
            </p:cNvGrpSpPr>
            <p:nvPr/>
          </p:nvGrpSpPr>
          <p:grpSpPr>
            <a:xfrm>
              <a:off x="1097352" y="2508627"/>
              <a:ext cx="360000" cy="360000"/>
              <a:chOff x="903573" y="1630717"/>
              <a:chExt cx="540000" cy="540000"/>
            </a:xfrm>
          </p:grpSpPr>
          <p:sp>
            <p:nvSpPr>
              <p:cNvPr id="63" name="Oval 37">
                <a:extLst>
                  <a:ext uri="{FF2B5EF4-FFF2-40B4-BE49-F238E27FC236}">
                    <a16:creationId xmlns:a16="http://schemas.microsoft.com/office/drawing/2014/main" id="{5B5D2D96-81B2-4A72-827C-E1BBA03557EA}"/>
                  </a:ext>
                </a:extLst>
              </p:cNvPr>
              <p:cNvSpPr/>
              <p:nvPr/>
            </p:nvSpPr>
            <p:spPr>
              <a:xfrm>
                <a:off x="903573" y="1630717"/>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28" name="Graphic 27" descr="Box trolley with solid fill">
                <a:extLst>
                  <a:ext uri="{FF2B5EF4-FFF2-40B4-BE49-F238E27FC236}">
                    <a16:creationId xmlns:a16="http://schemas.microsoft.com/office/drawing/2014/main" id="{47B95262-37D4-4F9C-A7A6-C7F4AEB3271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5387" y="1697317"/>
                <a:ext cx="416372" cy="406800"/>
              </a:xfrm>
              <a:prstGeom prst="rect">
                <a:avLst/>
              </a:prstGeom>
            </p:spPr>
          </p:pic>
        </p:grpSp>
        <p:sp>
          <p:nvSpPr>
            <p:cNvPr id="56" name="Rectangle 210 - 4">
              <a:extLst>
                <a:ext uri="{FF2B5EF4-FFF2-40B4-BE49-F238E27FC236}">
                  <a16:creationId xmlns:a16="http://schemas.microsoft.com/office/drawing/2014/main" id="{E2ADA54A-BDD4-4343-B4A0-C05ECB001601}"/>
                </a:ext>
              </a:extLst>
            </p:cNvPr>
            <p:cNvSpPr/>
            <p:nvPr/>
          </p:nvSpPr>
          <p:spPr>
            <a:xfrm>
              <a:off x="1498763" y="2473184"/>
              <a:ext cx="2304000" cy="430887"/>
            </a:xfrm>
            <a:prstGeom prst="rect">
              <a:avLst/>
            </a:prstGeom>
          </p:spPr>
          <p:txBody>
            <a:bodyPr wrap="square" anchor="ctr">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 request for a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service delivery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action</a:t>
              </a:r>
            </a:p>
          </p:txBody>
        </p:sp>
      </p:grpSp>
      <p:grpSp>
        <p:nvGrpSpPr>
          <p:cNvPr id="15" name="Group 14">
            <a:extLst>
              <a:ext uri="{FF2B5EF4-FFF2-40B4-BE49-F238E27FC236}">
                <a16:creationId xmlns:a16="http://schemas.microsoft.com/office/drawing/2014/main" id="{5D96309B-BE50-4777-B194-7DAA0E23196F}"/>
              </a:ext>
            </a:extLst>
          </p:cNvPr>
          <p:cNvGrpSpPr/>
          <p:nvPr/>
        </p:nvGrpSpPr>
        <p:grpSpPr>
          <a:xfrm>
            <a:off x="1097352" y="2972917"/>
            <a:ext cx="2705411" cy="360000"/>
            <a:chOff x="1097352" y="2937474"/>
            <a:chExt cx="2705411" cy="360000"/>
          </a:xfrm>
        </p:grpSpPr>
        <p:grpSp>
          <p:nvGrpSpPr>
            <p:cNvPr id="10" name="Group 9">
              <a:extLst>
                <a:ext uri="{FF2B5EF4-FFF2-40B4-BE49-F238E27FC236}">
                  <a16:creationId xmlns:a16="http://schemas.microsoft.com/office/drawing/2014/main" id="{EAD77ACA-6C60-4EAF-9FFF-423BC23D66B8}"/>
                </a:ext>
              </a:extLst>
            </p:cNvPr>
            <p:cNvGrpSpPr>
              <a:grpSpLocks noChangeAspect="1"/>
            </p:cNvGrpSpPr>
            <p:nvPr/>
          </p:nvGrpSpPr>
          <p:grpSpPr>
            <a:xfrm>
              <a:off x="1097352" y="2937474"/>
              <a:ext cx="360000" cy="360000"/>
              <a:chOff x="903573" y="2318999"/>
              <a:chExt cx="540000" cy="540000"/>
            </a:xfrm>
          </p:grpSpPr>
          <p:sp>
            <p:nvSpPr>
              <p:cNvPr id="64" name="Oval 37">
                <a:extLst>
                  <a:ext uri="{FF2B5EF4-FFF2-40B4-BE49-F238E27FC236}">
                    <a16:creationId xmlns:a16="http://schemas.microsoft.com/office/drawing/2014/main" id="{E0371226-C5CD-4E26-86F7-33DA9DA652F5}"/>
                  </a:ext>
                </a:extLst>
              </p:cNvPr>
              <p:cNvSpPr/>
              <p:nvPr/>
            </p:nvSpPr>
            <p:spPr>
              <a:xfrm>
                <a:off x="903573" y="2318999"/>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26" name="Graphic 25" descr="Information with solid fill">
                <a:extLst>
                  <a:ext uri="{FF2B5EF4-FFF2-40B4-BE49-F238E27FC236}">
                    <a16:creationId xmlns:a16="http://schemas.microsoft.com/office/drawing/2014/main" id="{EA904FFB-0FD4-47AF-B067-6B644BB62AD7}"/>
                  </a:ext>
                </a:extLst>
              </p:cNvPr>
              <p:cNvPicPr>
                <a:picLocks/>
              </p:cNvPicPr>
              <p:nvPr/>
            </p:nvPicPr>
            <p:blipFill>
              <a:blip r:embed="rId7">
                <a:extLst>
                  <a:ext uri="{96DAC541-7B7A-43D3-8B79-37D633B846F1}">
                    <asvg:svgBlip xmlns:asvg="http://schemas.microsoft.com/office/drawing/2016/SVG/main" r:embed="rId8"/>
                  </a:ext>
                </a:extLst>
              </a:blip>
              <a:stretch>
                <a:fillRect/>
              </a:stretch>
            </p:blipFill>
            <p:spPr>
              <a:xfrm>
                <a:off x="965387" y="2385599"/>
                <a:ext cx="416372" cy="406800"/>
              </a:xfrm>
              <a:prstGeom prst="rect">
                <a:avLst/>
              </a:prstGeom>
            </p:spPr>
          </p:pic>
        </p:grpSp>
        <p:sp>
          <p:nvSpPr>
            <p:cNvPr id="58" name="Rectangle 210 - 3">
              <a:extLst>
                <a:ext uri="{FF2B5EF4-FFF2-40B4-BE49-F238E27FC236}">
                  <a16:creationId xmlns:a16="http://schemas.microsoft.com/office/drawing/2014/main" id="{AB667B0C-70AD-4584-9C1D-ED947D7868F3}"/>
                </a:ext>
              </a:extLst>
            </p:cNvPr>
            <p:cNvSpPr/>
            <p:nvPr/>
          </p:nvSpPr>
          <p:spPr>
            <a:xfrm>
              <a:off x="1498763" y="2986669"/>
              <a:ext cx="2304000" cy="261610"/>
            </a:xfrm>
            <a:prstGeom prst="rect">
              <a:avLst/>
            </a:prstGeom>
          </p:spPr>
          <p:txBody>
            <a:bodyPr wrap="square" anchor="ctr">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 request for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information</a:t>
              </a:r>
              <a:endPar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grpSp>
      <p:grpSp>
        <p:nvGrpSpPr>
          <p:cNvPr id="14" name="Group 13">
            <a:extLst>
              <a:ext uri="{FF2B5EF4-FFF2-40B4-BE49-F238E27FC236}">
                <a16:creationId xmlns:a16="http://schemas.microsoft.com/office/drawing/2014/main" id="{69B9676B-49C4-4EB7-B461-E894F751A990}"/>
              </a:ext>
            </a:extLst>
          </p:cNvPr>
          <p:cNvGrpSpPr/>
          <p:nvPr/>
        </p:nvGrpSpPr>
        <p:grpSpPr>
          <a:xfrm>
            <a:off x="1097352" y="3401763"/>
            <a:ext cx="3093647" cy="360000"/>
            <a:chOff x="1097352" y="3366320"/>
            <a:chExt cx="3093647" cy="360000"/>
          </a:xfrm>
        </p:grpSpPr>
        <p:grpSp>
          <p:nvGrpSpPr>
            <p:cNvPr id="9" name="Group 8">
              <a:extLst>
                <a:ext uri="{FF2B5EF4-FFF2-40B4-BE49-F238E27FC236}">
                  <a16:creationId xmlns:a16="http://schemas.microsoft.com/office/drawing/2014/main" id="{BC5007C6-E907-4FD3-86EE-D70C7F835245}"/>
                </a:ext>
              </a:extLst>
            </p:cNvPr>
            <p:cNvGrpSpPr>
              <a:grpSpLocks noChangeAspect="1"/>
            </p:cNvGrpSpPr>
            <p:nvPr/>
          </p:nvGrpSpPr>
          <p:grpSpPr>
            <a:xfrm>
              <a:off x="1097352" y="3366320"/>
              <a:ext cx="360000" cy="360000"/>
              <a:chOff x="925371" y="2997237"/>
              <a:chExt cx="540000" cy="540000"/>
            </a:xfrm>
          </p:grpSpPr>
          <p:sp>
            <p:nvSpPr>
              <p:cNvPr id="65" name="Oval 37">
                <a:extLst>
                  <a:ext uri="{FF2B5EF4-FFF2-40B4-BE49-F238E27FC236}">
                    <a16:creationId xmlns:a16="http://schemas.microsoft.com/office/drawing/2014/main" id="{D720EA0B-33D5-4FD9-98C3-DFDF5DA65516}"/>
                  </a:ext>
                </a:extLst>
              </p:cNvPr>
              <p:cNvSpPr/>
              <p:nvPr/>
            </p:nvSpPr>
            <p:spPr>
              <a:xfrm>
                <a:off x="925371" y="2997237"/>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11" name="Graphic 10" descr="Puzzle pieces with solid fill">
                <a:extLst>
                  <a:ext uri="{FF2B5EF4-FFF2-40B4-BE49-F238E27FC236}">
                    <a16:creationId xmlns:a16="http://schemas.microsoft.com/office/drawing/2014/main" id="{77B43EDE-47F3-4683-B817-98B587985711}"/>
                  </a:ext>
                </a:extLst>
              </p:cNvPr>
              <p:cNvPicPr>
                <a:picLocks/>
              </p:cNvPicPr>
              <p:nvPr/>
            </p:nvPicPr>
            <p:blipFill>
              <a:blip r:embed="rId9">
                <a:extLst>
                  <a:ext uri="{96DAC541-7B7A-43D3-8B79-37D633B846F1}">
                    <asvg:svgBlip xmlns:asvg="http://schemas.microsoft.com/office/drawing/2016/SVG/main" r:embed="rId10"/>
                  </a:ext>
                </a:extLst>
              </a:blip>
              <a:stretch>
                <a:fillRect/>
              </a:stretch>
            </p:blipFill>
            <p:spPr>
              <a:xfrm>
                <a:off x="987185" y="3063837"/>
                <a:ext cx="416372" cy="406800"/>
              </a:xfrm>
              <a:prstGeom prst="rect">
                <a:avLst/>
              </a:prstGeom>
            </p:spPr>
          </p:pic>
        </p:grpSp>
        <p:sp>
          <p:nvSpPr>
            <p:cNvPr id="59" name="Rectangle 210 - 2">
              <a:extLst>
                <a:ext uri="{FF2B5EF4-FFF2-40B4-BE49-F238E27FC236}">
                  <a16:creationId xmlns:a16="http://schemas.microsoft.com/office/drawing/2014/main" id="{4946E12B-808C-4655-9058-2876B7F9EB88}"/>
                </a:ext>
              </a:extLst>
            </p:cNvPr>
            <p:cNvSpPr/>
            <p:nvPr/>
          </p:nvSpPr>
          <p:spPr>
            <a:xfrm>
              <a:off x="1498762" y="3415515"/>
              <a:ext cx="2692237" cy="261610"/>
            </a:xfrm>
            <a:prstGeom prst="rect">
              <a:avLst/>
            </a:prstGeom>
          </p:spPr>
          <p:txBody>
            <a:bodyPr wrap="square" anchor="ctr">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 request for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provision</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of a resource or service</a:t>
              </a:r>
            </a:p>
          </p:txBody>
        </p:sp>
      </p:grpSp>
      <p:grpSp>
        <p:nvGrpSpPr>
          <p:cNvPr id="13" name="Group 12">
            <a:extLst>
              <a:ext uri="{FF2B5EF4-FFF2-40B4-BE49-F238E27FC236}">
                <a16:creationId xmlns:a16="http://schemas.microsoft.com/office/drawing/2014/main" id="{FA58269F-70FD-447C-82F4-D985F1574BEC}"/>
              </a:ext>
            </a:extLst>
          </p:cNvPr>
          <p:cNvGrpSpPr/>
          <p:nvPr/>
        </p:nvGrpSpPr>
        <p:grpSpPr>
          <a:xfrm>
            <a:off x="1097352" y="3830609"/>
            <a:ext cx="3093647" cy="360000"/>
            <a:chOff x="1097352" y="3830610"/>
            <a:chExt cx="3093647" cy="360000"/>
          </a:xfrm>
        </p:grpSpPr>
        <p:grpSp>
          <p:nvGrpSpPr>
            <p:cNvPr id="8" name="Group 7">
              <a:extLst>
                <a:ext uri="{FF2B5EF4-FFF2-40B4-BE49-F238E27FC236}">
                  <a16:creationId xmlns:a16="http://schemas.microsoft.com/office/drawing/2014/main" id="{5F4D26A7-4E88-4A7B-8D31-0BA3F766D8EA}"/>
                </a:ext>
              </a:extLst>
            </p:cNvPr>
            <p:cNvGrpSpPr>
              <a:grpSpLocks noChangeAspect="1"/>
            </p:cNvGrpSpPr>
            <p:nvPr/>
          </p:nvGrpSpPr>
          <p:grpSpPr>
            <a:xfrm>
              <a:off x="1097352" y="3830610"/>
              <a:ext cx="360000" cy="360000"/>
              <a:chOff x="925371" y="3685519"/>
              <a:chExt cx="540000" cy="540000"/>
            </a:xfrm>
          </p:grpSpPr>
          <p:sp>
            <p:nvSpPr>
              <p:cNvPr id="66" name="Oval 37">
                <a:extLst>
                  <a:ext uri="{FF2B5EF4-FFF2-40B4-BE49-F238E27FC236}">
                    <a16:creationId xmlns:a16="http://schemas.microsoft.com/office/drawing/2014/main" id="{75066FF7-0B95-411B-A095-13278A7916C2}"/>
                  </a:ext>
                </a:extLst>
              </p:cNvPr>
              <p:cNvSpPr/>
              <p:nvPr/>
            </p:nvSpPr>
            <p:spPr>
              <a:xfrm>
                <a:off x="925371" y="3685519"/>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31" name="Graphic 30" descr="Key with solid fill">
                <a:extLst>
                  <a:ext uri="{FF2B5EF4-FFF2-40B4-BE49-F238E27FC236}">
                    <a16:creationId xmlns:a16="http://schemas.microsoft.com/office/drawing/2014/main" id="{961FAE1C-7BD0-4CE7-93CA-CC339ED4C5A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87185" y="3752119"/>
                <a:ext cx="416372" cy="406800"/>
              </a:xfrm>
              <a:prstGeom prst="rect">
                <a:avLst/>
              </a:prstGeom>
            </p:spPr>
          </p:pic>
        </p:grpSp>
        <p:sp>
          <p:nvSpPr>
            <p:cNvPr id="61" name="Rectangle 210">
              <a:extLst>
                <a:ext uri="{FF2B5EF4-FFF2-40B4-BE49-F238E27FC236}">
                  <a16:creationId xmlns:a16="http://schemas.microsoft.com/office/drawing/2014/main" id="{051FA6B5-BD07-4E19-9708-92A0FB8BB576}"/>
                </a:ext>
              </a:extLst>
            </p:cNvPr>
            <p:cNvSpPr/>
            <p:nvPr/>
          </p:nvSpPr>
          <p:spPr>
            <a:xfrm>
              <a:off x="1498763" y="3879805"/>
              <a:ext cx="2692236" cy="261610"/>
            </a:xfrm>
            <a:prstGeom prst="rect">
              <a:avLst/>
            </a:prstGeom>
          </p:spPr>
          <p:txBody>
            <a:bodyPr wrap="square" anchor="ctr">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 request to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access</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to a resource or a service</a:t>
              </a:r>
            </a:p>
          </p:txBody>
        </p:sp>
      </p:grpSp>
      <p:grpSp>
        <p:nvGrpSpPr>
          <p:cNvPr id="4" name="Group 3">
            <a:extLst>
              <a:ext uri="{FF2B5EF4-FFF2-40B4-BE49-F238E27FC236}">
                <a16:creationId xmlns:a16="http://schemas.microsoft.com/office/drawing/2014/main" id="{8C0AFD79-187E-47D6-BE55-7E357108607F}"/>
              </a:ext>
            </a:extLst>
          </p:cNvPr>
          <p:cNvGrpSpPr/>
          <p:nvPr/>
        </p:nvGrpSpPr>
        <p:grpSpPr>
          <a:xfrm>
            <a:off x="1097352" y="4259456"/>
            <a:ext cx="2705411" cy="430887"/>
            <a:chOff x="1097352" y="4259456"/>
            <a:chExt cx="2705411" cy="430887"/>
          </a:xfrm>
        </p:grpSpPr>
        <p:grpSp>
          <p:nvGrpSpPr>
            <p:cNvPr id="6" name="Group 5">
              <a:extLst>
                <a:ext uri="{FF2B5EF4-FFF2-40B4-BE49-F238E27FC236}">
                  <a16:creationId xmlns:a16="http://schemas.microsoft.com/office/drawing/2014/main" id="{47FAE38A-5E01-4F0F-8C36-4F2831204629}"/>
                </a:ext>
              </a:extLst>
            </p:cNvPr>
            <p:cNvGrpSpPr>
              <a:grpSpLocks noChangeAspect="1"/>
            </p:cNvGrpSpPr>
            <p:nvPr/>
          </p:nvGrpSpPr>
          <p:grpSpPr>
            <a:xfrm>
              <a:off x="1097352" y="4294899"/>
              <a:ext cx="360000" cy="360000"/>
              <a:chOff x="925371" y="4373801"/>
              <a:chExt cx="540000" cy="540000"/>
            </a:xfrm>
          </p:grpSpPr>
          <p:sp>
            <p:nvSpPr>
              <p:cNvPr id="67" name="Oval 37">
                <a:extLst>
                  <a:ext uri="{FF2B5EF4-FFF2-40B4-BE49-F238E27FC236}">
                    <a16:creationId xmlns:a16="http://schemas.microsoft.com/office/drawing/2014/main" id="{2C4E3F16-9D77-481C-A22A-977EB44CB589}"/>
                  </a:ext>
                </a:extLst>
              </p:cNvPr>
              <p:cNvSpPr/>
              <p:nvPr/>
            </p:nvSpPr>
            <p:spPr>
              <a:xfrm>
                <a:off x="925371" y="4373801"/>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7" name="Graphic 6" descr="Chat bubble with solid fill">
                <a:extLst>
                  <a:ext uri="{FF2B5EF4-FFF2-40B4-BE49-F238E27FC236}">
                    <a16:creationId xmlns:a16="http://schemas.microsoft.com/office/drawing/2014/main" id="{49EA5B6C-5426-4C39-B4DE-1D5801881A55}"/>
                  </a:ext>
                </a:extLst>
              </p:cNvPr>
              <p:cNvPicPr>
                <a:picLocks/>
              </p:cNvPicPr>
              <p:nvPr/>
            </p:nvPicPr>
            <p:blipFill>
              <a:blip r:embed="rId13">
                <a:extLst>
                  <a:ext uri="{96DAC541-7B7A-43D3-8B79-37D633B846F1}">
                    <asvg:svgBlip xmlns:asvg="http://schemas.microsoft.com/office/drawing/2016/SVG/main" r:embed="rId14"/>
                  </a:ext>
                </a:extLst>
              </a:blip>
              <a:stretch>
                <a:fillRect/>
              </a:stretch>
            </p:blipFill>
            <p:spPr>
              <a:xfrm>
                <a:off x="987185" y="4440401"/>
                <a:ext cx="416372" cy="406800"/>
              </a:xfrm>
              <a:prstGeom prst="rect">
                <a:avLst/>
              </a:prstGeom>
            </p:spPr>
          </p:pic>
        </p:grpSp>
        <p:sp>
          <p:nvSpPr>
            <p:cNvPr id="62" name="Rectangle 210 - 1">
              <a:extLst>
                <a:ext uri="{FF2B5EF4-FFF2-40B4-BE49-F238E27FC236}">
                  <a16:creationId xmlns:a16="http://schemas.microsoft.com/office/drawing/2014/main" id="{8FED2EB2-E1B6-401E-B171-AEFC8289B34F}"/>
                </a:ext>
              </a:extLst>
            </p:cNvPr>
            <p:cNvSpPr/>
            <p:nvPr/>
          </p:nvSpPr>
          <p:spPr>
            <a:xfrm>
              <a:off x="1498763" y="4259456"/>
              <a:ext cx="2304000" cy="430887"/>
            </a:xfrm>
            <a:prstGeom prst="rect">
              <a:avLst/>
            </a:prstGeom>
          </p:spPr>
          <p:txBody>
            <a:bodyPr wrap="square" anchor="ctr">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Feedback</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compliments and complains</a:t>
              </a:r>
            </a:p>
          </p:txBody>
        </p:sp>
      </p:grpSp>
      <p:sp>
        <p:nvSpPr>
          <p:cNvPr id="35" name="TextBox 11">
            <a:extLst>
              <a:ext uri="{FF2B5EF4-FFF2-40B4-BE49-F238E27FC236}">
                <a16:creationId xmlns:a16="http://schemas.microsoft.com/office/drawing/2014/main" id="{57D5B49E-84F1-4470-9126-7CBA20B5F7CC}"/>
              </a:ext>
            </a:extLst>
          </p:cNvPr>
          <p:cNvSpPr txBox="1"/>
          <p:nvPr/>
        </p:nvSpPr>
        <p:spPr>
          <a:xfrm>
            <a:off x="6246750" y="2153175"/>
            <a:ext cx="1222500" cy="307777"/>
          </a:xfrm>
          <a:prstGeom prst="rect">
            <a:avLst/>
          </a:prstGeom>
          <a:solidFill>
            <a:schemeClr val="bg1"/>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Highlights</a:t>
            </a:r>
            <a:endParaRPr kumimoji="0" lang="en-GB" sz="14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cxnSp>
        <p:nvCxnSpPr>
          <p:cNvPr id="40" name="Straight Connector 12">
            <a:extLst>
              <a:ext uri="{FF2B5EF4-FFF2-40B4-BE49-F238E27FC236}">
                <a16:creationId xmlns:a16="http://schemas.microsoft.com/office/drawing/2014/main" id="{5DC50DAF-60D6-4854-9897-7E909E91F277}"/>
              </a:ext>
            </a:extLst>
          </p:cNvPr>
          <p:cNvCxnSpPr>
            <a:cxnSpLocks/>
          </p:cNvCxnSpPr>
          <p:nvPr/>
        </p:nvCxnSpPr>
        <p:spPr>
          <a:xfrm>
            <a:off x="203974" y="2307063"/>
            <a:ext cx="4164052" cy="0"/>
          </a:xfrm>
          <a:prstGeom prst="line">
            <a:avLst/>
          </a:prstGeom>
          <a:ln w="19050">
            <a:solidFill>
              <a:schemeClr val="accent1"/>
            </a:solidFill>
          </a:ln>
          <a:effectLst/>
        </p:spPr>
        <p:style>
          <a:lnRef idx="1">
            <a:schemeClr val="accent1"/>
          </a:lnRef>
          <a:fillRef idx="0">
            <a:schemeClr val="accent1"/>
          </a:fillRef>
          <a:effectRef idx="0">
            <a:schemeClr val="accent1"/>
          </a:effectRef>
          <a:fontRef idx="minor">
            <a:schemeClr val="tx1"/>
          </a:fontRef>
        </p:style>
      </p:cxnSp>
      <p:sp>
        <p:nvSpPr>
          <p:cNvPr id="41" name="TextBox 11">
            <a:extLst>
              <a:ext uri="{FF2B5EF4-FFF2-40B4-BE49-F238E27FC236}">
                <a16:creationId xmlns:a16="http://schemas.microsoft.com/office/drawing/2014/main" id="{36201416-A445-40F1-9DC3-CA8500A55951}"/>
              </a:ext>
            </a:extLst>
          </p:cNvPr>
          <p:cNvSpPr txBox="1"/>
          <p:nvPr/>
        </p:nvSpPr>
        <p:spPr>
          <a:xfrm>
            <a:off x="1388169" y="2153175"/>
            <a:ext cx="1795663" cy="307777"/>
          </a:xfrm>
          <a:prstGeom prst="rect">
            <a:avLst/>
          </a:prstGeom>
          <a:solidFill>
            <a:schemeClr val="bg1"/>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Example</a:t>
            </a:r>
            <a:endParaRPr kumimoji="0" lang="en-GB" sz="14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sp>
        <p:nvSpPr>
          <p:cNvPr id="47" name="Rectangle 210">
            <a:extLst>
              <a:ext uri="{FF2B5EF4-FFF2-40B4-BE49-F238E27FC236}">
                <a16:creationId xmlns:a16="http://schemas.microsoft.com/office/drawing/2014/main" id="{BDD6DB44-55F0-4F76-8460-9A53CE1B63F7}"/>
              </a:ext>
            </a:extLst>
          </p:cNvPr>
          <p:cNvSpPr/>
          <p:nvPr/>
        </p:nvSpPr>
        <p:spPr>
          <a:xfrm>
            <a:off x="4705092" y="2408251"/>
            <a:ext cx="4334397" cy="1754326"/>
          </a:xfrm>
          <a:prstGeom prst="rect">
            <a:avLst/>
          </a:prstGeom>
          <a:effectLst/>
        </p:spPr>
        <p:txBody>
          <a:bodyPr wrap="square">
            <a:spAutoFit/>
          </a:bodyPr>
          <a:lstStyle/>
          <a:p>
            <a:pPr marL="171450" marR="0" lvl="0" indent="-171450" algn="l" defTabSz="914400" rtl="0" eaLnBrk="1" fontAlgn="base" latinLnBrk="0" hangingPunct="1">
              <a:lnSpc>
                <a:spcPct val="100000"/>
              </a:lnSpc>
              <a:spcBef>
                <a:spcPct val="0"/>
              </a:spcBef>
              <a:spcAft>
                <a:spcPts val="600"/>
              </a:spcAft>
              <a:buClr>
                <a:srgbClr val="DA291C"/>
              </a:buClr>
              <a:buSzTx/>
              <a:buFont typeface="Wingdings" panose="05000000000000000000" pitchFamily="2" charset="2"/>
              <a:buChar char="§"/>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Service request fulfilment should be highly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standardized</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and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automated</a:t>
            </a:r>
          </a:p>
          <a:p>
            <a:pPr marL="171450" marR="0" lvl="0" indent="-171450" algn="l" defTabSz="914400" rtl="0" eaLnBrk="1" fontAlgn="base" latinLnBrk="0" hangingPunct="1">
              <a:lnSpc>
                <a:spcPct val="100000"/>
              </a:lnSpc>
              <a:spcBef>
                <a:spcPct val="0"/>
              </a:spcBef>
              <a:spcAft>
                <a:spcPts val="600"/>
              </a:spcAft>
              <a:buClr>
                <a:srgbClr val="DA291C"/>
              </a:buClr>
              <a:buSzTx/>
              <a:buFont typeface="Wingdings" panose="05000000000000000000" pitchFamily="2" charset="2"/>
              <a:buChar char="§"/>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Service requests fulfilment needs to be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defined</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by</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established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policies</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limiting any additional approvals so that the realization is done straight-line</a:t>
            </a:r>
          </a:p>
          <a:p>
            <a:pPr marL="171450" marR="0" lvl="0" indent="-171450" algn="l" defTabSz="914400" rtl="0" eaLnBrk="1" fontAlgn="base" latinLnBrk="0" hangingPunct="1">
              <a:lnSpc>
                <a:spcPct val="100000"/>
              </a:lnSpc>
              <a:spcBef>
                <a:spcPct val="0"/>
              </a:spcBef>
              <a:spcAft>
                <a:spcPts val="600"/>
              </a:spcAft>
              <a:buClr>
                <a:srgbClr val="DA291C"/>
              </a:buClr>
              <a:buSzTx/>
              <a:buFont typeface="Wingdings" panose="05000000000000000000" pitchFamily="2" charset="2"/>
              <a:buChar char="§"/>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Expectations on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fulfilment times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by users should be clearly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set</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and understood</a:t>
            </a:r>
          </a:p>
          <a:p>
            <a:pPr marL="171450" marR="0" lvl="0" indent="-171450" algn="l" defTabSz="914400" rtl="0" eaLnBrk="1" fontAlgn="base" latinLnBrk="0" hangingPunct="1">
              <a:lnSpc>
                <a:spcPct val="100000"/>
              </a:lnSpc>
              <a:spcBef>
                <a:spcPct val="0"/>
              </a:spcBef>
              <a:spcAft>
                <a:spcPts val="600"/>
              </a:spcAft>
              <a:buClr>
                <a:srgbClr val="DA291C"/>
              </a:buClr>
              <a:buSzTx/>
              <a:buFont typeface="Wingdings" panose="05000000000000000000" pitchFamily="2" charset="2"/>
              <a:buChar char="§"/>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Opportunities for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improvement</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should be identified and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implemented</a:t>
            </a:r>
          </a:p>
          <a:p>
            <a:pPr marL="171450" marR="0" lvl="0" indent="-171450" algn="l" defTabSz="914400" rtl="0" eaLnBrk="1" fontAlgn="base" latinLnBrk="0" hangingPunct="1">
              <a:lnSpc>
                <a:spcPct val="100000"/>
              </a:lnSpc>
              <a:spcBef>
                <a:spcPct val="0"/>
              </a:spcBef>
              <a:spcAft>
                <a:spcPts val="600"/>
              </a:spcAft>
              <a:buClr>
                <a:srgbClr val="DA291C"/>
              </a:buClr>
              <a:buSzTx/>
              <a:buFont typeface="Wingdings" panose="05000000000000000000" pitchFamily="2" charset="2"/>
              <a:buChar char="§"/>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Policies need to be included for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redirecting</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requests that are submitted as service request, but which should be managed as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incidents or changes </a:t>
            </a:r>
          </a:p>
        </p:txBody>
      </p:sp>
      <p:grpSp>
        <p:nvGrpSpPr>
          <p:cNvPr id="70" name="Group 69">
            <a:extLst>
              <a:ext uri="{FF2B5EF4-FFF2-40B4-BE49-F238E27FC236}">
                <a16:creationId xmlns:a16="http://schemas.microsoft.com/office/drawing/2014/main" id="{ECD083C8-09C8-4A81-B980-66A4B5CCC61B}"/>
              </a:ext>
            </a:extLst>
          </p:cNvPr>
          <p:cNvGrpSpPr/>
          <p:nvPr/>
        </p:nvGrpSpPr>
        <p:grpSpPr>
          <a:xfrm>
            <a:off x="7978987" y="72617"/>
            <a:ext cx="990588" cy="389425"/>
            <a:chOff x="7686066" y="126412"/>
            <a:chExt cx="1283510" cy="511174"/>
          </a:xfrm>
        </p:grpSpPr>
        <p:sp>
          <p:nvSpPr>
            <p:cNvPr id="71" name="Rounded Rectangle 38">
              <a:extLst>
                <a:ext uri="{FF2B5EF4-FFF2-40B4-BE49-F238E27FC236}">
                  <a16:creationId xmlns:a16="http://schemas.microsoft.com/office/drawing/2014/main" id="{7D35FD58-4C81-4267-95AF-B16B86B5985F}"/>
                </a:ext>
              </a:extLst>
            </p:cNvPr>
            <p:cNvSpPr>
              <a:spLocks noChangeArrowheads="1"/>
            </p:cNvSpPr>
            <p:nvPr/>
          </p:nvSpPr>
          <p:spPr bwMode="auto">
            <a:xfrm>
              <a:off x="7686066" y="126412"/>
              <a:ext cx="1283510" cy="222043"/>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endPar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endParaRPr>
            </a:p>
          </p:txBody>
        </p:sp>
        <p:grpSp>
          <p:nvGrpSpPr>
            <p:cNvPr id="72" name="Group 71">
              <a:extLst>
                <a:ext uri="{FF2B5EF4-FFF2-40B4-BE49-F238E27FC236}">
                  <a16:creationId xmlns:a16="http://schemas.microsoft.com/office/drawing/2014/main" id="{6988AED6-788B-4C90-859B-5C30983C6D41}"/>
                </a:ext>
              </a:extLst>
            </p:cNvPr>
            <p:cNvGrpSpPr/>
            <p:nvPr/>
          </p:nvGrpSpPr>
          <p:grpSpPr>
            <a:xfrm>
              <a:off x="7839999" y="178009"/>
              <a:ext cx="991557" cy="118849"/>
              <a:chOff x="7839999" y="139419"/>
              <a:chExt cx="991557" cy="118849"/>
            </a:xfrm>
          </p:grpSpPr>
          <p:sp>
            <p:nvSpPr>
              <p:cNvPr id="74" name="Rectangle 7">
                <a:extLst>
                  <a:ext uri="{FF2B5EF4-FFF2-40B4-BE49-F238E27FC236}">
                    <a16:creationId xmlns:a16="http://schemas.microsoft.com/office/drawing/2014/main" id="{915A44C7-E6E0-48EB-9792-64BD9815F201}"/>
                  </a:ext>
                </a:extLst>
              </p:cNvPr>
              <p:cNvSpPr/>
              <p:nvPr/>
            </p:nvSpPr>
            <p:spPr>
              <a:xfrm>
                <a:off x="7839999" y="139419"/>
                <a:ext cx="436761" cy="11884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sp>
            <p:nvSpPr>
              <p:cNvPr id="75" name="Rectangle 7">
                <a:extLst>
                  <a:ext uri="{FF2B5EF4-FFF2-40B4-BE49-F238E27FC236}">
                    <a16:creationId xmlns:a16="http://schemas.microsoft.com/office/drawing/2014/main" id="{C047C16A-49F9-4737-8F78-78E3F3E9F7C2}"/>
                  </a:ext>
                </a:extLst>
              </p:cNvPr>
              <p:cNvSpPr/>
              <p:nvPr/>
            </p:nvSpPr>
            <p:spPr>
              <a:xfrm>
                <a:off x="8394795" y="139419"/>
                <a:ext cx="436761" cy="1188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324000" bIns="72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grpSp>
        <p:sp>
          <p:nvSpPr>
            <p:cNvPr id="73" name="Rounded Rectangle 38">
              <a:extLst>
                <a:ext uri="{FF2B5EF4-FFF2-40B4-BE49-F238E27FC236}">
                  <a16:creationId xmlns:a16="http://schemas.microsoft.com/office/drawing/2014/main" id="{FE7B8C1F-FBB3-45FC-A4BF-A5831538DB2B}"/>
                </a:ext>
              </a:extLst>
            </p:cNvPr>
            <p:cNvSpPr>
              <a:spLocks noChangeArrowheads="1"/>
            </p:cNvSpPr>
            <p:nvPr/>
          </p:nvSpPr>
          <p:spPr bwMode="auto">
            <a:xfrm>
              <a:off x="7686066" y="415543"/>
              <a:ext cx="1283510" cy="222043"/>
            </a:xfrm>
            <a:prstGeom prst="roundRect">
              <a:avLst>
                <a:gd name="adj" fmla="val 8452"/>
              </a:avLst>
            </a:prstGeom>
            <a:solidFill>
              <a:schemeClr val="accent2"/>
            </a:solidFill>
            <a:ln w="12700" algn="ctr">
              <a:solidFill>
                <a:schemeClr val="accent2"/>
              </a:solidFill>
              <a:prstDash val="solid"/>
              <a:round/>
              <a:headEnd/>
              <a:tailEnd/>
            </a:ln>
          </p:spPr>
          <p:txBody>
            <a:bodyPr lIns="0" tIns="0" rIns="0" bIns="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GB" sz="800" b="1" i="0" u="none" strike="noStrike" kern="0" cap="none" spc="0" normalizeH="0" baseline="0" noProof="0">
                  <a:ln>
                    <a:noFill/>
                  </a:ln>
                  <a:solidFill>
                    <a:srgbClr val="FFFFFF"/>
                  </a:solidFill>
                  <a:effectLst/>
                  <a:uLnTx/>
                  <a:uFillTx/>
                  <a:latin typeface="Arial Narrow" panose="020B0606020202030204" pitchFamily="34" charset="0"/>
                  <a:ea typeface="+mn-ea"/>
                  <a:cs typeface="Lucida Sans" pitchFamily="34" charset="0"/>
                </a:rPr>
                <a:t>Service</a:t>
              </a:r>
            </a:p>
          </p:txBody>
        </p:sp>
      </p:grpSp>
      <p:sp>
        <p:nvSpPr>
          <p:cNvPr id="27" name="Slide Number Placeholder 26">
            <a:extLst>
              <a:ext uri="{FF2B5EF4-FFF2-40B4-BE49-F238E27FC236}">
                <a16:creationId xmlns:a16="http://schemas.microsoft.com/office/drawing/2014/main" id="{83C00ED3-A3DC-4BCA-A4F6-E48A007E36DB}"/>
              </a:ext>
            </a:extLst>
          </p:cNvPr>
          <p:cNvSpPr>
            <a:spLocks noGrp="1"/>
          </p:cNvSpPr>
          <p:nvPr>
            <p:ph type="sldNum" sz="quarter" idx="35"/>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DA291C"/>
                </a:solidFill>
                <a:effectLst/>
                <a:uLnTx/>
                <a:uFillTx/>
                <a:latin typeface="Arial Narrow" panose="020B0606020202030204" pitchFamily="34" charset="0"/>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55</a:t>
            </a:fld>
            <a:endParaRPr kumimoji="0" lang="it-IT" sz="11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grpSp>
        <p:nvGrpSpPr>
          <p:cNvPr id="57" name="Group 49">
            <a:extLst>
              <a:ext uri="{FF2B5EF4-FFF2-40B4-BE49-F238E27FC236}">
                <a16:creationId xmlns:a16="http://schemas.microsoft.com/office/drawing/2014/main" id="{155B9CAC-AB2A-430F-99C2-D2080C22E0A3}"/>
              </a:ext>
            </a:extLst>
          </p:cNvPr>
          <p:cNvGrpSpPr/>
          <p:nvPr/>
        </p:nvGrpSpPr>
        <p:grpSpPr>
          <a:xfrm>
            <a:off x="6841340" y="4969080"/>
            <a:ext cx="108000" cy="108000"/>
            <a:chOff x="10130023" y="2277920"/>
            <a:chExt cx="1188000" cy="1188000"/>
          </a:xfrm>
          <a:solidFill>
            <a:schemeClr val="accent2">
              <a:lumMod val="20000"/>
              <a:lumOff val="80000"/>
            </a:schemeClr>
          </a:solidFill>
        </p:grpSpPr>
        <p:pic>
          <p:nvPicPr>
            <p:cNvPr id="68" name="Picture 51">
              <a:extLst>
                <a:ext uri="{FF2B5EF4-FFF2-40B4-BE49-F238E27FC236}">
                  <a16:creationId xmlns:a16="http://schemas.microsoft.com/office/drawing/2014/main" id="{24C071D1-7B6F-4CA6-B522-394B356E5D61}"/>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69" name="Oval 17">
              <a:extLst>
                <a:ext uri="{FF2B5EF4-FFF2-40B4-BE49-F238E27FC236}">
                  <a16:creationId xmlns:a16="http://schemas.microsoft.com/office/drawing/2014/main" id="{1B301A2B-5336-473A-9335-FE0A81F1C2E6}"/>
                </a:ext>
              </a:extLst>
            </p:cNvPr>
            <p:cNvSpPr/>
            <p:nvPr/>
          </p:nvSpPr>
          <p:spPr>
            <a:xfrm rot="5400000">
              <a:off x="10148023" y="2295920"/>
              <a:ext cx="1152000" cy="115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76" name="Google Shape;21;p4">
              <a:extLst>
                <a:ext uri="{FF2B5EF4-FFF2-40B4-BE49-F238E27FC236}">
                  <a16:creationId xmlns:a16="http://schemas.microsoft.com/office/drawing/2014/main" id="{56262F71-100A-47E9-8AAC-E518A2D45BB2}"/>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77" name="Rectangle 210">
            <a:extLst>
              <a:ext uri="{FF2B5EF4-FFF2-40B4-BE49-F238E27FC236}">
                <a16:creationId xmlns:a16="http://schemas.microsoft.com/office/drawing/2014/main" id="{D1B737AF-8E75-4102-BB40-FDDA59E84379}"/>
              </a:ext>
            </a:extLst>
          </p:cNvPr>
          <p:cNvSpPr/>
          <p:nvPr/>
        </p:nvSpPr>
        <p:spPr>
          <a:xfrm>
            <a:off x="6928298" y="4916723"/>
            <a:ext cx="2172905"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Subject to exam question</a:t>
            </a:r>
            <a:endPar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79" name="Rectangle 210">
            <a:extLst>
              <a:ext uri="{FF2B5EF4-FFF2-40B4-BE49-F238E27FC236}">
                <a16:creationId xmlns:a16="http://schemas.microsoft.com/office/drawing/2014/main" id="{7C056637-7249-48D5-8307-8ED8E8FB3963}"/>
              </a:ext>
            </a:extLst>
          </p:cNvPr>
          <p:cNvSpPr/>
          <p:nvPr/>
        </p:nvSpPr>
        <p:spPr>
          <a:xfrm>
            <a:off x="640323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37321481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Oval 37">
            <a:extLst>
              <a:ext uri="{FF2B5EF4-FFF2-40B4-BE49-F238E27FC236}">
                <a16:creationId xmlns:a16="http://schemas.microsoft.com/office/drawing/2014/main" id="{9940F832-689A-410F-99C4-977BE85FD0B6}"/>
              </a:ext>
            </a:extLst>
          </p:cNvPr>
          <p:cNvSpPr/>
          <p:nvPr/>
        </p:nvSpPr>
        <p:spPr>
          <a:xfrm>
            <a:off x="3858169" y="4113453"/>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sp>
        <p:nvSpPr>
          <p:cNvPr id="153" name="Oval 37">
            <a:extLst>
              <a:ext uri="{FF2B5EF4-FFF2-40B4-BE49-F238E27FC236}">
                <a16:creationId xmlns:a16="http://schemas.microsoft.com/office/drawing/2014/main" id="{3D812328-C7C2-4039-BB98-383FE3550277}"/>
              </a:ext>
            </a:extLst>
          </p:cNvPr>
          <p:cNvSpPr/>
          <p:nvPr/>
        </p:nvSpPr>
        <p:spPr>
          <a:xfrm>
            <a:off x="4746435" y="4113453"/>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pic>
        <p:nvPicPr>
          <p:cNvPr id="8" name="Graphic 7" descr="Flip calendar with solid fill">
            <a:extLst>
              <a:ext uri="{FF2B5EF4-FFF2-40B4-BE49-F238E27FC236}">
                <a16:creationId xmlns:a16="http://schemas.microsoft.com/office/drawing/2014/main" id="{358E4097-3A5D-428E-84AA-D31096A30C9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24769" y="4180053"/>
            <a:ext cx="406800" cy="406800"/>
          </a:xfrm>
          <a:prstGeom prst="rect">
            <a:avLst/>
          </a:prstGeom>
        </p:spPr>
      </p:pic>
      <p:grpSp>
        <p:nvGrpSpPr>
          <p:cNvPr id="32" name="Group 31">
            <a:extLst>
              <a:ext uri="{FF2B5EF4-FFF2-40B4-BE49-F238E27FC236}">
                <a16:creationId xmlns:a16="http://schemas.microsoft.com/office/drawing/2014/main" id="{414A3649-B661-436D-9DD8-96D3C5634F32}"/>
              </a:ext>
            </a:extLst>
          </p:cNvPr>
          <p:cNvGrpSpPr/>
          <p:nvPr/>
        </p:nvGrpSpPr>
        <p:grpSpPr>
          <a:xfrm>
            <a:off x="448576" y="966898"/>
            <a:ext cx="8252565" cy="946657"/>
            <a:chOff x="445718" y="1114824"/>
            <a:chExt cx="8252565" cy="946657"/>
          </a:xfrm>
        </p:grpSpPr>
        <p:sp>
          <p:nvSpPr>
            <p:cNvPr id="33" name="Rounded Rectangle 38">
              <a:extLst>
                <a:ext uri="{FF2B5EF4-FFF2-40B4-BE49-F238E27FC236}">
                  <a16:creationId xmlns:a16="http://schemas.microsoft.com/office/drawing/2014/main" id="{304EDA7F-9E2C-4EE2-9E50-739A942489A3}"/>
                </a:ext>
              </a:extLst>
            </p:cNvPr>
            <p:cNvSpPr>
              <a:spLocks noChangeArrowheads="1"/>
            </p:cNvSpPr>
            <p:nvPr/>
          </p:nvSpPr>
          <p:spPr bwMode="auto">
            <a:xfrm>
              <a:off x="1233917" y="1318151"/>
              <a:ext cx="7464366" cy="540000"/>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US"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The purpose of the </a:t>
              </a:r>
              <a:r>
                <a:rPr kumimoji="0" lang="en-US"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Incident Management practice</a:t>
              </a:r>
              <a:r>
                <a:rPr kumimoji="0" lang="en-US"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 is to minimize the negative impact of incidents by restoring normal service operation as quickly as possible</a:t>
              </a:r>
            </a:p>
          </p:txBody>
        </p:sp>
        <p:grpSp>
          <p:nvGrpSpPr>
            <p:cNvPr id="37" name="Gruppo 49">
              <a:extLst>
                <a:ext uri="{FF2B5EF4-FFF2-40B4-BE49-F238E27FC236}">
                  <a16:creationId xmlns:a16="http://schemas.microsoft.com/office/drawing/2014/main" id="{2BFC7B46-48CB-4023-B0C6-11CE43AFFB76}"/>
                </a:ext>
              </a:extLst>
            </p:cNvPr>
            <p:cNvGrpSpPr/>
            <p:nvPr/>
          </p:nvGrpSpPr>
          <p:grpSpPr>
            <a:xfrm>
              <a:off x="445718" y="1114824"/>
              <a:ext cx="946657" cy="946657"/>
              <a:chOff x="248720" y="1049897"/>
              <a:chExt cx="946657" cy="946657"/>
            </a:xfrm>
          </p:grpSpPr>
          <p:grpSp>
            <p:nvGrpSpPr>
              <p:cNvPr id="39" name="Group 15">
                <a:extLst>
                  <a:ext uri="{FF2B5EF4-FFF2-40B4-BE49-F238E27FC236}">
                    <a16:creationId xmlns:a16="http://schemas.microsoft.com/office/drawing/2014/main" id="{35310296-D005-4B7D-B446-92C6885B62C7}"/>
                  </a:ext>
                </a:extLst>
              </p:cNvPr>
              <p:cNvGrpSpPr/>
              <p:nvPr/>
            </p:nvGrpSpPr>
            <p:grpSpPr>
              <a:xfrm>
                <a:off x="248720" y="1049897"/>
                <a:ext cx="946657" cy="946657"/>
                <a:chOff x="10130023" y="2277920"/>
                <a:chExt cx="1188000" cy="1188000"/>
              </a:xfrm>
              <a:solidFill>
                <a:schemeClr val="accent2">
                  <a:lumMod val="20000"/>
                  <a:lumOff val="80000"/>
                </a:schemeClr>
              </a:solidFill>
            </p:grpSpPr>
            <p:pic>
              <p:nvPicPr>
                <p:cNvPr id="42" name="Picture 16">
                  <a:extLst>
                    <a:ext uri="{FF2B5EF4-FFF2-40B4-BE49-F238E27FC236}">
                      <a16:creationId xmlns:a16="http://schemas.microsoft.com/office/drawing/2014/main" id="{3DABE4F7-3250-40D9-BFA3-59476BA03979}"/>
                    </a:ext>
                  </a:extLst>
                </p:cNvPr>
                <p:cNvPicPr>
                  <a:picLocks noChangeAspect="1"/>
                </p:cNvPicPr>
                <p:nvPr/>
              </p:nvPicPr>
              <p:blipFill>
                <a:blip r:embed="rId5" cstate="print">
                  <a:duotone>
                    <a:schemeClr val="accent5">
                      <a:shade val="45000"/>
                      <a:satMod val="135000"/>
                    </a:schemeClr>
                    <a:prstClr val="white"/>
                  </a:duotone>
                  <a:extLst>
                    <a:ext uri="{BEBA8EAE-BF5A-486C-A8C5-ECC9F3942E4B}">
                      <a14:imgProps xmlns:a14="http://schemas.microsoft.com/office/drawing/2010/main">
                        <a14:imgLayer r:embed="rId6">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45" name="Oval 17">
                  <a:extLst>
                    <a:ext uri="{FF2B5EF4-FFF2-40B4-BE49-F238E27FC236}">
                      <a16:creationId xmlns:a16="http://schemas.microsoft.com/office/drawing/2014/main" id="{C0A4A68F-B4FE-4497-A310-A22EB1163486}"/>
                    </a:ext>
                  </a:extLst>
                </p:cNvPr>
                <p:cNvSpPr/>
                <p:nvPr/>
              </p:nvSpPr>
              <p:spPr>
                <a:xfrm rot="5400000">
                  <a:off x="10148021" y="2295918"/>
                  <a:ext cx="1151999" cy="11519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46" name="Google Shape;21;p4">
                  <a:extLst>
                    <a:ext uri="{FF2B5EF4-FFF2-40B4-BE49-F238E27FC236}">
                      <a16:creationId xmlns:a16="http://schemas.microsoft.com/office/drawing/2014/main" id="{A1E69D91-A4FB-470F-BABE-AD596231899C}"/>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40" name="Rectangle 210">
                <a:extLst>
                  <a:ext uri="{FF2B5EF4-FFF2-40B4-BE49-F238E27FC236}">
                    <a16:creationId xmlns:a16="http://schemas.microsoft.com/office/drawing/2014/main" id="{98953353-E2C8-487F-8035-BBB680EF2314}"/>
                  </a:ext>
                </a:extLst>
              </p:cNvPr>
              <p:cNvSpPr/>
              <p:nvPr/>
            </p:nvSpPr>
            <p:spPr>
              <a:xfrm>
                <a:off x="291143" y="1353948"/>
                <a:ext cx="861811"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600" b="1" i="0" u="none" strike="noStrike" kern="0" cap="none" spc="0" normalizeH="0" baseline="0" noProof="0">
                    <a:ln>
                      <a:noFill/>
                    </a:ln>
                    <a:solidFill>
                      <a:srgbClr val="DA291C"/>
                    </a:solidFill>
                    <a:effectLst/>
                    <a:uLnTx/>
                    <a:uFillTx/>
                    <a:latin typeface="Arial Narrow" panose="020B0606020202030204" pitchFamily="34" charset="0"/>
                    <a:ea typeface="+mn-ea"/>
                    <a:cs typeface="+mn-cs"/>
                  </a:rPr>
                  <a:t>!!!</a:t>
                </a:r>
                <a:endParaRPr kumimoji="0" lang="en-GB" sz="1600" b="0" i="0" u="none" strike="noStrike" kern="0" cap="none" spc="0" normalizeH="0" baseline="0" noProof="0">
                  <a:ln>
                    <a:noFill/>
                  </a:ln>
                  <a:solidFill>
                    <a:srgbClr val="DA291C"/>
                  </a:solidFill>
                  <a:effectLst/>
                  <a:uLnTx/>
                  <a:uFillTx/>
                  <a:latin typeface="Arial Narrow" panose="020B0606020202030204" pitchFamily="34" charset="0"/>
                  <a:ea typeface="+mn-ea"/>
                  <a:cs typeface="+mn-cs"/>
                </a:endParaRPr>
              </a:p>
            </p:txBody>
          </p:sp>
        </p:grpSp>
      </p:grpSp>
      <p:sp>
        <p:nvSpPr>
          <p:cNvPr id="116" name="Oval 37">
            <a:extLst>
              <a:ext uri="{FF2B5EF4-FFF2-40B4-BE49-F238E27FC236}">
                <a16:creationId xmlns:a16="http://schemas.microsoft.com/office/drawing/2014/main" id="{983C3915-D3B1-4B99-B7D1-E168C3191AF6}"/>
              </a:ext>
            </a:extLst>
          </p:cNvPr>
          <p:cNvSpPr/>
          <p:nvPr/>
        </p:nvSpPr>
        <p:spPr>
          <a:xfrm>
            <a:off x="3855053" y="3426439"/>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sp>
        <p:nvSpPr>
          <p:cNvPr id="113" name="Oval 37">
            <a:extLst>
              <a:ext uri="{FF2B5EF4-FFF2-40B4-BE49-F238E27FC236}">
                <a16:creationId xmlns:a16="http://schemas.microsoft.com/office/drawing/2014/main" id="{0B7AEC15-5CD1-44B4-A774-D90EBA278883}"/>
              </a:ext>
            </a:extLst>
          </p:cNvPr>
          <p:cNvSpPr/>
          <p:nvPr/>
        </p:nvSpPr>
        <p:spPr>
          <a:xfrm>
            <a:off x="4740451" y="3426439"/>
            <a:ext cx="540000" cy="540000"/>
          </a:xfrm>
          <a:prstGeom prst="ellipse">
            <a:avLst/>
          </a:prstGeom>
          <a:solidFill>
            <a:schemeClr val="bg1">
              <a:lumMod val="95000"/>
            </a:schemeClr>
          </a:solidFill>
          <a:ln w="25400" cap="flat" cmpd="sng" algn="ctr">
            <a:solidFill>
              <a:schemeClr val="accent2"/>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6351" tIns="6351" rIns="6351" bIns="6351" numCol="1" spcCol="1270" rtlCol="0" anchor="ctr" anchorCtr="0">
            <a:noAutofit/>
          </a:bodyPr>
          <a:lstStyle/>
          <a:p>
            <a:pPr marL="0" marR="0" lvl="0" indent="0" algn="ctr" defTabSz="444489" rtl="0" eaLnBrk="1" fontAlgn="auto" latinLnBrk="0" hangingPunct="1">
              <a:lnSpc>
                <a:spcPct val="90000"/>
              </a:lnSpc>
              <a:spcBef>
                <a:spcPct val="0"/>
              </a:spcBef>
              <a:spcAft>
                <a:spcPct val="35000"/>
              </a:spcAft>
              <a:buClrTx/>
              <a:buSzTx/>
              <a:buFontTx/>
              <a:buNone/>
              <a:tabLst/>
              <a:defRPr/>
            </a:pPr>
            <a:endParaRPr kumimoji="0" lang="en-GB" sz="1000" b="0" i="0" u="none" strike="noStrike" kern="1200" cap="none" spc="0" normalizeH="0" baseline="0" noProof="0">
              <a:ln>
                <a:noFill/>
              </a:ln>
              <a:solidFill>
                <a:srgbClr val="34342B"/>
              </a:solidFill>
              <a:effectLst/>
              <a:uLnTx/>
              <a:uFillTx/>
              <a:latin typeface="Arial Narrow" panose="020B0606020202030204" pitchFamily="34" charset="0"/>
              <a:ea typeface="+mn-ea"/>
              <a:cs typeface="+mn-cs"/>
            </a:endParaRPr>
          </a:p>
        </p:txBody>
      </p:sp>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dirty="0">
                <a:latin typeface="Arial Narrow" panose="020B0606020202030204" pitchFamily="34" charset="0"/>
              </a:rPr>
              <a:t>ITIL 4 management practices | </a:t>
            </a:r>
            <a:r>
              <a:rPr lang="en-US" dirty="0">
                <a:solidFill>
                  <a:schemeClr val="accent3"/>
                </a:solidFill>
                <a:latin typeface="Arial Narrow" panose="020B0606020202030204" pitchFamily="34" charset="0"/>
              </a:rPr>
              <a:t>Incident Management</a:t>
            </a:r>
            <a:endParaRPr lang="en-GB" dirty="0">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p:txBody>
          <a:bodyPr/>
          <a:lstStyle/>
          <a:p>
            <a:r>
              <a:rPr lang="en-US">
                <a:latin typeface="Arial Narrow" panose="020B0606020202030204" pitchFamily="34" charset="0"/>
              </a:rPr>
              <a:t>Incident Management practice deals with unplanned service interruptions or issues and its goal is to restore normal service levels as per defined SLA in case an incident occurs</a:t>
            </a:r>
            <a:endParaRPr lang="en-GB">
              <a:latin typeface="Arial Narrow" panose="020B0606020202030204" pitchFamily="34" charset="0"/>
            </a:endParaRPr>
          </a:p>
        </p:txBody>
      </p:sp>
      <p:grpSp>
        <p:nvGrpSpPr>
          <p:cNvPr id="29" name="Gruppo 7">
            <a:extLst>
              <a:ext uri="{FF2B5EF4-FFF2-40B4-BE49-F238E27FC236}">
                <a16:creationId xmlns:a16="http://schemas.microsoft.com/office/drawing/2014/main" id="{7C374246-3E2F-4C95-8BD0-79D9FA00B6CB}"/>
              </a:ext>
            </a:extLst>
          </p:cNvPr>
          <p:cNvGrpSpPr/>
          <p:nvPr/>
        </p:nvGrpSpPr>
        <p:grpSpPr>
          <a:xfrm>
            <a:off x="448576" y="1958092"/>
            <a:ext cx="8252565" cy="946657"/>
            <a:chOff x="51618" y="1049897"/>
            <a:chExt cx="8252565" cy="946657"/>
          </a:xfrm>
        </p:grpSpPr>
        <p:sp>
          <p:nvSpPr>
            <p:cNvPr id="30" name="Rounded Rectangle 38">
              <a:extLst>
                <a:ext uri="{FF2B5EF4-FFF2-40B4-BE49-F238E27FC236}">
                  <a16:creationId xmlns:a16="http://schemas.microsoft.com/office/drawing/2014/main" id="{E2EED965-7285-4E23-B772-745870756AF8}"/>
                </a:ext>
              </a:extLst>
            </p:cNvPr>
            <p:cNvSpPr>
              <a:spLocks noChangeArrowheads="1"/>
            </p:cNvSpPr>
            <p:nvPr/>
          </p:nvSpPr>
          <p:spPr bwMode="auto">
            <a:xfrm>
              <a:off x="839817" y="1361225"/>
              <a:ext cx="7464366" cy="324000"/>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An </a:t>
              </a:r>
              <a:r>
                <a:rPr kumimoji="0" lang="en-GB"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incident</a:t>
              </a: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 is an unplanned interruption to a service or a reduction in quality of a service</a:t>
              </a:r>
            </a:p>
          </p:txBody>
        </p:sp>
        <p:grpSp>
          <p:nvGrpSpPr>
            <p:cNvPr id="31" name="Gruppo 3">
              <a:extLst>
                <a:ext uri="{FF2B5EF4-FFF2-40B4-BE49-F238E27FC236}">
                  <a16:creationId xmlns:a16="http://schemas.microsoft.com/office/drawing/2014/main" id="{B696B6F9-2070-48ED-83B5-8971FE38D733}"/>
                </a:ext>
              </a:extLst>
            </p:cNvPr>
            <p:cNvGrpSpPr/>
            <p:nvPr/>
          </p:nvGrpSpPr>
          <p:grpSpPr>
            <a:xfrm>
              <a:off x="51618" y="1049897"/>
              <a:ext cx="946657" cy="946657"/>
              <a:chOff x="248720" y="1049897"/>
              <a:chExt cx="946657" cy="946657"/>
            </a:xfrm>
          </p:grpSpPr>
          <p:grpSp>
            <p:nvGrpSpPr>
              <p:cNvPr id="34" name="Group 33">
                <a:extLst>
                  <a:ext uri="{FF2B5EF4-FFF2-40B4-BE49-F238E27FC236}">
                    <a16:creationId xmlns:a16="http://schemas.microsoft.com/office/drawing/2014/main" id="{D2DB0F58-0784-4D7B-8566-7F16A33E3B5B}"/>
                  </a:ext>
                </a:extLst>
              </p:cNvPr>
              <p:cNvGrpSpPr/>
              <p:nvPr/>
            </p:nvGrpSpPr>
            <p:grpSpPr>
              <a:xfrm>
                <a:off x="248720" y="1049897"/>
                <a:ext cx="946657" cy="946657"/>
                <a:chOff x="10130023" y="2277920"/>
                <a:chExt cx="1188000" cy="1188000"/>
              </a:xfrm>
              <a:solidFill>
                <a:schemeClr val="accent2">
                  <a:lumMod val="20000"/>
                  <a:lumOff val="80000"/>
                </a:schemeClr>
              </a:solidFill>
            </p:grpSpPr>
            <p:pic>
              <p:nvPicPr>
                <p:cNvPr id="36" name="Picture 35">
                  <a:extLst>
                    <a:ext uri="{FF2B5EF4-FFF2-40B4-BE49-F238E27FC236}">
                      <a16:creationId xmlns:a16="http://schemas.microsoft.com/office/drawing/2014/main" id="{E08E35A9-E076-46B4-A880-C54F9862DA80}"/>
                    </a:ext>
                  </a:extLst>
                </p:cNvPr>
                <p:cNvPicPr>
                  <a:picLocks noChangeAspect="1"/>
                </p:cNvPicPr>
                <p:nvPr/>
              </p:nvPicPr>
              <p:blipFill>
                <a:blip r:embed="rId5" cstate="print">
                  <a:duotone>
                    <a:schemeClr val="accent5">
                      <a:shade val="45000"/>
                      <a:satMod val="135000"/>
                    </a:schemeClr>
                    <a:prstClr val="white"/>
                  </a:duotone>
                  <a:extLst>
                    <a:ext uri="{BEBA8EAE-BF5A-486C-A8C5-ECC9F3942E4B}">
                      <a14:imgProps xmlns:a14="http://schemas.microsoft.com/office/drawing/2010/main">
                        <a14:imgLayer r:embed="rId6">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38" name="Oval 17">
                  <a:extLst>
                    <a:ext uri="{FF2B5EF4-FFF2-40B4-BE49-F238E27FC236}">
                      <a16:creationId xmlns:a16="http://schemas.microsoft.com/office/drawing/2014/main" id="{C68BA50D-C28F-4D50-96B2-502317B33B65}"/>
                    </a:ext>
                  </a:extLst>
                </p:cNvPr>
                <p:cNvSpPr/>
                <p:nvPr/>
              </p:nvSpPr>
              <p:spPr>
                <a:xfrm rot="5400000">
                  <a:off x="10148023" y="2295920"/>
                  <a:ext cx="1151999" cy="11519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41" name="Google Shape;21;p4">
                  <a:extLst>
                    <a:ext uri="{FF2B5EF4-FFF2-40B4-BE49-F238E27FC236}">
                      <a16:creationId xmlns:a16="http://schemas.microsoft.com/office/drawing/2014/main" id="{BFCF728C-7F43-4AF0-A7A9-9F0C465550C1}"/>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35" name="Rectangle 210">
                <a:extLst>
                  <a:ext uri="{FF2B5EF4-FFF2-40B4-BE49-F238E27FC236}">
                    <a16:creationId xmlns:a16="http://schemas.microsoft.com/office/drawing/2014/main" id="{9C8D68A1-0194-4215-BEB0-9A9B35032C46}"/>
                  </a:ext>
                </a:extLst>
              </p:cNvPr>
              <p:cNvSpPr/>
              <p:nvPr/>
            </p:nvSpPr>
            <p:spPr>
              <a:xfrm>
                <a:off x="291143" y="1353948"/>
                <a:ext cx="861811"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600" b="1" i="0" u="none" strike="noStrike" kern="0" cap="none" spc="0" normalizeH="0" baseline="0" noProof="0">
                    <a:ln>
                      <a:noFill/>
                    </a:ln>
                    <a:solidFill>
                      <a:srgbClr val="DA291C"/>
                    </a:solidFill>
                    <a:effectLst/>
                    <a:uLnTx/>
                    <a:uFillTx/>
                    <a:latin typeface="Arial Narrow" panose="020B0606020202030204" pitchFamily="34" charset="0"/>
                    <a:ea typeface="+mn-ea"/>
                    <a:cs typeface="+mn-cs"/>
                  </a:rPr>
                  <a:t>!!!</a:t>
                </a:r>
                <a:endParaRPr kumimoji="0" lang="en-GB" sz="1600" b="0" i="0" u="none" strike="noStrike" kern="0" cap="none" spc="0" normalizeH="0" baseline="0" noProof="0">
                  <a:ln>
                    <a:noFill/>
                  </a:ln>
                  <a:solidFill>
                    <a:srgbClr val="DA291C"/>
                  </a:solidFill>
                  <a:effectLst/>
                  <a:uLnTx/>
                  <a:uFillTx/>
                  <a:latin typeface="Arial Narrow" panose="020B0606020202030204" pitchFamily="34" charset="0"/>
                  <a:ea typeface="+mn-ea"/>
                  <a:cs typeface="+mn-cs"/>
                </a:endParaRPr>
              </a:p>
            </p:txBody>
          </p:sp>
        </p:grpSp>
      </p:grpSp>
      <p:sp>
        <p:nvSpPr>
          <p:cNvPr id="43" name="Rectangle 210">
            <a:extLst>
              <a:ext uri="{FF2B5EF4-FFF2-40B4-BE49-F238E27FC236}">
                <a16:creationId xmlns:a16="http://schemas.microsoft.com/office/drawing/2014/main" id="{3A87BACE-6EF0-46C6-A7B3-501EC6A8BAAC}"/>
              </a:ext>
            </a:extLst>
          </p:cNvPr>
          <p:cNvSpPr/>
          <p:nvPr/>
        </p:nvSpPr>
        <p:spPr>
          <a:xfrm>
            <a:off x="248093" y="3480996"/>
            <a:ext cx="3401267" cy="430887"/>
          </a:xfrm>
          <a:prstGeom prst="rect">
            <a:avLst/>
          </a:prstGeom>
        </p:spPr>
        <p:txBody>
          <a:bodyPr wrap="square" anchor="ctr">
            <a:spAutoFit/>
          </a:bodyPr>
          <a:lstStyle/>
          <a:p>
            <a:pPr marL="0" marR="0" lvl="0" indent="0" algn="r" defTabSz="914400" rtl="0" eaLnBrk="1" fontAlgn="auto" latinLnBrk="0" hangingPunct="1">
              <a:lnSpc>
                <a:spcPct val="100000"/>
              </a:lnSpc>
              <a:spcBef>
                <a:spcPts val="0"/>
              </a:spcBef>
              <a:spcAft>
                <a:spcPts val="0"/>
              </a:spcAft>
              <a:buClr>
                <a:srgbClr val="DA291C"/>
              </a:buClr>
              <a:buSzTx/>
              <a:buFontTx/>
              <a:buNone/>
              <a:tabLst/>
              <a:defRPr/>
            </a:pP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Incidents</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should be logged and managed to ensure that they are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resolved</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inside the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targeted resolution time </a:t>
            </a:r>
          </a:p>
        </p:txBody>
      </p:sp>
      <p:sp>
        <p:nvSpPr>
          <p:cNvPr id="44" name="Rectangle 210">
            <a:extLst>
              <a:ext uri="{FF2B5EF4-FFF2-40B4-BE49-F238E27FC236}">
                <a16:creationId xmlns:a16="http://schemas.microsoft.com/office/drawing/2014/main" id="{117D3E80-0892-4B4B-9320-916102DCDB12}"/>
              </a:ext>
            </a:extLst>
          </p:cNvPr>
          <p:cNvSpPr/>
          <p:nvPr/>
        </p:nvSpPr>
        <p:spPr>
          <a:xfrm>
            <a:off x="5345103" y="3480996"/>
            <a:ext cx="3550804" cy="430887"/>
          </a:xfrm>
          <a:prstGeom prst="rect">
            <a:avLst/>
          </a:prstGeom>
        </p:spPr>
        <p:txBody>
          <a:bodyPr wrap="square" anchor="ctr">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Efficient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Incident Management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often requires a high level of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collaboration</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among all teams of an organization</a:t>
            </a:r>
          </a:p>
        </p:txBody>
      </p:sp>
      <p:cxnSp>
        <p:nvCxnSpPr>
          <p:cNvPr id="27" name="Straight Connector 26">
            <a:extLst>
              <a:ext uri="{FF2B5EF4-FFF2-40B4-BE49-F238E27FC236}">
                <a16:creationId xmlns:a16="http://schemas.microsoft.com/office/drawing/2014/main" id="{B85BC753-B239-4C57-A41D-4D3098B4820B}"/>
              </a:ext>
            </a:extLst>
          </p:cNvPr>
          <p:cNvCxnSpPr>
            <a:cxnSpLocks/>
          </p:cNvCxnSpPr>
          <p:nvPr/>
        </p:nvCxnSpPr>
        <p:spPr>
          <a:xfrm>
            <a:off x="514847" y="3069985"/>
            <a:ext cx="817960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TextBox 11">
            <a:extLst>
              <a:ext uri="{FF2B5EF4-FFF2-40B4-BE49-F238E27FC236}">
                <a16:creationId xmlns:a16="http://schemas.microsoft.com/office/drawing/2014/main" id="{23D740A8-7654-46B8-898E-97A2EFB6B658}"/>
              </a:ext>
            </a:extLst>
          </p:cNvPr>
          <p:cNvSpPr txBox="1"/>
          <p:nvPr/>
        </p:nvSpPr>
        <p:spPr>
          <a:xfrm>
            <a:off x="3904409" y="2916097"/>
            <a:ext cx="1349109" cy="307777"/>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Highlights</a:t>
            </a:r>
            <a:endParaRPr kumimoji="0" lang="en-GB" sz="14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sp>
        <p:nvSpPr>
          <p:cNvPr id="156" name="Rectangle 210">
            <a:extLst>
              <a:ext uri="{FF2B5EF4-FFF2-40B4-BE49-F238E27FC236}">
                <a16:creationId xmlns:a16="http://schemas.microsoft.com/office/drawing/2014/main" id="{1FFBD78A-F0D7-47DB-B7A7-51FC20C160F4}"/>
              </a:ext>
            </a:extLst>
          </p:cNvPr>
          <p:cNvSpPr/>
          <p:nvPr/>
        </p:nvSpPr>
        <p:spPr>
          <a:xfrm>
            <a:off x="5345103" y="4168133"/>
            <a:ext cx="3600423" cy="430887"/>
          </a:xfrm>
          <a:prstGeom prst="rect">
            <a:avLst/>
          </a:prstGeom>
        </p:spPr>
        <p:txBody>
          <a:bodyPr wrap="square" anchor="ctr">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If a service is running as defined in the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SLA</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the service is running at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“normal service level”</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and no incidents are occurring</a:t>
            </a:r>
            <a:endPar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157" name="Rectangle 210">
            <a:extLst>
              <a:ext uri="{FF2B5EF4-FFF2-40B4-BE49-F238E27FC236}">
                <a16:creationId xmlns:a16="http://schemas.microsoft.com/office/drawing/2014/main" id="{A4DD9CD0-A120-4264-9A1A-FE7B2C58FCFB}"/>
              </a:ext>
            </a:extLst>
          </p:cNvPr>
          <p:cNvSpPr/>
          <p:nvPr/>
        </p:nvSpPr>
        <p:spPr>
          <a:xfrm>
            <a:off x="610960" y="4168136"/>
            <a:ext cx="3038400" cy="430887"/>
          </a:xfrm>
          <a:prstGeom prst="rect">
            <a:avLst/>
          </a:prstGeom>
        </p:spPr>
        <p:txBody>
          <a:bodyPr wrap="square" anchor="ctr">
            <a:spAutoFit/>
          </a:bodyPr>
          <a:lstStyle/>
          <a:p>
            <a:pPr marL="0" marR="0" lvl="0" indent="0" algn="r" defTabSz="914400" rtl="0" eaLnBrk="1" fontAlgn="auto" latinLnBrk="0" hangingPunct="1">
              <a:lnSpc>
                <a:spcPct val="100000"/>
              </a:lnSpc>
              <a:spcBef>
                <a:spcPts val="0"/>
              </a:spcBef>
              <a:spcAft>
                <a:spcPts val="0"/>
              </a:spcAft>
              <a:buClr>
                <a:srgbClr val="DA291C"/>
              </a:buClr>
              <a:buSzTx/>
              <a:buFontTx/>
              <a:buNone/>
              <a:tabLst/>
              <a:defRPr/>
            </a:pP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Service interruptions by a </a:t>
            </a:r>
            <a:r>
              <a:rPr kumimoji="0" lang="en-GB"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planned activity </a:t>
            </a:r>
            <a:r>
              <a:rPr kumimoji="0" lang="en-GB"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are not considered an incident</a:t>
            </a:r>
          </a:p>
        </p:txBody>
      </p:sp>
      <p:pic>
        <p:nvPicPr>
          <p:cNvPr id="6" name="Graphic 5" descr="Contract with solid fill">
            <a:extLst>
              <a:ext uri="{FF2B5EF4-FFF2-40B4-BE49-F238E27FC236}">
                <a16:creationId xmlns:a16="http://schemas.microsoft.com/office/drawing/2014/main" id="{33E4121B-FD38-410F-9E29-B955FC789AD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13035" y="4180053"/>
            <a:ext cx="406800" cy="406800"/>
          </a:xfrm>
          <a:prstGeom prst="rect">
            <a:avLst/>
          </a:prstGeom>
        </p:spPr>
      </p:pic>
      <p:pic>
        <p:nvPicPr>
          <p:cNvPr id="9" name="Graphic 8" descr="Users with solid fill">
            <a:extLst>
              <a:ext uri="{FF2B5EF4-FFF2-40B4-BE49-F238E27FC236}">
                <a16:creationId xmlns:a16="http://schemas.microsoft.com/office/drawing/2014/main" id="{2B8AD4D4-8CFE-4183-8534-CD4160468F1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807051" y="3493039"/>
            <a:ext cx="406800" cy="406800"/>
          </a:xfrm>
          <a:prstGeom prst="rect">
            <a:avLst/>
          </a:prstGeom>
        </p:spPr>
      </p:pic>
      <p:pic>
        <p:nvPicPr>
          <p:cNvPr id="11" name="Graphic 10" descr="Hourglass 60% with solid fill">
            <a:extLst>
              <a:ext uri="{FF2B5EF4-FFF2-40B4-BE49-F238E27FC236}">
                <a16:creationId xmlns:a16="http://schemas.microsoft.com/office/drawing/2014/main" id="{1F1C6DE5-0D4D-4EB5-8AFB-F8E87E74D67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921653" y="3493039"/>
            <a:ext cx="406800" cy="406800"/>
          </a:xfrm>
          <a:prstGeom prst="rect">
            <a:avLst/>
          </a:prstGeom>
        </p:spPr>
      </p:pic>
      <p:grpSp>
        <p:nvGrpSpPr>
          <p:cNvPr id="52" name="Group 51">
            <a:extLst>
              <a:ext uri="{FF2B5EF4-FFF2-40B4-BE49-F238E27FC236}">
                <a16:creationId xmlns:a16="http://schemas.microsoft.com/office/drawing/2014/main" id="{92193A94-E88A-4BBB-BFBA-9DBCA937D241}"/>
              </a:ext>
            </a:extLst>
          </p:cNvPr>
          <p:cNvGrpSpPr/>
          <p:nvPr/>
        </p:nvGrpSpPr>
        <p:grpSpPr>
          <a:xfrm>
            <a:off x="7978987" y="72617"/>
            <a:ext cx="990588" cy="389425"/>
            <a:chOff x="7686066" y="126412"/>
            <a:chExt cx="1283510" cy="511174"/>
          </a:xfrm>
        </p:grpSpPr>
        <p:sp>
          <p:nvSpPr>
            <p:cNvPr id="53" name="Rounded Rectangle 38">
              <a:extLst>
                <a:ext uri="{FF2B5EF4-FFF2-40B4-BE49-F238E27FC236}">
                  <a16:creationId xmlns:a16="http://schemas.microsoft.com/office/drawing/2014/main" id="{F844D146-2DA6-460C-83D7-CBE801BE1B4C}"/>
                </a:ext>
              </a:extLst>
            </p:cNvPr>
            <p:cNvSpPr>
              <a:spLocks noChangeArrowheads="1"/>
            </p:cNvSpPr>
            <p:nvPr/>
          </p:nvSpPr>
          <p:spPr bwMode="auto">
            <a:xfrm>
              <a:off x="7686066" y="126412"/>
              <a:ext cx="1283510" cy="222043"/>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endPar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endParaRPr>
            </a:p>
          </p:txBody>
        </p:sp>
        <p:grpSp>
          <p:nvGrpSpPr>
            <p:cNvPr id="54" name="Group 53">
              <a:extLst>
                <a:ext uri="{FF2B5EF4-FFF2-40B4-BE49-F238E27FC236}">
                  <a16:creationId xmlns:a16="http://schemas.microsoft.com/office/drawing/2014/main" id="{3314CA6C-E82F-4CB1-B96C-D595EC7A4F04}"/>
                </a:ext>
              </a:extLst>
            </p:cNvPr>
            <p:cNvGrpSpPr/>
            <p:nvPr/>
          </p:nvGrpSpPr>
          <p:grpSpPr>
            <a:xfrm>
              <a:off x="7839999" y="178009"/>
              <a:ext cx="991557" cy="118849"/>
              <a:chOff x="7839999" y="139419"/>
              <a:chExt cx="991557" cy="118849"/>
            </a:xfrm>
          </p:grpSpPr>
          <p:sp>
            <p:nvSpPr>
              <p:cNvPr id="56" name="Rectangle 7">
                <a:extLst>
                  <a:ext uri="{FF2B5EF4-FFF2-40B4-BE49-F238E27FC236}">
                    <a16:creationId xmlns:a16="http://schemas.microsoft.com/office/drawing/2014/main" id="{2689BDBF-E2B4-4665-A839-83F9A09101D0}"/>
                  </a:ext>
                </a:extLst>
              </p:cNvPr>
              <p:cNvSpPr/>
              <p:nvPr/>
            </p:nvSpPr>
            <p:spPr>
              <a:xfrm>
                <a:off x="7839999" y="139419"/>
                <a:ext cx="436761" cy="11884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sp>
            <p:nvSpPr>
              <p:cNvPr id="57" name="Rectangle 7">
                <a:extLst>
                  <a:ext uri="{FF2B5EF4-FFF2-40B4-BE49-F238E27FC236}">
                    <a16:creationId xmlns:a16="http://schemas.microsoft.com/office/drawing/2014/main" id="{3B7B8672-4135-432E-892C-EF1C43947DA7}"/>
                  </a:ext>
                </a:extLst>
              </p:cNvPr>
              <p:cNvSpPr/>
              <p:nvPr/>
            </p:nvSpPr>
            <p:spPr>
              <a:xfrm>
                <a:off x="8394795" y="139419"/>
                <a:ext cx="436761" cy="1188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324000" bIns="72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grpSp>
        <p:sp>
          <p:nvSpPr>
            <p:cNvPr id="55" name="Rounded Rectangle 38">
              <a:extLst>
                <a:ext uri="{FF2B5EF4-FFF2-40B4-BE49-F238E27FC236}">
                  <a16:creationId xmlns:a16="http://schemas.microsoft.com/office/drawing/2014/main" id="{B21A60B5-4A40-4146-B36A-04DBA981F656}"/>
                </a:ext>
              </a:extLst>
            </p:cNvPr>
            <p:cNvSpPr>
              <a:spLocks noChangeArrowheads="1"/>
            </p:cNvSpPr>
            <p:nvPr/>
          </p:nvSpPr>
          <p:spPr bwMode="auto">
            <a:xfrm>
              <a:off x="7686066" y="415543"/>
              <a:ext cx="1283510" cy="222043"/>
            </a:xfrm>
            <a:prstGeom prst="roundRect">
              <a:avLst>
                <a:gd name="adj" fmla="val 8452"/>
              </a:avLst>
            </a:prstGeom>
            <a:solidFill>
              <a:schemeClr val="accent2"/>
            </a:solidFill>
            <a:ln w="12700" algn="ctr">
              <a:solidFill>
                <a:schemeClr val="accent2"/>
              </a:solidFill>
              <a:prstDash val="solid"/>
              <a:round/>
              <a:headEnd/>
              <a:tailEnd/>
            </a:ln>
          </p:spPr>
          <p:txBody>
            <a:bodyPr lIns="0" tIns="0" rIns="0" bIns="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GB" sz="800" b="1" i="0" u="none" strike="noStrike" kern="0" cap="none" spc="0" normalizeH="0" baseline="0" noProof="0">
                  <a:ln>
                    <a:noFill/>
                  </a:ln>
                  <a:solidFill>
                    <a:srgbClr val="FFFFFF"/>
                  </a:solidFill>
                  <a:effectLst/>
                  <a:uLnTx/>
                  <a:uFillTx/>
                  <a:latin typeface="Arial Narrow" panose="020B0606020202030204" pitchFamily="34" charset="0"/>
                  <a:ea typeface="+mn-ea"/>
                  <a:cs typeface="Lucida Sans" pitchFamily="34" charset="0"/>
                </a:rPr>
                <a:t>Service</a:t>
              </a:r>
            </a:p>
          </p:txBody>
        </p:sp>
      </p:grpSp>
      <p:sp>
        <p:nvSpPr>
          <p:cNvPr id="7" name="Slide Number Placeholder 6">
            <a:extLst>
              <a:ext uri="{FF2B5EF4-FFF2-40B4-BE49-F238E27FC236}">
                <a16:creationId xmlns:a16="http://schemas.microsoft.com/office/drawing/2014/main" id="{D274CACF-FE78-44B4-84AD-F7B68890CF41}"/>
              </a:ext>
            </a:extLst>
          </p:cNvPr>
          <p:cNvSpPr>
            <a:spLocks noGrp="1"/>
          </p:cNvSpPr>
          <p:nvPr>
            <p:ph type="sldNum" sz="quarter" idx="35"/>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DA291C"/>
                </a:solidFill>
                <a:effectLst/>
                <a:uLnTx/>
                <a:uFillTx/>
                <a:latin typeface="Arial Narrow" panose="020B0606020202030204" pitchFamily="34" charset="0"/>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56</a:t>
            </a:fld>
            <a:endParaRPr kumimoji="0" lang="it-IT" sz="11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grpSp>
        <p:nvGrpSpPr>
          <p:cNvPr id="48" name="Group 49">
            <a:extLst>
              <a:ext uri="{FF2B5EF4-FFF2-40B4-BE49-F238E27FC236}">
                <a16:creationId xmlns:a16="http://schemas.microsoft.com/office/drawing/2014/main" id="{C3E10AB8-B425-4D72-9D98-55AF198ACD63}"/>
              </a:ext>
            </a:extLst>
          </p:cNvPr>
          <p:cNvGrpSpPr/>
          <p:nvPr/>
        </p:nvGrpSpPr>
        <p:grpSpPr>
          <a:xfrm>
            <a:off x="6841340" y="4969080"/>
            <a:ext cx="108000" cy="108000"/>
            <a:chOff x="10130023" y="2277920"/>
            <a:chExt cx="1188000" cy="1188000"/>
          </a:xfrm>
          <a:solidFill>
            <a:schemeClr val="accent2">
              <a:lumMod val="20000"/>
              <a:lumOff val="80000"/>
            </a:schemeClr>
          </a:solidFill>
        </p:grpSpPr>
        <p:pic>
          <p:nvPicPr>
            <p:cNvPr id="49" name="Picture 51">
              <a:extLst>
                <a:ext uri="{FF2B5EF4-FFF2-40B4-BE49-F238E27FC236}">
                  <a16:creationId xmlns:a16="http://schemas.microsoft.com/office/drawing/2014/main" id="{5082A441-935F-42C2-8616-081CC2D362D5}"/>
                </a:ext>
              </a:extLst>
            </p:cNvPr>
            <p:cNvPicPr>
              <a:picLocks noChangeAspect="1"/>
            </p:cNvPicPr>
            <p:nvPr/>
          </p:nvPicPr>
          <p:blipFill>
            <a:blip r:embed="rId5" cstate="print">
              <a:duotone>
                <a:schemeClr val="accent5">
                  <a:shade val="45000"/>
                  <a:satMod val="135000"/>
                </a:schemeClr>
                <a:prstClr val="white"/>
              </a:duotone>
              <a:extLst>
                <a:ext uri="{BEBA8EAE-BF5A-486C-A8C5-ECC9F3942E4B}">
                  <a14:imgProps xmlns:a14="http://schemas.microsoft.com/office/drawing/2010/main">
                    <a14:imgLayer r:embed="rId6">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51" name="Oval 17">
              <a:extLst>
                <a:ext uri="{FF2B5EF4-FFF2-40B4-BE49-F238E27FC236}">
                  <a16:creationId xmlns:a16="http://schemas.microsoft.com/office/drawing/2014/main" id="{52E6069D-F51E-4426-94B9-67E5CD4F41F3}"/>
                </a:ext>
              </a:extLst>
            </p:cNvPr>
            <p:cNvSpPr/>
            <p:nvPr/>
          </p:nvSpPr>
          <p:spPr>
            <a:xfrm rot="5400000">
              <a:off x="10148023" y="2295920"/>
              <a:ext cx="1152000" cy="115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58" name="Google Shape;21;p4">
              <a:extLst>
                <a:ext uri="{FF2B5EF4-FFF2-40B4-BE49-F238E27FC236}">
                  <a16:creationId xmlns:a16="http://schemas.microsoft.com/office/drawing/2014/main" id="{56E34F12-AF7C-4547-A69F-BB68003E4325}"/>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59" name="Rectangle 210">
            <a:extLst>
              <a:ext uri="{FF2B5EF4-FFF2-40B4-BE49-F238E27FC236}">
                <a16:creationId xmlns:a16="http://schemas.microsoft.com/office/drawing/2014/main" id="{3732BFE7-8ED5-482D-A5FC-06DD06E3406F}"/>
              </a:ext>
            </a:extLst>
          </p:cNvPr>
          <p:cNvSpPr/>
          <p:nvPr/>
        </p:nvSpPr>
        <p:spPr>
          <a:xfrm>
            <a:off x="6928298" y="4916723"/>
            <a:ext cx="2172905"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Subject to exam question</a:t>
            </a:r>
            <a:endPar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62" name="Rectangle 210">
            <a:extLst>
              <a:ext uri="{FF2B5EF4-FFF2-40B4-BE49-F238E27FC236}">
                <a16:creationId xmlns:a16="http://schemas.microsoft.com/office/drawing/2014/main" id="{77CFA70E-AC17-4C04-9502-D0DA58E851B8}"/>
              </a:ext>
            </a:extLst>
          </p:cNvPr>
          <p:cNvSpPr/>
          <p:nvPr/>
        </p:nvSpPr>
        <p:spPr>
          <a:xfrm>
            <a:off x="640323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202978614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ITIL 4 management practices | </a:t>
            </a:r>
            <a:r>
              <a:rPr lang="en-US">
                <a:solidFill>
                  <a:schemeClr val="accent3"/>
                </a:solidFill>
                <a:latin typeface="Arial Narrow" panose="020B0606020202030204" pitchFamily="34" charset="0"/>
              </a:rPr>
              <a:t>Problem Management</a:t>
            </a:r>
            <a:endParaRPr lang="en-GB">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p:txBody>
          <a:bodyPr/>
          <a:lstStyle/>
          <a:p>
            <a:r>
              <a:rPr lang="en-US">
                <a:latin typeface="Arial Narrow" panose="020B0606020202030204" pitchFamily="34" charset="0"/>
              </a:rPr>
              <a:t>While Incident Management deals with the restoration of normal service levels, the Problem Management practice individuates and addresses incident root causes</a:t>
            </a:r>
            <a:endParaRPr lang="en-GB">
              <a:latin typeface="Arial Narrow" panose="020B0606020202030204" pitchFamily="34" charset="0"/>
            </a:endParaRPr>
          </a:p>
        </p:txBody>
      </p:sp>
      <p:cxnSp>
        <p:nvCxnSpPr>
          <p:cNvPr id="45" name="Straight Connector 44">
            <a:extLst>
              <a:ext uri="{FF2B5EF4-FFF2-40B4-BE49-F238E27FC236}">
                <a16:creationId xmlns:a16="http://schemas.microsoft.com/office/drawing/2014/main" id="{C11C468E-B2E9-4C7C-B72A-46871B62AE16}"/>
              </a:ext>
            </a:extLst>
          </p:cNvPr>
          <p:cNvCxnSpPr>
            <a:cxnSpLocks/>
          </p:cNvCxnSpPr>
          <p:nvPr/>
        </p:nvCxnSpPr>
        <p:spPr>
          <a:xfrm>
            <a:off x="482199" y="3075065"/>
            <a:ext cx="817960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6" name="TextBox 11">
            <a:extLst>
              <a:ext uri="{FF2B5EF4-FFF2-40B4-BE49-F238E27FC236}">
                <a16:creationId xmlns:a16="http://schemas.microsoft.com/office/drawing/2014/main" id="{B3D5F5BE-67FF-4BBA-B00B-C80FEA176F7B}"/>
              </a:ext>
            </a:extLst>
          </p:cNvPr>
          <p:cNvSpPr txBox="1"/>
          <p:nvPr/>
        </p:nvSpPr>
        <p:spPr>
          <a:xfrm>
            <a:off x="3897445" y="2921177"/>
            <a:ext cx="1349109" cy="307777"/>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Highlights</a:t>
            </a:r>
            <a:endParaRPr kumimoji="0" lang="en-GB" sz="14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sp>
        <p:nvSpPr>
          <p:cNvPr id="22" name="Rounded Rectangle 38">
            <a:extLst>
              <a:ext uri="{FF2B5EF4-FFF2-40B4-BE49-F238E27FC236}">
                <a16:creationId xmlns:a16="http://schemas.microsoft.com/office/drawing/2014/main" id="{09F318AD-CB1F-4BB9-90FD-26A66958FDAE}"/>
              </a:ext>
            </a:extLst>
          </p:cNvPr>
          <p:cNvSpPr>
            <a:spLocks noChangeArrowheads="1"/>
          </p:cNvSpPr>
          <p:nvPr/>
        </p:nvSpPr>
        <p:spPr bwMode="auto">
          <a:xfrm>
            <a:off x="1045957" y="2544625"/>
            <a:ext cx="7464366" cy="324000"/>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US"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A </a:t>
            </a:r>
            <a:r>
              <a:rPr kumimoji="0" lang="en-US"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Known Error </a:t>
            </a:r>
            <a:r>
              <a:rPr kumimoji="0" lang="en-US"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is a problem that has been analyzed but has not been resolved</a:t>
            </a:r>
          </a:p>
        </p:txBody>
      </p:sp>
      <p:grpSp>
        <p:nvGrpSpPr>
          <p:cNvPr id="23" name="Gruppo 3 - 1">
            <a:extLst>
              <a:ext uri="{FF2B5EF4-FFF2-40B4-BE49-F238E27FC236}">
                <a16:creationId xmlns:a16="http://schemas.microsoft.com/office/drawing/2014/main" id="{45F96CE3-A1BB-4C3E-9861-011D523A26FE}"/>
              </a:ext>
            </a:extLst>
          </p:cNvPr>
          <p:cNvGrpSpPr>
            <a:grpSpLocks noChangeAspect="1"/>
          </p:cNvGrpSpPr>
          <p:nvPr/>
        </p:nvGrpSpPr>
        <p:grpSpPr>
          <a:xfrm>
            <a:off x="633678" y="2400625"/>
            <a:ext cx="648000" cy="648000"/>
            <a:chOff x="248720" y="1049897"/>
            <a:chExt cx="946657" cy="946657"/>
          </a:xfrm>
        </p:grpSpPr>
        <p:grpSp>
          <p:nvGrpSpPr>
            <p:cNvPr id="24" name="Group 23">
              <a:extLst>
                <a:ext uri="{FF2B5EF4-FFF2-40B4-BE49-F238E27FC236}">
                  <a16:creationId xmlns:a16="http://schemas.microsoft.com/office/drawing/2014/main" id="{2F630C5A-FF4E-49D2-B23A-358E17FD4645}"/>
                </a:ext>
              </a:extLst>
            </p:cNvPr>
            <p:cNvGrpSpPr/>
            <p:nvPr/>
          </p:nvGrpSpPr>
          <p:grpSpPr>
            <a:xfrm>
              <a:off x="248720" y="1049897"/>
              <a:ext cx="946657" cy="946657"/>
              <a:chOff x="10130023" y="2277920"/>
              <a:chExt cx="1188000" cy="1188000"/>
            </a:xfrm>
            <a:solidFill>
              <a:schemeClr val="accent2">
                <a:lumMod val="20000"/>
                <a:lumOff val="80000"/>
              </a:schemeClr>
            </a:solidFill>
          </p:grpSpPr>
          <p:pic>
            <p:nvPicPr>
              <p:cNvPr id="26" name="Picture 25">
                <a:extLst>
                  <a:ext uri="{FF2B5EF4-FFF2-40B4-BE49-F238E27FC236}">
                    <a16:creationId xmlns:a16="http://schemas.microsoft.com/office/drawing/2014/main" id="{B7AC0D05-0E60-42CB-9FCE-2143BD7BFAE7}"/>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27" name="Oval 17">
                <a:extLst>
                  <a:ext uri="{FF2B5EF4-FFF2-40B4-BE49-F238E27FC236}">
                    <a16:creationId xmlns:a16="http://schemas.microsoft.com/office/drawing/2014/main" id="{39EA6695-1EA8-4D1D-B599-7B41B2494EC4}"/>
                  </a:ext>
                </a:extLst>
              </p:cNvPr>
              <p:cNvSpPr/>
              <p:nvPr/>
            </p:nvSpPr>
            <p:spPr>
              <a:xfrm rot="5400000">
                <a:off x="10148023" y="2295920"/>
                <a:ext cx="1151999" cy="11519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28" name="Google Shape;21;p4">
                <a:extLst>
                  <a:ext uri="{FF2B5EF4-FFF2-40B4-BE49-F238E27FC236}">
                    <a16:creationId xmlns:a16="http://schemas.microsoft.com/office/drawing/2014/main" id="{D29442BB-A101-4700-8E3D-745E12A6F22B}"/>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25" name="Rectangle 210">
              <a:extLst>
                <a:ext uri="{FF2B5EF4-FFF2-40B4-BE49-F238E27FC236}">
                  <a16:creationId xmlns:a16="http://schemas.microsoft.com/office/drawing/2014/main" id="{84D86476-7AAE-4D3C-9434-2DF6F0880F1B}"/>
                </a:ext>
              </a:extLst>
            </p:cNvPr>
            <p:cNvSpPr/>
            <p:nvPr/>
          </p:nvSpPr>
          <p:spPr>
            <a:xfrm>
              <a:off x="291143" y="1353948"/>
              <a:ext cx="861811"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600" b="1" i="0" u="none" strike="noStrike" kern="0" cap="none" spc="0" normalizeH="0" baseline="0" noProof="0">
                  <a:ln>
                    <a:noFill/>
                  </a:ln>
                  <a:solidFill>
                    <a:srgbClr val="DA291C"/>
                  </a:solidFill>
                  <a:effectLst/>
                  <a:uLnTx/>
                  <a:uFillTx/>
                  <a:latin typeface="Arial Narrow" panose="020B0606020202030204" pitchFamily="34" charset="0"/>
                  <a:ea typeface="+mn-ea"/>
                  <a:cs typeface="+mn-cs"/>
                </a:rPr>
                <a:t>!!!</a:t>
              </a:r>
              <a:endParaRPr kumimoji="0" lang="en-GB" sz="1600" b="0" i="0" u="none" strike="noStrike" kern="0" cap="none" spc="0" normalizeH="0" baseline="0" noProof="0">
                <a:ln>
                  <a:noFill/>
                </a:ln>
                <a:solidFill>
                  <a:srgbClr val="DA291C"/>
                </a:solidFill>
                <a:effectLst/>
                <a:uLnTx/>
                <a:uFillTx/>
                <a:latin typeface="Arial Narrow" panose="020B0606020202030204" pitchFamily="34" charset="0"/>
                <a:ea typeface="+mn-ea"/>
                <a:cs typeface="+mn-cs"/>
              </a:endParaRPr>
            </a:p>
          </p:txBody>
        </p:sp>
      </p:grpSp>
      <p:sp>
        <p:nvSpPr>
          <p:cNvPr id="48" name="Rounded Rectangle 38">
            <a:extLst>
              <a:ext uri="{FF2B5EF4-FFF2-40B4-BE49-F238E27FC236}">
                <a16:creationId xmlns:a16="http://schemas.microsoft.com/office/drawing/2014/main" id="{DC424C42-0308-49D7-904F-CFCFC31B99E6}"/>
              </a:ext>
            </a:extLst>
          </p:cNvPr>
          <p:cNvSpPr>
            <a:spLocks noChangeArrowheads="1"/>
          </p:cNvSpPr>
          <p:nvPr/>
        </p:nvSpPr>
        <p:spPr bwMode="auto">
          <a:xfrm>
            <a:off x="1045957" y="1003118"/>
            <a:ext cx="7464366" cy="504000"/>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US"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The purpose of the </a:t>
            </a:r>
            <a:r>
              <a:rPr kumimoji="0" lang="en-US"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Problem Management practice </a:t>
            </a:r>
            <a:r>
              <a:rPr kumimoji="0" lang="en-US"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is to reduce the likelihood and impact of incidents by identifying actual and potential underling causes while managing workarounds and know errors</a:t>
            </a:r>
          </a:p>
        </p:txBody>
      </p:sp>
      <p:grpSp>
        <p:nvGrpSpPr>
          <p:cNvPr id="49" name="Gruppo 49">
            <a:extLst>
              <a:ext uri="{FF2B5EF4-FFF2-40B4-BE49-F238E27FC236}">
                <a16:creationId xmlns:a16="http://schemas.microsoft.com/office/drawing/2014/main" id="{65BF4A54-5D66-4E3A-89AB-AF76341DA7E7}"/>
              </a:ext>
            </a:extLst>
          </p:cNvPr>
          <p:cNvGrpSpPr>
            <a:grpSpLocks noChangeAspect="1"/>
          </p:cNvGrpSpPr>
          <p:nvPr/>
        </p:nvGrpSpPr>
        <p:grpSpPr>
          <a:xfrm>
            <a:off x="633678" y="949118"/>
            <a:ext cx="648000" cy="648000"/>
            <a:chOff x="248720" y="1049897"/>
            <a:chExt cx="946657" cy="946657"/>
          </a:xfrm>
        </p:grpSpPr>
        <p:grpSp>
          <p:nvGrpSpPr>
            <p:cNvPr id="50" name="Group 15">
              <a:extLst>
                <a:ext uri="{FF2B5EF4-FFF2-40B4-BE49-F238E27FC236}">
                  <a16:creationId xmlns:a16="http://schemas.microsoft.com/office/drawing/2014/main" id="{BBE253EA-9F5A-42BF-A0F5-180196BD2482}"/>
                </a:ext>
              </a:extLst>
            </p:cNvPr>
            <p:cNvGrpSpPr/>
            <p:nvPr/>
          </p:nvGrpSpPr>
          <p:grpSpPr>
            <a:xfrm>
              <a:off x="248720" y="1049897"/>
              <a:ext cx="946657" cy="946657"/>
              <a:chOff x="10130023" y="2277920"/>
              <a:chExt cx="1188000" cy="1188000"/>
            </a:xfrm>
            <a:solidFill>
              <a:schemeClr val="accent2">
                <a:lumMod val="20000"/>
                <a:lumOff val="80000"/>
              </a:schemeClr>
            </a:solidFill>
          </p:grpSpPr>
          <p:pic>
            <p:nvPicPr>
              <p:cNvPr id="52" name="Picture 16">
                <a:extLst>
                  <a:ext uri="{FF2B5EF4-FFF2-40B4-BE49-F238E27FC236}">
                    <a16:creationId xmlns:a16="http://schemas.microsoft.com/office/drawing/2014/main" id="{755D4885-2D30-41FA-B2CE-5E123BA1E243}"/>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53" name="Oval 17">
                <a:extLst>
                  <a:ext uri="{FF2B5EF4-FFF2-40B4-BE49-F238E27FC236}">
                    <a16:creationId xmlns:a16="http://schemas.microsoft.com/office/drawing/2014/main" id="{513A84EE-8E07-400C-8D87-612EACA487C2}"/>
                  </a:ext>
                </a:extLst>
              </p:cNvPr>
              <p:cNvSpPr/>
              <p:nvPr/>
            </p:nvSpPr>
            <p:spPr>
              <a:xfrm rot="5400000">
                <a:off x="10148021" y="2295918"/>
                <a:ext cx="1151999" cy="11519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54" name="Google Shape;21;p4">
                <a:extLst>
                  <a:ext uri="{FF2B5EF4-FFF2-40B4-BE49-F238E27FC236}">
                    <a16:creationId xmlns:a16="http://schemas.microsoft.com/office/drawing/2014/main" id="{DA74F2FD-36E5-422E-A86C-0B2CD022359E}"/>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51" name="Rectangle 210">
              <a:extLst>
                <a:ext uri="{FF2B5EF4-FFF2-40B4-BE49-F238E27FC236}">
                  <a16:creationId xmlns:a16="http://schemas.microsoft.com/office/drawing/2014/main" id="{5DE005F4-20D4-4FF3-A764-CD83FD88F45A}"/>
                </a:ext>
              </a:extLst>
            </p:cNvPr>
            <p:cNvSpPr/>
            <p:nvPr/>
          </p:nvSpPr>
          <p:spPr>
            <a:xfrm>
              <a:off x="291143" y="1353948"/>
              <a:ext cx="861811"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600" b="1" i="0" u="none" strike="noStrike" kern="0" cap="none" spc="0" normalizeH="0" baseline="0" noProof="0">
                  <a:ln>
                    <a:noFill/>
                  </a:ln>
                  <a:solidFill>
                    <a:srgbClr val="DA291C"/>
                  </a:solidFill>
                  <a:effectLst/>
                  <a:uLnTx/>
                  <a:uFillTx/>
                  <a:latin typeface="Arial Narrow" panose="020B0606020202030204" pitchFamily="34" charset="0"/>
                  <a:ea typeface="+mn-ea"/>
                  <a:cs typeface="+mn-cs"/>
                </a:rPr>
                <a:t>!!!</a:t>
              </a:r>
              <a:endParaRPr kumimoji="0" lang="en-GB" sz="1600" b="0" i="0" u="none" strike="noStrike" kern="0" cap="none" spc="0" normalizeH="0" baseline="0" noProof="0">
                <a:ln>
                  <a:noFill/>
                </a:ln>
                <a:solidFill>
                  <a:srgbClr val="DA291C"/>
                </a:solidFill>
                <a:effectLst/>
                <a:uLnTx/>
                <a:uFillTx/>
                <a:latin typeface="Arial Narrow" panose="020B0606020202030204" pitchFamily="34" charset="0"/>
                <a:ea typeface="+mn-ea"/>
                <a:cs typeface="+mn-cs"/>
              </a:endParaRPr>
            </a:p>
          </p:txBody>
        </p:sp>
      </p:grpSp>
      <p:sp>
        <p:nvSpPr>
          <p:cNvPr id="56" name="Rounded Rectangle 38">
            <a:extLst>
              <a:ext uri="{FF2B5EF4-FFF2-40B4-BE49-F238E27FC236}">
                <a16:creationId xmlns:a16="http://schemas.microsoft.com/office/drawing/2014/main" id="{E2FAC7E9-EDC9-48E4-BABF-16A147906EE5}"/>
              </a:ext>
            </a:extLst>
          </p:cNvPr>
          <p:cNvSpPr>
            <a:spLocks noChangeArrowheads="1"/>
          </p:cNvSpPr>
          <p:nvPr/>
        </p:nvSpPr>
        <p:spPr bwMode="auto">
          <a:xfrm>
            <a:off x="1045957" y="1818871"/>
            <a:ext cx="7464366" cy="324000"/>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A </a:t>
            </a:r>
            <a:r>
              <a:rPr kumimoji="0" lang="en-GB"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problem</a:t>
            </a: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 is a cause, or potential cause, of one or more incidents</a:t>
            </a:r>
          </a:p>
        </p:txBody>
      </p:sp>
      <p:grpSp>
        <p:nvGrpSpPr>
          <p:cNvPr id="57" name="Gruppo 3">
            <a:extLst>
              <a:ext uri="{FF2B5EF4-FFF2-40B4-BE49-F238E27FC236}">
                <a16:creationId xmlns:a16="http://schemas.microsoft.com/office/drawing/2014/main" id="{76C36DD6-990E-4573-98CD-9FDF49ED8C4A}"/>
              </a:ext>
            </a:extLst>
          </p:cNvPr>
          <p:cNvGrpSpPr>
            <a:grpSpLocks noChangeAspect="1"/>
          </p:cNvGrpSpPr>
          <p:nvPr/>
        </p:nvGrpSpPr>
        <p:grpSpPr>
          <a:xfrm>
            <a:off x="633678" y="1674871"/>
            <a:ext cx="648000" cy="648000"/>
            <a:chOff x="248720" y="1049897"/>
            <a:chExt cx="946657" cy="946657"/>
          </a:xfrm>
        </p:grpSpPr>
        <p:grpSp>
          <p:nvGrpSpPr>
            <p:cNvPr id="58" name="Group 57">
              <a:extLst>
                <a:ext uri="{FF2B5EF4-FFF2-40B4-BE49-F238E27FC236}">
                  <a16:creationId xmlns:a16="http://schemas.microsoft.com/office/drawing/2014/main" id="{CF261366-67B9-4073-9950-1780A2BDD79D}"/>
                </a:ext>
              </a:extLst>
            </p:cNvPr>
            <p:cNvGrpSpPr/>
            <p:nvPr/>
          </p:nvGrpSpPr>
          <p:grpSpPr>
            <a:xfrm>
              <a:off x="248720" y="1049897"/>
              <a:ext cx="946657" cy="946657"/>
              <a:chOff x="10130023" y="2277920"/>
              <a:chExt cx="1188000" cy="1188000"/>
            </a:xfrm>
            <a:solidFill>
              <a:schemeClr val="accent2">
                <a:lumMod val="20000"/>
                <a:lumOff val="80000"/>
              </a:schemeClr>
            </a:solidFill>
          </p:grpSpPr>
          <p:pic>
            <p:nvPicPr>
              <p:cNvPr id="60" name="Picture 59">
                <a:extLst>
                  <a:ext uri="{FF2B5EF4-FFF2-40B4-BE49-F238E27FC236}">
                    <a16:creationId xmlns:a16="http://schemas.microsoft.com/office/drawing/2014/main" id="{D14FE174-0EB0-4744-AAF4-2B025D37C872}"/>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61" name="Oval 17">
                <a:extLst>
                  <a:ext uri="{FF2B5EF4-FFF2-40B4-BE49-F238E27FC236}">
                    <a16:creationId xmlns:a16="http://schemas.microsoft.com/office/drawing/2014/main" id="{EA0EFEB9-1316-4665-A132-EF31A6C806AF}"/>
                  </a:ext>
                </a:extLst>
              </p:cNvPr>
              <p:cNvSpPr/>
              <p:nvPr/>
            </p:nvSpPr>
            <p:spPr>
              <a:xfrm rot="5400000">
                <a:off x="10148023" y="2295920"/>
                <a:ext cx="1151999" cy="11519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62" name="Google Shape;21;p4">
                <a:extLst>
                  <a:ext uri="{FF2B5EF4-FFF2-40B4-BE49-F238E27FC236}">
                    <a16:creationId xmlns:a16="http://schemas.microsoft.com/office/drawing/2014/main" id="{5CE4A029-4CB3-4FCF-AE48-B27C5503FFE2}"/>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59" name="Rectangle 210">
              <a:extLst>
                <a:ext uri="{FF2B5EF4-FFF2-40B4-BE49-F238E27FC236}">
                  <a16:creationId xmlns:a16="http://schemas.microsoft.com/office/drawing/2014/main" id="{13FFA710-DE4B-49B0-ABF8-7EE595BF247C}"/>
                </a:ext>
              </a:extLst>
            </p:cNvPr>
            <p:cNvSpPr/>
            <p:nvPr/>
          </p:nvSpPr>
          <p:spPr>
            <a:xfrm>
              <a:off x="291143" y="1353948"/>
              <a:ext cx="861811"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600" b="1" i="0" u="none" strike="noStrike" kern="0" cap="none" spc="0" normalizeH="0" baseline="0" noProof="0">
                  <a:ln>
                    <a:noFill/>
                  </a:ln>
                  <a:solidFill>
                    <a:srgbClr val="DA291C"/>
                  </a:solidFill>
                  <a:effectLst/>
                  <a:uLnTx/>
                  <a:uFillTx/>
                  <a:latin typeface="Arial Narrow" panose="020B0606020202030204" pitchFamily="34" charset="0"/>
                  <a:ea typeface="+mn-ea"/>
                  <a:cs typeface="+mn-cs"/>
                </a:rPr>
                <a:t>!!!</a:t>
              </a:r>
              <a:endParaRPr kumimoji="0" lang="en-GB" sz="1600" b="0" i="0" u="none" strike="noStrike" kern="0" cap="none" spc="0" normalizeH="0" baseline="0" noProof="0">
                <a:ln>
                  <a:noFill/>
                </a:ln>
                <a:solidFill>
                  <a:srgbClr val="DA291C"/>
                </a:solidFill>
                <a:effectLst/>
                <a:uLnTx/>
                <a:uFillTx/>
                <a:latin typeface="Arial Narrow" panose="020B0606020202030204" pitchFamily="34" charset="0"/>
                <a:ea typeface="+mn-ea"/>
                <a:cs typeface="+mn-cs"/>
              </a:endParaRPr>
            </a:p>
          </p:txBody>
        </p:sp>
      </p:grpSp>
      <p:sp>
        <p:nvSpPr>
          <p:cNvPr id="42" name="Rectangle: Rounded Corners 3">
            <a:extLst>
              <a:ext uri="{FF2B5EF4-FFF2-40B4-BE49-F238E27FC236}">
                <a16:creationId xmlns:a16="http://schemas.microsoft.com/office/drawing/2014/main" id="{83C48B95-12CD-4A0E-93B3-67E93E993D88}"/>
              </a:ext>
            </a:extLst>
          </p:cNvPr>
          <p:cNvSpPr>
            <a:spLocks/>
          </p:cNvSpPr>
          <p:nvPr/>
        </p:nvSpPr>
        <p:spPr>
          <a:xfrm>
            <a:off x="862379" y="3214343"/>
            <a:ext cx="1567083" cy="396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Problem Identification</a:t>
            </a:r>
          </a:p>
        </p:txBody>
      </p:sp>
      <p:sp>
        <p:nvSpPr>
          <p:cNvPr id="43" name="Rectangle: Rounded Corners 3 - 1">
            <a:extLst>
              <a:ext uri="{FF2B5EF4-FFF2-40B4-BE49-F238E27FC236}">
                <a16:creationId xmlns:a16="http://schemas.microsoft.com/office/drawing/2014/main" id="{3C659AD2-FFC0-4A88-A3CC-4B8C7DD05E81}"/>
              </a:ext>
            </a:extLst>
          </p:cNvPr>
          <p:cNvSpPr>
            <a:spLocks/>
          </p:cNvSpPr>
          <p:nvPr/>
        </p:nvSpPr>
        <p:spPr>
          <a:xfrm>
            <a:off x="3788458" y="3214343"/>
            <a:ext cx="1567083" cy="396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Problem Control</a:t>
            </a:r>
          </a:p>
        </p:txBody>
      </p:sp>
      <p:sp>
        <p:nvSpPr>
          <p:cNvPr id="44" name="Rectangle: Rounded Corners 3 - 2">
            <a:extLst>
              <a:ext uri="{FF2B5EF4-FFF2-40B4-BE49-F238E27FC236}">
                <a16:creationId xmlns:a16="http://schemas.microsoft.com/office/drawing/2014/main" id="{3496487A-E1E2-4364-AF55-911CE067BD5F}"/>
              </a:ext>
            </a:extLst>
          </p:cNvPr>
          <p:cNvSpPr>
            <a:spLocks/>
          </p:cNvSpPr>
          <p:nvPr/>
        </p:nvSpPr>
        <p:spPr>
          <a:xfrm>
            <a:off x="6714539" y="3214343"/>
            <a:ext cx="1567083" cy="396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Error Control</a:t>
            </a:r>
          </a:p>
        </p:txBody>
      </p:sp>
      <p:sp>
        <p:nvSpPr>
          <p:cNvPr id="82" name="Isosceles Triangle 4">
            <a:extLst>
              <a:ext uri="{FF2B5EF4-FFF2-40B4-BE49-F238E27FC236}">
                <a16:creationId xmlns:a16="http://schemas.microsoft.com/office/drawing/2014/main" id="{99ED4925-A4FB-48AB-A996-65D406E3ACF6}"/>
              </a:ext>
            </a:extLst>
          </p:cNvPr>
          <p:cNvSpPr>
            <a:spLocks noChangeAspect="1"/>
          </p:cNvSpPr>
          <p:nvPr/>
        </p:nvSpPr>
        <p:spPr>
          <a:xfrm rot="5400000">
            <a:off x="2550363" y="3882444"/>
            <a:ext cx="1126800" cy="170393"/>
          </a:xfrm>
          <a:prstGeom prst="triangle">
            <a:avLst/>
          </a:prstGeom>
          <a:solidFill>
            <a:schemeClr val="bg1">
              <a:lumMod val="85000"/>
            </a:schemeClr>
          </a:solidFill>
          <a:ln w="25400" cap="flat" cmpd="sng" algn="ctr">
            <a:noFill/>
            <a:prstDash val="solid"/>
          </a:ln>
          <a:effectLst/>
          <a:extLst>
            <a:ext uri="{91240B29-F687-4F45-9708-019B960494DF}">
              <a14:hiddenLine xmlns:a14="http://schemas.microsoft.com/office/drawing/2010/main" w="25400" cap="flat" cmpd="sng" algn="ctr">
                <a:solidFill>
                  <a:prstClr val="black"/>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83" name="Isosceles Triangle 4">
            <a:extLst>
              <a:ext uri="{FF2B5EF4-FFF2-40B4-BE49-F238E27FC236}">
                <a16:creationId xmlns:a16="http://schemas.microsoft.com/office/drawing/2014/main" id="{D886EDAA-D33F-4C23-B057-CE3D9199F41B}"/>
              </a:ext>
            </a:extLst>
          </p:cNvPr>
          <p:cNvSpPr>
            <a:spLocks noChangeAspect="1"/>
          </p:cNvSpPr>
          <p:nvPr/>
        </p:nvSpPr>
        <p:spPr>
          <a:xfrm rot="5400000">
            <a:off x="5476442" y="3882444"/>
            <a:ext cx="1126800" cy="170393"/>
          </a:xfrm>
          <a:prstGeom prst="triangle">
            <a:avLst/>
          </a:prstGeom>
          <a:solidFill>
            <a:schemeClr val="bg1">
              <a:lumMod val="85000"/>
            </a:schemeClr>
          </a:solidFill>
          <a:ln w="25400" cap="flat" cmpd="sng" algn="ctr">
            <a:noFill/>
            <a:prstDash val="solid"/>
          </a:ln>
          <a:effectLst/>
          <a:extLst>
            <a:ext uri="{91240B29-F687-4F45-9708-019B960494DF}">
              <a14:hiddenLine xmlns:a14="http://schemas.microsoft.com/office/drawing/2010/main" w="25400" cap="flat" cmpd="sng" algn="ctr">
                <a:solidFill>
                  <a:prstClr val="black"/>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grpSp>
        <p:nvGrpSpPr>
          <p:cNvPr id="84" name="Group 83">
            <a:extLst>
              <a:ext uri="{FF2B5EF4-FFF2-40B4-BE49-F238E27FC236}">
                <a16:creationId xmlns:a16="http://schemas.microsoft.com/office/drawing/2014/main" id="{ED5884B3-0EBF-4976-AA09-FADFCA194FAE}"/>
              </a:ext>
            </a:extLst>
          </p:cNvPr>
          <p:cNvGrpSpPr/>
          <p:nvPr/>
        </p:nvGrpSpPr>
        <p:grpSpPr>
          <a:xfrm>
            <a:off x="6841340" y="4916723"/>
            <a:ext cx="2259863" cy="215444"/>
            <a:chOff x="6841340" y="4916723"/>
            <a:chExt cx="2259863" cy="215444"/>
          </a:xfrm>
        </p:grpSpPr>
        <p:sp>
          <p:nvSpPr>
            <p:cNvPr id="85" name="Rectangle 210">
              <a:extLst>
                <a:ext uri="{FF2B5EF4-FFF2-40B4-BE49-F238E27FC236}">
                  <a16:creationId xmlns:a16="http://schemas.microsoft.com/office/drawing/2014/main" id="{7780C27A-1E1D-4767-9831-EFE76D0A5B04}"/>
                </a:ext>
              </a:extLst>
            </p:cNvPr>
            <p:cNvSpPr/>
            <p:nvPr/>
          </p:nvSpPr>
          <p:spPr>
            <a:xfrm>
              <a:off x="6928298" y="4916723"/>
              <a:ext cx="2172905"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Subject to exam question</a:t>
              </a:r>
              <a:endPar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grpSp>
          <p:nvGrpSpPr>
            <p:cNvPr id="86" name="Group 49">
              <a:extLst>
                <a:ext uri="{FF2B5EF4-FFF2-40B4-BE49-F238E27FC236}">
                  <a16:creationId xmlns:a16="http://schemas.microsoft.com/office/drawing/2014/main" id="{BC04A174-4C5B-4F5A-AB42-F7EE42B48AAF}"/>
                </a:ext>
              </a:extLst>
            </p:cNvPr>
            <p:cNvGrpSpPr/>
            <p:nvPr/>
          </p:nvGrpSpPr>
          <p:grpSpPr>
            <a:xfrm>
              <a:off x="6841340" y="4969080"/>
              <a:ext cx="108000" cy="108000"/>
              <a:chOff x="10130023" y="2277920"/>
              <a:chExt cx="1188000" cy="1188000"/>
            </a:xfrm>
            <a:solidFill>
              <a:schemeClr val="accent2">
                <a:lumMod val="20000"/>
                <a:lumOff val="80000"/>
              </a:schemeClr>
            </a:solidFill>
          </p:grpSpPr>
          <p:pic>
            <p:nvPicPr>
              <p:cNvPr id="87" name="Picture 51">
                <a:extLst>
                  <a:ext uri="{FF2B5EF4-FFF2-40B4-BE49-F238E27FC236}">
                    <a16:creationId xmlns:a16="http://schemas.microsoft.com/office/drawing/2014/main" id="{B8D7D028-CEC7-42DE-8401-1E978F98EC19}"/>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88" name="Oval 17">
                <a:extLst>
                  <a:ext uri="{FF2B5EF4-FFF2-40B4-BE49-F238E27FC236}">
                    <a16:creationId xmlns:a16="http://schemas.microsoft.com/office/drawing/2014/main" id="{7EB68F32-82C6-4CE0-8D2B-C8141A8D5A7B}"/>
                  </a:ext>
                </a:extLst>
              </p:cNvPr>
              <p:cNvSpPr/>
              <p:nvPr/>
            </p:nvSpPr>
            <p:spPr>
              <a:xfrm rot="5400000">
                <a:off x="10148023" y="2295920"/>
                <a:ext cx="1152000" cy="115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89" name="Google Shape;21;p4">
                <a:extLst>
                  <a:ext uri="{FF2B5EF4-FFF2-40B4-BE49-F238E27FC236}">
                    <a16:creationId xmlns:a16="http://schemas.microsoft.com/office/drawing/2014/main" id="{EA1E2027-9E74-4994-A52F-7CBFB693DD62}"/>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grpSp>
      <p:sp>
        <p:nvSpPr>
          <p:cNvPr id="72" name="Rectangle 71">
            <a:extLst>
              <a:ext uri="{FF2B5EF4-FFF2-40B4-BE49-F238E27FC236}">
                <a16:creationId xmlns:a16="http://schemas.microsoft.com/office/drawing/2014/main" id="{F4EDA5BC-CF4A-4528-B47F-DF6512456C13}"/>
              </a:ext>
            </a:extLst>
          </p:cNvPr>
          <p:cNvSpPr/>
          <p:nvPr/>
        </p:nvSpPr>
        <p:spPr>
          <a:xfrm>
            <a:off x="6125041" y="3573876"/>
            <a:ext cx="2641859" cy="104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288000" rtlCol="0" anchor="t"/>
          <a:lstStyle/>
          <a:p>
            <a:pPr marL="171450" marR="0" lvl="0" indent="-171450" algn="l" defTabSz="4572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Manage</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known errors</a:t>
            </a:r>
          </a:p>
          <a:p>
            <a:pPr marL="171450" marR="0" lvl="0" indent="-171450" algn="l" defTabSz="4572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Identify</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permanent solutions</a:t>
            </a:r>
            <a:endParaRPr kumimoji="0" lang="en-US" sz="1100" b="0" i="0" u="none" strike="noStrike" kern="1200" cap="none" spc="0" normalizeH="0" baseline="0" noProof="0">
              <a:ln>
                <a:noFill/>
              </a:ln>
              <a:solidFill>
                <a:srgbClr val="FFFFFF"/>
              </a:solidFill>
              <a:effectLst/>
              <a:uLnTx/>
              <a:uFillTx/>
              <a:latin typeface="Arial"/>
              <a:ea typeface="+mn-ea"/>
              <a:cs typeface="+mn-cs"/>
            </a:endParaRPr>
          </a:p>
        </p:txBody>
      </p:sp>
      <p:sp>
        <p:nvSpPr>
          <p:cNvPr id="73" name="Rectangle 72">
            <a:extLst>
              <a:ext uri="{FF2B5EF4-FFF2-40B4-BE49-F238E27FC236}">
                <a16:creationId xmlns:a16="http://schemas.microsoft.com/office/drawing/2014/main" id="{8D45C4B0-DE8D-4795-AA27-A2C98BFF516D}"/>
              </a:ext>
            </a:extLst>
          </p:cNvPr>
          <p:cNvSpPr/>
          <p:nvPr/>
        </p:nvSpPr>
        <p:spPr>
          <a:xfrm>
            <a:off x="311727" y="3573876"/>
            <a:ext cx="2641859" cy="104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288000" rtlCol="0" anchor="t"/>
          <a:lstStyle/>
          <a:p>
            <a:pPr marL="171450" marR="0" lvl="0" indent="-171450" algn="l" defTabSz="4572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Perform</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 trend analysis on records</a:t>
            </a:r>
          </a:p>
          <a:p>
            <a:pPr marL="171450" marR="0" lvl="0" indent="-171450" algn="l" defTabSz="4572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Detect</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recurring issues</a:t>
            </a:r>
          </a:p>
          <a:p>
            <a:pPr marL="171450" marR="0" lvl="0" indent="-171450" algn="l" defTabSz="4572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Identify</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risks of occurring incidents</a:t>
            </a:r>
          </a:p>
          <a:p>
            <a:pPr marL="171450" marR="0" lvl="0" indent="-171450" algn="l" defTabSz="4572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Analyze</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information received</a:t>
            </a:r>
            <a:endParaRPr kumimoji="0" lang="en-US" sz="1100" b="0" i="0" u="none" strike="noStrike" kern="1200" cap="none" spc="0" normalizeH="0" baseline="0" noProof="0">
              <a:ln>
                <a:noFill/>
              </a:ln>
              <a:solidFill>
                <a:srgbClr val="FFFFFF"/>
              </a:solidFill>
              <a:effectLst/>
              <a:uLnTx/>
              <a:uFillTx/>
              <a:latin typeface="Arial"/>
              <a:ea typeface="+mn-ea"/>
              <a:cs typeface="+mn-cs"/>
            </a:endParaRPr>
          </a:p>
        </p:txBody>
      </p:sp>
      <p:sp>
        <p:nvSpPr>
          <p:cNvPr id="74" name="Rectangle 73">
            <a:extLst>
              <a:ext uri="{FF2B5EF4-FFF2-40B4-BE49-F238E27FC236}">
                <a16:creationId xmlns:a16="http://schemas.microsoft.com/office/drawing/2014/main" id="{282B3770-32F0-4D5A-8E5D-85381B11906E}"/>
              </a:ext>
            </a:extLst>
          </p:cNvPr>
          <p:cNvSpPr/>
          <p:nvPr/>
        </p:nvSpPr>
        <p:spPr>
          <a:xfrm>
            <a:off x="3237806" y="3573876"/>
            <a:ext cx="2641859" cy="104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288000" rtlCol="0" anchor="t"/>
          <a:lstStyle/>
          <a:p>
            <a:pPr marL="171450" marR="0" lvl="0" indent="-171450" algn="l" defTabSz="4572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Examine</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and analyze problems</a:t>
            </a:r>
          </a:p>
          <a:p>
            <a:pPr marL="171450" marR="0" lvl="0" indent="-171450" algn="l" defTabSz="4572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Document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workarounds </a:t>
            </a:r>
          </a:p>
          <a:p>
            <a:pPr marL="171450" marR="0" lvl="0" indent="-171450" algn="l" defTabSz="4572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Document</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known errors </a:t>
            </a:r>
            <a:endParaRPr kumimoji="0" lang="en-US" sz="1100" b="0" i="0" u="none" strike="noStrike" kern="1200" cap="none" spc="0" normalizeH="0" baseline="0" noProof="0">
              <a:ln>
                <a:noFill/>
              </a:ln>
              <a:solidFill>
                <a:srgbClr val="FFFFFF"/>
              </a:solidFill>
              <a:effectLst/>
              <a:uLnTx/>
              <a:uFillTx/>
              <a:latin typeface="Arial"/>
              <a:ea typeface="+mn-ea"/>
              <a:cs typeface="+mn-cs"/>
            </a:endParaRPr>
          </a:p>
        </p:txBody>
      </p:sp>
      <p:grpSp>
        <p:nvGrpSpPr>
          <p:cNvPr id="90" name="Group 89">
            <a:extLst>
              <a:ext uri="{FF2B5EF4-FFF2-40B4-BE49-F238E27FC236}">
                <a16:creationId xmlns:a16="http://schemas.microsoft.com/office/drawing/2014/main" id="{A5B49716-4A70-43B2-8DE8-B8029D859F18}"/>
              </a:ext>
            </a:extLst>
          </p:cNvPr>
          <p:cNvGrpSpPr/>
          <p:nvPr/>
        </p:nvGrpSpPr>
        <p:grpSpPr>
          <a:xfrm>
            <a:off x="7978987" y="72617"/>
            <a:ext cx="990588" cy="389425"/>
            <a:chOff x="7686066" y="126412"/>
            <a:chExt cx="1283510" cy="511174"/>
          </a:xfrm>
        </p:grpSpPr>
        <p:sp>
          <p:nvSpPr>
            <p:cNvPr id="91" name="Rounded Rectangle 38">
              <a:extLst>
                <a:ext uri="{FF2B5EF4-FFF2-40B4-BE49-F238E27FC236}">
                  <a16:creationId xmlns:a16="http://schemas.microsoft.com/office/drawing/2014/main" id="{EFC1C429-8BFC-4360-9422-0FEDD3D59BE3}"/>
                </a:ext>
              </a:extLst>
            </p:cNvPr>
            <p:cNvSpPr>
              <a:spLocks noChangeArrowheads="1"/>
            </p:cNvSpPr>
            <p:nvPr/>
          </p:nvSpPr>
          <p:spPr bwMode="auto">
            <a:xfrm>
              <a:off x="7686066" y="126412"/>
              <a:ext cx="1283510" cy="222043"/>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endPar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endParaRPr>
            </a:p>
          </p:txBody>
        </p:sp>
        <p:grpSp>
          <p:nvGrpSpPr>
            <p:cNvPr id="92" name="Group 91">
              <a:extLst>
                <a:ext uri="{FF2B5EF4-FFF2-40B4-BE49-F238E27FC236}">
                  <a16:creationId xmlns:a16="http://schemas.microsoft.com/office/drawing/2014/main" id="{516145EC-7350-4208-B538-59207D8C4717}"/>
                </a:ext>
              </a:extLst>
            </p:cNvPr>
            <p:cNvGrpSpPr/>
            <p:nvPr/>
          </p:nvGrpSpPr>
          <p:grpSpPr>
            <a:xfrm>
              <a:off x="7839999" y="178009"/>
              <a:ext cx="991557" cy="118849"/>
              <a:chOff x="7839999" y="139419"/>
              <a:chExt cx="991557" cy="118849"/>
            </a:xfrm>
          </p:grpSpPr>
          <p:sp>
            <p:nvSpPr>
              <p:cNvPr id="94" name="Rectangle 7">
                <a:extLst>
                  <a:ext uri="{FF2B5EF4-FFF2-40B4-BE49-F238E27FC236}">
                    <a16:creationId xmlns:a16="http://schemas.microsoft.com/office/drawing/2014/main" id="{758BAA4E-888D-4A1C-913C-015FF5C32872}"/>
                  </a:ext>
                </a:extLst>
              </p:cNvPr>
              <p:cNvSpPr/>
              <p:nvPr/>
            </p:nvSpPr>
            <p:spPr>
              <a:xfrm>
                <a:off x="7839999" y="139419"/>
                <a:ext cx="436761" cy="11884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sp>
            <p:nvSpPr>
              <p:cNvPr id="95" name="Rectangle 7">
                <a:extLst>
                  <a:ext uri="{FF2B5EF4-FFF2-40B4-BE49-F238E27FC236}">
                    <a16:creationId xmlns:a16="http://schemas.microsoft.com/office/drawing/2014/main" id="{11D5E52A-9EEF-4086-A304-2A38077B2CD1}"/>
                  </a:ext>
                </a:extLst>
              </p:cNvPr>
              <p:cNvSpPr/>
              <p:nvPr/>
            </p:nvSpPr>
            <p:spPr>
              <a:xfrm>
                <a:off x="8394795" y="139419"/>
                <a:ext cx="436761" cy="1188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324000" bIns="72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grpSp>
        <p:sp>
          <p:nvSpPr>
            <p:cNvPr id="93" name="Rounded Rectangle 38">
              <a:extLst>
                <a:ext uri="{FF2B5EF4-FFF2-40B4-BE49-F238E27FC236}">
                  <a16:creationId xmlns:a16="http://schemas.microsoft.com/office/drawing/2014/main" id="{76B608F0-FA22-4F8E-9C36-C17DB0715A35}"/>
                </a:ext>
              </a:extLst>
            </p:cNvPr>
            <p:cNvSpPr>
              <a:spLocks noChangeArrowheads="1"/>
            </p:cNvSpPr>
            <p:nvPr/>
          </p:nvSpPr>
          <p:spPr bwMode="auto">
            <a:xfrm>
              <a:off x="7686066" y="415543"/>
              <a:ext cx="1283510" cy="222043"/>
            </a:xfrm>
            <a:prstGeom prst="roundRect">
              <a:avLst>
                <a:gd name="adj" fmla="val 8452"/>
              </a:avLst>
            </a:prstGeom>
            <a:solidFill>
              <a:schemeClr val="accent2"/>
            </a:solidFill>
            <a:ln w="12700" algn="ctr">
              <a:solidFill>
                <a:schemeClr val="accent2"/>
              </a:solidFill>
              <a:prstDash val="solid"/>
              <a:round/>
              <a:headEnd/>
              <a:tailEnd/>
            </a:ln>
          </p:spPr>
          <p:txBody>
            <a:bodyPr lIns="0" tIns="0" rIns="0" bIns="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GB" sz="800" b="1" i="0" u="none" strike="noStrike" kern="0" cap="none" spc="0" normalizeH="0" baseline="0" noProof="0">
                  <a:ln>
                    <a:noFill/>
                  </a:ln>
                  <a:solidFill>
                    <a:srgbClr val="FFFFFF"/>
                  </a:solidFill>
                  <a:effectLst/>
                  <a:uLnTx/>
                  <a:uFillTx/>
                  <a:latin typeface="Arial Narrow" panose="020B0606020202030204" pitchFamily="34" charset="0"/>
                  <a:ea typeface="+mn-ea"/>
                  <a:cs typeface="Lucida Sans" pitchFamily="34" charset="0"/>
                </a:rPr>
                <a:t>Service</a:t>
              </a:r>
            </a:p>
          </p:txBody>
        </p:sp>
      </p:grpSp>
      <p:pic>
        <p:nvPicPr>
          <p:cNvPr id="55" name="Picture 54" descr="Icon&#10;&#10;Description automatically generated">
            <a:hlinkClick r:id="rId5" action="ppaction://hlinksldjump"/>
            <a:extLst>
              <a:ext uri="{FF2B5EF4-FFF2-40B4-BE49-F238E27FC236}">
                <a16:creationId xmlns:a16="http://schemas.microsoft.com/office/drawing/2014/main" id="{CCE8065F-FB04-4C34-9BB2-C2A56D31BB90}"/>
              </a:ext>
            </a:extLst>
          </p:cNvPr>
          <p:cNvPicPr>
            <a:picLocks noChangeAspect="1"/>
          </p:cNvPicPr>
          <p:nvPr/>
        </p:nvPicPr>
        <p:blipFill>
          <a:blip r:embed="rId6"/>
          <a:stretch>
            <a:fillRect/>
          </a:stretch>
        </p:blipFill>
        <p:spPr>
          <a:xfrm>
            <a:off x="5057807" y="4952445"/>
            <a:ext cx="144000" cy="144000"/>
          </a:xfrm>
          <a:prstGeom prst="rect">
            <a:avLst/>
          </a:prstGeom>
        </p:spPr>
      </p:pic>
      <p:sp>
        <p:nvSpPr>
          <p:cNvPr id="63" name="Rectangle 210">
            <a:extLst>
              <a:ext uri="{FF2B5EF4-FFF2-40B4-BE49-F238E27FC236}">
                <a16:creationId xmlns:a16="http://schemas.microsoft.com/office/drawing/2014/main" id="{3AE63154-E0A0-48E8-A625-786810181DFA}"/>
              </a:ext>
            </a:extLst>
          </p:cNvPr>
          <p:cNvSpPr/>
          <p:nvPr/>
        </p:nvSpPr>
        <p:spPr>
          <a:xfrm>
            <a:off x="5152147" y="4916723"/>
            <a:ext cx="1697379"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Link back to multiple-choice question</a:t>
            </a:r>
          </a:p>
        </p:txBody>
      </p:sp>
      <p:sp>
        <p:nvSpPr>
          <p:cNvPr id="6" name="Slide Number Placeholder 5">
            <a:extLst>
              <a:ext uri="{FF2B5EF4-FFF2-40B4-BE49-F238E27FC236}">
                <a16:creationId xmlns:a16="http://schemas.microsoft.com/office/drawing/2014/main" id="{9D52BB5C-0EAE-4FE6-9AAD-FC8502F9E50C}"/>
              </a:ext>
            </a:extLst>
          </p:cNvPr>
          <p:cNvSpPr>
            <a:spLocks noGrp="1"/>
          </p:cNvSpPr>
          <p:nvPr>
            <p:ph type="sldNum" sz="quarter" idx="35"/>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DA291C"/>
                </a:solidFill>
                <a:effectLst/>
                <a:uLnTx/>
                <a:uFillTx/>
                <a:latin typeface="Arial Narrow" panose="020B0606020202030204" pitchFamily="34" charset="0"/>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57</a:t>
            </a:fld>
            <a:endParaRPr kumimoji="0" lang="it-IT" sz="11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sp>
        <p:nvSpPr>
          <p:cNvPr id="66" name="Rectangle 210">
            <a:extLst>
              <a:ext uri="{FF2B5EF4-FFF2-40B4-BE49-F238E27FC236}">
                <a16:creationId xmlns:a16="http://schemas.microsoft.com/office/drawing/2014/main" id="{0A622619-E881-4693-9B15-95632DBBDBFE}"/>
              </a:ext>
            </a:extLst>
          </p:cNvPr>
          <p:cNvSpPr/>
          <p:nvPr/>
        </p:nvSpPr>
        <p:spPr>
          <a:xfrm>
            <a:off x="463285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21390441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ITIL 4 management practices | </a:t>
            </a:r>
            <a:r>
              <a:rPr lang="en-US">
                <a:solidFill>
                  <a:schemeClr val="accent3"/>
                </a:solidFill>
                <a:latin typeface="Arial Narrow" panose="020B0606020202030204" pitchFamily="34" charset="0"/>
              </a:rPr>
              <a:t>Change Enablement</a:t>
            </a:r>
            <a:endParaRPr lang="en-GB">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p:txBody>
          <a:bodyPr/>
          <a:lstStyle/>
          <a:p>
            <a:r>
              <a:rPr lang="en-US">
                <a:latin typeface="Arial Narrow" panose="020B0606020202030204" pitchFamily="34" charset="0"/>
              </a:rPr>
              <a:t>The Change Enablement practice assures that only authorized changes take place, balancing potential activity benefits and risks while providing new change value and protecting existing services</a:t>
            </a:r>
            <a:endParaRPr lang="en-GB">
              <a:latin typeface="Arial Narrow" panose="020B0606020202030204" pitchFamily="34" charset="0"/>
            </a:endParaRPr>
          </a:p>
        </p:txBody>
      </p:sp>
      <p:grpSp>
        <p:nvGrpSpPr>
          <p:cNvPr id="7" name="Gruppo 49">
            <a:extLst>
              <a:ext uri="{FF2B5EF4-FFF2-40B4-BE49-F238E27FC236}">
                <a16:creationId xmlns:a16="http://schemas.microsoft.com/office/drawing/2014/main" id="{3F291D6F-920E-4E47-84FA-EFC776C833E9}"/>
              </a:ext>
            </a:extLst>
          </p:cNvPr>
          <p:cNvGrpSpPr/>
          <p:nvPr/>
        </p:nvGrpSpPr>
        <p:grpSpPr>
          <a:xfrm>
            <a:off x="445718" y="966899"/>
            <a:ext cx="946657" cy="946657"/>
            <a:chOff x="248720" y="1049897"/>
            <a:chExt cx="946657" cy="946657"/>
          </a:xfrm>
        </p:grpSpPr>
        <p:grpSp>
          <p:nvGrpSpPr>
            <p:cNvPr id="8" name="Group 15">
              <a:extLst>
                <a:ext uri="{FF2B5EF4-FFF2-40B4-BE49-F238E27FC236}">
                  <a16:creationId xmlns:a16="http://schemas.microsoft.com/office/drawing/2014/main" id="{E0CFA438-953A-4C65-BFA4-99B7A9E915F7}"/>
                </a:ext>
              </a:extLst>
            </p:cNvPr>
            <p:cNvGrpSpPr/>
            <p:nvPr/>
          </p:nvGrpSpPr>
          <p:grpSpPr>
            <a:xfrm>
              <a:off x="248720" y="1049897"/>
              <a:ext cx="946657" cy="946657"/>
              <a:chOff x="10130023" y="2277920"/>
              <a:chExt cx="1188000" cy="1188000"/>
            </a:xfrm>
            <a:solidFill>
              <a:schemeClr val="accent2">
                <a:lumMod val="20000"/>
                <a:lumOff val="80000"/>
              </a:schemeClr>
            </a:solidFill>
          </p:grpSpPr>
          <p:pic>
            <p:nvPicPr>
              <p:cNvPr id="10" name="Picture 16">
                <a:extLst>
                  <a:ext uri="{FF2B5EF4-FFF2-40B4-BE49-F238E27FC236}">
                    <a16:creationId xmlns:a16="http://schemas.microsoft.com/office/drawing/2014/main" id="{D4A8AE3B-85AA-42CD-B243-BA3287CA9645}"/>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11" name="Oval 17">
                <a:extLst>
                  <a:ext uri="{FF2B5EF4-FFF2-40B4-BE49-F238E27FC236}">
                    <a16:creationId xmlns:a16="http://schemas.microsoft.com/office/drawing/2014/main" id="{BA327DD1-9E42-451F-8AE9-757DA2333F38}"/>
                  </a:ext>
                </a:extLst>
              </p:cNvPr>
              <p:cNvSpPr/>
              <p:nvPr/>
            </p:nvSpPr>
            <p:spPr>
              <a:xfrm rot="5400000">
                <a:off x="10148022" y="2295919"/>
                <a:ext cx="1151999" cy="11519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12" name="Google Shape;21;p4">
                <a:extLst>
                  <a:ext uri="{FF2B5EF4-FFF2-40B4-BE49-F238E27FC236}">
                    <a16:creationId xmlns:a16="http://schemas.microsoft.com/office/drawing/2014/main" id="{F8800454-14CB-44A7-874B-100920623FF0}"/>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9" name="Rectangle 210">
              <a:extLst>
                <a:ext uri="{FF2B5EF4-FFF2-40B4-BE49-F238E27FC236}">
                  <a16:creationId xmlns:a16="http://schemas.microsoft.com/office/drawing/2014/main" id="{29FAA3F8-527C-49F1-BF25-137385D51757}"/>
                </a:ext>
              </a:extLst>
            </p:cNvPr>
            <p:cNvSpPr/>
            <p:nvPr/>
          </p:nvSpPr>
          <p:spPr>
            <a:xfrm>
              <a:off x="291143" y="1353948"/>
              <a:ext cx="861811"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600" b="1" i="0" u="none" strike="noStrike" kern="0" cap="none" spc="0" normalizeH="0" baseline="0" noProof="0">
                  <a:ln>
                    <a:noFill/>
                  </a:ln>
                  <a:solidFill>
                    <a:srgbClr val="DA291C"/>
                  </a:solidFill>
                  <a:effectLst/>
                  <a:uLnTx/>
                  <a:uFillTx/>
                  <a:latin typeface="Arial Narrow" panose="020B0606020202030204" pitchFamily="34" charset="0"/>
                  <a:ea typeface="+mn-ea"/>
                  <a:cs typeface="+mn-cs"/>
                </a:rPr>
                <a:t>!!!</a:t>
              </a:r>
              <a:endParaRPr kumimoji="0" lang="en-GB" sz="1600" b="0" i="0" u="none" strike="noStrike" kern="0" cap="none" spc="0" normalizeH="0" baseline="0" noProof="0">
                <a:ln>
                  <a:noFill/>
                </a:ln>
                <a:solidFill>
                  <a:srgbClr val="DA291C"/>
                </a:solidFill>
                <a:effectLst/>
                <a:uLnTx/>
                <a:uFillTx/>
                <a:latin typeface="Arial Narrow" panose="020B0606020202030204" pitchFamily="34" charset="0"/>
                <a:ea typeface="+mn-ea"/>
                <a:cs typeface="+mn-cs"/>
              </a:endParaRPr>
            </a:p>
          </p:txBody>
        </p:sp>
      </p:grpSp>
      <p:grpSp>
        <p:nvGrpSpPr>
          <p:cNvPr id="38" name="Group 37">
            <a:extLst>
              <a:ext uri="{FF2B5EF4-FFF2-40B4-BE49-F238E27FC236}">
                <a16:creationId xmlns:a16="http://schemas.microsoft.com/office/drawing/2014/main" id="{5A838ABF-72F4-4EA8-BAE5-9FCFB2F1B3CE}"/>
              </a:ext>
            </a:extLst>
          </p:cNvPr>
          <p:cNvGrpSpPr/>
          <p:nvPr/>
        </p:nvGrpSpPr>
        <p:grpSpPr>
          <a:xfrm>
            <a:off x="448576" y="966898"/>
            <a:ext cx="8252565" cy="946657"/>
            <a:chOff x="445718" y="1114824"/>
            <a:chExt cx="8252565" cy="946657"/>
          </a:xfrm>
        </p:grpSpPr>
        <p:sp>
          <p:nvSpPr>
            <p:cNvPr id="41" name="Rounded Rectangle 38">
              <a:extLst>
                <a:ext uri="{FF2B5EF4-FFF2-40B4-BE49-F238E27FC236}">
                  <a16:creationId xmlns:a16="http://schemas.microsoft.com/office/drawing/2014/main" id="{2047FEE2-3B37-473B-B178-818BF8A38ACE}"/>
                </a:ext>
              </a:extLst>
            </p:cNvPr>
            <p:cNvSpPr>
              <a:spLocks noChangeArrowheads="1"/>
            </p:cNvSpPr>
            <p:nvPr/>
          </p:nvSpPr>
          <p:spPr bwMode="auto">
            <a:xfrm>
              <a:off x="1233917" y="1318151"/>
              <a:ext cx="7464366" cy="540000"/>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US"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The purpose of the </a:t>
              </a:r>
              <a:r>
                <a:rPr kumimoji="0" lang="en-US"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Change Enablement practice </a:t>
              </a:r>
              <a:r>
                <a:rPr kumimoji="0" lang="en-US"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is to maximize the number of successful service and product changes by ensuring proper risks assessment, change authorization control and activities schedule definition</a:t>
              </a:r>
            </a:p>
          </p:txBody>
        </p:sp>
        <p:grpSp>
          <p:nvGrpSpPr>
            <p:cNvPr id="43" name="Gruppo 49">
              <a:extLst>
                <a:ext uri="{FF2B5EF4-FFF2-40B4-BE49-F238E27FC236}">
                  <a16:creationId xmlns:a16="http://schemas.microsoft.com/office/drawing/2014/main" id="{EFDE98DE-6DA7-4FF2-852E-E12A3A62EBC3}"/>
                </a:ext>
              </a:extLst>
            </p:cNvPr>
            <p:cNvGrpSpPr/>
            <p:nvPr/>
          </p:nvGrpSpPr>
          <p:grpSpPr>
            <a:xfrm>
              <a:off x="445718" y="1114824"/>
              <a:ext cx="946657" cy="946657"/>
              <a:chOff x="248720" y="1049897"/>
              <a:chExt cx="946657" cy="946657"/>
            </a:xfrm>
          </p:grpSpPr>
          <p:grpSp>
            <p:nvGrpSpPr>
              <p:cNvPr id="44" name="Group 15">
                <a:extLst>
                  <a:ext uri="{FF2B5EF4-FFF2-40B4-BE49-F238E27FC236}">
                    <a16:creationId xmlns:a16="http://schemas.microsoft.com/office/drawing/2014/main" id="{813E5ADA-AF78-48FE-AFE9-6EE90856B0FF}"/>
                  </a:ext>
                </a:extLst>
              </p:cNvPr>
              <p:cNvGrpSpPr/>
              <p:nvPr/>
            </p:nvGrpSpPr>
            <p:grpSpPr>
              <a:xfrm>
                <a:off x="248720" y="1049897"/>
                <a:ext cx="946657" cy="946657"/>
                <a:chOff x="10130023" y="2277920"/>
                <a:chExt cx="1188000" cy="1188000"/>
              </a:xfrm>
              <a:solidFill>
                <a:schemeClr val="accent2">
                  <a:lumMod val="20000"/>
                  <a:lumOff val="80000"/>
                </a:schemeClr>
              </a:solidFill>
            </p:grpSpPr>
            <p:pic>
              <p:nvPicPr>
                <p:cNvPr id="46" name="Picture 16">
                  <a:extLst>
                    <a:ext uri="{FF2B5EF4-FFF2-40B4-BE49-F238E27FC236}">
                      <a16:creationId xmlns:a16="http://schemas.microsoft.com/office/drawing/2014/main" id="{15BC26B9-3257-4507-8F5E-A1CEE04EC4C3}"/>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47" name="Oval 17">
                  <a:extLst>
                    <a:ext uri="{FF2B5EF4-FFF2-40B4-BE49-F238E27FC236}">
                      <a16:creationId xmlns:a16="http://schemas.microsoft.com/office/drawing/2014/main" id="{541A395C-E9AB-4F0A-BD32-58C1FC43A02A}"/>
                    </a:ext>
                  </a:extLst>
                </p:cNvPr>
                <p:cNvSpPr/>
                <p:nvPr/>
              </p:nvSpPr>
              <p:spPr>
                <a:xfrm rot="5400000">
                  <a:off x="10148021" y="2295918"/>
                  <a:ext cx="1151999" cy="11519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48" name="Google Shape;21;p4">
                  <a:extLst>
                    <a:ext uri="{FF2B5EF4-FFF2-40B4-BE49-F238E27FC236}">
                      <a16:creationId xmlns:a16="http://schemas.microsoft.com/office/drawing/2014/main" id="{CB4DA8C2-8ED9-4875-A199-BEEAAA3B3065}"/>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45" name="Rectangle 210">
                <a:extLst>
                  <a:ext uri="{FF2B5EF4-FFF2-40B4-BE49-F238E27FC236}">
                    <a16:creationId xmlns:a16="http://schemas.microsoft.com/office/drawing/2014/main" id="{871216FA-CBE9-405A-AC03-CD60200A24A6}"/>
                  </a:ext>
                </a:extLst>
              </p:cNvPr>
              <p:cNvSpPr/>
              <p:nvPr/>
            </p:nvSpPr>
            <p:spPr>
              <a:xfrm>
                <a:off x="291143" y="1353948"/>
                <a:ext cx="861811"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600" b="1" i="0" u="none" strike="noStrike" kern="0" cap="none" spc="0" normalizeH="0" baseline="0" noProof="0">
                    <a:ln>
                      <a:noFill/>
                    </a:ln>
                    <a:solidFill>
                      <a:srgbClr val="DA291C"/>
                    </a:solidFill>
                    <a:effectLst/>
                    <a:uLnTx/>
                    <a:uFillTx/>
                    <a:latin typeface="Arial Narrow" panose="020B0606020202030204" pitchFamily="34" charset="0"/>
                    <a:ea typeface="+mn-ea"/>
                    <a:cs typeface="+mn-cs"/>
                  </a:rPr>
                  <a:t>!!!</a:t>
                </a:r>
                <a:endParaRPr kumimoji="0" lang="en-GB" sz="1600" b="0" i="0" u="none" strike="noStrike" kern="0" cap="none" spc="0" normalizeH="0" baseline="0" noProof="0">
                  <a:ln>
                    <a:noFill/>
                  </a:ln>
                  <a:solidFill>
                    <a:srgbClr val="DA291C"/>
                  </a:solidFill>
                  <a:effectLst/>
                  <a:uLnTx/>
                  <a:uFillTx/>
                  <a:latin typeface="Arial Narrow" panose="020B0606020202030204" pitchFamily="34" charset="0"/>
                  <a:ea typeface="+mn-ea"/>
                  <a:cs typeface="+mn-cs"/>
                </a:endParaRPr>
              </a:p>
            </p:txBody>
          </p:sp>
        </p:grpSp>
      </p:grpSp>
      <p:grpSp>
        <p:nvGrpSpPr>
          <p:cNvPr id="49" name="Gruppo 7">
            <a:extLst>
              <a:ext uri="{FF2B5EF4-FFF2-40B4-BE49-F238E27FC236}">
                <a16:creationId xmlns:a16="http://schemas.microsoft.com/office/drawing/2014/main" id="{BA599597-C11F-45BD-9269-5C8483954D1F}"/>
              </a:ext>
            </a:extLst>
          </p:cNvPr>
          <p:cNvGrpSpPr/>
          <p:nvPr/>
        </p:nvGrpSpPr>
        <p:grpSpPr>
          <a:xfrm>
            <a:off x="448576" y="1958092"/>
            <a:ext cx="8252565" cy="946657"/>
            <a:chOff x="51618" y="1049897"/>
            <a:chExt cx="8252565" cy="946657"/>
          </a:xfrm>
        </p:grpSpPr>
        <p:sp>
          <p:nvSpPr>
            <p:cNvPr id="50" name="Rounded Rectangle 38">
              <a:extLst>
                <a:ext uri="{FF2B5EF4-FFF2-40B4-BE49-F238E27FC236}">
                  <a16:creationId xmlns:a16="http://schemas.microsoft.com/office/drawing/2014/main" id="{EAC787AA-6CB2-4CBA-A62E-3B61AE1C0562}"/>
                </a:ext>
              </a:extLst>
            </p:cNvPr>
            <p:cNvSpPr>
              <a:spLocks noChangeArrowheads="1"/>
            </p:cNvSpPr>
            <p:nvPr/>
          </p:nvSpPr>
          <p:spPr bwMode="auto">
            <a:xfrm>
              <a:off x="839817" y="1307225"/>
              <a:ext cx="7464366" cy="432000"/>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A </a:t>
              </a:r>
              <a:r>
                <a:rPr kumimoji="0" lang="en-GB"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change</a:t>
              </a:r>
              <a:r>
                <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 is the addition, modification or removal of anything that could have a direct or indirect effect on services. Changes can be distinguished in categories such as emergency, standard and normal</a:t>
              </a:r>
            </a:p>
          </p:txBody>
        </p:sp>
        <p:grpSp>
          <p:nvGrpSpPr>
            <p:cNvPr id="51" name="Gruppo 3">
              <a:extLst>
                <a:ext uri="{FF2B5EF4-FFF2-40B4-BE49-F238E27FC236}">
                  <a16:creationId xmlns:a16="http://schemas.microsoft.com/office/drawing/2014/main" id="{FC7AF357-5F92-473D-AA7B-9A7E82EFC42E}"/>
                </a:ext>
              </a:extLst>
            </p:cNvPr>
            <p:cNvGrpSpPr/>
            <p:nvPr/>
          </p:nvGrpSpPr>
          <p:grpSpPr>
            <a:xfrm>
              <a:off x="51618" y="1049897"/>
              <a:ext cx="946657" cy="946657"/>
              <a:chOff x="248720" y="1049897"/>
              <a:chExt cx="946657" cy="946657"/>
            </a:xfrm>
          </p:grpSpPr>
          <p:grpSp>
            <p:nvGrpSpPr>
              <p:cNvPr id="52" name="Group 51">
                <a:extLst>
                  <a:ext uri="{FF2B5EF4-FFF2-40B4-BE49-F238E27FC236}">
                    <a16:creationId xmlns:a16="http://schemas.microsoft.com/office/drawing/2014/main" id="{F292C390-D62A-47E3-8495-F3464BDFAAE4}"/>
                  </a:ext>
                </a:extLst>
              </p:cNvPr>
              <p:cNvGrpSpPr/>
              <p:nvPr/>
            </p:nvGrpSpPr>
            <p:grpSpPr>
              <a:xfrm>
                <a:off x="248720" y="1049897"/>
                <a:ext cx="946657" cy="946657"/>
                <a:chOff x="10130023" y="2277920"/>
                <a:chExt cx="1188000" cy="1188000"/>
              </a:xfrm>
              <a:solidFill>
                <a:schemeClr val="accent2">
                  <a:lumMod val="20000"/>
                  <a:lumOff val="80000"/>
                </a:schemeClr>
              </a:solidFill>
            </p:grpSpPr>
            <p:pic>
              <p:nvPicPr>
                <p:cNvPr id="54" name="Picture 53">
                  <a:extLst>
                    <a:ext uri="{FF2B5EF4-FFF2-40B4-BE49-F238E27FC236}">
                      <a16:creationId xmlns:a16="http://schemas.microsoft.com/office/drawing/2014/main" id="{705231A6-DE22-41A6-9DBE-515605888E8A}"/>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55" name="Oval 17">
                  <a:extLst>
                    <a:ext uri="{FF2B5EF4-FFF2-40B4-BE49-F238E27FC236}">
                      <a16:creationId xmlns:a16="http://schemas.microsoft.com/office/drawing/2014/main" id="{473AA029-2B52-49A0-9B50-9130EDB22AC3}"/>
                    </a:ext>
                  </a:extLst>
                </p:cNvPr>
                <p:cNvSpPr/>
                <p:nvPr/>
              </p:nvSpPr>
              <p:spPr>
                <a:xfrm rot="5400000">
                  <a:off x="10148023" y="2295920"/>
                  <a:ext cx="1151999" cy="11519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56" name="Google Shape;21;p4">
                  <a:extLst>
                    <a:ext uri="{FF2B5EF4-FFF2-40B4-BE49-F238E27FC236}">
                      <a16:creationId xmlns:a16="http://schemas.microsoft.com/office/drawing/2014/main" id="{37790A39-0F54-423E-8C2D-1C03CA7EA4C2}"/>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53" name="Rectangle 210">
                <a:extLst>
                  <a:ext uri="{FF2B5EF4-FFF2-40B4-BE49-F238E27FC236}">
                    <a16:creationId xmlns:a16="http://schemas.microsoft.com/office/drawing/2014/main" id="{FA7240DD-9F12-4B90-8445-B627D51E0063}"/>
                  </a:ext>
                </a:extLst>
              </p:cNvPr>
              <p:cNvSpPr/>
              <p:nvPr/>
            </p:nvSpPr>
            <p:spPr>
              <a:xfrm>
                <a:off x="291143" y="1353948"/>
                <a:ext cx="861811"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600" b="1" i="0" u="none" strike="noStrike" kern="0" cap="none" spc="0" normalizeH="0" baseline="0" noProof="0">
                    <a:ln>
                      <a:noFill/>
                    </a:ln>
                    <a:solidFill>
                      <a:srgbClr val="DA291C"/>
                    </a:solidFill>
                    <a:effectLst/>
                    <a:uLnTx/>
                    <a:uFillTx/>
                    <a:latin typeface="Arial Narrow" panose="020B0606020202030204" pitchFamily="34" charset="0"/>
                    <a:ea typeface="+mn-ea"/>
                    <a:cs typeface="+mn-cs"/>
                  </a:rPr>
                  <a:t>!!!</a:t>
                </a:r>
                <a:endParaRPr kumimoji="0" lang="en-GB" sz="1600" b="0" i="0" u="none" strike="noStrike" kern="0" cap="none" spc="0" normalizeH="0" baseline="0" noProof="0">
                  <a:ln>
                    <a:noFill/>
                  </a:ln>
                  <a:solidFill>
                    <a:srgbClr val="DA291C"/>
                  </a:solidFill>
                  <a:effectLst/>
                  <a:uLnTx/>
                  <a:uFillTx/>
                  <a:latin typeface="Arial Narrow" panose="020B0606020202030204" pitchFamily="34" charset="0"/>
                  <a:ea typeface="+mn-ea"/>
                  <a:cs typeface="+mn-cs"/>
                </a:endParaRPr>
              </a:p>
            </p:txBody>
          </p:sp>
        </p:grpSp>
      </p:grpSp>
      <p:graphicFrame>
        <p:nvGraphicFramePr>
          <p:cNvPr id="24" name="Table 24">
            <a:extLst>
              <a:ext uri="{FF2B5EF4-FFF2-40B4-BE49-F238E27FC236}">
                <a16:creationId xmlns:a16="http://schemas.microsoft.com/office/drawing/2014/main" id="{528A2374-1A0E-4A50-A879-882323942ED4}"/>
              </a:ext>
            </a:extLst>
          </p:cNvPr>
          <p:cNvGraphicFramePr>
            <a:graphicFrameLocks noGrp="1"/>
          </p:cNvGraphicFramePr>
          <p:nvPr/>
        </p:nvGraphicFramePr>
        <p:xfrm>
          <a:off x="923925" y="2975610"/>
          <a:ext cx="7296150" cy="1818640"/>
        </p:xfrm>
        <a:graphic>
          <a:graphicData uri="http://schemas.openxmlformats.org/drawingml/2006/table">
            <a:tbl>
              <a:tblPr firstRow="1" bandRow="1">
                <a:tableStyleId>{5C22544A-7EE6-4342-B048-85BDC9FD1C3A}</a:tableStyleId>
              </a:tblPr>
              <a:tblGrid>
                <a:gridCol w="2432050">
                  <a:extLst>
                    <a:ext uri="{9D8B030D-6E8A-4147-A177-3AD203B41FA5}">
                      <a16:colId xmlns:a16="http://schemas.microsoft.com/office/drawing/2014/main" val="614071314"/>
                    </a:ext>
                  </a:extLst>
                </a:gridCol>
                <a:gridCol w="2432050">
                  <a:extLst>
                    <a:ext uri="{9D8B030D-6E8A-4147-A177-3AD203B41FA5}">
                      <a16:colId xmlns:a16="http://schemas.microsoft.com/office/drawing/2014/main" val="3410374318"/>
                    </a:ext>
                  </a:extLst>
                </a:gridCol>
                <a:gridCol w="2432050">
                  <a:extLst>
                    <a:ext uri="{9D8B030D-6E8A-4147-A177-3AD203B41FA5}">
                      <a16:colId xmlns:a16="http://schemas.microsoft.com/office/drawing/2014/main" val="2805397076"/>
                    </a:ext>
                  </a:extLst>
                </a:gridCol>
              </a:tblGrid>
              <a:tr h="370840">
                <a:tc>
                  <a:txBody>
                    <a:bodyPr/>
                    <a:lstStyle/>
                    <a:p>
                      <a:pPr algn="ctr"/>
                      <a:r>
                        <a:rPr lang="en-US" sz="1100">
                          <a:latin typeface="Arial Narrow" panose="020B0606020202030204" pitchFamily="34" charset="0"/>
                        </a:rPr>
                        <a:t>Emergency</a:t>
                      </a:r>
                    </a:p>
                  </a:txBody>
                  <a:tcPr anchor="ctr"/>
                </a:tc>
                <a:tc>
                  <a:txBody>
                    <a:bodyPr/>
                    <a:lstStyle/>
                    <a:p>
                      <a:pPr algn="ctr"/>
                      <a:r>
                        <a:rPr lang="en-US" sz="1100">
                          <a:latin typeface="Arial Narrow" panose="020B0606020202030204" pitchFamily="34" charset="0"/>
                        </a:rPr>
                        <a:t>Standard</a:t>
                      </a:r>
                    </a:p>
                  </a:txBody>
                  <a:tcPr anchor="ctr"/>
                </a:tc>
                <a:tc>
                  <a:txBody>
                    <a:bodyPr/>
                    <a:lstStyle/>
                    <a:p>
                      <a:pPr algn="ctr"/>
                      <a:r>
                        <a:rPr lang="en-US" sz="1100">
                          <a:latin typeface="Arial Narrow" panose="020B0606020202030204" pitchFamily="34" charset="0"/>
                        </a:rPr>
                        <a:t>Normal</a:t>
                      </a:r>
                    </a:p>
                  </a:txBody>
                  <a:tcPr anchor="ctr"/>
                </a:tc>
                <a:extLst>
                  <a:ext uri="{0D108BD9-81ED-4DB2-BD59-A6C34878D82A}">
                    <a16:rowId xmlns:a16="http://schemas.microsoft.com/office/drawing/2014/main" val="2973326845"/>
                  </a:ext>
                </a:extLst>
              </a:tr>
              <a:tr h="370840">
                <a:tc>
                  <a:txBody>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lang="en-US" sz="1100">
                          <a:solidFill>
                            <a:schemeClr val="accent1"/>
                          </a:solidFill>
                          <a:latin typeface="Arial Narrow" panose="020B0606020202030204" pitchFamily="34" charset="0"/>
                        </a:rPr>
                        <a:t>Changes to resolve an ongoing incident or prevent a new one to occur</a:t>
                      </a:r>
                    </a:p>
                  </a:txBody>
                  <a:tcPr>
                    <a:solidFill>
                      <a:schemeClr val="bg1">
                        <a:lumMod val="95000"/>
                      </a:schemeClr>
                    </a:solidFill>
                  </a:tcPr>
                </a:tc>
                <a:tc>
                  <a:txBody>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lang="en-US" sz="1100">
                          <a:solidFill>
                            <a:schemeClr val="accent1"/>
                          </a:solidFill>
                          <a:latin typeface="Arial Narrow" panose="020B0606020202030204" pitchFamily="34" charset="0"/>
                        </a:rPr>
                        <a:t>Low risks changes that are regularly performed and already well known</a:t>
                      </a:r>
                      <a:endParaRPr lang="en-US" sz="1100"/>
                    </a:p>
                  </a:txBody>
                  <a:tcPr>
                    <a:solidFill>
                      <a:schemeClr val="bg1">
                        <a:lumMod val="95000"/>
                      </a:schemeClr>
                    </a:solidFill>
                  </a:tcPr>
                </a:tc>
                <a:tc>
                  <a:txBody>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lang="en-US" sz="1100">
                          <a:solidFill>
                            <a:schemeClr val="accent1"/>
                          </a:solidFill>
                          <a:latin typeface="Arial Narrow" panose="020B0606020202030204" pitchFamily="34" charset="0"/>
                        </a:rPr>
                        <a:t>Changes that need to be assessed, evaluated, approved, coordinated and reviewed</a:t>
                      </a:r>
                      <a:endParaRPr lang="en-US" sz="1100"/>
                    </a:p>
                  </a:txBody>
                  <a:tcPr>
                    <a:solidFill>
                      <a:schemeClr val="bg1">
                        <a:lumMod val="95000"/>
                      </a:schemeClr>
                    </a:solidFill>
                  </a:tcPr>
                </a:tc>
                <a:extLst>
                  <a:ext uri="{0D108BD9-81ED-4DB2-BD59-A6C34878D82A}">
                    <a16:rowId xmlns:a16="http://schemas.microsoft.com/office/drawing/2014/main" val="753818429"/>
                  </a:ext>
                </a:extLst>
              </a:tr>
              <a:tr h="370840">
                <a:tc>
                  <a:txBody>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lang="en-US" sz="1100">
                          <a:solidFill>
                            <a:schemeClr val="accent1"/>
                          </a:solidFill>
                          <a:latin typeface="Arial Narrow" panose="020B0606020202030204" pitchFamily="34" charset="0"/>
                        </a:rPr>
                        <a:t>Not included in change schedule</a:t>
                      </a:r>
                    </a:p>
                  </a:txBody>
                  <a:tcPr>
                    <a:solidFill>
                      <a:schemeClr val="bg1">
                        <a:lumMod val="95000"/>
                      </a:schemeClr>
                    </a:solidFill>
                  </a:tcPr>
                </a:tc>
                <a:tc>
                  <a:txBody>
                    <a:bodyPr/>
                    <a:lstStyle/>
                    <a:p>
                      <a:r>
                        <a:rPr lang="en-US" sz="1100">
                          <a:solidFill>
                            <a:schemeClr val="accent1"/>
                          </a:solidFill>
                          <a:latin typeface="Arial Narrow" panose="020B0606020202030204" pitchFamily="34" charset="0"/>
                        </a:rPr>
                        <a:t>Included in change schedule and often initiated by a service request</a:t>
                      </a:r>
                    </a:p>
                  </a:txBody>
                  <a:tcPr>
                    <a:solidFill>
                      <a:schemeClr val="bg1">
                        <a:lumMod val="95000"/>
                      </a:schemeClr>
                    </a:solidFill>
                  </a:tcPr>
                </a:tc>
                <a:tc>
                  <a:txBody>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lang="en-US" sz="1100">
                          <a:solidFill>
                            <a:schemeClr val="accent1"/>
                          </a:solidFill>
                          <a:latin typeface="Arial Narrow" panose="020B0606020202030204" pitchFamily="34" charset="0"/>
                        </a:rPr>
                        <a:t>Included in change schedule</a:t>
                      </a:r>
                    </a:p>
                  </a:txBody>
                  <a:tcPr>
                    <a:solidFill>
                      <a:schemeClr val="bg1">
                        <a:lumMod val="95000"/>
                      </a:schemeClr>
                    </a:solidFill>
                  </a:tcPr>
                </a:tc>
                <a:extLst>
                  <a:ext uri="{0D108BD9-81ED-4DB2-BD59-A6C34878D82A}">
                    <a16:rowId xmlns:a16="http://schemas.microsoft.com/office/drawing/2014/main" val="3559854736"/>
                  </a:ext>
                </a:extLst>
              </a:tr>
              <a:tr h="370840">
                <a:tc>
                  <a:txBody>
                    <a:bodyPr/>
                    <a:lstStyle/>
                    <a:p>
                      <a:r>
                        <a:rPr lang="en-US" sz="1100">
                          <a:solidFill>
                            <a:schemeClr val="accent1"/>
                          </a:solidFill>
                          <a:latin typeface="Arial Narrow" panose="020B0606020202030204" pitchFamily="34" charset="0"/>
                        </a:rPr>
                        <a:t>Authorization processes are expedited considering the criticality</a:t>
                      </a:r>
                    </a:p>
                  </a:txBody>
                  <a:tcPr>
                    <a:solidFill>
                      <a:schemeClr val="bg1">
                        <a:lumMod val="95000"/>
                      </a:schemeClr>
                    </a:solidFill>
                  </a:tcPr>
                </a:tc>
                <a:tc>
                  <a:txBody>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lang="en-US" sz="1100">
                          <a:solidFill>
                            <a:schemeClr val="accent1"/>
                          </a:solidFill>
                          <a:latin typeface="Arial Narrow" panose="020B0606020202030204" pitchFamily="34" charset="0"/>
                        </a:rPr>
                        <a:t>Pre-authorized changes that do not require additional authorization to be implemented</a:t>
                      </a:r>
                      <a:endParaRPr lang="en-US" sz="1100"/>
                    </a:p>
                  </a:txBody>
                  <a:tcPr>
                    <a:solidFill>
                      <a:schemeClr val="bg1">
                        <a:lumMod val="95000"/>
                      </a:schemeClr>
                    </a:solidFill>
                  </a:tcPr>
                </a:tc>
                <a:tc>
                  <a:txBody>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lang="en-US" sz="1100">
                          <a:solidFill>
                            <a:schemeClr val="accent1"/>
                          </a:solidFill>
                          <a:latin typeface="Arial Narrow" panose="020B0606020202030204" pitchFamily="34" charset="0"/>
                        </a:rPr>
                        <a:t>They follow a complete authorization process</a:t>
                      </a:r>
                      <a:endParaRPr lang="en-US" sz="1100"/>
                    </a:p>
                  </a:txBody>
                  <a:tcPr>
                    <a:solidFill>
                      <a:schemeClr val="bg1">
                        <a:lumMod val="95000"/>
                      </a:schemeClr>
                    </a:solidFill>
                  </a:tcPr>
                </a:tc>
                <a:extLst>
                  <a:ext uri="{0D108BD9-81ED-4DB2-BD59-A6C34878D82A}">
                    <a16:rowId xmlns:a16="http://schemas.microsoft.com/office/drawing/2014/main" val="1516985101"/>
                  </a:ext>
                </a:extLst>
              </a:tr>
            </a:tbl>
          </a:graphicData>
        </a:graphic>
      </p:graphicFrame>
      <p:grpSp>
        <p:nvGrpSpPr>
          <p:cNvPr id="62" name="Group 61">
            <a:extLst>
              <a:ext uri="{FF2B5EF4-FFF2-40B4-BE49-F238E27FC236}">
                <a16:creationId xmlns:a16="http://schemas.microsoft.com/office/drawing/2014/main" id="{A9478C2E-573E-4A75-80B7-64F367A0A1F6}"/>
              </a:ext>
            </a:extLst>
          </p:cNvPr>
          <p:cNvGrpSpPr/>
          <p:nvPr/>
        </p:nvGrpSpPr>
        <p:grpSpPr>
          <a:xfrm>
            <a:off x="7978987" y="72617"/>
            <a:ext cx="990588" cy="389425"/>
            <a:chOff x="7686066" y="126412"/>
            <a:chExt cx="1283510" cy="511174"/>
          </a:xfrm>
        </p:grpSpPr>
        <p:sp>
          <p:nvSpPr>
            <p:cNvPr id="63" name="Rounded Rectangle 38">
              <a:extLst>
                <a:ext uri="{FF2B5EF4-FFF2-40B4-BE49-F238E27FC236}">
                  <a16:creationId xmlns:a16="http://schemas.microsoft.com/office/drawing/2014/main" id="{E0D48DA4-7225-412B-A5C8-7B43EACCA04B}"/>
                </a:ext>
              </a:extLst>
            </p:cNvPr>
            <p:cNvSpPr>
              <a:spLocks noChangeArrowheads="1"/>
            </p:cNvSpPr>
            <p:nvPr/>
          </p:nvSpPr>
          <p:spPr bwMode="auto">
            <a:xfrm>
              <a:off x="7686066" y="126412"/>
              <a:ext cx="1283510" cy="222043"/>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endPar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endParaRPr>
            </a:p>
          </p:txBody>
        </p:sp>
        <p:grpSp>
          <p:nvGrpSpPr>
            <p:cNvPr id="64" name="Group 63">
              <a:extLst>
                <a:ext uri="{FF2B5EF4-FFF2-40B4-BE49-F238E27FC236}">
                  <a16:creationId xmlns:a16="http://schemas.microsoft.com/office/drawing/2014/main" id="{5420A2F1-77BE-4703-9DD4-39338CA325B9}"/>
                </a:ext>
              </a:extLst>
            </p:cNvPr>
            <p:cNvGrpSpPr/>
            <p:nvPr/>
          </p:nvGrpSpPr>
          <p:grpSpPr>
            <a:xfrm>
              <a:off x="7839999" y="178009"/>
              <a:ext cx="991557" cy="118849"/>
              <a:chOff x="7839999" y="139419"/>
              <a:chExt cx="991557" cy="118849"/>
            </a:xfrm>
          </p:grpSpPr>
          <p:sp>
            <p:nvSpPr>
              <p:cNvPr id="66" name="Rectangle 7">
                <a:extLst>
                  <a:ext uri="{FF2B5EF4-FFF2-40B4-BE49-F238E27FC236}">
                    <a16:creationId xmlns:a16="http://schemas.microsoft.com/office/drawing/2014/main" id="{EEF682AF-7745-4532-9925-2867B330CAC6}"/>
                  </a:ext>
                </a:extLst>
              </p:cNvPr>
              <p:cNvSpPr/>
              <p:nvPr/>
            </p:nvSpPr>
            <p:spPr>
              <a:xfrm>
                <a:off x="7839999" y="139419"/>
                <a:ext cx="436761" cy="11884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sp>
            <p:nvSpPr>
              <p:cNvPr id="67" name="Rectangle 7">
                <a:extLst>
                  <a:ext uri="{FF2B5EF4-FFF2-40B4-BE49-F238E27FC236}">
                    <a16:creationId xmlns:a16="http://schemas.microsoft.com/office/drawing/2014/main" id="{A087DCD0-B18B-434D-AD8A-15311B706FCD}"/>
                  </a:ext>
                </a:extLst>
              </p:cNvPr>
              <p:cNvSpPr/>
              <p:nvPr/>
            </p:nvSpPr>
            <p:spPr>
              <a:xfrm>
                <a:off x="8394795" y="139419"/>
                <a:ext cx="436761" cy="1188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324000" bIns="72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grpSp>
        <p:sp>
          <p:nvSpPr>
            <p:cNvPr id="65" name="Rounded Rectangle 38">
              <a:extLst>
                <a:ext uri="{FF2B5EF4-FFF2-40B4-BE49-F238E27FC236}">
                  <a16:creationId xmlns:a16="http://schemas.microsoft.com/office/drawing/2014/main" id="{92AB53CF-625B-463A-A87F-7B213EE45BFA}"/>
                </a:ext>
              </a:extLst>
            </p:cNvPr>
            <p:cNvSpPr>
              <a:spLocks noChangeArrowheads="1"/>
            </p:cNvSpPr>
            <p:nvPr/>
          </p:nvSpPr>
          <p:spPr bwMode="auto">
            <a:xfrm>
              <a:off x="7686066" y="415543"/>
              <a:ext cx="1283510" cy="222043"/>
            </a:xfrm>
            <a:prstGeom prst="roundRect">
              <a:avLst>
                <a:gd name="adj" fmla="val 8452"/>
              </a:avLst>
            </a:prstGeom>
            <a:solidFill>
              <a:schemeClr val="accent2"/>
            </a:solidFill>
            <a:ln w="12700" algn="ctr">
              <a:solidFill>
                <a:schemeClr val="accent2"/>
              </a:solidFill>
              <a:prstDash val="solid"/>
              <a:round/>
              <a:headEnd/>
              <a:tailEnd/>
            </a:ln>
          </p:spPr>
          <p:txBody>
            <a:bodyPr lIns="0" tIns="0" rIns="0" bIns="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GB" sz="800" b="1" i="0" u="none" strike="noStrike" kern="0" cap="none" spc="0" normalizeH="0" baseline="0" noProof="0">
                  <a:ln>
                    <a:noFill/>
                  </a:ln>
                  <a:solidFill>
                    <a:srgbClr val="FFFFFF"/>
                  </a:solidFill>
                  <a:effectLst/>
                  <a:uLnTx/>
                  <a:uFillTx/>
                  <a:latin typeface="Arial Narrow" panose="020B0606020202030204" pitchFamily="34" charset="0"/>
                  <a:ea typeface="+mn-ea"/>
                  <a:cs typeface="Lucida Sans" pitchFamily="34" charset="0"/>
                </a:rPr>
                <a:t>Service</a:t>
              </a:r>
            </a:p>
          </p:txBody>
        </p:sp>
      </p:grpSp>
      <p:sp>
        <p:nvSpPr>
          <p:cNvPr id="6" name="Slide Number Placeholder 5">
            <a:extLst>
              <a:ext uri="{FF2B5EF4-FFF2-40B4-BE49-F238E27FC236}">
                <a16:creationId xmlns:a16="http://schemas.microsoft.com/office/drawing/2014/main" id="{055F337E-500B-4389-B6C7-333D1260E312}"/>
              </a:ext>
            </a:extLst>
          </p:cNvPr>
          <p:cNvSpPr>
            <a:spLocks noGrp="1"/>
          </p:cNvSpPr>
          <p:nvPr>
            <p:ph type="sldNum" sz="quarter" idx="35"/>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DA291C"/>
                </a:solidFill>
                <a:effectLst/>
                <a:uLnTx/>
                <a:uFillTx/>
                <a:latin typeface="Arial Narrow" panose="020B0606020202030204" pitchFamily="34" charset="0"/>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58</a:t>
            </a:fld>
            <a:endParaRPr kumimoji="0" lang="it-IT" sz="11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grpSp>
        <p:nvGrpSpPr>
          <p:cNvPr id="42" name="Group 49">
            <a:extLst>
              <a:ext uri="{FF2B5EF4-FFF2-40B4-BE49-F238E27FC236}">
                <a16:creationId xmlns:a16="http://schemas.microsoft.com/office/drawing/2014/main" id="{A44F98D4-A06B-4619-BEE1-75E54D591DB7}"/>
              </a:ext>
            </a:extLst>
          </p:cNvPr>
          <p:cNvGrpSpPr/>
          <p:nvPr/>
        </p:nvGrpSpPr>
        <p:grpSpPr>
          <a:xfrm>
            <a:off x="6841340" y="4969080"/>
            <a:ext cx="108000" cy="108000"/>
            <a:chOff x="10130023" y="2277920"/>
            <a:chExt cx="1188000" cy="1188000"/>
          </a:xfrm>
          <a:solidFill>
            <a:schemeClr val="accent2">
              <a:lumMod val="20000"/>
              <a:lumOff val="80000"/>
            </a:schemeClr>
          </a:solidFill>
        </p:grpSpPr>
        <p:pic>
          <p:nvPicPr>
            <p:cNvPr id="58" name="Picture 51">
              <a:extLst>
                <a:ext uri="{FF2B5EF4-FFF2-40B4-BE49-F238E27FC236}">
                  <a16:creationId xmlns:a16="http://schemas.microsoft.com/office/drawing/2014/main" id="{E46B53D3-AE86-46D6-929B-59ABEEE36BFD}"/>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59" name="Oval 17">
              <a:extLst>
                <a:ext uri="{FF2B5EF4-FFF2-40B4-BE49-F238E27FC236}">
                  <a16:creationId xmlns:a16="http://schemas.microsoft.com/office/drawing/2014/main" id="{8D613D3D-3967-4105-886F-9675FB7312C6}"/>
                </a:ext>
              </a:extLst>
            </p:cNvPr>
            <p:cNvSpPr/>
            <p:nvPr/>
          </p:nvSpPr>
          <p:spPr>
            <a:xfrm rot="5400000">
              <a:off x="10148023" y="2295920"/>
              <a:ext cx="1152000" cy="115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60" name="Google Shape;21;p4">
              <a:extLst>
                <a:ext uri="{FF2B5EF4-FFF2-40B4-BE49-F238E27FC236}">
                  <a16:creationId xmlns:a16="http://schemas.microsoft.com/office/drawing/2014/main" id="{96D5A444-CFE8-4C72-A506-FB0E71BC0462}"/>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61" name="Rectangle 210">
            <a:extLst>
              <a:ext uri="{FF2B5EF4-FFF2-40B4-BE49-F238E27FC236}">
                <a16:creationId xmlns:a16="http://schemas.microsoft.com/office/drawing/2014/main" id="{84B9FA5D-E27E-4B2C-A186-5DE6CB631125}"/>
              </a:ext>
            </a:extLst>
          </p:cNvPr>
          <p:cNvSpPr/>
          <p:nvPr/>
        </p:nvSpPr>
        <p:spPr>
          <a:xfrm>
            <a:off x="6928298" y="4916723"/>
            <a:ext cx="2172905"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Subject to exam question</a:t>
            </a:r>
            <a:endPar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sp>
        <p:nvSpPr>
          <p:cNvPr id="69" name="Rectangle 210">
            <a:extLst>
              <a:ext uri="{FF2B5EF4-FFF2-40B4-BE49-F238E27FC236}">
                <a16:creationId xmlns:a16="http://schemas.microsoft.com/office/drawing/2014/main" id="{1CCF2015-EEB8-4145-9B3D-B33E460BBE8F}"/>
              </a:ext>
            </a:extLst>
          </p:cNvPr>
          <p:cNvSpPr/>
          <p:nvPr/>
        </p:nvSpPr>
        <p:spPr>
          <a:xfrm>
            <a:off x="640323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11814026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dirty="0">
                <a:latin typeface="Arial Narrow" panose="020B0606020202030204" pitchFamily="34" charset="0"/>
              </a:rPr>
              <a:t>ITIL 4 management practices | </a:t>
            </a:r>
            <a:r>
              <a:rPr lang="en-US" dirty="0">
                <a:solidFill>
                  <a:schemeClr val="accent3"/>
                </a:solidFill>
                <a:latin typeface="Arial Narrow" panose="020B0606020202030204" pitchFamily="34" charset="0"/>
              </a:rPr>
              <a:t>Continual Improvement</a:t>
            </a:r>
            <a:endParaRPr lang="en-GB" dirty="0">
              <a:latin typeface="Arial Narrow" panose="020B0606020202030204" pitchFamily="34" charset="0"/>
            </a:endParaRPr>
          </a:p>
        </p:txBody>
      </p:sp>
      <p:sp>
        <p:nvSpPr>
          <p:cNvPr id="5" name="Text Placeholder 4">
            <a:extLst>
              <a:ext uri="{FF2B5EF4-FFF2-40B4-BE49-F238E27FC236}">
                <a16:creationId xmlns:a16="http://schemas.microsoft.com/office/drawing/2014/main" id="{3E32B492-5448-4632-9EFE-43B709B3A3FB}"/>
              </a:ext>
            </a:extLst>
          </p:cNvPr>
          <p:cNvSpPr>
            <a:spLocks noGrp="1"/>
          </p:cNvSpPr>
          <p:nvPr>
            <p:ph type="body" sz="quarter" idx="37"/>
          </p:nvPr>
        </p:nvSpPr>
        <p:spPr/>
        <p:txBody>
          <a:bodyPr/>
          <a:lstStyle/>
          <a:p>
            <a:r>
              <a:rPr lang="en-US">
                <a:latin typeface="Arial Narrow" panose="020B0606020202030204" pitchFamily="34" charset="0"/>
              </a:rPr>
              <a:t>The Continual Improvement practice should be deeply embedded inside an organization since its role is to keep the alignment between practices and changing organizational needs</a:t>
            </a:r>
            <a:endParaRPr lang="en-GB">
              <a:latin typeface="Arial Narrow" panose="020B0606020202030204" pitchFamily="34" charset="0"/>
            </a:endParaRPr>
          </a:p>
        </p:txBody>
      </p:sp>
      <p:sp>
        <p:nvSpPr>
          <p:cNvPr id="159" name="Rectangle 210">
            <a:extLst>
              <a:ext uri="{FF2B5EF4-FFF2-40B4-BE49-F238E27FC236}">
                <a16:creationId xmlns:a16="http://schemas.microsoft.com/office/drawing/2014/main" id="{1BB307DD-45B0-4794-9D74-02BABFCA121E}"/>
              </a:ext>
            </a:extLst>
          </p:cNvPr>
          <p:cNvSpPr/>
          <p:nvPr/>
        </p:nvSpPr>
        <p:spPr>
          <a:xfrm>
            <a:off x="4702923" y="2467687"/>
            <a:ext cx="4334397" cy="215443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600"/>
              </a:spcAft>
              <a:buClr>
                <a:srgbClr val="DA291C"/>
              </a:buClr>
              <a:buSzTx/>
              <a:buFontTx/>
              <a:buNone/>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The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Continual Improvement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practice targets to:</a:t>
            </a:r>
          </a:p>
          <a:p>
            <a:pPr marL="171450" marR="0" lvl="0" indent="-171450" algn="l" defTabSz="9144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Encourage Continual Improvement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in the organization</a:t>
            </a:r>
          </a:p>
          <a:p>
            <a:pPr marL="171450" marR="0" lvl="0" indent="-171450" algn="l" defTabSz="9144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Select</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the improvements</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 methods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that better fit the organization</a:t>
            </a:r>
          </a:p>
          <a:p>
            <a:pPr marL="171450" marR="0" lvl="0" indent="-171450" algn="l" defTabSz="9144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Secure</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time</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and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budget</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making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business case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for improvement actions</a:t>
            </a:r>
          </a:p>
          <a:p>
            <a:pPr marL="171450" marR="0" lvl="0" indent="-171450" algn="l" defTabSz="9144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Identify</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and record improvement</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 opportunities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in the Continual Improvement Registers (CIRs)</a:t>
            </a:r>
          </a:p>
          <a:p>
            <a:pPr marL="171450" marR="0" lvl="0" indent="-171450" algn="l" defTabSz="9144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Assess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and</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 prioritize</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improvement activities</a:t>
            </a:r>
          </a:p>
          <a:p>
            <a:pPr marL="171450" marR="0" lvl="0" indent="-171450" algn="l" defTabSz="9144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Plan, implement</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and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coordinate</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improvements</a:t>
            </a:r>
          </a:p>
          <a:p>
            <a:pPr marL="171450" marR="0" lvl="0" indent="-171450" algn="l" defTabSz="9144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Measure and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evaluate</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 improvements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results</a:t>
            </a:r>
          </a:p>
        </p:txBody>
      </p:sp>
      <p:grpSp>
        <p:nvGrpSpPr>
          <p:cNvPr id="41" name="Group 40">
            <a:extLst>
              <a:ext uri="{FF2B5EF4-FFF2-40B4-BE49-F238E27FC236}">
                <a16:creationId xmlns:a16="http://schemas.microsoft.com/office/drawing/2014/main" id="{8C872632-9B26-4FEB-9553-5306AB8B52DB}"/>
              </a:ext>
            </a:extLst>
          </p:cNvPr>
          <p:cNvGrpSpPr/>
          <p:nvPr/>
        </p:nvGrpSpPr>
        <p:grpSpPr>
          <a:xfrm>
            <a:off x="448576" y="966898"/>
            <a:ext cx="8252565" cy="946657"/>
            <a:chOff x="445718" y="1114824"/>
            <a:chExt cx="8252565" cy="946657"/>
          </a:xfrm>
        </p:grpSpPr>
        <p:sp>
          <p:nvSpPr>
            <p:cNvPr id="42" name="Rounded Rectangle 38">
              <a:extLst>
                <a:ext uri="{FF2B5EF4-FFF2-40B4-BE49-F238E27FC236}">
                  <a16:creationId xmlns:a16="http://schemas.microsoft.com/office/drawing/2014/main" id="{C0E0B15A-DDDE-4B7C-AF10-D035E82BCBC5}"/>
                </a:ext>
              </a:extLst>
            </p:cNvPr>
            <p:cNvSpPr>
              <a:spLocks noChangeArrowheads="1"/>
            </p:cNvSpPr>
            <p:nvPr/>
          </p:nvSpPr>
          <p:spPr bwMode="auto">
            <a:xfrm>
              <a:off x="1233917" y="1318151"/>
              <a:ext cx="7464366" cy="540000"/>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r>
                <a:rPr kumimoji="0" lang="en-US"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The purpose of the </a:t>
              </a:r>
              <a:r>
                <a:rPr kumimoji="0" lang="en-US" sz="1200" b="1"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Continual Improvement practice</a:t>
              </a:r>
              <a:r>
                <a:rPr kumimoji="0" lang="en-US"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rPr>
                <a:t> is to align the organization’s practices and services with changing business needs, through the ongoing improvement of products, services and practices</a:t>
              </a:r>
            </a:p>
          </p:txBody>
        </p:sp>
        <p:grpSp>
          <p:nvGrpSpPr>
            <p:cNvPr id="43" name="Gruppo 49">
              <a:extLst>
                <a:ext uri="{FF2B5EF4-FFF2-40B4-BE49-F238E27FC236}">
                  <a16:creationId xmlns:a16="http://schemas.microsoft.com/office/drawing/2014/main" id="{39E96EA2-F586-4C9D-AFB2-0EA943C3E8BD}"/>
                </a:ext>
              </a:extLst>
            </p:cNvPr>
            <p:cNvGrpSpPr/>
            <p:nvPr/>
          </p:nvGrpSpPr>
          <p:grpSpPr>
            <a:xfrm>
              <a:off x="445718" y="1114824"/>
              <a:ext cx="946657" cy="946657"/>
              <a:chOff x="248720" y="1049897"/>
              <a:chExt cx="946657" cy="946657"/>
            </a:xfrm>
          </p:grpSpPr>
          <p:grpSp>
            <p:nvGrpSpPr>
              <p:cNvPr id="44" name="Group 15">
                <a:extLst>
                  <a:ext uri="{FF2B5EF4-FFF2-40B4-BE49-F238E27FC236}">
                    <a16:creationId xmlns:a16="http://schemas.microsoft.com/office/drawing/2014/main" id="{4E78710D-1186-4A20-A7E8-24554296C453}"/>
                  </a:ext>
                </a:extLst>
              </p:cNvPr>
              <p:cNvGrpSpPr/>
              <p:nvPr/>
            </p:nvGrpSpPr>
            <p:grpSpPr>
              <a:xfrm>
                <a:off x="248720" y="1049897"/>
                <a:ext cx="946657" cy="946657"/>
                <a:chOff x="10130023" y="2277920"/>
                <a:chExt cx="1188000" cy="1188000"/>
              </a:xfrm>
              <a:solidFill>
                <a:schemeClr val="accent2">
                  <a:lumMod val="20000"/>
                  <a:lumOff val="80000"/>
                </a:schemeClr>
              </a:solidFill>
            </p:grpSpPr>
            <p:pic>
              <p:nvPicPr>
                <p:cNvPr id="46" name="Picture 16">
                  <a:extLst>
                    <a:ext uri="{FF2B5EF4-FFF2-40B4-BE49-F238E27FC236}">
                      <a16:creationId xmlns:a16="http://schemas.microsoft.com/office/drawing/2014/main" id="{17C8C68E-8BAF-46C4-9950-C71808B5A968}"/>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48" name="Oval 17">
                  <a:extLst>
                    <a:ext uri="{FF2B5EF4-FFF2-40B4-BE49-F238E27FC236}">
                      <a16:creationId xmlns:a16="http://schemas.microsoft.com/office/drawing/2014/main" id="{80BFFBDE-5DD6-408F-BE69-A54AB292B1A6}"/>
                    </a:ext>
                  </a:extLst>
                </p:cNvPr>
                <p:cNvSpPr/>
                <p:nvPr/>
              </p:nvSpPr>
              <p:spPr>
                <a:xfrm rot="5400000">
                  <a:off x="10148021" y="2295918"/>
                  <a:ext cx="1151999" cy="11519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49" name="Google Shape;21;p4">
                  <a:extLst>
                    <a:ext uri="{FF2B5EF4-FFF2-40B4-BE49-F238E27FC236}">
                      <a16:creationId xmlns:a16="http://schemas.microsoft.com/office/drawing/2014/main" id="{2B30EA67-6E16-4DBC-AA7A-754F1765D02B}"/>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sp>
            <p:nvSpPr>
              <p:cNvPr id="45" name="Rectangle 210">
                <a:extLst>
                  <a:ext uri="{FF2B5EF4-FFF2-40B4-BE49-F238E27FC236}">
                    <a16:creationId xmlns:a16="http://schemas.microsoft.com/office/drawing/2014/main" id="{0F9E7E21-765A-42DE-A204-92C4B07B0605}"/>
                  </a:ext>
                </a:extLst>
              </p:cNvPr>
              <p:cNvSpPr/>
              <p:nvPr/>
            </p:nvSpPr>
            <p:spPr>
              <a:xfrm>
                <a:off x="291143" y="1353948"/>
                <a:ext cx="861811"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DA291C"/>
                  </a:buClr>
                  <a:buSzTx/>
                  <a:buFontTx/>
                  <a:buNone/>
                  <a:tabLst/>
                  <a:defRPr/>
                </a:pPr>
                <a:r>
                  <a:rPr kumimoji="0" lang="en-GB" sz="1600" b="1" i="0" u="none" strike="noStrike" kern="0" cap="none" spc="0" normalizeH="0" baseline="0" noProof="0">
                    <a:ln>
                      <a:noFill/>
                    </a:ln>
                    <a:solidFill>
                      <a:srgbClr val="DA291C"/>
                    </a:solidFill>
                    <a:effectLst/>
                    <a:uLnTx/>
                    <a:uFillTx/>
                    <a:latin typeface="Arial Narrow" panose="020B0606020202030204" pitchFamily="34" charset="0"/>
                    <a:ea typeface="+mn-ea"/>
                    <a:cs typeface="+mn-cs"/>
                  </a:rPr>
                  <a:t>!!!</a:t>
                </a:r>
                <a:endParaRPr kumimoji="0" lang="en-GB" sz="1600" b="0" i="0" u="none" strike="noStrike" kern="0" cap="none" spc="0" normalizeH="0" baseline="0" noProof="0">
                  <a:ln>
                    <a:noFill/>
                  </a:ln>
                  <a:solidFill>
                    <a:srgbClr val="DA291C"/>
                  </a:solidFill>
                  <a:effectLst/>
                  <a:uLnTx/>
                  <a:uFillTx/>
                  <a:latin typeface="Arial Narrow" panose="020B0606020202030204" pitchFamily="34" charset="0"/>
                  <a:ea typeface="+mn-ea"/>
                  <a:cs typeface="+mn-cs"/>
                </a:endParaRPr>
              </a:p>
            </p:txBody>
          </p:sp>
        </p:grpSp>
      </p:grpSp>
      <p:cxnSp>
        <p:nvCxnSpPr>
          <p:cNvPr id="54" name="Straight Connector 12">
            <a:extLst>
              <a:ext uri="{FF2B5EF4-FFF2-40B4-BE49-F238E27FC236}">
                <a16:creationId xmlns:a16="http://schemas.microsoft.com/office/drawing/2014/main" id="{ED502C60-CD65-4DEE-93EA-33DAB7916FDD}"/>
              </a:ext>
            </a:extLst>
          </p:cNvPr>
          <p:cNvCxnSpPr>
            <a:cxnSpLocks/>
          </p:cNvCxnSpPr>
          <p:nvPr/>
        </p:nvCxnSpPr>
        <p:spPr>
          <a:xfrm>
            <a:off x="4790264" y="2307063"/>
            <a:ext cx="4164052" cy="0"/>
          </a:xfrm>
          <a:prstGeom prst="line">
            <a:avLst/>
          </a:prstGeom>
          <a:ln w="19050">
            <a:solidFill>
              <a:schemeClr val="accent1"/>
            </a:solidFill>
          </a:ln>
          <a:effectLst/>
        </p:spPr>
        <p:style>
          <a:lnRef idx="1">
            <a:schemeClr val="accent1"/>
          </a:lnRef>
          <a:fillRef idx="0">
            <a:schemeClr val="accent1"/>
          </a:fillRef>
          <a:effectRef idx="0">
            <a:schemeClr val="accent1"/>
          </a:effectRef>
          <a:fontRef idx="minor">
            <a:schemeClr val="tx1"/>
          </a:fontRef>
        </p:style>
      </p:cxnSp>
      <p:sp>
        <p:nvSpPr>
          <p:cNvPr id="55" name="TextBox 11">
            <a:extLst>
              <a:ext uri="{FF2B5EF4-FFF2-40B4-BE49-F238E27FC236}">
                <a16:creationId xmlns:a16="http://schemas.microsoft.com/office/drawing/2014/main" id="{6A591417-1A9E-44F3-8A92-086AB8423BF6}"/>
              </a:ext>
            </a:extLst>
          </p:cNvPr>
          <p:cNvSpPr txBox="1"/>
          <p:nvPr/>
        </p:nvSpPr>
        <p:spPr>
          <a:xfrm>
            <a:off x="6258871" y="2153175"/>
            <a:ext cx="1222500" cy="307777"/>
          </a:xfrm>
          <a:prstGeom prst="rect">
            <a:avLst/>
          </a:prstGeom>
          <a:solidFill>
            <a:schemeClr val="bg1"/>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Highlights</a:t>
            </a:r>
            <a:endParaRPr kumimoji="0" lang="en-GB" sz="14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sp>
        <p:nvSpPr>
          <p:cNvPr id="78" name="Rectangle 210">
            <a:extLst>
              <a:ext uri="{FF2B5EF4-FFF2-40B4-BE49-F238E27FC236}">
                <a16:creationId xmlns:a16="http://schemas.microsoft.com/office/drawing/2014/main" id="{57BC449C-6941-4CDF-B22B-43302B1FFB80}"/>
              </a:ext>
            </a:extLst>
          </p:cNvPr>
          <p:cNvSpPr/>
          <p:nvPr/>
        </p:nvSpPr>
        <p:spPr>
          <a:xfrm>
            <a:off x="321423" y="2467686"/>
            <a:ext cx="4197237" cy="183127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600"/>
              </a:spcAft>
              <a:buClr>
                <a:srgbClr val="DA291C"/>
              </a:buClr>
              <a:buSzTx/>
              <a:buFontTx/>
              <a:buNone/>
              <a:tabLst/>
              <a:defRPr/>
            </a:pP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Continual improvement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relates to the guiding principle of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“optimize and automate"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and</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 "focus on value“,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being an important element both for </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SVS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and</a:t>
            </a:r>
            <a:r>
              <a:rPr kumimoji="0" lang="en-US" sz="11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 SVC </a:t>
            </a: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and including:</a:t>
            </a:r>
          </a:p>
          <a:p>
            <a:pPr marL="0" marR="0" lvl="0" indent="-171450" algn="l" defTabSz="9144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Services and service components</a:t>
            </a:r>
          </a:p>
          <a:p>
            <a:pPr marL="171450" marR="0" lvl="0" indent="-171450" algn="l" defTabSz="9144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Practices</a:t>
            </a:r>
          </a:p>
          <a:p>
            <a:pPr marL="171450" marR="0" lvl="0" indent="-171450" algn="l" defTabSz="9144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Elements related to products and services efficiency and effectiveness</a:t>
            </a:r>
          </a:p>
          <a:p>
            <a:pPr marL="171450" marR="0" lvl="0" indent="-171450" algn="l" defTabSz="9144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Methods and techniques for improvements processes themselves</a:t>
            </a:r>
          </a:p>
          <a:p>
            <a:pPr marL="171450" marR="0" lvl="0" indent="-171450" algn="l" defTabSz="914400" rtl="0" eaLnBrk="1" fontAlgn="auto" latinLnBrk="0" hangingPunct="1">
              <a:lnSpc>
                <a:spcPct val="100000"/>
              </a:lnSpc>
              <a:spcBef>
                <a:spcPts val="0"/>
              </a:spcBef>
              <a:spcAft>
                <a:spcPts val="600"/>
              </a:spcAft>
              <a:buClr>
                <a:srgbClr val="DA291C"/>
              </a:buClr>
              <a:buSzTx/>
              <a:buFont typeface="Wingdings" panose="05000000000000000000" pitchFamily="2" charset="2"/>
              <a:buChar char="§"/>
              <a:tabLst/>
              <a:defRPr/>
            </a:pPr>
            <a:r>
              <a:rPr kumimoji="0" lang="en-US" sz="11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Propagation of the improvement culture across all the organization</a:t>
            </a:r>
          </a:p>
        </p:txBody>
      </p:sp>
      <p:cxnSp>
        <p:nvCxnSpPr>
          <p:cNvPr id="81" name="Straight Connector 12">
            <a:extLst>
              <a:ext uri="{FF2B5EF4-FFF2-40B4-BE49-F238E27FC236}">
                <a16:creationId xmlns:a16="http://schemas.microsoft.com/office/drawing/2014/main" id="{6A2C1A4C-7E4D-4365-B732-D4053CCE3FA0}"/>
              </a:ext>
            </a:extLst>
          </p:cNvPr>
          <p:cNvCxnSpPr>
            <a:cxnSpLocks/>
          </p:cNvCxnSpPr>
          <p:nvPr/>
        </p:nvCxnSpPr>
        <p:spPr>
          <a:xfrm>
            <a:off x="203974" y="2307063"/>
            <a:ext cx="4164052" cy="0"/>
          </a:xfrm>
          <a:prstGeom prst="line">
            <a:avLst/>
          </a:prstGeom>
          <a:ln w="19050">
            <a:solidFill>
              <a:schemeClr val="accent1"/>
            </a:solidFill>
          </a:ln>
          <a:effectLst/>
        </p:spPr>
        <p:style>
          <a:lnRef idx="1">
            <a:schemeClr val="accent1"/>
          </a:lnRef>
          <a:fillRef idx="0">
            <a:schemeClr val="accent1"/>
          </a:fillRef>
          <a:effectRef idx="0">
            <a:schemeClr val="accent1"/>
          </a:effectRef>
          <a:fontRef idx="minor">
            <a:schemeClr val="tx1"/>
          </a:fontRef>
        </p:style>
      </p:cxnSp>
      <p:sp>
        <p:nvSpPr>
          <p:cNvPr id="82" name="TextBox 11">
            <a:extLst>
              <a:ext uri="{FF2B5EF4-FFF2-40B4-BE49-F238E27FC236}">
                <a16:creationId xmlns:a16="http://schemas.microsoft.com/office/drawing/2014/main" id="{784683ED-2378-454B-BABF-5B70246FE116}"/>
              </a:ext>
            </a:extLst>
          </p:cNvPr>
          <p:cNvSpPr txBox="1"/>
          <p:nvPr/>
        </p:nvSpPr>
        <p:spPr>
          <a:xfrm>
            <a:off x="1388169" y="2153175"/>
            <a:ext cx="1795663" cy="307777"/>
          </a:xfrm>
          <a:prstGeom prst="rect">
            <a:avLst/>
          </a:prstGeom>
          <a:solidFill>
            <a:schemeClr val="bg1"/>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DA291C"/>
                </a:solidFill>
                <a:effectLst/>
                <a:uLnTx/>
                <a:uFillTx/>
                <a:latin typeface="Arial Narrow" panose="020B0606020202030204" pitchFamily="34" charset="0"/>
                <a:ea typeface="+mn-ea"/>
                <a:cs typeface="+mn-cs"/>
              </a:rPr>
              <a:t>Scope</a:t>
            </a:r>
            <a:endParaRPr kumimoji="0" lang="en-GB" sz="14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grpSp>
        <p:nvGrpSpPr>
          <p:cNvPr id="85" name="Group 84">
            <a:extLst>
              <a:ext uri="{FF2B5EF4-FFF2-40B4-BE49-F238E27FC236}">
                <a16:creationId xmlns:a16="http://schemas.microsoft.com/office/drawing/2014/main" id="{402AF37A-1F08-46E7-8067-9C313B693A92}"/>
              </a:ext>
            </a:extLst>
          </p:cNvPr>
          <p:cNvGrpSpPr/>
          <p:nvPr/>
        </p:nvGrpSpPr>
        <p:grpSpPr>
          <a:xfrm>
            <a:off x="6841340" y="4916723"/>
            <a:ext cx="2259863" cy="215444"/>
            <a:chOff x="6841340" y="4916723"/>
            <a:chExt cx="2259863" cy="215444"/>
          </a:xfrm>
        </p:grpSpPr>
        <p:sp>
          <p:nvSpPr>
            <p:cNvPr id="86" name="Rectangle 210">
              <a:extLst>
                <a:ext uri="{FF2B5EF4-FFF2-40B4-BE49-F238E27FC236}">
                  <a16:creationId xmlns:a16="http://schemas.microsoft.com/office/drawing/2014/main" id="{EBF25E99-24E3-4D93-95B9-012C70CA84E2}"/>
                </a:ext>
              </a:extLst>
            </p:cNvPr>
            <p:cNvSpPr/>
            <p:nvPr/>
          </p:nvSpPr>
          <p:spPr>
            <a:xfrm>
              <a:off x="6928298" y="4916723"/>
              <a:ext cx="2172905"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Subject to exam question</a:t>
              </a:r>
              <a:endPar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endParaRPr>
            </a:p>
          </p:txBody>
        </p:sp>
        <p:grpSp>
          <p:nvGrpSpPr>
            <p:cNvPr id="87" name="Group 49">
              <a:extLst>
                <a:ext uri="{FF2B5EF4-FFF2-40B4-BE49-F238E27FC236}">
                  <a16:creationId xmlns:a16="http://schemas.microsoft.com/office/drawing/2014/main" id="{76C7ED43-8566-4F55-8873-2924B22086D1}"/>
                </a:ext>
              </a:extLst>
            </p:cNvPr>
            <p:cNvGrpSpPr/>
            <p:nvPr/>
          </p:nvGrpSpPr>
          <p:grpSpPr>
            <a:xfrm>
              <a:off x="6841340" y="4969080"/>
              <a:ext cx="108000" cy="108000"/>
              <a:chOff x="10130023" y="2277920"/>
              <a:chExt cx="1188000" cy="1188000"/>
            </a:xfrm>
            <a:solidFill>
              <a:schemeClr val="accent2">
                <a:lumMod val="20000"/>
                <a:lumOff val="80000"/>
              </a:schemeClr>
            </a:solidFill>
          </p:grpSpPr>
          <p:pic>
            <p:nvPicPr>
              <p:cNvPr id="88" name="Picture 51">
                <a:extLst>
                  <a:ext uri="{FF2B5EF4-FFF2-40B4-BE49-F238E27FC236}">
                    <a16:creationId xmlns:a16="http://schemas.microsoft.com/office/drawing/2014/main" id="{F3E97339-EAF8-43A4-BF4E-69418CF192D4}"/>
                  </a:ext>
                </a:extLst>
              </p:cNvPr>
              <p:cNvPicPr>
                <a:picLocks noChangeAspect="1"/>
              </p:cNvPicPr>
              <p:nvPr/>
            </p:nvPicPr>
            <p:blipFill>
              <a:blip r:embed="rId3" cstate="print">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2000" contrast="-46000"/>
                        </a14:imgEffect>
                      </a14:imgLayer>
                    </a14:imgProps>
                  </a:ext>
                  <a:ext uri="{28A0092B-C50C-407E-A947-70E740481C1C}">
                    <a14:useLocalDpi xmlns:a14="http://schemas.microsoft.com/office/drawing/2010/main" val="0"/>
                  </a:ext>
                </a:extLst>
              </a:blip>
              <a:stretch>
                <a:fillRect/>
              </a:stretch>
            </p:blipFill>
            <p:spPr>
              <a:xfrm>
                <a:off x="10400023" y="2547920"/>
                <a:ext cx="648000" cy="648000"/>
              </a:xfrm>
              <a:prstGeom prst="rect">
                <a:avLst/>
              </a:prstGeom>
              <a:grpFill/>
            </p:spPr>
          </p:pic>
          <p:sp>
            <p:nvSpPr>
              <p:cNvPr id="89" name="Oval 17">
                <a:extLst>
                  <a:ext uri="{FF2B5EF4-FFF2-40B4-BE49-F238E27FC236}">
                    <a16:creationId xmlns:a16="http://schemas.microsoft.com/office/drawing/2014/main" id="{2183A948-2098-4147-949B-D87DD0856318}"/>
                  </a:ext>
                </a:extLst>
              </p:cNvPr>
              <p:cNvSpPr/>
              <p:nvPr/>
            </p:nvSpPr>
            <p:spPr>
              <a:xfrm rot="5400000">
                <a:off x="10148023" y="2295920"/>
                <a:ext cx="1152000" cy="1152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Narrow" panose="020B0606020202030204" pitchFamily="34" charset="0"/>
                  <a:ea typeface="+mn-ea"/>
                  <a:cs typeface="+mn-cs"/>
                </a:endParaRPr>
              </a:p>
            </p:txBody>
          </p:sp>
          <p:sp>
            <p:nvSpPr>
              <p:cNvPr id="90" name="Google Shape;21;p4">
                <a:extLst>
                  <a:ext uri="{FF2B5EF4-FFF2-40B4-BE49-F238E27FC236}">
                    <a16:creationId xmlns:a16="http://schemas.microsoft.com/office/drawing/2014/main" id="{6F7B94FD-F96B-4FB7-8D83-B71598C46668}"/>
                  </a:ext>
                </a:extLst>
              </p:cNvPr>
              <p:cNvSpPr/>
              <p:nvPr/>
            </p:nvSpPr>
            <p:spPr>
              <a:xfrm>
                <a:off x="10130023" y="2277920"/>
                <a:ext cx="1188000" cy="1188000"/>
              </a:xfrm>
              <a:custGeom>
                <a:avLst/>
                <a:gdLst/>
                <a:ahLst/>
                <a:cxnLst/>
                <a:rect l="l" t="t" r="r" b="b"/>
                <a:pathLst>
                  <a:path w="63157" h="58939" extrusionOk="0">
                    <a:moveTo>
                      <a:pt x="20826" y="0"/>
                    </a:moveTo>
                    <a:cubicBezTo>
                      <a:pt x="13566" y="0"/>
                      <a:pt x="6296" y="7516"/>
                      <a:pt x="4652" y="14588"/>
                    </a:cubicBezTo>
                    <a:cubicBezTo>
                      <a:pt x="2364" y="24428"/>
                      <a:pt x="5707" y="35897"/>
                      <a:pt x="11629" y="44082"/>
                    </a:cubicBezTo>
                    <a:cubicBezTo>
                      <a:pt x="17782" y="52587"/>
                      <a:pt x="29173" y="60332"/>
                      <a:pt x="39537" y="58670"/>
                    </a:cubicBezTo>
                    <a:cubicBezTo>
                      <a:pt x="49203" y="57120"/>
                      <a:pt x="49748" y="56659"/>
                      <a:pt x="57296" y="50424"/>
                    </a:cubicBezTo>
                    <a:cubicBezTo>
                      <a:pt x="62556" y="46079"/>
                      <a:pt x="64679" y="36600"/>
                      <a:pt x="61736" y="30445"/>
                    </a:cubicBezTo>
                    <a:cubicBezTo>
                      <a:pt x="58298" y="23257"/>
                      <a:pt x="56273" y="24644"/>
                      <a:pt x="50954" y="18711"/>
                    </a:cubicBezTo>
                    <a:cubicBezTo>
                      <a:pt x="47260" y="14591"/>
                      <a:pt x="44103" y="9185"/>
                      <a:pt x="38903" y="7294"/>
                    </a:cubicBezTo>
                    <a:cubicBezTo>
                      <a:pt x="33439" y="5307"/>
                      <a:pt x="26891" y="5218"/>
                      <a:pt x="21460" y="7294"/>
                    </a:cubicBezTo>
                    <a:cubicBezTo>
                      <a:pt x="9149" y="12001"/>
                      <a:pt x="-3826" y="29029"/>
                      <a:pt x="1164" y="41228"/>
                    </a:cubicBezTo>
                    <a:cubicBezTo>
                      <a:pt x="8128" y="58254"/>
                      <a:pt x="49341" y="57602"/>
                      <a:pt x="56345" y="40593"/>
                    </a:cubicBezTo>
                    <a:cubicBezTo>
                      <a:pt x="58882" y="34432"/>
                      <a:pt x="60567" y="26229"/>
                      <a:pt x="56979" y="20614"/>
                    </a:cubicBezTo>
                    <a:cubicBezTo>
                      <a:pt x="53070" y="14496"/>
                      <a:pt x="47109" y="9628"/>
                      <a:pt x="40806" y="6026"/>
                    </a:cubicBezTo>
                    <a:cubicBezTo>
                      <a:pt x="32309" y="1170"/>
                      <a:pt x="17818" y="3588"/>
                      <a:pt x="11946" y="11417"/>
                    </a:cubicBezTo>
                  </a:path>
                </a:pathLst>
              </a:custGeom>
              <a:grpFill/>
              <a:ln w="9525" cap="flat" cmpd="sng">
                <a:solidFill>
                  <a:srgbClr val="0C2340"/>
                </a:solidFill>
                <a:prstDash val="solid"/>
                <a:round/>
                <a:headEnd type="none" w="med" len="med"/>
                <a:tailEnd type="none" w="med" len="med"/>
              </a:ln>
            </p:spPr>
            <p:txBody>
              <a:bodyPr/>
              <a:lstStyle/>
              <a:p>
                <a:endParaRPr lang="en-US"/>
              </a:p>
            </p:txBody>
          </p:sp>
        </p:grpSp>
      </p:grpSp>
      <p:grpSp>
        <p:nvGrpSpPr>
          <p:cNvPr id="30" name="Group 29">
            <a:extLst>
              <a:ext uri="{FF2B5EF4-FFF2-40B4-BE49-F238E27FC236}">
                <a16:creationId xmlns:a16="http://schemas.microsoft.com/office/drawing/2014/main" id="{10EBC95A-5977-4356-87A3-CD8E6E73AAEE}"/>
              </a:ext>
            </a:extLst>
          </p:cNvPr>
          <p:cNvGrpSpPr/>
          <p:nvPr/>
        </p:nvGrpSpPr>
        <p:grpSpPr>
          <a:xfrm>
            <a:off x="7978987" y="72617"/>
            <a:ext cx="990588" cy="389425"/>
            <a:chOff x="7686066" y="126412"/>
            <a:chExt cx="1283510" cy="511174"/>
          </a:xfrm>
        </p:grpSpPr>
        <p:sp>
          <p:nvSpPr>
            <p:cNvPr id="31" name="Rounded Rectangle 38">
              <a:extLst>
                <a:ext uri="{FF2B5EF4-FFF2-40B4-BE49-F238E27FC236}">
                  <a16:creationId xmlns:a16="http://schemas.microsoft.com/office/drawing/2014/main" id="{99875320-E383-499F-A3D9-0E461C6B3CD0}"/>
                </a:ext>
              </a:extLst>
            </p:cNvPr>
            <p:cNvSpPr>
              <a:spLocks noChangeArrowheads="1"/>
            </p:cNvSpPr>
            <p:nvPr/>
          </p:nvSpPr>
          <p:spPr bwMode="auto">
            <a:xfrm>
              <a:off x="7686066" y="126412"/>
              <a:ext cx="1283510" cy="222043"/>
            </a:xfrm>
            <a:prstGeom prst="roundRect">
              <a:avLst>
                <a:gd name="adj" fmla="val 8452"/>
              </a:avLst>
            </a:prstGeom>
            <a:solidFill>
              <a:srgbClr val="FFFFFF"/>
            </a:solidFill>
            <a:ln w="12700" algn="ctr">
              <a:solidFill>
                <a:schemeClr val="accent1"/>
              </a:solidFill>
              <a:prstDash val="sysDot"/>
              <a:round/>
              <a:headEnd/>
              <a:tailEnd/>
            </a:ln>
          </p:spPr>
          <p:txBody>
            <a:bodyPr lIns="180000" tIns="0" rIns="180000" bIns="0" anchor="ctr"/>
            <a:lstStyle/>
            <a:p>
              <a:pPr marL="0" marR="0" lvl="0" indent="0" algn="ctr" defTabSz="457200" rtl="0" eaLnBrk="1" fontAlgn="base" latinLnBrk="0" hangingPunct="1">
                <a:lnSpc>
                  <a:spcPct val="120000"/>
                </a:lnSpc>
                <a:spcBef>
                  <a:spcPct val="0"/>
                </a:spcBef>
                <a:spcAft>
                  <a:spcPct val="0"/>
                </a:spcAft>
                <a:buClrTx/>
                <a:buSzTx/>
                <a:buFontTx/>
                <a:buNone/>
                <a:tabLst/>
                <a:defRPr/>
              </a:pPr>
              <a:endParaRPr kumimoji="0" lang="en-GB" sz="1200" b="0" i="0" u="none" strike="noStrike" kern="0" cap="none" spc="0" normalizeH="0" baseline="0" noProof="0">
                <a:ln>
                  <a:noFill/>
                </a:ln>
                <a:solidFill>
                  <a:srgbClr val="0C2340"/>
                </a:solidFill>
                <a:effectLst/>
                <a:uLnTx/>
                <a:uFillTx/>
                <a:latin typeface="Arial Narrow" panose="020B0606020202030204" pitchFamily="34" charset="0"/>
                <a:ea typeface="+mn-ea"/>
                <a:cs typeface="Lucida Sans" pitchFamily="34" charset="0"/>
              </a:endParaRPr>
            </a:p>
          </p:txBody>
        </p:sp>
        <p:grpSp>
          <p:nvGrpSpPr>
            <p:cNvPr id="32" name="Group 31">
              <a:extLst>
                <a:ext uri="{FF2B5EF4-FFF2-40B4-BE49-F238E27FC236}">
                  <a16:creationId xmlns:a16="http://schemas.microsoft.com/office/drawing/2014/main" id="{EDEA77EB-2ADB-411B-AE33-2A0705920567}"/>
                </a:ext>
              </a:extLst>
            </p:cNvPr>
            <p:cNvGrpSpPr/>
            <p:nvPr/>
          </p:nvGrpSpPr>
          <p:grpSpPr>
            <a:xfrm>
              <a:off x="7839999" y="178009"/>
              <a:ext cx="991557" cy="118849"/>
              <a:chOff x="7839999" y="139419"/>
              <a:chExt cx="991557" cy="118849"/>
            </a:xfrm>
          </p:grpSpPr>
          <p:sp>
            <p:nvSpPr>
              <p:cNvPr id="34" name="Rectangle 7">
                <a:extLst>
                  <a:ext uri="{FF2B5EF4-FFF2-40B4-BE49-F238E27FC236}">
                    <a16:creationId xmlns:a16="http://schemas.microsoft.com/office/drawing/2014/main" id="{3C735BD4-D2E4-474A-965D-61520E8F745A}"/>
                  </a:ext>
                </a:extLst>
              </p:cNvPr>
              <p:cNvSpPr/>
              <p:nvPr/>
            </p:nvSpPr>
            <p:spPr>
              <a:xfrm>
                <a:off x="7839999" y="139419"/>
                <a:ext cx="436761" cy="11884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sp>
            <p:nvSpPr>
              <p:cNvPr id="35" name="Rectangle 7">
                <a:extLst>
                  <a:ext uri="{FF2B5EF4-FFF2-40B4-BE49-F238E27FC236}">
                    <a16:creationId xmlns:a16="http://schemas.microsoft.com/office/drawing/2014/main" id="{F42C73AD-6287-4A49-A2CA-E4C05C273977}"/>
                  </a:ext>
                </a:extLst>
              </p:cNvPr>
              <p:cNvSpPr/>
              <p:nvPr/>
            </p:nvSpPr>
            <p:spPr>
              <a:xfrm>
                <a:off x="8394795" y="139419"/>
                <a:ext cx="436761" cy="1188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324000" bIns="72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grpSp>
        <p:sp>
          <p:nvSpPr>
            <p:cNvPr id="33" name="Rounded Rectangle 38">
              <a:extLst>
                <a:ext uri="{FF2B5EF4-FFF2-40B4-BE49-F238E27FC236}">
                  <a16:creationId xmlns:a16="http://schemas.microsoft.com/office/drawing/2014/main" id="{2197D1A7-5F57-4F57-BE77-1266BBFA6DD7}"/>
                </a:ext>
              </a:extLst>
            </p:cNvPr>
            <p:cNvSpPr>
              <a:spLocks noChangeArrowheads="1"/>
            </p:cNvSpPr>
            <p:nvPr/>
          </p:nvSpPr>
          <p:spPr bwMode="auto">
            <a:xfrm>
              <a:off x="7686066" y="415543"/>
              <a:ext cx="1283510" cy="222043"/>
            </a:xfrm>
            <a:prstGeom prst="roundRect">
              <a:avLst>
                <a:gd name="adj" fmla="val 8452"/>
              </a:avLst>
            </a:prstGeom>
            <a:solidFill>
              <a:schemeClr val="accent2"/>
            </a:solidFill>
            <a:ln w="12700" algn="ctr">
              <a:solidFill>
                <a:schemeClr val="accent2"/>
              </a:solidFill>
              <a:prstDash val="solid"/>
              <a:round/>
              <a:headEnd/>
              <a:tailEnd/>
            </a:ln>
          </p:spPr>
          <p:txBody>
            <a:bodyPr lIns="0" tIns="0" rIns="0" bIns="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GB" sz="800" b="1" i="0" u="none" strike="noStrike" kern="0" cap="none" spc="0" normalizeH="0" baseline="0" noProof="0">
                  <a:ln>
                    <a:noFill/>
                  </a:ln>
                  <a:solidFill>
                    <a:srgbClr val="FFFFFF"/>
                  </a:solidFill>
                  <a:effectLst/>
                  <a:uLnTx/>
                  <a:uFillTx/>
                  <a:latin typeface="Arial Narrow" panose="020B0606020202030204" pitchFamily="34" charset="0"/>
                  <a:ea typeface="+mn-ea"/>
                  <a:cs typeface="Lucida Sans" pitchFamily="34" charset="0"/>
                </a:rPr>
                <a:t>General</a:t>
              </a:r>
            </a:p>
          </p:txBody>
        </p:sp>
      </p:grpSp>
      <p:pic>
        <p:nvPicPr>
          <p:cNvPr id="36" name="Picture 35" descr="Icon&#10;&#10;Description automatically generated">
            <a:hlinkClick r:id="rId5" action="ppaction://hlinksldjump"/>
            <a:extLst>
              <a:ext uri="{FF2B5EF4-FFF2-40B4-BE49-F238E27FC236}">
                <a16:creationId xmlns:a16="http://schemas.microsoft.com/office/drawing/2014/main" id="{35D15939-90C1-4C31-8CE9-5E17190E085A}"/>
              </a:ext>
            </a:extLst>
          </p:cNvPr>
          <p:cNvPicPr>
            <a:picLocks noChangeAspect="1"/>
          </p:cNvPicPr>
          <p:nvPr/>
        </p:nvPicPr>
        <p:blipFill>
          <a:blip r:embed="rId6"/>
          <a:stretch>
            <a:fillRect/>
          </a:stretch>
        </p:blipFill>
        <p:spPr>
          <a:xfrm>
            <a:off x="5057807" y="4952445"/>
            <a:ext cx="144000" cy="144000"/>
          </a:xfrm>
          <a:prstGeom prst="rect">
            <a:avLst/>
          </a:prstGeom>
        </p:spPr>
      </p:pic>
      <p:sp>
        <p:nvSpPr>
          <p:cNvPr id="37" name="Rectangle 210">
            <a:extLst>
              <a:ext uri="{FF2B5EF4-FFF2-40B4-BE49-F238E27FC236}">
                <a16:creationId xmlns:a16="http://schemas.microsoft.com/office/drawing/2014/main" id="{B481F58A-6E36-46DF-BEE5-5660BA1F0FB8}"/>
              </a:ext>
            </a:extLst>
          </p:cNvPr>
          <p:cNvSpPr/>
          <p:nvPr/>
        </p:nvSpPr>
        <p:spPr>
          <a:xfrm>
            <a:off x="5152147" y="4916723"/>
            <a:ext cx="1697379"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Link back to multiple-choice question</a:t>
            </a:r>
          </a:p>
        </p:txBody>
      </p:sp>
      <p:sp>
        <p:nvSpPr>
          <p:cNvPr id="4" name="Slide Number Placeholder 3">
            <a:extLst>
              <a:ext uri="{FF2B5EF4-FFF2-40B4-BE49-F238E27FC236}">
                <a16:creationId xmlns:a16="http://schemas.microsoft.com/office/drawing/2014/main" id="{66B9FC9D-87DA-4E3A-837C-D88953818831}"/>
              </a:ext>
            </a:extLst>
          </p:cNvPr>
          <p:cNvSpPr>
            <a:spLocks noGrp="1"/>
          </p:cNvSpPr>
          <p:nvPr>
            <p:ph type="sldNum" sz="quarter" idx="35"/>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DA291C"/>
                </a:solidFill>
                <a:effectLst/>
                <a:uLnTx/>
                <a:uFillTx/>
                <a:latin typeface="Arial Narrow" panose="020B0606020202030204" pitchFamily="34" charset="0"/>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59</a:t>
            </a:fld>
            <a:endParaRPr kumimoji="0" lang="it-IT" sz="11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sp>
        <p:nvSpPr>
          <p:cNvPr id="40" name="Rectangle 210">
            <a:extLst>
              <a:ext uri="{FF2B5EF4-FFF2-40B4-BE49-F238E27FC236}">
                <a16:creationId xmlns:a16="http://schemas.microsoft.com/office/drawing/2014/main" id="{B68B3BD0-4DEA-49CC-B44E-03C9D69F1CF3}"/>
              </a:ext>
            </a:extLst>
          </p:cNvPr>
          <p:cNvSpPr/>
          <p:nvPr/>
        </p:nvSpPr>
        <p:spPr>
          <a:xfrm>
            <a:off x="463285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393166516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ITIL 4 management practices | </a:t>
            </a:r>
            <a:r>
              <a:rPr lang="en-US">
                <a:solidFill>
                  <a:schemeClr val="accent3"/>
                </a:solidFill>
                <a:latin typeface="Arial Narrow" panose="020B0606020202030204" pitchFamily="34" charset="0"/>
              </a:rPr>
              <a:t>Questions &amp; answers</a:t>
            </a:r>
            <a:endParaRPr lang="en-GB">
              <a:solidFill>
                <a:schemeClr val="accent3"/>
              </a:solidFill>
              <a:latin typeface="Arial Narrow" panose="020B0606020202030204" pitchFamily="34" charset="0"/>
            </a:endParaRPr>
          </a:p>
        </p:txBody>
      </p:sp>
      <p:sp>
        <p:nvSpPr>
          <p:cNvPr id="65" name="Rectangle 64">
            <a:extLst>
              <a:ext uri="{FF2B5EF4-FFF2-40B4-BE49-F238E27FC236}">
                <a16:creationId xmlns:a16="http://schemas.microsoft.com/office/drawing/2014/main" id="{878EA7A7-5B7A-4717-99DB-E475DA6EB023}"/>
              </a:ext>
            </a:extLst>
          </p:cNvPr>
          <p:cNvSpPr/>
          <p:nvPr/>
        </p:nvSpPr>
        <p:spPr>
          <a:xfrm>
            <a:off x="540000" y="950720"/>
            <a:ext cx="8059202" cy="165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92000" tIns="189000" rtlCol="0" anchor="t" anchorCtr="0"/>
          <a:lstStyle/>
          <a:p>
            <a:pPr marL="0" marR="0" lvl="0" indent="0" algn="l" defTabSz="457200" rtl="0" eaLnBrk="1" fontAlgn="auto" latinLnBrk="0" hangingPunct="1">
              <a:lnSpc>
                <a:spcPct val="100000"/>
              </a:lnSpc>
              <a:spcBef>
                <a:spcPts val="0"/>
              </a:spcBef>
              <a:spcAft>
                <a:spcPts val="200"/>
              </a:spcAft>
              <a:buClrTx/>
              <a:buSzPts val="1000"/>
              <a:buFontTx/>
              <a:buNone/>
              <a:tabLst>
                <a:tab pos="250984" algn="l"/>
                <a:tab pos="251460" algn="l"/>
              </a:tabLst>
              <a:defRPr/>
            </a:pPr>
            <a:r>
              <a:rPr kumimoji="0" lang="en-US" sz="1100" b="1"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Which practice establishes a channel between the service provider and its users?</a:t>
            </a:r>
          </a:p>
          <a:p>
            <a:pPr marL="557213" marR="0" lvl="1" indent="-214313" algn="l" defTabSz="457200" rtl="0" eaLnBrk="1" fontAlgn="auto" latinLnBrk="0" hangingPunct="1">
              <a:lnSpc>
                <a:spcPct val="100000"/>
              </a:lnSpc>
              <a:spcBef>
                <a:spcPts val="200"/>
              </a:spcBef>
              <a:spcAft>
                <a:spcPts val="200"/>
              </a:spcAft>
              <a:buClrTx/>
              <a:buSzPts val="1000"/>
              <a:buFont typeface="Arial MT"/>
              <a:buAutoNum type="alphaUcPeriod"/>
              <a:tabLst>
                <a:tab pos="385286" algn="l"/>
              </a:tabLst>
              <a:defRPr/>
            </a:pPr>
            <a:r>
              <a:rPr kumimoji="0" lang="en-US" sz="1100" b="0"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Change Enablement</a:t>
            </a:r>
          </a:p>
          <a:p>
            <a:pPr marL="557213" marR="0" lvl="1" indent="-214313" algn="l" defTabSz="457200" rtl="0" eaLnBrk="1" fontAlgn="auto" latinLnBrk="0" hangingPunct="1">
              <a:lnSpc>
                <a:spcPct val="100000"/>
              </a:lnSpc>
              <a:spcBef>
                <a:spcPts val="200"/>
              </a:spcBef>
              <a:spcAft>
                <a:spcPts val="200"/>
              </a:spcAft>
              <a:buClrTx/>
              <a:buSzPts val="1000"/>
              <a:buFont typeface="Arial MT"/>
              <a:buAutoNum type="alphaUcPeriod"/>
              <a:tabLst>
                <a:tab pos="385286" algn="l"/>
              </a:tabLst>
              <a:defRPr/>
            </a:pPr>
            <a:r>
              <a:rPr kumimoji="0" lang="en-US" sz="1100" b="0"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Supplier Management</a:t>
            </a:r>
          </a:p>
          <a:p>
            <a:pPr marL="557213" marR="0" lvl="1" indent="-214313" algn="l" defTabSz="457200" rtl="0" eaLnBrk="1" fontAlgn="auto" latinLnBrk="0" hangingPunct="1">
              <a:lnSpc>
                <a:spcPct val="100000"/>
              </a:lnSpc>
              <a:spcBef>
                <a:spcPts val="200"/>
              </a:spcBef>
              <a:spcAft>
                <a:spcPts val="200"/>
              </a:spcAft>
              <a:buClrTx/>
              <a:buSzPts val="1000"/>
              <a:buFont typeface="Arial MT"/>
              <a:buAutoNum type="alphaUcPeriod"/>
              <a:tabLst>
                <a:tab pos="385286" algn="l"/>
              </a:tabLst>
              <a:defRPr/>
            </a:pPr>
            <a:r>
              <a:rPr kumimoji="0" lang="en-US" sz="1100" b="0"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Relationship Management</a:t>
            </a:r>
          </a:p>
          <a:p>
            <a:pPr marL="557213" marR="0" lvl="1" indent="-214313" algn="l" defTabSz="457200" rtl="0" eaLnBrk="1" fontAlgn="auto" latinLnBrk="0" hangingPunct="1">
              <a:lnSpc>
                <a:spcPct val="100000"/>
              </a:lnSpc>
              <a:spcBef>
                <a:spcPts val="200"/>
              </a:spcBef>
              <a:spcAft>
                <a:spcPts val="200"/>
              </a:spcAft>
              <a:buClrTx/>
              <a:buSzPts val="1000"/>
              <a:buFont typeface="Arial MT"/>
              <a:buAutoNum type="alphaUcPeriod"/>
              <a:tabLst>
                <a:tab pos="385286" algn="l"/>
              </a:tabLst>
              <a:defRPr/>
            </a:pPr>
            <a:r>
              <a:rPr kumimoji="0" lang="en-US" sz="1100" b="0"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Service Desk</a:t>
            </a:r>
          </a:p>
        </p:txBody>
      </p:sp>
      <p:sp>
        <p:nvSpPr>
          <p:cNvPr id="66" name="Rectangle 65">
            <a:extLst>
              <a:ext uri="{FF2B5EF4-FFF2-40B4-BE49-F238E27FC236}">
                <a16:creationId xmlns:a16="http://schemas.microsoft.com/office/drawing/2014/main" id="{F4E85B15-7A7D-44E3-813A-BA1800E94CAF}"/>
              </a:ext>
            </a:extLst>
          </p:cNvPr>
          <p:cNvSpPr/>
          <p:nvPr/>
        </p:nvSpPr>
        <p:spPr>
          <a:xfrm>
            <a:off x="540000" y="954936"/>
            <a:ext cx="8059202" cy="1843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46800" rIns="18000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white"/>
                </a:solidFill>
                <a:effectLst/>
                <a:uLnTx/>
                <a:uFillTx/>
                <a:latin typeface="Arial Narrow" panose="020B0606020202030204" pitchFamily="34" charset="0"/>
                <a:ea typeface="+mn-ea"/>
                <a:cs typeface="+mn-cs"/>
              </a:rPr>
              <a:t>Question 1</a:t>
            </a:r>
          </a:p>
        </p:txBody>
      </p:sp>
      <p:sp>
        <p:nvSpPr>
          <p:cNvPr id="63" name="Oval 8">
            <a:extLst>
              <a:ext uri="{FF2B5EF4-FFF2-40B4-BE49-F238E27FC236}">
                <a16:creationId xmlns:a16="http://schemas.microsoft.com/office/drawing/2014/main" id="{8922BC66-AE2A-4A03-BBE9-047F06C689A8}"/>
              </a:ext>
            </a:extLst>
          </p:cNvPr>
          <p:cNvSpPr/>
          <p:nvPr/>
        </p:nvSpPr>
        <p:spPr>
          <a:xfrm>
            <a:off x="296705" y="878931"/>
            <a:ext cx="356400" cy="356400"/>
          </a:xfrm>
          <a:prstGeom prst="ellipse">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pic>
        <p:nvPicPr>
          <p:cNvPr id="64" name="Graphic 63" descr="List outline">
            <a:extLst>
              <a:ext uri="{FF2B5EF4-FFF2-40B4-BE49-F238E27FC236}">
                <a16:creationId xmlns:a16="http://schemas.microsoft.com/office/drawing/2014/main" id="{6659F140-812D-497B-ACE4-0265209AEC3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3063" y="923348"/>
            <a:ext cx="261947" cy="262800"/>
          </a:xfrm>
          <a:prstGeom prst="rect">
            <a:avLst/>
          </a:prstGeom>
        </p:spPr>
      </p:pic>
      <p:grpSp>
        <p:nvGrpSpPr>
          <p:cNvPr id="2" name="Group 1">
            <a:extLst>
              <a:ext uri="{FF2B5EF4-FFF2-40B4-BE49-F238E27FC236}">
                <a16:creationId xmlns:a16="http://schemas.microsoft.com/office/drawing/2014/main" id="{04A699A9-9F98-401D-AC06-6EB9AA89899F}"/>
              </a:ext>
            </a:extLst>
          </p:cNvPr>
          <p:cNvGrpSpPr/>
          <p:nvPr/>
        </p:nvGrpSpPr>
        <p:grpSpPr>
          <a:xfrm>
            <a:off x="542250" y="1923843"/>
            <a:ext cx="8353905" cy="288000"/>
            <a:chOff x="542250" y="1923843"/>
            <a:chExt cx="8353905" cy="288000"/>
          </a:xfrm>
        </p:grpSpPr>
        <p:sp>
          <p:nvSpPr>
            <p:cNvPr id="67" name="Rectangle 66">
              <a:extLst>
                <a:ext uri="{FF2B5EF4-FFF2-40B4-BE49-F238E27FC236}">
                  <a16:creationId xmlns:a16="http://schemas.microsoft.com/office/drawing/2014/main" id="{C290C30B-27BF-4344-B81F-18539C478B88}"/>
                </a:ext>
              </a:extLst>
            </p:cNvPr>
            <p:cNvSpPr/>
            <p:nvPr/>
          </p:nvSpPr>
          <p:spPr>
            <a:xfrm>
              <a:off x="542250" y="2011375"/>
              <a:ext cx="8059500" cy="183600"/>
            </a:xfrm>
            <a:prstGeom prst="rect">
              <a:avLst/>
            </a:prstGeom>
            <a:solidFill>
              <a:srgbClr val="3D8065">
                <a:alpha val="20000"/>
              </a:srgbClr>
            </a:solidFill>
            <a:ln w="19050">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Arial"/>
                <a:ea typeface="+mn-ea"/>
                <a:cs typeface="+mn-cs"/>
              </a:endParaRPr>
            </a:p>
          </p:txBody>
        </p:sp>
        <p:pic>
          <p:nvPicPr>
            <p:cNvPr id="12" name="Picture 11" descr="Icon&#10;&#10;Description automatically generated">
              <a:hlinkClick r:id="rId5" action="ppaction://hlinksldjump"/>
              <a:extLst>
                <a:ext uri="{FF2B5EF4-FFF2-40B4-BE49-F238E27FC236}">
                  <a16:creationId xmlns:a16="http://schemas.microsoft.com/office/drawing/2014/main" id="{40DA9893-D856-4A56-8D10-3D94AD23BD91}"/>
                </a:ext>
              </a:extLst>
            </p:cNvPr>
            <p:cNvPicPr>
              <a:picLocks noChangeAspect="1"/>
            </p:cNvPicPr>
            <p:nvPr/>
          </p:nvPicPr>
          <p:blipFill>
            <a:blip r:embed="rId6"/>
            <a:stretch>
              <a:fillRect/>
            </a:stretch>
          </p:blipFill>
          <p:spPr>
            <a:xfrm>
              <a:off x="8608155" y="1923843"/>
              <a:ext cx="288000" cy="288000"/>
            </a:xfrm>
            <a:prstGeom prst="rect">
              <a:avLst/>
            </a:prstGeom>
          </p:spPr>
        </p:pic>
      </p:grpSp>
      <p:grpSp>
        <p:nvGrpSpPr>
          <p:cNvPr id="7" name="Group 6">
            <a:extLst>
              <a:ext uri="{FF2B5EF4-FFF2-40B4-BE49-F238E27FC236}">
                <a16:creationId xmlns:a16="http://schemas.microsoft.com/office/drawing/2014/main" id="{A08F4133-A68C-41B6-B99F-224AE20DDB48}"/>
              </a:ext>
            </a:extLst>
          </p:cNvPr>
          <p:cNvGrpSpPr/>
          <p:nvPr/>
        </p:nvGrpSpPr>
        <p:grpSpPr>
          <a:xfrm>
            <a:off x="292941" y="2792879"/>
            <a:ext cx="8306261" cy="1736974"/>
            <a:chOff x="292941" y="2792879"/>
            <a:chExt cx="8306261" cy="1736974"/>
          </a:xfrm>
        </p:grpSpPr>
        <p:sp>
          <p:nvSpPr>
            <p:cNvPr id="44" name="Rectangle 43">
              <a:extLst>
                <a:ext uri="{FF2B5EF4-FFF2-40B4-BE49-F238E27FC236}">
                  <a16:creationId xmlns:a16="http://schemas.microsoft.com/office/drawing/2014/main" id="{02C0F018-F0A1-4BB5-93B4-8D2E800D4898}"/>
                </a:ext>
              </a:extLst>
            </p:cNvPr>
            <p:cNvSpPr/>
            <p:nvPr/>
          </p:nvSpPr>
          <p:spPr>
            <a:xfrm>
              <a:off x="540000" y="2873853"/>
              <a:ext cx="8059202" cy="165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92000" tIns="189000" rtlCol="0" anchor="t" anchorCtr="0"/>
            <a:lstStyle/>
            <a:p>
              <a:pPr marL="0" marR="0" lvl="0" indent="0" algn="l" defTabSz="457200" rtl="0" eaLnBrk="1" fontAlgn="auto" latinLnBrk="0" hangingPunct="1">
                <a:lnSpc>
                  <a:spcPct val="100000"/>
                </a:lnSpc>
                <a:spcBef>
                  <a:spcPts val="0"/>
                </a:spcBef>
                <a:spcAft>
                  <a:spcPts val="200"/>
                </a:spcAft>
                <a:buClrTx/>
                <a:buSzPts val="1000"/>
                <a:buFontTx/>
                <a:buNone/>
                <a:tabLst>
                  <a:tab pos="250984" algn="l"/>
                  <a:tab pos="251460" algn="l"/>
                </a:tabLst>
                <a:defRPr/>
              </a:pPr>
              <a:r>
                <a:rPr kumimoji="0" lang="en-US" sz="1100" b="1"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What is the purpose of the “Problem Management” practice?</a:t>
              </a:r>
            </a:p>
            <a:p>
              <a:pPr marL="557213" marR="0" lvl="1" indent="-214313" algn="l" defTabSz="457200" rtl="0" eaLnBrk="1" fontAlgn="auto" latinLnBrk="0" hangingPunct="1">
                <a:lnSpc>
                  <a:spcPct val="100000"/>
                </a:lnSpc>
                <a:spcBef>
                  <a:spcPts val="200"/>
                </a:spcBef>
                <a:spcAft>
                  <a:spcPts val="200"/>
                </a:spcAft>
                <a:buClrTx/>
                <a:buSzPts val="1000"/>
                <a:buFont typeface="Arial MT"/>
                <a:buAutoNum type="alphaUcPeriod"/>
                <a:tabLst>
                  <a:tab pos="385286" algn="l"/>
                </a:tabLst>
                <a:defRPr/>
              </a:pPr>
              <a:r>
                <a:rPr kumimoji="0" lang="en-US" sz="1100" b="0"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Ensuring that services deliver agreed levels of availability or that change can be assessed</a:t>
              </a:r>
            </a:p>
            <a:p>
              <a:pPr marL="557213" marR="0" lvl="1" indent="-214313" algn="l" defTabSz="457200" rtl="0" eaLnBrk="1" fontAlgn="auto" latinLnBrk="0" hangingPunct="1">
                <a:lnSpc>
                  <a:spcPct val="100000"/>
                </a:lnSpc>
                <a:spcBef>
                  <a:spcPts val="200"/>
                </a:spcBef>
                <a:spcAft>
                  <a:spcPts val="200"/>
                </a:spcAft>
                <a:buClrTx/>
                <a:buSzPts val="1000"/>
                <a:buFont typeface="Arial MT"/>
                <a:buAutoNum type="alphaUcPeriod"/>
                <a:tabLst>
                  <a:tab pos="385286" algn="l"/>
                </a:tabLst>
                <a:defRPr/>
              </a:pPr>
              <a:r>
                <a:rPr kumimoji="0" lang="en-US" sz="1100" b="0"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Supporting the agreed quality of a service by handling all pre-defined, user-initiated service requests in an effective and user-friendly manner</a:t>
              </a:r>
            </a:p>
            <a:p>
              <a:pPr marL="557213" marR="0" lvl="1" indent="-214313" algn="l" defTabSz="457200" rtl="0" eaLnBrk="1" fontAlgn="auto" latinLnBrk="0" hangingPunct="1">
                <a:lnSpc>
                  <a:spcPct val="100000"/>
                </a:lnSpc>
                <a:spcBef>
                  <a:spcPts val="200"/>
                </a:spcBef>
                <a:spcAft>
                  <a:spcPts val="200"/>
                </a:spcAft>
                <a:buClrTx/>
                <a:buSzPts val="1000"/>
                <a:buFont typeface="Arial MT"/>
                <a:buAutoNum type="alphaUcPeriod"/>
                <a:tabLst>
                  <a:tab pos="385286" algn="l"/>
                </a:tabLst>
                <a:defRPr/>
              </a:pPr>
              <a:r>
                <a:rPr kumimoji="0" lang="en-US" sz="1100" b="0"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Minimizing the negative impact of incidents by restoring normal service operation as quickly as possible</a:t>
              </a:r>
            </a:p>
            <a:p>
              <a:pPr marL="557213" marR="0" lvl="1" indent="-214313" algn="l" defTabSz="457200" rtl="0" eaLnBrk="1" fontAlgn="auto" latinLnBrk="0" hangingPunct="1">
                <a:lnSpc>
                  <a:spcPct val="100000"/>
                </a:lnSpc>
                <a:spcBef>
                  <a:spcPts val="200"/>
                </a:spcBef>
                <a:spcAft>
                  <a:spcPts val="200"/>
                </a:spcAft>
                <a:buClrTx/>
                <a:buSzPts val="1000"/>
                <a:buFont typeface="Arial MT"/>
                <a:buAutoNum type="alphaUcPeriod"/>
                <a:tabLst>
                  <a:tab pos="385286" algn="l"/>
                </a:tabLst>
                <a:defRPr/>
              </a:pPr>
              <a:r>
                <a:rPr kumimoji="0" lang="en-US" sz="1100" b="0"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Reducing the likelihood and impact of incidents identifying actual and potential causes, and managing workarounds and known errors</a:t>
              </a:r>
            </a:p>
          </p:txBody>
        </p:sp>
        <p:sp>
          <p:nvSpPr>
            <p:cNvPr id="46" name="Rectangle 45">
              <a:extLst>
                <a:ext uri="{FF2B5EF4-FFF2-40B4-BE49-F238E27FC236}">
                  <a16:creationId xmlns:a16="http://schemas.microsoft.com/office/drawing/2014/main" id="{33573ED2-4D7A-4117-9693-27BCF58A34C5}"/>
                </a:ext>
              </a:extLst>
            </p:cNvPr>
            <p:cNvSpPr/>
            <p:nvPr/>
          </p:nvSpPr>
          <p:spPr>
            <a:xfrm>
              <a:off x="540000" y="2878068"/>
              <a:ext cx="8059202" cy="1849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46800" rIns="18000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white"/>
                  </a:solidFill>
                  <a:effectLst/>
                  <a:uLnTx/>
                  <a:uFillTx/>
                  <a:latin typeface="Arial Narrow" panose="020B0606020202030204" pitchFamily="34" charset="0"/>
                  <a:ea typeface="+mn-ea"/>
                  <a:cs typeface="+mn-cs"/>
                </a:rPr>
                <a:t>Question 2</a:t>
              </a:r>
            </a:p>
          </p:txBody>
        </p:sp>
        <p:grpSp>
          <p:nvGrpSpPr>
            <p:cNvPr id="6" name="Group 5">
              <a:extLst>
                <a:ext uri="{FF2B5EF4-FFF2-40B4-BE49-F238E27FC236}">
                  <a16:creationId xmlns:a16="http://schemas.microsoft.com/office/drawing/2014/main" id="{2DB2A4A0-6D69-4383-8EC3-DF2D1C9FE717}"/>
                </a:ext>
              </a:extLst>
            </p:cNvPr>
            <p:cNvGrpSpPr/>
            <p:nvPr/>
          </p:nvGrpSpPr>
          <p:grpSpPr>
            <a:xfrm>
              <a:off x="292941" y="2792879"/>
              <a:ext cx="356400" cy="356400"/>
              <a:chOff x="296705" y="3374304"/>
              <a:chExt cx="356400" cy="356400"/>
            </a:xfrm>
          </p:grpSpPr>
          <p:sp>
            <p:nvSpPr>
              <p:cNvPr id="20" name="Oval 8">
                <a:extLst>
                  <a:ext uri="{FF2B5EF4-FFF2-40B4-BE49-F238E27FC236}">
                    <a16:creationId xmlns:a16="http://schemas.microsoft.com/office/drawing/2014/main" id="{7A017817-025B-4B39-954F-1F093019EAFD}"/>
                  </a:ext>
                </a:extLst>
              </p:cNvPr>
              <p:cNvSpPr/>
              <p:nvPr/>
            </p:nvSpPr>
            <p:spPr>
              <a:xfrm>
                <a:off x="296705" y="3374304"/>
                <a:ext cx="356400" cy="356400"/>
              </a:xfrm>
              <a:prstGeom prst="ellipse">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pic>
            <p:nvPicPr>
              <p:cNvPr id="21" name="Graphic 20" descr="List outline">
                <a:extLst>
                  <a:ext uri="{FF2B5EF4-FFF2-40B4-BE49-F238E27FC236}">
                    <a16:creationId xmlns:a16="http://schemas.microsoft.com/office/drawing/2014/main" id="{2FA0F381-4407-4F1D-898B-3B10DACF45BD}"/>
                  </a:ext>
                </a:extLst>
              </p:cNvPr>
              <p:cNvPicPr>
                <a:picLocks noChangeAspect="1"/>
              </p:cNvPicPr>
              <p:nvPr/>
            </p:nvPicPr>
            <p:blipFill>
              <a:blip r:embed="rId3">
                <a:extLst>
                  <a:ext uri="{96DAC541-7B7A-43D3-8B79-37D633B846F1}">
                    <asvg:svgBlip xmlns:asvg="http://schemas.microsoft.com/office/drawing/2016/SVG/main" r:embed="rId7"/>
                  </a:ext>
                </a:extLst>
              </a:blip>
              <a:stretch>
                <a:fillRect/>
              </a:stretch>
            </p:blipFill>
            <p:spPr>
              <a:xfrm>
                <a:off x="343062" y="3420774"/>
                <a:ext cx="263686" cy="263460"/>
              </a:xfrm>
              <a:prstGeom prst="rect">
                <a:avLst/>
              </a:prstGeom>
            </p:spPr>
          </p:pic>
        </p:grpSp>
      </p:grpSp>
      <p:grpSp>
        <p:nvGrpSpPr>
          <p:cNvPr id="4" name="Group 3">
            <a:extLst>
              <a:ext uri="{FF2B5EF4-FFF2-40B4-BE49-F238E27FC236}">
                <a16:creationId xmlns:a16="http://schemas.microsoft.com/office/drawing/2014/main" id="{8620AF4A-B37D-4EA2-BDD7-2146CC53FC6F}"/>
              </a:ext>
            </a:extLst>
          </p:cNvPr>
          <p:cNvGrpSpPr/>
          <p:nvPr/>
        </p:nvGrpSpPr>
        <p:grpSpPr>
          <a:xfrm>
            <a:off x="542250" y="3853017"/>
            <a:ext cx="8353905" cy="288000"/>
            <a:chOff x="542250" y="3853017"/>
            <a:chExt cx="8353905" cy="288000"/>
          </a:xfrm>
        </p:grpSpPr>
        <p:sp>
          <p:nvSpPr>
            <p:cNvPr id="27" name="Rectangle 26">
              <a:extLst>
                <a:ext uri="{FF2B5EF4-FFF2-40B4-BE49-F238E27FC236}">
                  <a16:creationId xmlns:a16="http://schemas.microsoft.com/office/drawing/2014/main" id="{866F5FDA-DE26-4192-9DAD-7891AAC18009}"/>
                </a:ext>
              </a:extLst>
            </p:cNvPr>
            <p:cNvSpPr/>
            <p:nvPr/>
          </p:nvSpPr>
          <p:spPr>
            <a:xfrm>
              <a:off x="542250" y="3944027"/>
              <a:ext cx="8059500" cy="183600"/>
            </a:xfrm>
            <a:prstGeom prst="rect">
              <a:avLst/>
            </a:prstGeom>
            <a:solidFill>
              <a:srgbClr val="3D8065">
                <a:alpha val="20000"/>
              </a:srgbClr>
            </a:solidFill>
            <a:ln w="19050">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Arial"/>
                <a:ea typeface="+mn-ea"/>
                <a:cs typeface="+mn-cs"/>
              </a:endParaRPr>
            </a:p>
          </p:txBody>
        </p:sp>
        <p:pic>
          <p:nvPicPr>
            <p:cNvPr id="68" name="Picture 67" descr="Icon&#10;&#10;Description automatically generated">
              <a:hlinkClick r:id="rId8" action="ppaction://hlinksldjump"/>
              <a:extLst>
                <a:ext uri="{FF2B5EF4-FFF2-40B4-BE49-F238E27FC236}">
                  <a16:creationId xmlns:a16="http://schemas.microsoft.com/office/drawing/2014/main" id="{2077CF96-B894-4FAD-97A3-D1EDBA9F487D}"/>
                </a:ext>
              </a:extLst>
            </p:cNvPr>
            <p:cNvPicPr>
              <a:picLocks noChangeAspect="1"/>
            </p:cNvPicPr>
            <p:nvPr/>
          </p:nvPicPr>
          <p:blipFill>
            <a:blip r:embed="rId6"/>
            <a:stretch>
              <a:fillRect/>
            </a:stretch>
          </p:blipFill>
          <p:spPr>
            <a:xfrm>
              <a:off x="8608155" y="3853017"/>
              <a:ext cx="288000" cy="288000"/>
            </a:xfrm>
            <a:prstGeom prst="rect">
              <a:avLst/>
            </a:prstGeom>
          </p:spPr>
        </p:pic>
      </p:grpSp>
      <p:sp>
        <p:nvSpPr>
          <p:cNvPr id="22" name="Text Placeholder 4">
            <a:extLst>
              <a:ext uri="{FF2B5EF4-FFF2-40B4-BE49-F238E27FC236}">
                <a16:creationId xmlns:a16="http://schemas.microsoft.com/office/drawing/2014/main" id="{87C11A34-3485-489C-871A-5D17BB9C71CC}"/>
              </a:ext>
            </a:extLst>
          </p:cNvPr>
          <p:cNvSpPr>
            <a:spLocks noGrp="1"/>
          </p:cNvSpPr>
          <p:nvPr>
            <p:ph type="body" sz="quarter" idx="37"/>
          </p:nvPr>
        </p:nvSpPr>
        <p:spPr>
          <a:xfrm>
            <a:off x="425945" y="512635"/>
            <a:ext cx="8359468" cy="182130"/>
          </a:xfrm>
        </p:spPr>
        <p:txBody>
          <a:bodyPr/>
          <a:lstStyle/>
          <a:p>
            <a:r>
              <a:rPr lang="en-US">
                <a:latin typeface="Arial Narrow" panose="020B0606020202030204" pitchFamily="34" charset="0"/>
              </a:rPr>
              <a:t>Here below some multiple-choice questions</a:t>
            </a:r>
            <a:r>
              <a:rPr lang="en-GB">
                <a:latin typeface="Arial Narrow" panose="020B0606020202030204" pitchFamily="34" charset="0"/>
              </a:rPr>
              <a:t> on the topics addressed in this chapter</a:t>
            </a:r>
          </a:p>
        </p:txBody>
      </p:sp>
      <p:sp>
        <p:nvSpPr>
          <p:cNvPr id="5" name="Slide Number Placeholder 4">
            <a:extLst>
              <a:ext uri="{FF2B5EF4-FFF2-40B4-BE49-F238E27FC236}">
                <a16:creationId xmlns:a16="http://schemas.microsoft.com/office/drawing/2014/main" id="{67EB4728-BDA3-4675-8378-B4723B4F5B4D}"/>
              </a:ext>
            </a:extLst>
          </p:cNvPr>
          <p:cNvSpPr>
            <a:spLocks noGrp="1"/>
          </p:cNvSpPr>
          <p:nvPr>
            <p:ph type="sldNum" sz="quarter" idx="35"/>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DA291C"/>
                </a:solidFill>
                <a:effectLst/>
                <a:uLnTx/>
                <a:uFillTx/>
                <a:latin typeface="Arial Narrow" panose="020B0606020202030204" pitchFamily="34" charset="0"/>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60</a:t>
            </a:fld>
            <a:endParaRPr kumimoji="0" lang="it-IT" sz="11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sp>
        <p:nvSpPr>
          <p:cNvPr id="25" name="Rectangle 210">
            <a:extLst>
              <a:ext uri="{FF2B5EF4-FFF2-40B4-BE49-F238E27FC236}">
                <a16:creationId xmlns:a16="http://schemas.microsoft.com/office/drawing/2014/main" id="{D12B7BA2-93F4-4F82-9728-5B4D53FC211E}"/>
              </a:ext>
            </a:extLst>
          </p:cNvPr>
          <p:cNvSpPr/>
          <p:nvPr/>
        </p:nvSpPr>
        <p:spPr>
          <a:xfrm>
            <a:off x="6902332" y="4916723"/>
            <a:ext cx="1697379"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Click on the icon to see the related slide</a:t>
            </a:r>
          </a:p>
        </p:txBody>
      </p:sp>
      <p:pic>
        <p:nvPicPr>
          <p:cNvPr id="26" name="Picture 25" descr="Icon&#10;&#10;Description automatically generated">
            <a:extLst>
              <a:ext uri="{FF2B5EF4-FFF2-40B4-BE49-F238E27FC236}">
                <a16:creationId xmlns:a16="http://schemas.microsoft.com/office/drawing/2014/main" id="{C440C1D8-A247-42F6-B20F-6993ECC58DD7}"/>
              </a:ext>
            </a:extLst>
          </p:cNvPr>
          <p:cNvPicPr>
            <a:picLocks noChangeAspect="1"/>
          </p:cNvPicPr>
          <p:nvPr/>
        </p:nvPicPr>
        <p:blipFill>
          <a:blip r:embed="rId6"/>
          <a:stretch>
            <a:fillRect/>
          </a:stretch>
        </p:blipFill>
        <p:spPr>
          <a:xfrm>
            <a:off x="6826418" y="4952445"/>
            <a:ext cx="144000" cy="144000"/>
          </a:xfrm>
          <a:prstGeom prst="rect">
            <a:avLst/>
          </a:prstGeom>
        </p:spPr>
      </p:pic>
      <p:sp>
        <p:nvSpPr>
          <p:cNvPr id="24" name="Rectangle 210">
            <a:extLst>
              <a:ext uri="{FF2B5EF4-FFF2-40B4-BE49-F238E27FC236}">
                <a16:creationId xmlns:a16="http://schemas.microsoft.com/office/drawing/2014/main" id="{D7AAFFA9-C720-4246-848F-E51432B1BCB0}"/>
              </a:ext>
            </a:extLst>
          </p:cNvPr>
          <p:cNvSpPr/>
          <p:nvPr/>
        </p:nvSpPr>
        <p:spPr>
          <a:xfrm>
            <a:off x="640323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2507810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1+#ppt_w/2"/>
                                          </p:val>
                                        </p:tav>
                                        <p:tav tm="100000">
                                          <p:val>
                                            <p:strVal val="#ppt_x"/>
                                          </p:val>
                                        </p:tav>
                                      </p:tavLst>
                                    </p:anim>
                                    <p:anim calcmode="lin" valueType="num">
                                      <p:cBhvr additive="base">
                                        <p:cTn id="14"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1+#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577AFE-1DC8-4B16-911D-2DA23C6EFA01}"/>
              </a:ext>
            </a:extLst>
          </p:cNvPr>
          <p:cNvSpPr>
            <a:spLocks noGrp="1"/>
          </p:cNvSpPr>
          <p:nvPr>
            <p:ph type="title"/>
          </p:nvPr>
        </p:nvSpPr>
        <p:spPr/>
        <p:txBody>
          <a:bodyPr/>
          <a:lstStyle/>
          <a:p>
            <a:r>
              <a:rPr lang="en-US">
                <a:latin typeface="Arial Narrow" panose="020B0606020202030204" pitchFamily="34" charset="0"/>
              </a:rPr>
              <a:t>ITIL 4 management practices | </a:t>
            </a:r>
            <a:r>
              <a:rPr lang="en-US">
                <a:solidFill>
                  <a:schemeClr val="accent3"/>
                </a:solidFill>
                <a:latin typeface="Arial Narrow" panose="020B0606020202030204" pitchFamily="34" charset="0"/>
              </a:rPr>
              <a:t>Questions &amp; answers</a:t>
            </a:r>
            <a:endParaRPr lang="en-GB">
              <a:solidFill>
                <a:schemeClr val="accent3"/>
              </a:solidFill>
              <a:latin typeface="Arial Narrow" panose="020B0606020202030204" pitchFamily="34" charset="0"/>
            </a:endParaRPr>
          </a:p>
        </p:txBody>
      </p:sp>
      <p:sp>
        <p:nvSpPr>
          <p:cNvPr id="78" name="Rectangle 77">
            <a:extLst>
              <a:ext uri="{FF2B5EF4-FFF2-40B4-BE49-F238E27FC236}">
                <a16:creationId xmlns:a16="http://schemas.microsoft.com/office/drawing/2014/main" id="{8A3A1537-B6D4-4A2A-8E99-0A2B284292F9}"/>
              </a:ext>
            </a:extLst>
          </p:cNvPr>
          <p:cNvSpPr/>
          <p:nvPr/>
        </p:nvSpPr>
        <p:spPr>
          <a:xfrm>
            <a:off x="540000" y="950189"/>
            <a:ext cx="8059202" cy="165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92000" tIns="189000" rtlCol="0" anchor="t" anchorCtr="0"/>
          <a:lstStyle/>
          <a:p>
            <a:pPr marL="0" marR="0" lvl="0" indent="0" algn="l" defTabSz="457200" rtl="0" eaLnBrk="1" fontAlgn="auto" latinLnBrk="0" hangingPunct="1">
              <a:lnSpc>
                <a:spcPct val="100000"/>
              </a:lnSpc>
              <a:spcBef>
                <a:spcPts val="0"/>
              </a:spcBef>
              <a:spcAft>
                <a:spcPts val="200"/>
              </a:spcAft>
              <a:buClrTx/>
              <a:buSzPts val="1000"/>
              <a:buFontTx/>
              <a:buNone/>
              <a:tabLst>
                <a:tab pos="250984" algn="l"/>
                <a:tab pos="251460" algn="l"/>
              </a:tabLst>
              <a:defRPr/>
            </a:pPr>
            <a:r>
              <a:rPr kumimoji="0" lang="en-US" sz="1100" b="1"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What is defined as the practice of aligning an organization's practices and services with changing business needs through the ongoing identification and improvement of all elements involved in the effective management of products and services?</a:t>
            </a:r>
          </a:p>
          <a:p>
            <a:pPr marL="557213" marR="0" lvl="1" indent="-214313" algn="l" defTabSz="457200" rtl="0" eaLnBrk="1" fontAlgn="auto" latinLnBrk="0" hangingPunct="1">
              <a:lnSpc>
                <a:spcPct val="100000"/>
              </a:lnSpc>
              <a:spcBef>
                <a:spcPts val="200"/>
              </a:spcBef>
              <a:spcAft>
                <a:spcPts val="200"/>
              </a:spcAft>
              <a:buClrTx/>
              <a:buSzPts val="1000"/>
              <a:buFont typeface="Arial MT"/>
              <a:buAutoNum type="alphaUcPeriod"/>
              <a:tabLst>
                <a:tab pos="385286" algn="l"/>
              </a:tabLst>
              <a:defRPr/>
            </a:pPr>
            <a:r>
              <a:rPr kumimoji="0" lang="en-US" sz="1100" b="0"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Service Level Management</a:t>
            </a:r>
          </a:p>
          <a:p>
            <a:pPr marL="557213" marR="0" lvl="1" indent="-214313" algn="l" defTabSz="457200" rtl="0" eaLnBrk="1" fontAlgn="auto" latinLnBrk="0" hangingPunct="1">
              <a:lnSpc>
                <a:spcPct val="100000"/>
              </a:lnSpc>
              <a:spcBef>
                <a:spcPts val="200"/>
              </a:spcBef>
              <a:spcAft>
                <a:spcPts val="200"/>
              </a:spcAft>
              <a:buClrTx/>
              <a:buSzPts val="1000"/>
              <a:buFont typeface="Arial MT"/>
              <a:buAutoNum type="alphaUcPeriod"/>
              <a:tabLst>
                <a:tab pos="385286" algn="l"/>
              </a:tabLst>
              <a:defRPr/>
            </a:pPr>
            <a:r>
              <a:rPr kumimoji="0" lang="en-US" sz="1100" b="0"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Service Request Management</a:t>
            </a:r>
          </a:p>
          <a:p>
            <a:pPr marL="557213" marR="0" lvl="1" indent="-214313" algn="l" defTabSz="457200" rtl="0" eaLnBrk="1" fontAlgn="auto" latinLnBrk="0" hangingPunct="1">
              <a:lnSpc>
                <a:spcPct val="100000"/>
              </a:lnSpc>
              <a:spcBef>
                <a:spcPts val="200"/>
              </a:spcBef>
              <a:spcAft>
                <a:spcPts val="200"/>
              </a:spcAft>
              <a:buClrTx/>
              <a:buSzPts val="1000"/>
              <a:buFont typeface="Arial MT"/>
              <a:buAutoNum type="alphaUcPeriod"/>
              <a:tabLst>
                <a:tab pos="385286" algn="l"/>
              </a:tabLst>
              <a:defRPr/>
            </a:pPr>
            <a:r>
              <a:rPr kumimoji="0" lang="en-US" sz="1100" b="0"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Continual Improvement</a:t>
            </a:r>
          </a:p>
          <a:p>
            <a:pPr marL="557213" marR="0" lvl="1" indent="-214313" algn="l" defTabSz="457200" rtl="0" eaLnBrk="1" fontAlgn="auto" latinLnBrk="0" hangingPunct="1">
              <a:lnSpc>
                <a:spcPct val="100000"/>
              </a:lnSpc>
              <a:spcBef>
                <a:spcPts val="200"/>
              </a:spcBef>
              <a:spcAft>
                <a:spcPts val="200"/>
              </a:spcAft>
              <a:buClrTx/>
              <a:buSzPts val="1000"/>
              <a:buFont typeface="Arial MT"/>
              <a:buAutoNum type="alphaUcPeriod"/>
              <a:tabLst>
                <a:tab pos="385286" algn="l"/>
              </a:tabLst>
              <a:defRPr/>
            </a:pPr>
            <a:r>
              <a:rPr kumimoji="0" lang="en-US" sz="1100" b="0" i="0" u="none" strike="noStrike" kern="1200" cap="none" spc="-4" normalizeH="0" baseline="0" noProof="0">
                <a:ln>
                  <a:noFill/>
                </a:ln>
                <a:solidFill>
                  <a:srgbClr val="0C2340"/>
                </a:solidFill>
                <a:effectLst/>
                <a:uLnTx/>
                <a:uFillTx/>
                <a:latin typeface="Arial Narrow" panose="020B0606020202030204" pitchFamily="34" charset="0"/>
                <a:ea typeface="+mn-ea"/>
                <a:cs typeface="+mn-cs"/>
              </a:rPr>
              <a:t>Capacity &amp; Performance Management</a:t>
            </a:r>
          </a:p>
        </p:txBody>
      </p:sp>
      <p:grpSp>
        <p:nvGrpSpPr>
          <p:cNvPr id="2" name="Group 1">
            <a:extLst>
              <a:ext uri="{FF2B5EF4-FFF2-40B4-BE49-F238E27FC236}">
                <a16:creationId xmlns:a16="http://schemas.microsoft.com/office/drawing/2014/main" id="{54124136-00E6-4FCE-A773-932DA4AEA93E}"/>
              </a:ext>
            </a:extLst>
          </p:cNvPr>
          <p:cNvGrpSpPr/>
          <p:nvPr/>
        </p:nvGrpSpPr>
        <p:grpSpPr>
          <a:xfrm>
            <a:off x="542250" y="1880363"/>
            <a:ext cx="8353498" cy="288000"/>
            <a:chOff x="542250" y="1880363"/>
            <a:chExt cx="8353498" cy="288000"/>
          </a:xfrm>
        </p:grpSpPr>
        <p:sp>
          <p:nvSpPr>
            <p:cNvPr id="95" name="Rectangle 94">
              <a:extLst>
                <a:ext uri="{FF2B5EF4-FFF2-40B4-BE49-F238E27FC236}">
                  <a16:creationId xmlns:a16="http://schemas.microsoft.com/office/drawing/2014/main" id="{0ED88860-670A-4695-BD11-078C29EE8C67}"/>
                </a:ext>
              </a:extLst>
            </p:cNvPr>
            <p:cNvSpPr/>
            <p:nvPr/>
          </p:nvSpPr>
          <p:spPr>
            <a:xfrm>
              <a:off x="542250" y="1964841"/>
              <a:ext cx="8059500" cy="183600"/>
            </a:xfrm>
            <a:prstGeom prst="rect">
              <a:avLst/>
            </a:prstGeom>
            <a:solidFill>
              <a:srgbClr val="3D8065">
                <a:alpha val="20000"/>
              </a:srgbClr>
            </a:solidFill>
            <a:ln w="19050">
              <a:solidFill>
                <a:srgbClr val="3D806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Arial"/>
                <a:ea typeface="+mn-ea"/>
                <a:cs typeface="+mn-cs"/>
              </a:endParaRPr>
            </a:p>
          </p:txBody>
        </p:sp>
        <p:pic>
          <p:nvPicPr>
            <p:cNvPr id="96" name="Picture 95" descr="Icon&#10;&#10;Description automatically generated">
              <a:hlinkClick r:id="rId3" action="ppaction://hlinksldjump"/>
              <a:extLst>
                <a:ext uri="{FF2B5EF4-FFF2-40B4-BE49-F238E27FC236}">
                  <a16:creationId xmlns:a16="http://schemas.microsoft.com/office/drawing/2014/main" id="{E6337F28-1AC9-4D93-B6CC-C4B539A0FCA5}"/>
                </a:ext>
              </a:extLst>
            </p:cNvPr>
            <p:cNvPicPr>
              <a:picLocks noChangeAspect="1"/>
            </p:cNvPicPr>
            <p:nvPr/>
          </p:nvPicPr>
          <p:blipFill>
            <a:blip r:embed="rId4"/>
            <a:stretch>
              <a:fillRect/>
            </a:stretch>
          </p:blipFill>
          <p:spPr>
            <a:xfrm>
              <a:off x="8607748" y="1880363"/>
              <a:ext cx="288000" cy="288000"/>
            </a:xfrm>
            <a:prstGeom prst="rect">
              <a:avLst/>
            </a:prstGeom>
          </p:spPr>
        </p:pic>
      </p:grpSp>
      <p:sp>
        <p:nvSpPr>
          <p:cNvPr id="20" name="Text Placeholder 4">
            <a:extLst>
              <a:ext uri="{FF2B5EF4-FFF2-40B4-BE49-F238E27FC236}">
                <a16:creationId xmlns:a16="http://schemas.microsoft.com/office/drawing/2014/main" id="{58F4C403-914C-4F48-A482-D628E36924D6}"/>
              </a:ext>
            </a:extLst>
          </p:cNvPr>
          <p:cNvSpPr>
            <a:spLocks noGrp="1"/>
          </p:cNvSpPr>
          <p:nvPr>
            <p:ph type="body" sz="quarter" idx="37"/>
          </p:nvPr>
        </p:nvSpPr>
        <p:spPr>
          <a:xfrm>
            <a:off x="425945" y="512635"/>
            <a:ext cx="8359468" cy="182130"/>
          </a:xfrm>
        </p:spPr>
        <p:txBody>
          <a:bodyPr/>
          <a:lstStyle/>
          <a:p>
            <a:r>
              <a:rPr lang="en-US">
                <a:latin typeface="Arial Narrow" panose="020B0606020202030204" pitchFamily="34" charset="0"/>
              </a:rPr>
              <a:t>Here below some multiple-choice questions</a:t>
            </a:r>
            <a:r>
              <a:rPr lang="en-GB">
                <a:latin typeface="Arial Narrow" panose="020B0606020202030204" pitchFamily="34" charset="0"/>
              </a:rPr>
              <a:t> on the topics addressed in this chapter</a:t>
            </a:r>
          </a:p>
        </p:txBody>
      </p:sp>
      <p:grpSp>
        <p:nvGrpSpPr>
          <p:cNvPr id="25" name="Group 24">
            <a:extLst>
              <a:ext uri="{FF2B5EF4-FFF2-40B4-BE49-F238E27FC236}">
                <a16:creationId xmlns:a16="http://schemas.microsoft.com/office/drawing/2014/main" id="{9F60E0A0-688B-4277-9551-A01F3BF7975A}"/>
              </a:ext>
            </a:extLst>
          </p:cNvPr>
          <p:cNvGrpSpPr/>
          <p:nvPr/>
        </p:nvGrpSpPr>
        <p:grpSpPr>
          <a:xfrm>
            <a:off x="296705" y="878931"/>
            <a:ext cx="8302497" cy="356400"/>
            <a:chOff x="296705" y="878931"/>
            <a:chExt cx="8302497" cy="356400"/>
          </a:xfrm>
        </p:grpSpPr>
        <p:sp>
          <p:nvSpPr>
            <p:cNvPr id="26" name="Rectangle 25">
              <a:extLst>
                <a:ext uri="{FF2B5EF4-FFF2-40B4-BE49-F238E27FC236}">
                  <a16:creationId xmlns:a16="http://schemas.microsoft.com/office/drawing/2014/main" id="{4E403681-3DB6-46C5-9FE1-5CFBE20DA43C}"/>
                </a:ext>
              </a:extLst>
            </p:cNvPr>
            <p:cNvSpPr/>
            <p:nvPr/>
          </p:nvSpPr>
          <p:spPr>
            <a:xfrm>
              <a:off x="540000" y="954936"/>
              <a:ext cx="8059202" cy="1843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46800" rIns="18000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white"/>
                  </a:solidFill>
                  <a:effectLst/>
                  <a:uLnTx/>
                  <a:uFillTx/>
                  <a:latin typeface="Arial Narrow" panose="020B0606020202030204" pitchFamily="34" charset="0"/>
                  <a:ea typeface="+mn-ea"/>
                  <a:cs typeface="+mn-cs"/>
                </a:rPr>
                <a:t>Question 3</a:t>
              </a:r>
            </a:p>
          </p:txBody>
        </p:sp>
        <p:grpSp>
          <p:nvGrpSpPr>
            <p:cNvPr id="27" name="Group 26">
              <a:extLst>
                <a:ext uri="{FF2B5EF4-FFF2-40B4-BE49-F238E27FC236}">
                  <a16:creationId xmlns:a16="http://schemas.microsoft.com/office/drawing/2014/main" id="{A181ACDF-A9E4-4202-8541-6EB39473EB6F}"/>
                </a:ext>
              </a:extLst>
            </p:cNvPr>
            <p:cNvGrpSpPr/>
            <p:nvPr/>
          </p:nvGrpSpPr>
          <p:grpSpPr>
            <a:xfrm>
              <a:off x="296705" y="878931"/>
              <a:ext cx="356400" cy="356400"/>
              <a:chOff x="296705" y="878931"/>
              <a:chExt cx="356400" cy="356400"/>
            </a:xfrm>
          </p:grpSpPr>
          <p:sp>
            <p:nvSpPr>
              <p:cNvPr id="28" name="Oval 8">
                <a:extLst>
                  <a:ext uri="{FF2B5EF4-FFF2-40B4-BE49-F238E27FC236}">
                    <a16:creationId xmlns:a16="http://schemas.microsoft.com/office/drawing/2014/main" id="{904A2D29-FDB5-4E73-A27C-051BFD48FA89}"/>
                  </a:ext>
                </a:extLst>
              </p:cNvPr>
              <p:cNvSpPr/>
              <p:nvPr/>
            </p:nvSpPr>
            <p:spPr>
              <a:xfrm>
                <a:off x="296705" y="878931"/>
                <a:ext cx="356400" cy="356400"/>
              </a:xfrm>
              <a:prstGeom prst="ellipse">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Narrow" panose="020B0606020202030204" pitchFamily="34" charset="0"/>
                  <a:ea typeface="+mn-ea"/>
                  <a:cs typeface="+mn-cs"/>
                </a:endParaRPr>
              </a:p>
            </p:txBody>
          </p:sp>
          <p:pic>
            <p:nvPicPr>
              <p:cNvPr id="29" name="Graphic 28" descr="List outline">
                <a:extLst>
                  <a:ext uri="{FF2B5EF4-FFF2-40B4-BE49-F238E27FC236}">
                    <a16:creationId xmlns:a16="http://schemas.microsoft.com/office/drawing/2014/main" id="{AE35D81F-0466-4641-9E50-179BB9C2013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43063" y="923348"/>
                <a:ext cx="261947" cy="262800"/>
              </a:xfrm>
              <a:prstGeom prst="rect">
                <a:avLst/>
              </a:prstGeom>
            </p:spPr>
          </p:pic>
        </p:grpSp>
      </p:grpSp>
      <p:sp>
        <p:nvSpPr>
          <p:cNvPr id="5" name="Slide Number Placeholder 4">
            <a:extLst>
              <a:ext uri="{FF2B5EF4-FFF2-40B4-BE49-F238E27FC236}">
                <a16:creationId xmlns:a16="http://schemas.microsoft.com/office/drawing/2014/main" id="{2ED948EC-C574-4974-802E-0ECC2EC820CF}"/>
              </a:ext>
            </a:extLst>
          </p:cNvPr>
          <p:cNvSpPr>
            <a:spLocks noGrp="1"/>
          </p:cNvSpPr>
          <p:nvPr>
            <p:ph type="sldNum" sz="quarter" idx="35"/>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DA291C"/>
                </a:solidFill>
                <a:effectLst/>
                <a:uLnTx/>
                <a:uFillTx/>
                <a:latin typeface="Arial Narrow" panose="020B0606020202030204" pitchFamily="34" charset="0"/>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61</a:t>
            </a:fld>
            <a:endParaRPr kumimoji="0" lang="it-IT" sz="1100" b="0" i="0" u="none" strike="noStrike" kern="1200" cap="none" spc="0" normalizeH="0" baseline="0" noProof="0">
              <a:ln>
                <a:noFill/>
              </a:ln>
              <a:solidFill>
                <a:srgbClr val="DA291C"/>
              </a:solidFill>
              <a:effectLst/>
              <a:uLnTx/>
              <a:uFillTx/>
              <a:latin typeface="Arial Narrow" panose="020B0606020202030204" pitchFamily="34" charset="0"/>
              <a:ea typeface="+mn-ea"/>
              <a:cs typeface="+mn-cs"/>
            </a:endParaRPr>
          </a:p>
        </p:txBody>
      </p:sp>
      <p:sp>
        <p:nvSpPr>
          <p:cNvPr id="18" name="Rectangle 210">
            <a:extLst>
              <a:ext uri="{FF2B5EF4-FFF2-40B4-BE49-F238E27FC236}">
                <a16:creationId xmlns:a16="http://schemas.microsoft.com/office/drawing/2014/main" id="{C76619CD-DD87-4E14-8C99-34C54A756E7A}"/>
              </a:ext>
            </a:extLst>
          </p:cNvPr>
          <p:cNvSpPr/>
          <p:nvPr/>
        </p:nvSpPr>
        <p:spPr>
          <a:xfrm>
            <a:off x="6902332" y="4916723"/>
            <a:ext cx="1697379" cy="21544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0" i="0" u="none" strike="noStrike" kern="0" cap="none" spc="0" normalizeH="0" baseline="0" noProof="0">
                <a:ln>
                  <a:noFill/>
                </a:ln>
                <a:solidFill>
                  <a:srgbClr val="0C2340"/>
                </a:solidFill>
                <a:effectLst/>
                <a:uLnTx/>
                <a:uFillTx/>
                <a:latin typeface="Arial Narrow" panose="020B0606020202030204" pitchFamily="34" charset="0"/>
                <a:ea typeface="+mn-ea"/>
                <a:cs typeface="+mn-cs"/>
              </a:rPr>
              <a:t>Click on the icon to see the related slide</a:t>
            </a:r>
          </a:p>
        </p:txBody>
      </p:sp>
      <p:pic>
        <p:nvPicPr>
          <p:cNvPr id="19" name="Picture 18" descr="Icon&#10;&#10;Description automatically generated">
            <a:extLst>
              <a:ext uri="{FF2B5EF4-FFF2-40B4-BE49-F238E27FC236}">
                <a16:creationId xmlns:a16="http://schemas.microsoft.com/office/drawing/2014/main" id="{0730CECA-EF1C-43FA-B6FD-9A19BCF78580}"/>
              </a:ext>
            </a:extLst>
          </p:cNvPr>
          <p:cNvPicPr>
            <a:picLocks noChangeAspect="1"/>
          </p:cNvPicPr>
          <p:nvPr/>
        </p:nvPicPr>
        <p:blipFill>
          <a:blip r:embed="rId4"/>
          <a:stretch>
            <a:fillRect/>
          </a:stretch>
        </p:blipFill>
        <p:spPr>
          <a:xfrm>
            <a:off x="6826418" y="4952445"/>
            <a:ext cx="144000" cy="144000"/>
          </a:xfrm>
          <a:prstGeom prst="rect">
            <a:avLst/>
          </a:prstGeom>
        </p:spPr>
      </p:pic>
      <p:sp>
        <p:nvSpPr>
          <p:cNvPr id="16" name="Rectangle 210">
            <a:extLst>
              <a:ext uri="{FF2B5EF4-FFF2-40B4-BE49-F238E27FC236}">
                <a16:creationId xmlns:a16="http://schemas.microsoft.com/office/drawing/2014/main" id="{2A2B192F-2A44-4240-B48A-1DF5A8C714C9}"/>
              </a:ext>
            </a:extLst>
          </p:cNvPr>
          <p:cNvSpPr/>
          <p:nvPr/>
        </p:nvSpPr>
        <p:spPr>
          <a:xfrm>
            <a:off x="6403232" y="4912643"/>
            <a:ext cx="540000" cy="180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wrap="square">
            <a:noAutofit/>
          </a:bodyPr>
          <a:lstStyle/>
          <a:p>
            <a:pPr marL="0" marR="0" lvl="0" indent="0" algn="l" defTabSz="914400" rtl="0" eaLnBrk="1" fontAlgn="auto" latinLnBrk="0" hangingPunct="1">
              <a:lnSpc>
                <a:spcPct val="100000"/>
              </a:lnSpc>
              <a:spcBef>
                <a:spcPts val="0"/>
              </a:spcBef>
              <a:spcAft>
                <a:spcPts val="0"/>
              </a:spcAft>
              <a:buClr>
                <a:srgbClr val="DA291C"/>
              </a:buClr>
              <a:buSzTx/>
              <a:buFontTx/>
              <a:buNone/>
              <a:tabLst/>
              <a:defRPr/>
            </a:pPr>
            <a:r>
              <a:rPr kumimoji="0" lang="en-GB" sz="800" b="1" i="0" u="none" strike="noStrike" kern="0" cap="none" spc="0" normalizeH="0" baseline="0" noProof="0">
                <a:ln>
                  <a:noFill/>
                </a:ln>
                <a:solidFill>
                  <a:srgbClr val="0C2340"/>
                </a:solidFill>
                <a:effectLst/>
                <a:uLnTx/>
                <a:uFillTx/>
                <a:latin typeface="Arial Narrow" panose="020B0606020202030204" pitchFamily="34" charset="0"/>
                <a:ea typeface="+mn-ea"/>
                <a:cs typeface="+mn-cs"/>
              </a:rPr>
              <a:t>Legend:</a:t>
            </a:r>
          </a:p>
        </p:txBody>
      </p:sp>
    </p:spTree>
    <p:extLst>
      <p:ext uri="{BB962C8B-B14F-4D97-AF65-F5344CB8AC3E}">
        <p14:creationId xmlns:p14="http://schemas.microsoft.com/office/powerpoint/2010/main" val="3702760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POWER_USER_TAGS_ICONS" val="Shape icons"/>
</p:tagLst>
</file>

<file path=ppt/theme/theme1.xml><?xml version="1.0" encoding="utf-8"?>
<a:theme xmlns:a="http://schemas.openxmlformats.org/drawingml/2006/main" name="PAGES">
  <a:themeElements>
    <a:clrScheme name="BIP 2">
      <a:dk1>
        <a:srgbClr val="000000"/>
      </a:dk1>
      <a:lt1>
        <a:srgbClr val="FFFFFF"/>
      </a:lt1>
      <a:dk2>
        <a:srgbClr val="000000"/>
      </a:dk2>
      <a:lt2>
        <a:srgbClr val="FFFFFF"/>
      </a:lt2>
      <a:accent1>
        <a:srgbClr val="0C2340"/>
      </a:accent1>
      <a:accent2>
        <a:srgbClr val="DA291C"/>
      </a:accent2>
      <a:accent3>
        <a:srgbClr val="6A97BE"/>
      </a:accent3>
      <a:accent4>
        <a:srgbClr val="B1D2E4"/>
      </a:accent4>
      <a:accent5>
        <a:srgbClr val="AEA5D1"/>
      </a:accent5>
      <a:accent6>
        <a:srgbClr val="A5D4C1"/>
      </a:accent6>
      <a:hlink>
        <a:srgbClr val="DA291C"/>
      </a:hlink>
      <a:folHlink>
        <a:srgbClr val="DA291C"/>
      </a:folHlink>
    </a:clrScheme>
    <a:fontScheme name="Office classico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PAGES">
  <a:themeElements>
    <a:clrScheme name="BIP 2">
      <a:dk1>
        <a:srgbClr val="000000"/>
      </a:dk1>
      <a:lt1>
        <a:srgbClr val="FFFFFF"/>
      </a:lt1>
      <a:dk2>
        <a:srgbClr val="000000"/>
      </a:dk2>
      <a:lt2>
        <a:srgbClr val="FFFFFF"/>
      </a:lt2>
      <a:accent1>
        <a:srgbClr val="0C2340"/>
      </a:accent1>
      <a:accent2>
        <a:srgbClr val="DA291C"/>
      </a:accent2>
      <a:accent3>
        <a:srgbClr val="6A97BE"/>
      </a:accent3>
      <a:accent4>
        <a:srgbClr val="B1D2E4"/>
      </a:accent4>
      <a:accent5>
        <a:srgbClr val="AEA5D1"/>
      </a:accent5>
      <a:accent6>
        <a:srgbClr val="A5D4C1"/>
      </a:accent6>
      <a:hlink>
        <a:srgbClr val="DA291C"/>
      </a:hlink>
      <a:folHlink>
        <a:srgbClr val="DA291C"/>
      </a:folHlink>
    </a:clrScheme>
    <a:fontScheme name="Office classico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2_PAGES">
  <a:themeElements>
    <a:clrScheme name="BIP 2">
      <a:dk1>
        <a:srgbClr val="000000"/>
      </a:dk1>
      <a:lt1>
        <a:srgbClr val="FFFFFF"/>
      </a:lt1>
      <a:dk2>
        <a:srgbClr val="000000"/>
      </a:dk2>
      <a:lt2>
        <a:srgbClr val="FFFFFF"/>
      </a:lt2>
      <a:accent1>
        <a:srgbClr val="0C2340"/>
      </a:accent1>
      <a:accent2>
        <a:srgbClr val="DA291C"/>
      </a:accent2>
      <a:accent3>
        <a:srgbClr val="6A97BE"/>
      </a:accent3>
      <a:accent4>
        <a:srgbClr val="B1D2E4"/>
      </a:accent4>
      <a:accent5>
        <a:srgbClr val="AEA5D1"/>
      </a:accent5>
      <a:accent6>
        <a:srgbClr val="A5D4C1"/>
      </a:accent6>
      <a:hlink>
        <a:srgbClr val="DA291C"/>
      </a:hlink>
      <a:folHlink>
        <a:srgbClr val="DA291C"/>
      </a:folHlink>
    </a:clrScheme>
    <a:fontScheme name="Office classico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3_PAGES">
  <a:themeElements>
    <a:clrScheme name="BIP 2">
      <a:dk1>
        <a:srgbClr val="000000"/>
      </a:dk1>
      <a:lt1>
        <a:srgbClr val="FFFFFF"/>
      </a:lt1>
      <a:dk2>
        <a:srgbClr val="000000"/>
      </a:dk2>
      <a:lt2>
        <a:srgbClr val="FFFFFF"/>
      </a:lt2>
      <a:accent1>
        <a:srgbClr val="0C2340"/>
      </a:accent1>
      <a:accent2>
        <a:srgbClr val="DA291C"/>
      </a:accent2>
      <a:accent3>
        <a:srgbClr val="6A97BE"/>
      </a:accent3>
      <a:accent4>
        <a:srgbClr val="B1D2E4"/>
      </a:accent4>
      <a:accent5>
        <a:srgbClr val="AEA5D1"/>
      </a:accent5>
      <a:accent6>
        <a:srgbClr val="A5D4C1"/>
      </a:accent6>
      <a:hlink>
        <a:srgbClr val="DA291C"/>
      </a:hlink>
      <a:folHlink>
        <a:srgbClr val="DA291C"/>
      </a:folHlink>
    </a:clrScheme>
    <a:fontScheme name="Office classico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4_PAGES">
  <a:themeElements>
    <a:clrScheme name="BIP 2">
      <a:dk1>
        <a:srgbClr val="000000"/>
      </a:dk1>
      <a:lt1>
        <a:srgbClr val="FFFFFF"/>
      </a:lt1>
      <a:dk2>
        <a:srgbClr val="000000"/>
      </a:dk2>
      <a:lt2>
        <a:srgbClr val="FFFFFF"/>
      </a:lt2>
      <a:accent1>
        <a:srgbClr val="0C2340"/>
      </a:accent1>
      <a:accent2>
        <a:srgbClr val="DA291C"/>
      </a:accent2>
      <a:accent3>
        <a:srgbClr val="6A97BE"/>
      </a:accent3>
      <a:accent4>
        <a:srgbClr val="B1D2E4"/>
      </a:accent4>
      <a:accent5>
        <a:srgbClr val="AEA5D1"/>
      </a:accent5>
      <a:accent6>
        <a:srgbClr val="A5D4C1"/>
      </a:accent6>
      <a:hlink>
        <a:srgbClr val="DA291C"/>
      </a:hlink>
      <a:folHlink>
        <a:srgbClr val="DA291C"/>
      </a:folHlink>
    </a:clrScheme>
    <a:fontScheme name="Office classico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5_PAGES">
  <a:themeElements>
    <a:clrScheme name="BIP 2">
      <a:dk1>
        <a:srgbClr val="000000"/>
      </a:dk1>
      <a:lt1>
        <a:srgbClr val="FFFFFF"/>
      </a:lt1>
      <a:dk2>
        <a:srgbClr val="000000"/>
      </a:dk2>
      <a:lt2>
        <a:srgbClr val="FFFFFF"/>
      </a:lt2>
      <a:accent1>
        <a:srgbClr val="0C2340"/>
      </a:accent1>
      <a:accent2>
        <a:srgbClr val="DA291C"/>
      </a:accent2>
      <a:accent3>
        <a:srgbClr val="6A97BE"/>
      </a:accent3>
      <a:accent4>
        <a:srgbClr val="B1D2E4"/>
      </a:accent4>
      <a:accent5>
        <a:srgbClr val="AEA5D1"/>
      </a:accent5>
      <a:accent6>
        <a:srgbClr val="A5D4C1"/>
      </a:accent6>
      <a:hlink>
        <a:srgbClr val="DA291C"/>
      </a:hlink>
      <a:folHlink>
        <a:srgbClr val="DA291C"/>
      </a:folHlink>
    </a:clrScheme>
    <a:fontScheme name="Office classico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7.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8.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A8329A8875DDCF4BBFA526D61FBDEBBD" ma:contentTypeVersion="15" ma:contentTypeDescription="Creare un nuovo documento." ma:contentTypeScope="" ma:versionID="448376a18bba9711484290766f90a5a9">
  <xsd:schema xmlns:xsd="http://www.w3.org/2001/XMLSchema" xmlns:xs="http://www.w3.org/2001/XMLSchema" xmlns:p="http://schemas.microsoft.com/office/2006/metadata/properties" xmlns:ns2="b9471272-6a7f-4d94-a155-ff432e1f1209" xmlns:ns3="4c42abc8-b049-4744-a5a1-eb5455b8bcf9" targetNamespace="http://schemas.microsoft.com/office/2006/metadata/properties" ma:root="true" ma:fieldsID="2a055523bd0585c99be93953e08ceb92" ns2:_="" ns3:_="">
    <xsd:import namespace="b9471272-6a7f-4d94-a155-ff432e1f1209"/>
    <xsd:import namespace="4c42abc8-b049-4744-a5a1-eb5455b8bcf9"/>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LengthInSeconds" minOccurs="0"/>
                <xsd:element ref="ns2:MediaServiceAutoKeyPoints" minOccurs="0"/>
                <xsd:element ref="ns2:MediaServiceKeyPoint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9471272-6a7f-4d94-a155-ff432e1f12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Tag immagine" ma:readOnly="false" ma:fieldId="{5cf76f15-5ced-4ddc-b409-7134ff3c332f}" ma:taxonomyMulti="true" ma:sspId="71bb2967-c362-44f9-8b79-c0367f232533"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4c42abc8-b049-4744-a5a1-eb5455b8bcf9" elementFormDefault="qualified">
    <xsd:import namespace="http://schemas.microsoft.com/office/2006/documentManagement/types"/>
    <xsd:import namespace="http://schemas.microsoft.com/office/infopath/2007/PartnerControls"/>
    <xsd:element name="SharedWithUsers" ma:index="15" nillable="true" ma:displayName="Condivis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Condiviso con dettagli" ma:internalName="SharedWithDetails" ma:readOnly="true">
      <xsd:simpleType>
        <xsd:restriction base="dms:Note">
          <xsd:maxLength value="255"/>
        </xsd:restriction>
      </xsd:simpleType>
    </xsd:element>
    <xsd:element name="TaxCatchAll" ma:index="22" nillable="true" ma:displayName="Taxonomy Catch All Column" ma:hidden="true" ma:list="{a3797ae4-34e2-44e6-971f-42855ad1a2c9}" ma:internalName="TaxCatchAll" ma:showField="CatchAllData" ma:web="4c42abc8-b049-4744-a5a1-eb5455b8bcf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9471272-6a7f-4d94-a155-ff432e1f1209">
      <Terms xmlns="http://schemas.microsoft.com/office/infopath/2007/PartnerControls"/>
    </lcf76f155ced4ddcb4097134ff3c332f>
    <TaxCatchAll xmlns="4c42abc8-b049-4744-a5a1-eb5455b8bcf9" xsi:nil="true"/>
  </documentManagement>
</p:properties>
</file>

<file path=customXml/itemProps1.xml><?xml version="1.0" encoding="utf-8"?>
<ds:datastoreItem xmlns:ds="http://schemas.openxmlformats.org/officeDocument/2006/customXml" ds:itemID="{59EF07C5-77CA-4F81-8F0C-B880D1C1490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9471272-6a7f-4d94-a155-ff432e1f1209"/>
    <ds:schemaRef ds:uri="4c42abc8-b049-4744-a5a1-eb5455b8bcf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BD38D26-A2EC-4044-9837-138A25E41F2F}">
  <ds:schemaRefs>
    <ds:schemaRef ds:uri="http://schemas.microsoft.com/sharepoint/v3/contenttype/forms"/>
  </ds:schemaRefs>
</ds:datastoreItem>
</file>

<file path=customXml/itemProps3.xml><?xml version="1.0" encoding="utf-8"?>
<ds:datastoreItem xmlns:ds="http://schemas.openxmlformats.org/officeDocument/2006/customXml" ds:itemID="{032202FC-F83A-49A5-8FD3-F5796F478A9B}">
  <ds:schemaRefs>
    <ds:schemaRef ds:uri="http://purl.org/dc/terms/"/>
    <ds:schemaRef ds:uri="http://schemas.openxmlformats.org/package/2006/metadata/core-properties"/>
    <ds:schemaRef ds:uri="http://purl.org/dc/dcmitype/"/>
    <ds:schemaRef ds:uri="http://schemas.microsoft.com/office/2006/documentManagement/types"/>
    <ds:schemaRef ds:uri="http://schemas.microsoft.com/office/infopath/2007/PartnerControls"/>
    <ds:schemaRef ds:uri="http://purl.org/dc/elements/1.1/"/>
    <ds:schemaRef ds:uri="http://schemas.microsoft.com/office/2006/metadata/properties"/>
    <ds:schemaRef ds:uri="4c42abc8-b049-4744-a5a1-eb5455b8bcf9"/>
    <ds:schemaRef ds:uri="b9471272-6a7f-4d94-a155-ff432e1f1209"/>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29</TotalTime>
  <Words>17657</Words>
  <Application>Microsoft Office PowerPoint</Application>
  <PresentationFormat>Presentazione su schermo (16:9)</PresentationFormat>
  <Paragraphs>1731</Paragraphs>
  <Slides>61</Slides>
  <Notes>61</Notes>
  <HiddenSlides>0</HiddenSlides>
  <MMClips>0</MMClips>
  <ScaleCrop>false</ScaleCrop>
  <HeadingPairs>
    <vt:vector size="8" baseType="variant">
      <vt:variant>
        <vt:lpstr>Caratteri utilizzati</vt:lpstr>
      </vt:variant>
      <vt:variant>
        <vt:i4>5</vt:i4>
      </vt:variant>
      <vt:variant>
        <vt:lpstr>Tema</vt:lpstr>
      </vt:variant>
      <vt:variant>
        <vt:i4>6</vt:i4>
      </vt:variant>
      <vt:variant>
        <vt:lpstr>Titoli diapositive</vt:lpstr>
      </vt:variant>
      <vt:variant>
        <vt:i4>61</vt:i4>
      </vt:variant>
      <vt:variant>
        <vt:lpstr>Presentazioni personalizzate</vt:lpstr>
      </vt:variant>
      <vt:variant>
        <vt:i4>1</vt:i4>
      </vt:variant>
    </vt:vector>
  </HeadingPairs>
  <TitlesOfParts>
    <vt:vector size="73" baseType="lpstr">
      <vt:lpstr>Arial</vt:lpstr>
      <vt:lpstr>Arial MT</vt:lpstr>
      <vt:lpstr>Arial Narrow</vt:lpstr>
      <vt:lpstr>Calibri</vt:lpstr>
      <vt:lpstr>Wingdings</vt:lpstr>
      <vt:lpstr>PAGES</vt:lpstr>
      <vt:lpstr>1_PAGES</vt:lpstr>
      <vt:lpstr>2_PAGES</vt:lpstr>
      <vt:lpstr>3_PAGES</vt:lpstr>
      <vt:lpstr>4_PAGES</vt:lpstr>
      <vt:lpstr>5_PAGES</vt:lpstr>
      <vt:lpstr>Chapter 1 | Key concepts of IT Service Management</vt:lpstr>
      <vt:lpstr>Key concepts of IT Service Management | Learning objectives</vt:lpstr>
      <vt:lpstr>Key concepts of IT Service Management | Traditional vs modern services </vt:lpstr>
      <vt:lpstr>Key concepts of IT Service Management | IT Service Management </vt:lpstr>
      <vt:lpstr>Key concepts of IT Service Management | Service 1/2 </vt:lpstr>
      <vt:lpstr>Key concepts of IT Service Management | Service 2/2</vt:lpstr>
      <vt:lpstr>Key concepts of IT Service Management | Value as utility and warranty</vt:lpstr>
      <vt:lpstr>Key concepts of IT Service Management | Service organization</vt:lpstr>
      <vt:lpstr>Key concepts of IT Service Management | Service offering </vt:lpstr>
      <vt:lpstr>Key concepts of IT Service Management | Service relationship concepts and management</vt:lpstr>
      <vt:lpstr>Key concepts of IT Service Management | Guiding principles overview </vt:lpstr>
      <vt:lpstr>Key concepts of IT Service Management | The seven guiding principles</vt:lpstr>
      <vt:lpstr>Key concepts of IT Service Management | Questions &amp; answers</vt:lpstr>
      <vt:lpstr>Key concepts of IT Service Management | Questions &amp; answers</vt:lpstr>
      <vt:lpstr>Chapter 2 | The four dimensions of IT Service Management </vt:lpstr>
      <vt:lpstr>The four dimensions of IT Service Management | Learning objectives</vt:lpstr>
      <vt:lpstr>The four dimensions of IT Service Management | An holistic approach to services</vt:lpstr>
      <vt:lpstr>The four dimensions of IT Service Management | Organization &amp; People 1/2</vt:lpstr>
      <vt:lpstr>The four dimensions of IT Service Management | Organization &amp; People 2/2</vt:lpstr>
      <vt:lpstr>The four dimensions of IT Service Management | Information &amp; technology 1/2</vt:lpstr>
      <vt:lpstr>The four dimensions of IT Service Management | Information &amp; technology 2/2</vt:lpstr>
      <vt:lpstr>The four dimensions of IT Service Management | Partners &amp; suppliers</vt:lpstr>
      <vt:lpstr>The four dimensions of IT Service Management | Value streams &amp; processes 1/2</vt:lpstr>
      <vt:lpstr>The four dimensions of IT Service Management | Value streams &amp; processes 2/2</vt:lpstr>
      <vt:lpstr>The four dimensions of IT Service Management | Factors affecting service provision</vt:lpstr>
      <vt:lpstr>The four dimensions of IT Service Management | Questions &amp; answers</vt:lpstr>
      <vt:lpstr>The four dimensions of IT Service Management | Questions &amp; answers</vt:lpstr>
      <vt:lpstr>Chapter 3 | The ITIL 4 service value system</vt:lpstr>
      <vt:lpstr>The ITIL 4 Service Value System | Learning objectives</vt:lpstr>
      <vt:lpstr>The ITIL 4 Service Value System | Outline of the Service Value System</vt:lpstr>
      <vt:lpstr>The ITIL 4 Service Value System | Elements of the SVS 1/3</vt:lpstr>
      <vt:lpstr>The ITIL 4 Service Value System | Elements of the SVS 2/3</vt:lpstr>
      <vt:lpstr>The ITIL 4 Service Value System | Elements of the SVS 3/3</vt:lpstr>
      <vt:lpstr>The ITIL 4 Service Value System | Service Value Chain</vt:lpstr>
      <vt:lpstr>The ITIL 4 Service Value System | The SVC activities 1/4</vt:lpstr>
      <vt:lpstr>The ITIL 4 Service Value System | The SVC activities 2/4</vt:lpstr>
      <vt:lpstr>The ITIL 4 Service Value System | The SVC activities 3/4</vt:lpstr>
      <vt:lpstr>The ITIL 4 Service Value System | The SVC activities 4/4</vt:lpstr>
      <vt:lpstr>The ITIL 4 Service Value System | Value streams &amp; the value chain</vt:lpstr>
      <vt:lpstr>The ITIL 4 Service Value System | Questions &amp; answers</vt:lpstr>
      <vt:lpstr>The ITIL 4 Service Value System | Questions &amp; answers</vt:lpstr>
      <vt:lpstr>Chapter 4 | The ITIL 4 management practices</vt:lpstr>
      <vt:lpstr>ITIL 4 management practices | Learning objectives</vt:lpstr>
      <vt:lpstr>ITIL 4 management practices | Management practices</vt:lpstr>
      <vt:lpstr>ITIL 4 management practices | Practices list</vt:lpstr>
      <vt:lpstr>ITIL 4 management practices | Relationship Management</vt:lpstr>
      <vt:lpstr>ITIL 4 management practices | Supplier Management</vt:lpstr>
      <vt:lpstr>ITIL 4 management practices | Information Security Management</vt:lpstr>
      <vt:lpstr>ITIL 4 management practices | IT Asset Management</vt:lpstr>
      <vt:lpstr>ITIL 4 management practices | Service Configuration Management</vt:lpstr>
      <vt:lpstr>Key concepts of IT Service Management | Deployment Management &amp; Release Management</vt:lpstr>
      <vt:lpstr>ITIL 4 management practices | Monitoring and Event Management</vt:lpstr>
      <vt:lpstr>ITIL 4 management practices | Service Level Management</vt:lpstr>
      <vt:lpstr>ITIL 4 management practices | Service Desk</vt:lpstr>
      <vt:lpstr>ITIL 4 management practices | Service Request Management</vt:lpstr>
      <vt:lpstr>ITIL 4 management practices | Incident Management</vt:lpstr>
      <vt:lpstr>ITIL 4 management practices | Problem Management</vt:lpstr>
      <vt:lpstr>ITIL 4 management practices | Change Enablement</vt:lpstr>
      <vt:lpstr>ITIL 4 management practices | Continual Improvement</vt:lpstr>
      <vt:lpstr>ITIL 4 management practices | Questions &amp; answers</vt:lpstr>
      <vt:lpstr>ITIL 4 management practices | Questions &amp; answers</vt:lpstr>
      <vt:lpstr>Presentazione personalizzata 1</vt:lpstr>
    </vt:vector>
  </TitlesOfParts>
  <Manager/>
  <Company>FUTUREBRAND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BIP</dc:title>
  <dc:subject/>
  <dc:creator>Noemi Farina</dc:creator>
  <cp:keywords/>
  <dc:description/>
  <cp:lastModifiedBy>Nicola Sfondrini</cp:lastModifiedBy>
  <cp:revision>2</cp:revision>
  <dcterms:created xsi:type="dcterms:W3CDTF">2015-09-16T21:20:32Z</dcterms:created>
  <dcterms:modified xsi:type="dcterms:W3CDTF">2025-11-24T07:49:50Z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0x010100A8329A8875DDCF4BBFA526D61FBDEBBD</vt:lpwstr>
  </property>
  <property fmtid="{D5CDD505-2E9C-101B-9397-08002B2CF9AE}" pid="3" name="Order">
    <vt:r8>14800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ies>
</file>