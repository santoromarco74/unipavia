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402" r:id="rId2"/>
    <p:sldId id="393" r:id="rId3"/>
    <p:sldId id="394" r:id="rId4"/>
    <p:sldId id="414" r:id="rId5"/>
    <p:sldId id="384" r:id="rId6"/>
    <p:sldId id="385" r:id="rId7"/>
    <p:sldId id="386" r:id="rId8"/>
    <p:sldId id="387" r:id="rId9"/>
    <p:sldId id="388" r:id="rId10"/>
    <p:sldId id="389" r:id="rId11"/>
    <p:sldId id="413" r:id="rId12"/>
  </p:sldIdLst>
  <p:sldSz cx="9906000" cy="6858000" type="A4"/>
  <p:notesSz cx="6858000" cy="9945688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FF0000"/>
    <a:srgbClr val="003366"/>
    <a:srgbClr val="000066"/>
    <a:srgbClr val="7030A0"/>
    <a:srgbClr val="000000"/>
    <a:srgbClr val="CC0000"/>
    <a:srgbClr val="CC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86" autoAdjust="0"/>
    <p:restoredTop sz="91826" autoAdjust="0"/>
  </p:normalViewPr>
  <p:slideViewPr>
    <p:cSldViewPr>
      <p:cViewPr varScale="1">
        <p:scale>
          <a:sx n="90" d="100"/>
          <a:sy n="90" d="100"/>
        </p:scale>
        <p:origin x="1434" y="30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-1890" y="-102"/>
      </p:cViewPr>
      <p:guideLst>
        <p:guide orient="horz" pos="3132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Information Sharing</c:v>
                </c:pt>
              </c:strCache>
            </c:strRef>
          </c:tx>
          <c:marker>
            <c:symbol val="none"/>
          </c:marker>
          <c:cat>
            <c:strRef>
              <c:f>Foglio1!$A$2:$A$4</c:f>
              <c:strCache>
                <c:ptCount val="3"/>
                <c:pt idx="0">
                  <c:v>Width</c:v>
                </c:pt>
                <c:pt idx="1">
                  <c:v>Change</c:v>
                </c:pt>
                <c:pt idx="2">
                  <c:v>Management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41</c:v>
                </c:pt>
                <c:pt idx="1">
                  <c:v>25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B6-467E-8416-B2A3DE8739F2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Maximum value</c:v>
                </c:pt>
              </c:strCache>
            </c:strRef>
          </c:tx>
          <c:marker>
            <c:symbol val="none"/>
          </c:marker>
          <c:cat>
            <c:strRef>
              <c:f>Foglio1!$A$2:$A$4</c:f>
              <c:strCache>
                <c:ptCount val="3"/>
                <c:pt idx="0">
                  <c:v>Width</c:v>
                </c:pt>
                <c:pt idx="1">
                  <c:v>Change</c:v>
                </c:pt>
                <c:pt idx="2">
                  <c:v>Management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B6-467E-8416-B2A3DE8739F2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Accepted Value</c:v>
                </c:pt>
              </c:strCache>
            </c:strRef>
          </c:tx>
          <c:marker>
            <c:symbol val="none"/>
          </c:marker>
          <c:cat>
            <c:strRef>
              <c:f>Foglio1!$A$2:$A$4</c:f>
              <c:strCache>
                <c:ptCount val="3"/>
                <c:pt idx="0">
                  <c:v>Width</c:v>
                </c:pt>
                <c:pt idx="1">
                  <c:v>Change</c:v>
                </c:pt>
                <c:pt idx="2">
                  <c:v>Management</c:v>
                </c:pt>
              </c:strCache>
            </c:strRef>
          </c:cat>
          <c:val>
            <c:numRef>
              <c:f>Foglio1!$D$2:$D$4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B6-467E-8416-B2A3DE8739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4754816"/>
        <c:axId val="214756352"/>
      </c:radarChart>
      <c:catAx>
        <c:axId val="214754816"/>
        <c:scaling>
          <c:orientation val="minMax"/>
        </c:scaling>
        <c:delete val="0"/>
        <c:axPos val="b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2400"/>
            </a:pPr>
            <a:endParaRPr lang="it-IT"/>
          </a:p>
        </c:txPr>
        <c:crossAx val="214756352"/>
        <c:crosses val="autoZero"/>
        <c:auto val="1"/>
        <c:lblAlgn val="ctr"/>
        <c:lblOffset val="100"/>
        <c:noMultiLvlLbl val="0"/>
      </c:catAx>
      <c:valAx>
        <c:axId val="21475635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2147548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AEF812-2F0D-44F3-B034-5BEF3D3DA249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A8DE82B-713A-4634-A209-21AB6CBDF56C}">
      <dgm:prSet phldrT="[Testo]"/>
      <dgm:spPr/>
      <dgm:t>
        <a:bodyPr/>
        <a:lstStyle/>
        <a:p>
          <a:r>
            <a:rPr lang="en-US" noProof="0" dirty="0"/>
            <a:t>Impact </a:t>
          </a:r>
        </a:p>
      </dgm:t>
    </dgm:pt>
    <dgm:pt modelId="{6A97BF94-5B3F-4DE9-8B11-D90D395AB434}" type="parTrans" cxnId="{BD3FE493-A655-4DBC-8ADB-4A5C7A0A3889}">
      <dgm:prSet/>
      <dgm:spPr/>
      <dgm:t>
        <a:bodyPr/>
        <a:lstStyle/>
        <a:p>
          <a:endParaRPr lang="en-US"/>
        </a:p>
      </dgm:t>
    </dgm:pt>
    <dgm:pt modelId="{D9412F09-1A35-4DA9-8E74-EDF299FD1CAF}" type="sibTrans" cxnId="{BD3FE493-A655-4DBC-8ADB-4A5C7A0A3889}">
      <dgm:prSet/>
      <dgm:spPr/>
      <dgm:t>
        <a:bodyPr/>
        <a:lstStyle/>
        <a:p>
          <a:endParaRPr lang="en-US"/>
        </a:p>
      </dgm:t>
    </dgm:pt>
    <dgm:pt modelId="{651CB62C-5F03-47CE-A127-4873DE8AF067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Width </a:t>
          </a:r>
        </a:p>
      </dgm:t>
    </dgm:pt>
    <dgm:pt modelId="{3AD9EF39-6F5E-4E1B-963E-3C08ADB45E24}" type="parTrans" cxnId="{1CF0C110-D5ED-4E31-AE97-3809780AE5C8}">
      <dgm:prSet/>
      <dgm:spPr/>
      <dgm:t>
        <a:bodyPr/>
        <a:lstStyle/>
        <a:p>
          <a:endParaRPr lang="en-US"/>
        </a:p>
      </dgm:t>
    </dgm:pt>
    <dgm:pt modelId="{A80700B7-866F-49D4-B40B-1255BBE76A4E}" type="sibTrans" cxnId="{1CF0C110-D5ED-4E31-AE97-3809780AE5C8}">
      <dgm:prSet/>
      <dgm:spPr/>
      <dgm:t>
        <a:bodyPr/>
        <a:lstStyle/>
        <a:p>
          <a:endParaRPr lang="en-US"/>
        </a:p>
      </dgm:t>
    </dgm:pt>
    <dgm:pt modelId="{439B7ECC-3007-4DB2-B634-E7D76B97FB20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Change </a:t>
          </a:r>
        </a:p>
      </dgm:t>
    </dgm:pt>
    <dgm:pt modelId="{6513E495-449A-416B-99C6-D22058D2D860}" type="parTrans" cxnId="{CF73C147-E1DE-4471-9D3B-FDD6E2368D2F}">
      <dgm:prSet/>
      <dgm:spPr/>
      <dgm:t>
        <a:bodyPr/>
        <a:lstStyle/>
        <a:p>
          <a:endParaRPr lang="en-US"/>
        </a:p>
      </dgm:t>
    </dgm:pt>
    <dgm:pt modelId="{973D1CCC-490A-4A62-8968-5CFBAF8CC373}" type="sibTrans" cxnId="{CF73C147-E1DE-4471-9D3B-FDD6E2368D2F}">
      <dgm:prSet/>
      <dgm:spPr/>
      <dgm:t>
        <a:bodyPr/>
        <a:lstStyle/>
        <a:p>
          <a:endParaRPr lang="en-US"/>
        </a:p>
      </dgm:t>
    </dgm:pt>
    <dgm:pt modelId="{6ED143F6-A366-4EAD-9646-130F152F3191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Mngt </a:t>
          </a:r>
        </a:p>
      </dgm:t>
    </dgm:pt>
    <dgm:pt modelId="{57B3990E-FC92-4D4F-BC6D-FE81FFF868BC}" type="parTrans" cxnId="{5E4BD621-E13E-41E2-B195-1C96354BC444}">
      <dgm:prSet/>
      <dgm:spPr/>
      <dgm:t>
        <a:bodyPr/>
        <a:lstStyle/>
        <a:p>
          <a:endParaRPr lang="en-US"/>
        </a:p>
      </dgm:t>
    </dgm:pt>
    <dgm:pt modelId="{A72DAB48-F4BA-4154-A30C-C3282EAC53DD}" type="sibTrans" cxnId="{5E4BD621-E13E-41E2-B195-1C96354BC444}">
      <dgm:prSet/>
      <dgm:spPr/>
      <dgm:t>
        <a:bodyPr/>
        <a:lstStyle/>
        <a:p>
          <a:endParaRPr lang="en-US"/>
        </a:p>
      </dgm:t>
    </dgm:pt>
    <dgm:pt modelId="{8BAB6DE7-4080-4CE2-BA41-4382720C8E77}" type="pres">
      <dgm:prSet presAssocID="{2DAEF812-2F0D-44F3-B034-5BEF3D3DA24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557F1CB-3A0A-492C-887A-E0E225E7945D}" type="pres">
      <dgm:prSet presAssocID="{1A8DE82B-713A-4634-A209-21AB6CBDF56C}" presName="hierRoot1" presStyleCnt="0">
        <dgm:presLayoutVars>
          <dgm:hierBranch val="r"/>
        </dgm:presLayoutVars>
      </dgm:prSet>
      <dgm:spPr/>
    </dgm:pt>
    <dgm:pt modelId="{9FF9A6F4-8381-44C2-A035-2780A837D03E}" type="pres">
      <dgm:prSet presAssocID="{1A8DE82B-713A-4634-A209-21AB6CBDF56C}" presName="rootComposite1" presStyleCnt="0"/>
      <dgm:spPr/>
    </dgm:pt>
    <dgm:pt modelId="{EFDF8F51-CDBF-4390-8AF6-66D7BAB5F0FE}" type="pres">
      <dgm:prSet presAssocID="{1A8DE82B-713A-4634-A209-21AB6CBDF56C}" presName="rootText1" presStyleLbl="node0" presStyleIdx="0" presStyleCnt="1">
        <dgm:presLayoutVars>
          <dgm:chPref val="3"/>
        </dgm:presLayoutVars>
      </dgm:prSet>
      <dgm:spPr/>
    </dgm:pt>
    <dgm:pt modelId="{5B0245E9-E74E-485E-A562-48CB6E3122B5}" type="pres">
      <dgm:prSet presAssocID="{1A8DE82B-713A-4634-A209-21AB6CBDF56C}" presName="rootConnector1" presStyleLbl="node1" presStyleIdx="0" presStyleCnt="0"/>
      <dgm:spPr/>
    </dgm:pt>
    <dgm:pt modelId="{E67E7CDF-7437-4332-85D0-ED36FE252D2C}" type="pres">
      <dgm:prSet presAssocID="{1A8DE82B-713A-4634-A209-21AB6CBDF56C}" presName="hierChild2" presStyleCnt="0"/>
      <dgm:spPr/>
    </dgm:pt>
    <dgm:pt modelId="{0D04992B-CDCF-4373-838C-5FE45DBD4AA0}" type="pres">
      <dgm:prSet presAssocID="{3AD9EF39-6F5E-4E1B-963E-3C08ADB45E24}" presName="Name50" presStyleLbl="parChTrans1D2" presStyleIdx="0" presStyleCnt="3"/>
      <dgm:spPr/>
    </dgm:pt>
    <dgm:pt modelId="{9EF18903-A2A0-459A-B655-615B9E753A49}" type="pres">
      <dgm:prSet presAssocID="{651CB62C-5F03-47CE-A127-4873DE8AF067}" presName="hierRoot2" presStyleCnt="0">
        <dgm:presLayoutVars>
          <dgm:hierBranch val="init"/>
        </dgm:presLayoutVars>
      </dgm:prSet>
      <dgm:spPr/>
    </dgm:pt>
    <dgm:pt modelId="{57326106-D838-497E-8E40-00B6BAE76543}" type="pres">
      <dgm:prSet presAssocID="{651CB62C-5F03-47CE-A127-4873DE8AF067}" presName="rootComposite" presStyleCnt="0"/>
      <dgm:spPr/>
    </dgm:pt>
    <dgm:pt modelId="{6A652F31-D3FF-47FD-817D-26B0BB84234F}" type="pres">
      <dgm:prSet presAssocID="{651CB62C-5F03-47CE-A127-4873DE8AF067}" presName="rootText" presStyleLbl="node2" presStyleIdx="0" presStyleCnt="3">
        <dgm:presLayoutVars>
          <dgm:chPref val="3"/>
        </dgm:presLayoutVars>
      </dgm:prSet>
      <dgm:spPr/>
    </dgm:pt>
    <dgm:pt modelId="{C97B02FB-2018-4A60-ADEE-272CF91FDAC9}" type="pres">
      <dgm:prSet presAssocID="{651CB62C-5F03-47CE-A127-4873DE8AF067}" presName="rootConnector" presStyleLbl="node2" presStyleIdx="0" presStyleCnt="3"/>
      <dgm:spPr/>
    </dgm:pt>
    <dgm:pt modelId="{C99AB1CB-8800-4C56-832F-205D57746949}" type="pres">
      <dgm:prSet presAssocID="{651CB62C-5F03-47CE-A127-4873DE8AF067}" presName="hierChild4" presStyleCnt="0"/>
      <dgm:spPr/>
    </dgm:pt>
    <dgm:pt modelId="{08D81720-F36B-4F4B-8834-D261E3212D23}" type="pres">
      <dgm:prSet presAssocID="{651CB62C-5F03-47CE-A127-4873DE8AF067}" presName="hierChild5" presStyleCnt="0"/>
      <dgm:spPr/>
    </dgm:pt>
    <dgm:pt modelId="{F264AB70-0D1A-4E02-BEF2-7B72CC0F8F1C}" type="pres">
      <dgm:prSet presAssocID="{6513E495-449A-416B-99C6-D22058D2D860}" presName="Name50" presStyleLbl="parChTrans1D2" presStyleIdx="1" presStyleCnt="3"/>
      <dgm:spPr/>
    </dgm:pt>
    <dgm:pt modelId="{02798E11-6CC8-409E-86BF-C43FABA15F73}" type="pres">
      <dgm:prSet presAssocID="{439B7ECC-3007-4DB2-B634-E7D76B97FB20}" presName="hierRoot2" presStyleCnt="0">
        <dgm:presLayoutVars>
          <dgm:hierBranch val="init"/>
        </dgm:presLayoutVars>
      </dgm:prSet>
      <dgm:spPr/>
    </dgm:pt>
    <dgm:pt modelId="{10544A12-1EAE-41AB-91B6-60394D8C6831}" type="pres">
      <dgm:prSet presAssocID="{439B7ECC-3007-4DB2-B634-E7D76B97FB20}" presName="rootComposite" presStyleCnt="0"/>
      <dgm:spPr/>
    </dgm:pt>
    <dgm:pt modelId="{A55D302F-4B7F-4BDC-B145-AC4F8037956D}" type="pres">
      <dgm:prSet presAssocID="{439B7ECC-3007-4DB2-B634-E7D76B97FB20}" presName="rootText" presStyleLbl="node2" presStyleIdx="1" presStyleCnt="3">
        <dgm:presLayoutVars>
          <dgm:chPref val="3"/>
        </dgm:presLayoutVars>
      </dgm:prSet>
      <dgm:spPr/>
    </dgm:pt>
    <dgm:pt modelId="{7447D1A7-CB4A-4329-A15E-645E5B13C4E9}" type="pres">
      <dgm:prSet presAssocID="{439B7ECC-3007-4DB2-B634-E7D76B97FB20}" presName="rootConnector" presStyleLbl="node2" presStyleIdx="1" presStyleCnt="3"/>
      <dgm:spPr/>
    </dgm:pt>
    <dgm:pt modelId="{547DC234-AF13-4A59-9F5D-C3B3B061EF02}" type="pres">
      <dgm:prSet presAssocID="{439B7ECC-3007-4DB2-B634-E7D76B97FB20}" presName="hierChild4" presStyleCnt="0"/>
      <dgm:spPr/>
    </dgm:pt>
    <dgm:pt modelId="{49D74BF9-A118-4E1D-A193-AA7C96A970FF}" type="pres">
      <dgm:prSet presAssocID="{439B7ECC-3007-4DB2-B634-E7D76B97FB20}" presName="hierChild5" presStyleCnt="0"/>
      <dgm:spPr/>
    </dgm:pt>
    <dgm:pt modelId="{DD3AEDD9-35AA-4CC7-9C9C-CAFD640B8171}" type="pres">
      <dgm:prSet presAssocID="{57B3990E-FC92-4D4F-BC6D-FE81FFF868BC}" presName="Name50" presStyleLbl="parChTrans1D2" presStyleIdx="2" presStyleCnt="3"/>
      <dgm:spPr/>
    </dgm:pt>
    <dgm:pt modelId="{E8E00CBC-C632-4CD9-9AA6-13D07A3D3965}" type="pres">
      <dgm:prSet presAssocID="{6ED143F6-A366-4EAD-9646-130F152F3191}" presName="hierRoot2" presStyleCnt="0">
        <dgm:presLayoutVars>
          <dgm:hierBranch val="init"/>
        </dgm:presLayoutVars>
      </dgm:prSet>
      <dgm:spPr/>
    </dgm:pt>
    <dgm:pt modelId="{B4F5499B-64DA-4D23-AEF9-C91DCB29DD1F}" type="pres">
      <dgm:prSet presAssocID="{6ED143F6-A366-4EAD-9646-130F152F3191}" presName="rootComposite" presStyleCnt="0"/>
      <dgm:spPr/>
    </dgm:pt>
    <dgm:pt modelId="{B0BA5FF1-B9B6-4934-A332-261C83E48521}" type="pres">
      <dgm:prSet presAssocID="{6ED143F6-A366-4EAD-9646-130F152F3191}" presName="rootText" presStyleLbl="node2" presStyleIdx="2" presStyleCnt="3">
        <dgm:presLayoutVars>
          <dgm:chPref val="3"/>
        </dgm:presLayoutVars>
      </dgm:prSet>
      <dgm:spPr/>
    </dgm:pt>
    <dgm:pt modelId="{52E68F7D-2510-4C0F-96DD-3B39C3117FF9}" type="pres">
      <dgm:prSet presAssocID="{6ED143F6-A366-4EAD-9646-130F152F3191}" presName="rootConnector" presStyleLbl="node2" presStyleIdx="2" presStyleCnt="3"/>
      <dgm:spPr/>
    </dgm:pt>
    <dgm:pt modelId="{99EB4B16-20E4-41B8-A7FA-B9E6F0123D5B}" type="pres">
      <dgm:prSet presAssocID="{6ED143F6-A366-4EAD-9646-130F152F3191}" presName="hierChild4" presStyleCnt="0"/>
      <dgm:spPr/>
    </dgm:pt>
    <dgm:pt modelId="{B97B86A3-75AE-4B89-9EA1-350B7EB866B1}" type="pres">
      <dgm:prSet presAssocID="{6ED143F6-A366-4EAD-9646-130F152F3191}" presName="hierChild5" presStyleCnt="0"/>
      <dgm:spPr/>
    </dgm:pt>
    <dgm:pt modelId="{E51862F6-DBDF-44D9-8359-B042D37448A0}" type="pres">
      <dgm:prSet presAssocID="{1A8DE82B-713A-4634-A209-21AB6CBDF56C}" presName="hierChild3" presStyleCnt="0"/>
      <dgm:spPr/>
    </dgm:pt>
  </dgm:ptLst>
  <dgm:cxnLst>
    <dgm:cxn modelId="{3ED1FA03-F89D-486D-8943-627B5802BF5D}" type="presOf" srcId="{3AD9EF39-6F5E-4E1B-963E-3C08ADB45E24}" destId="{0D04992B-CDCF-4373-838C-5FE45DBD4AA0}" srcOrd="0" destOrd="0" presId="urn:microsoft.com/office/officeart/2005/8/layout/orgChart1"/>
    <dgm:cxn modelId="{5B6C5B0F-3EC4-4F7D-9FBF-F9A961F801F0}" type="presOf" srcId="{439B7ECC-3007-4DB2-B634-E7D76B97FB20}" destId="{A55D302F-4B7F-4BDC-B145-AC4F8037956D}" srcOrd="0" destOrd="0" presId="urn:microsoft.com/office/officeart/2005/8/layout/orgChart1"/>
    <dgm:cxn modelId="{1CF0C110-D5ED-4E31-AE97-3809780AE5C8}" srcId="{1A8DE82B-713A-4634-A209-21AB6CBDF56C}" destId="{651CB62C-5F03-47CE-A127-4873DE8AF067}" srcOrd="0" destOrd="0" parTransId="{3AD9EF39-6F5E-4E1B-963E-3C08ADB45E24}" sibTransId="{A80700B7-866F-49D4-B40B-1255BBE76A4E}"/>
    <dgm:cxn modelId="{FF14241A-4C26-463C-9514-A29E381A62F5}" type="presOf" srcId="{439B7ECC-3007-4DB2-B634-E7D76B97FB20}" destId="{7447D1A7-CB4A-4329-A15E-645E5B13C4E9}" srcOrd="1" destOrd="0" presId="urn:microsoft.com/office/officeart/2005/8/layout/orgChart1"/>
    <dgm:cxn modelId="{5E4BD621-E13E-41E2-B195-1C96354BC444}" srcId="{1A8DE82B-713A-4634-A209-21AB6CBDF56C}" destId="{6ED143F6-A366-4EAD-9646-130F152F3191}" srcOrd="2" destOrd="0" parTransId="{57B3990E-FC92-4D4F-BC6D-FE81FFF868BC}" sibTransId="{A72DAB48-F4BA-4154-A30C-C3282EAC53DD}"/>
    <dgm:cxn modelId="{46BC292E-2D0E-4CA6-BB24-1F73E05048A0}" type="presOf" srcId="{651CB62C-5F03-47CE-A127-4873DE8AF067}" destId="{6A652F31-D3FF-47FD-817D-26B0BB84234F}" srcOrd="0" destOrd="0" presId="urn:microsoft.com/office/officeart/2005/8/layout/orgChart1"/>
    <dgm:cxn modelId="{CF73C147-E1DE-4471-9D3B-FDD6E2368D2F}" srcId="{1A8DE82B-713A-4634-A209-21AB6CBDF56C}" destId="{439B7ECC-3007-4DB2-B634-E7D76B97FB20}" srcOrd="1" destOrd="0" parTransId="{6513E495-449A-416B-99C6-D22058D2D860}" sibTransId="{973D1CCC-490A-4A62-8968-5CFBAF8CC373}"/>
    <dgm:cxn modelId="{5DB56F69-C886-4C56-BD9D-92F2C4DD726B}" type="presOf" srcId="{6513E495-449A-416B-99C6-D22058D2D860}" destId="{F264AB70-0D1A-4E02-BEF2-7B72CC0F8F1C}" srcOrd="0" destOrd="0" presId="urn:microsoft.com/office/officeart/2005/8/layout/orgChart1"/>
    <dgm:cxn modelId="{7D8D3878-81CF-40F6-9DD0-3ECEC13B707B}" type="presOf" srcId="{651CB62C-5F03-47CE-A127-4873DE8AF067}" destId="{C97B02FB-2018-4A60-ADEE-272CF91FDAC9}" srcOrd="1" destOrd="0" presId="urn:microsoft.com/office/officeart/2005/8/layout/orgChart1"/>
    <dgm:cxn modelId="{BD3FE493-A655-4DBC-8ADB-4A5C7A0A3889}" srcId="{2DAEF812-2F0D-44F3-B034-5BEF3D3DA249}" destId="{1A8DE82B-713A-4634-A209-21AB6CBDF56C}" srcOrd="0" destOrd="0" parTransId="{6A97BF94-5B3F-4DE9-8B11-D90D395AB434}" sibTransId="{D9412F09-1A35-4DA9-8E74-EDF299FD1CAF}"/>
    <dgm:cxn modelId="{0279D895-8695-40C4-AE06-BFCE22D3060D}" type="presOf" srcId="{2DAEF812-2F0D-44F3-B034-5BEF3D3DA249}" destId="{8BAB6DE7-4080-4CE2-BA41-4382720C8E77}" srcOrd="0" destOrd="0" presId="urn:microsoft.com/office/officeart/2005/8/layout/orgChart1"/>
    <dgm:cxn modelId="{031E48A9-01A5-421A-A1F8-26953723CF3C}" type="presOf" srcId="{1A8DE82B-713A-4634-A209-21AB6CBDF56C}" destId="{EFDF8F51-CDBF-4390-8AF6-66D7BAB5F0FE}" srcOrd="0" destOrd="0" presId="urn:microsoft.com/office/officeart/2005/8/layout/orgChart1"/>
    <dgm:cxn modelId="{522032BA-5E7D-46DC-90FC-2C3E1A091D75}" type="presOf" srcId="{6ED143F6-A366-4EAD-9646-130F152F3191}" destId="{52E68F7D-2510-4C0F-96DD-3B39C3117FF9}" srcOrd="1" destOrd="0" presId="urn:microsoft.com/office/officeart/2005/8/layout/orgChart1"/>
    <dgm:cxn modelId="{6D2E35DC-E757-4C1B-8AA0-0C245AF5E85A}" type="presOf" srcId="{57B3990E-FC92-4D4F-BC6D-FE81FFF868BC}" destId="{DD3AEDD9-35AA-4CC7-9C9C-CAFD640B8171}" srcOrd="0" destOrd="0" presId="urn:microsoft.com/office/officeart/2005/8/layout/orgChart1"/>
    <dgm:cxn modelId="{4FEBE8E4-EFD5-46B8-AAD0-52A791E6264A}" type="presOf" srcId="{6ED143F6-A366-4EAD-9646-130F152F3191}" destId="{B0BA5FF1-B9B6-4934-A332-261C83E48521}" srcOrd="0" destOrd="0" presId="urn:microsoft.com/office/officeart/2005/8/layout/orgChart1"/>
    <dgm:cxn modelId="{3085B1E5-CAF2-4038-BD13-B86373F079A3}" type="presOf" srcId="{1A8DE82B-713A-4634-A209-21AB6CBDF56C}" destId="{5B0245E9-E74E-485E-A562-48CB6E3122B5}" srcOrd="1" destOrd="0" presId="urn:microsoft.com/office/officeart/2005/8/layout/orgChart1"/>
    <dgm:cxn modelId="{9666D15E-3B86-46DF-A0F2-A369E2BAC4BF}" type="presParOf" srcId="{8BAB6DE7-4080-4CE2-BA41-4382720C8E77}" destId="{C557F1CB-3A0A-492C-887A-E0E225E7945D}" srcOrd="0" destOrd="0" presId="urn:microsoft.com/office/officeart/2005/8/layout/orgChart1"/>
    <dgm:cxn modelId="{447016C9-B97F-405F-88FE-C1F66AC57503}" type="presParOf" srcId="{C557F1CB-3A0A-492C-887A-E0E225E7945D}" destId="{9FF9A6F4-8381-44C2-A035-2780A837D03E}" srcOrd="0" destOrd="0" presId="urn:microsoft.com/office/officeart/2005/8/layout/orgChart1"/>
    <dgm:cxn modelId="{15A34119-7A55-4B4C-B25F-F47A9CB7E915}" type="presParOf" srcId="{9FF9A6F4-8381-44C2-A035-2780A837D03E}" destId="{EFDF8F51-CDBF-4390-8AF6-66D7BAB5F0FE}" srcOrd="0" destOrd="0" presId="urn:microsoft.com/office/officeart/2005/8/layout/orgChart1"/>
    <dgm:cxn modelId="{EB82BDBF-F4A1-496B-AE48-73B975FBCD5B}" type="presParOf" srcId="{9FF9A6F4-8381-44C2-A035-2780A837D03E}" destId="{5B0245E9-E74E-485E-A562-48CB6E3122B5}" srcOrd="1" destOrd="0" presId="urn:microsoft.com/office/officeart/2005/8/layout/orgChart1"/>
    <dgm:cxn modelId="{1772C651-72B6-4522-AE7B-062095210F03}" type="presParOf" srcId="{C557F1CB-3A0A-492C-887A-E0E225E7945D}" destId="{E67E7CDF-7437-4332-85D0-ED36FE252D2C}" srcOrd="1" destOrd="0" presId="urn:microsoft.com/office/officeart/2005/8/layout/orgChart1"/>
    <dgm:cxn modelId="{12CE5E9F-6D4B-49E4-AD99-CC33FA47CC36}" type="presParOf" srcId="{E67E7CDF-7437-4332-85D0-ED36FE252D2C}" destId="{0D04992B-CDCF-4373-838C-5FE45DBD4AA0}" srcOrd="0" destOrd="0" presId="urn:microsoft.com/office/officeart/2005/8/layout/orgChart1"/>
    <dgm:cxn modelId="{96F22789-34A3-4423-9EC8-68BF0C7B35DE}" type="presParOf" srcId="{E67E7CDF-7437-4332-85D0-ED36FE252D2C}" destId="{9EF18903-A2A0-459A-B655-615B9E753A49}" srcOrd="1" destOrd="0" presId="urn:microsoft.com/office/officeart/2005/8/layout/orgChart1"/>
    <dgm:cxn modelId="{5085A41C-D5E6-4FC5-BACD-6F60C50FDCA4}" type="presParOf" srcId="{9EF18903-A2A0-459A-B655-615B9E753A49}" destId="{57326106-D838-497E-8E40-00B6BAE76543}" srcOrd="0" destOrd="0" presId="urn:microsoft.com/office/officeart/2005/8/layout/orgChart1"/>
    <dgm:cxn modelId="{DA25F357-180C-4EAE-AF2A-958C42C48DC0}" type="presParOf" srcId="{57326106-D838-497E-8E40-00B6BAE76543}" destId="{6A652F31-D3FF-47FD-817D-26B0BB84234F}" srcOrd="0" destOrd="0" presId="urn:microsoft.com/office/officeart/2005/8/layout/orgChart1"/>
    <dgm:cxn modelId="{416161FE-E293-4BB0-91A3-91DE1896CDDA}" type="presParOf" srcId="{57326106-D838-497E-8E40-00B6BAE76543}" destId="{C97B02FB-2018-4A60-ADEE-272CF91FDAC9}" srcOrd="1" destOrd="0" presId="urn:microsoft.com/office/officeart/2005/8/layout/orgChart1"/>
    <dgm:cxn modelId="{F146377D-6730-4CDF-9D58-D7FD7EF15D9E}" type="presParOf" srcId="{9EF18903-A2A0-459A-B655-615B9E753A49}" destId="{C99AB1CB-8800-4C56-832F-205D57746949}" srcOrd="1" destOrd="0" presId="urn:microsoft.com/office/officeart/2005/8/layout/orgChart1"/>
    <dgm:cxn modelId="{D25AA168-A23B-4D94-9D1E-4E344A1CFDBF}" type="presParOf" srcId="{9EF18903-A2A0-459A-B655-615B9E753A49}" destId="{08D81720-F36B-4F4B-8834-D261E3212D23}" srcOrd="2" destOrd="0" presId="urn:microsoft.com/office/officeart/2005/8/layout/orgChart1"/>
    <dgm:cxn modelId="{6C88E43D-0873-402A-B68C-0E1266BF818B}" type="presParOf" srcId="{E67E7CDF-7437-4332-85D0-ED36FE252D2C}" destId="{F264AB70-0D1A-4E02-BEF2-7B72CC0F8F1C}" srcOrd="2" destOrd="0" presId="urn:microsoft.com/office/officeart/2005/8/layout/orgChart1"/>
    <dgm:cxn modelId="{39745F69-0D48-4A81-8403-6FC96D30E1E1}" type="presParOf" srcId="{E67E7CDF-7437-4332-85D0-ED36FE252D2C}" destId="{02798E11-6CC8-409E-86BF-C43FABA15F73}" srcOrd="3" destOrd="0" presId="urn:microsoft.com/office/officeart/2005/8/layout/orgChart1"/>
    <dgm:cxn modelId="{833A6574-A1E4-4D2A-A9EE-74DB8F68E151}" type="presParOf" srcId="{02798E11-6CC8-409E-86BF-C43FABA15F73}" destId="{10544A12-1EAE-41AB-91B6-60394D8C6831}" srcOrd="0" destOrd="0" presId="urn:microsoft.com/office/officeart/2005/8/layout/orgChart1"/>
    <dgm:cxn modelId="{23E58669-8567-43BF-88F5-8A460F0A8C2F}" type="presParOf" srcId="{10544A12-1EAE-41AB-91B6-60394D8C6831}" destId="{A55D302F-4B7F-4BDC-B145-AC4F8037956D}" srcOrd="0" destOrd="0" presId="urn:microsoft.com/office/officeart/2005/8/layout/orgChart1"/>
    <dgm:cxn modelId="{53BE7BDB-4A08-4D8C-B9DD-0101584644E8}" type="presParOf" srcId="{10544A12-1EAE-41AB-91B6-60394D8C6831}" destId="{7447D1A7-CB4A-4329-A15E-645E5B13C4E9}" srcOrd="1" destOrd="0" presId="urn:microsoft.com/office/officeart/2005/8/layout/orgChart1"/>
    <dgm:cxn modelId="{D1347594-E716-48FB-8C1C-F2BFB39DCE65}" type="presParOf" srcId="{02798E11-6CC8-409E-86BF-C43FABA15F73}" destId="{547DC234-AF13-4A59-9F5D-C3B3B061EF02}" srcOrd="1" destOrd="0" presId="urn:microsoft.com/office/officeart/2005/8/layout/orgChart1"/>
    <dgm:cxn modelId="{7DEACA50-B2BB-4E1A-934E-880026B69771}" type="presParOf" srcId="{02798E11-6CC8-409E-86BF-C43FABA15F73}" destId="{49D74BF9-A118-4E1D-A193-AA7C96A970FF}" srcOrd="2" destOrd="0" presId="urn:microsoft.com/office/officeart/2005/8/layout/orgChart1"/>
    <dgm:cxn modelId="{1154741E-D7C7-4DB0-9E69-3A9A2F0CCE5D}" type="presParOf" srcId="{E67E7CDF-7437-4332-85D0-ED36FE252D2C}" destId="{DD3AEDD9-35AA-4CC7-9C9C-CAFD640B8171}" srcOrd="4" destOrd="0" presId="urn:microsoft.com/office/officeart/2005/8/layout/orgChart1"/>
    <dgm:cxn modelId="{A112B630-E1FC-4DD4-8CC7-6F389510677C}" type="presParOf" srcId="{E67E7CDF-7437-4332-85D0-ED36FE252D2C}" destId="{E8E00CBC-C632-4CD9-9AA6-13D07A3D3965}" srcOrd="5" destOrd="0" presId="urn:microsoft.com/office/officeart/2005/8/layout/orgChart1"/>
    <dgm:cxn modelId="{AD44F94A-0157-4AF5-B634-C3537C9FEAF1}" type="presParOf" srcId="{E8E00CBC-C632-4CD9-9AA6-13D07A3D3965}" destId="{B4F5499B-64DA-4D23-AEF9-C91DCB29DD1F}" srcOrd="0" destOrd="0" presId="urn:microsoft.com/office/officeart/2005/8/layout/orgChart1"/>
    <dgm:cxn modelId="{14C217F9-844A-4581-8F37-C1986D431687}" type="presParOf" srcId="{B4F5499B-64DA-4D23-AEF9-C91DCB29DD1F}" destId="{B0BA5FF1-B9B6-4934-A332-261C83E48521}" srcOrd="0" destOrd="0" presId="urn:microsoft.com/office/officeart/2005/8/layout/orgChart1"/>
    <dgm:cxn modelId="{2421ECC1-5FDB-4996-81DF-DF12DD621733}" type="presParOf" srcId="{B4F5499B-64DA-4D23-AEF9-C91DCB29DD1F}" destId="{52E68F7D-2510-4C0F-96DD-3B39C3117FF9}" srcOrd="1" destOrd="0" presId="urn:microsoft.com/office/officeart/2005/8/layout/orgChart1"/>
    <dgm:cxn modelId="{C7A11E7B-A386-4C80-A0AA-6141019F1581}" type="presParOf" srcId="{E8E00CBC-C632-4CD9-9AA6-13D07A3D3965}" destId="{99EB4B16-20E4-41B8-A7FA-B9E6F0123D5B}" srcOrd="1" destOrd="0" presId="urn:microsoft.com/office/officeart/2005/8/layout/orgChart1"/>
    <dgm:cxn modelId="{0B95C774-191E-4514-84DE-C1510431279F}" type="presParOf" srcId="{E8E00CBC-C632-4CD9-9AA6-13D07A3D3965}" destId="{B97B86A3-75AE-4B89-9EA1-350B7EB866B1}" srcOrd="2" destOrd="0" presId="urn:microsoft.com/office/officeart/2005/8/layout/orgChart1"/>
    <dgm:cxn modelId="{99F3BB57-0C02-4A8B-B852-98EDDEFEE06E}" type="presParOf" srcId="{C557F1CB-3A0A-492C-887A-E0E225E7945D}" destId="{E51862F6-DBDF-44D9-8359-B042D37448A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AEF812-2F0D-44F3-B034-5BEF3D3DA249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A8DE82B-713A-4634-A209-21AB6CBDF56C}">
      <dgm:prSet phldrT="[Testo]"/>
      <dgm:spPr/>
      <dgm:t>
        <a:bodyPr/>
        <a:lstStyle/>
        <a:p>
          <a:r>
            <a:rPr lang="en-US" noProof="0" dirty="0"/>
            <a:t>Impact </a:t>
          </a:r>
        </a:p>
      </dgm:t>
    </dgm:pt>
    <dgm:pt modelId="{6A97BF94-5B3F-4DE9-8B11-D90D395AB434}" type="parTrans" cxnId="{BD3FE493-A655-4DBC-8ADB-4A5C7A0A3889}">
      <dgm:prSet/>
      <dgm:spPr/>
      <dgm:t>
        <a:bodyPr/>
        <a:lstStyle/>
        <a:p>
          <a:endParaRPr lang="en-US" noProof="0" dirty="0"/>
        </a:p>
      </dgm:t>
    </dgm:pt>
    <dgm:pt modelId="{D9412F09-1A35-4DA9-8E74-EDF299FD1CAF}" type="sibTrans" cxnId="{BD3FE493-A655-4DBC-8ADB-4A5C7A0A3889}">
      <dgm:prSet/>
      <dgm:spPr/>
      <dgm:t>
        <a:bodyPr/>
        <a:lstStyle/>
        <a:p>
          <a:endParaRPr lang="en-US" noProof="0" dirty="0"/>
        </a:p>
      </dgm:t>
    </dgm:pt>
    <dgm:pt modelId="{651CB62C-5F03-47CE-A127-4873DE8AF067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Width </a:t>
          </a:r>
        </a:p>
      </dgm:t>
    </dgm:pt>
    <dgm:pt modelId="{3AD9EF39-6F5E-4E1B-963E-3C08ADB45E24}" type="parTrans" cxnId="{1CF0C110-D5ED-4E31-AE97-3809780AE5C8}">
      <dgm:prSet/>
      <dgm:spPr/>
      <dgm:t>
        <a:bodyPr/>
        <a:lstStyle/>
        <a:p>
          <a:endParaRPr lang="en-US" noProof="0" dirty="0"/>
        </a:p>
      </dgm:t>
    </dgm:pt>
    <dgm:pt modelId="{A80700B7-866F-49D4-B40B-1255BBE76A4E}" type="sibTrans" cxnId="{1CF0C110-D5ED-4E31-AE97-3809780AE5C8}">
      <dgm:prSet/>
      <dgm:spPr/>
      <dgm:t>
        <a:bodyPr/>
        <a:lstStyle/>
        <a:p>
          <a:endParaRPr lang="en-US" noProof="0" dirty="0"/>
        </a:p>
      </dgm:t>
    </dgm:pt>
    <dgm:pt modelId="{439B7ECC-3007-4DB2-B634-E7D76B97FB20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Change </a:t>
          </a:r>
        </a:p>
      </dgm:t>
    </dgm:pt>
    <dgm:pt modelId="{6513E495-449A-416B-99C6-D22058D2D860}" type="parTrans" cxnId="{CF73C147-E1DE-4471-9D3B-FDD6E2368D2F}">
      <dgm:prSet/>
      <dgm:spPr/>
      <dgm:t>
        <a:bodyPr/>
        <a:lstStyle/>
        <a:p>
          <a:endParaRPr lang="en-US" noProof="0" dirty="0"/>
        </a:p>
      </dgm:t>
    </dgm:pt>
    <dgm:pt modelId="{973D1CCC-490A-4A62-8968-5CFBAF8CC373}" type="sibTrans" cxnId="{CF73C147-E1DE-4471-9D3B-FDD6E2368D2F}">
      <dgm:prSet/>
      <dgm:spPr/>
      <dgm:t>
        <a:bodyPr/>
        <a:lstStyle/>
        <a:p>
          <a:endParaRPr lang="en-US" noProof="0" dirty="0"/>
        </a:p>
      </dgm:t>
    </dgm:pt>
    <dgm:pt modelId="{6ED143F6-A366-4EAD-9646-130F152F3191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Mngt </a:t>
          </a:r>
        </a:p>
      </dgm:t>
    </dgm:pt>
    <dgm:pt modelId="{57B3990E-FC92-4D4F-BC6D-FE81FFF868BC}" type="parTrans" cxnId="{5E4BD621-E13E-41E2-B195-1C96354BC444}">
      <dgm:prSet/>
      <dgm:spPr/>
      <dgm:t>
        <a:bodyPr/>
        <a:lstStyle/>
        <a:p>
          <a:endParaRPr lang="en-US" noProof="0" dirty="0"/>
        </a:p>
      </dgm:t>
    </dgm:pt>
    <dgm:pt modelId="{A72DAB48-F4BA-4154-A30C-C3282EAC53DD}" type="sibTrans" cxnId="{5E4BD621-E13E-41E2-B195-1C96354BC444}">
      <dgm:prSet/>
      <dgm:spPr/>
      <dgm:t>
        <a:bodyPr/>
        <a:lstStyle/>
        <a:p>
          <a:endParaRPr lang="en-US" noProof="0" dirty="0"/>
        </a:p>
      </dgm:t>
    </dgm:pt>
    <dgm:pt modelId="{8BAB6DE7-4080-4CE2-BA41-4382720C8E77}" type="pres">
      <dgm:prSet presAssocID="{2DAEF812-2F0D-44F3-B034-5BEF3D3DA24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557F1CB-3A0A-492C-887A-E0E225E7945D}" type="pres">
      <dgm:prSet presAssocID="{1A8DE82B-713A-4634-A209-21AB6CBDF56C}" presName="hierRoot1" presStyleCnt="0">
        <dgm:presLayoutVars>
          <dgm:hierBranch val="r"/>
        </dgm:presLayoutVars>
      </dgm:prSet>
      <dgm:spPr/>
    </dgm:pt>
    <dgm:pt modelId="{9FF9A6F4-8381-44C2-A035-2780A837D03E}" type="pres">
      <dgm:prSet presAssocID="{1A8DE82B-713A-4634-A209-21AB6CBDF56C}" presName="rootComposite1" presStyleCnt="0"/>
      <dgm:spPr/>
    </dgm:pt>
    <dgm:pt modelId="{EFDF8F51-CDBF-4390-8AF6-66D7BAB5F0FE}" type="pres">
      <dgm:prSet presAssocID="{1A8DE82B-713A-4634-A209-21AB6CBDF56C}" presName="rootText1" presStyleLbl="node0" presStyleIdx="0" presStyleCnt="1">
        <dgm:presLayoutVars>
          <dgm:chPref val="3"/>
        </dgm:presLayoutVars>
      </dgm:prSet>
      <dgm:spPr/>
    </dgm:pt>
    <dgm:pt modelId="{5B0245E9-E74E-485E-A562-48CB6E3122B5}" type="pres">
      <dgm:prSet presAssocID="{1A8DE82B-713A-4634-A209-21AB6CBDF56C}" presName="rootConnector1" presStyleLbl="node1" presStyleIdx="0" presStyleCnt="0"/>
      <dgm:spPr/>
    </dgm:pt>
    <dgm:pt modelId="{E67E7CDF-7437-4332-85D0-ED36FE252D2C}" type="pres">
      <dgm:prSet presAssocID="{1A8DE82B-713A-4634-A209-21AB6CBDF56C}" presName="hierChild2" presStyleCnt="0"/>
      <dgm:spPr/>
    </dgm:pt>
    <dgm:pt modelId="{0D04992B-CDCF-4373-838C-5FE45DBD4AA0}" type="pres">
      <dgm:prSet presAssocID="{3AD9EF39-6F5E-4E1B-963E-3C08ADB45E24}" presName="Name50" presStyleLbl="parChTrans1D2" presStyleIdx="0" presStyleCnt="3"/>
      <dgm:spPr/>
    </dgm:pt>
    <dgm:pt modelId="{9EF18903-A2A0-459A-B655-615B9E753A49}" type="pres">
      <dgm:prSet presAssocID="{651CB62C-5F03-47CE-A127-4873DE8AF067}" presName="hierRoot2" presStyleCnt="0">
        <dgm:presLayoutVars>
          <dgm:hierBranch val="init"/>
        </dgm:presLayoutVars>
      </dgm:prSet>
      <dgm:spPr/>
    </dgm:pt>
    <dgm:pt modelId="{57326106-D838-497E-8E40-00B6BAE76543}" type="pres">
      <dgm:prSet presAssocID="{651CB62C-5F03-47CE-A127-4873DE8AF067}" presName="rootComposite" presStyleCnt="0"/>
      <dgm:spPr/>
    </dgm:pt>
    <dgm:pt modelId="{6A652F31-D3FF-47FD-817D-26B0BB84234F}" type="pres">
      <dgm:prSet presAssocID="{651CB62C-5F03-47CE-A127-4873DE8AF067}" presName="rootText" presStyleLbl="node2" presStyleIdx="0" presStyleCnt="3">
        <dgm:presLayoutVars>
          <dgm:chPref val="3"/>
        </dgm:presLayoutVars>
      </dgm:prSet>
      <dgm:spPr/>
    </dgm:pt>
    <dgm:pt modelId="{C97B02FB-2018-4A60-ADEE-272CF91FDAC9}" type="pres">
      <dgm:prSet presAssocID="{651CB62C-5F03-47CE-A127-4873DE8AF067}" presName="rootConnector" presStyleLbl="node2" presStyleIdx="0" presStyleCnt="3"/>
      <dgm:spPr/>
    </dgm:pt>
    <dgm:pt modelId="{C99AB1CB-8800-4C56-832F-205D57746949}" type="pres">
      <dgm:prSet presAssocID="{651CB62C-5F03-47CE-A127-4873DE8AF067}" presName="hierChild4" presStyleCnt="0"/>
      <dgm:spPr/>
    </dgm:pt>
    <dgm:pt modelId="{08D81720-F36B-4F4B-8834-D261E3212D23}" type="pres">
      <dgm:prSet presAssocID="{651CB62C-5F03-47CE-A127-4873DE8AF067}" presName="hierChild5" presStyleCnt="0"/>
      <dgm:spPr/>
    </dgm:pt>
    <dgm:pt modelId="{F264AB70-0D1A-4E02-BEF2-7B72CC0F8F1C}" type="pres">
      <dgm:prSet presAssocID="{6513E495-449A-416B-99C6-D22058D2D860}" presName="Name50" presStyleLbl="parChTrans1D2" presStyleIdx="1" presStyleCnt="3"/>
      <dgm:spPr/>
    </dgm:pt>
    <dgm:pt modelId="{02798E11-6CC8-409E-86BF-C43FABA15F73}" type="pres">
      <dgm:prSet presAssocID="{439B7ECC-3007-4DB2-B634-E7D76B97FB20}" presName="hierRoot2" presStyleCnt="0">
        <dgm:presLayoutVars>
          <dgm:hierBranch val="init"/>
        </dgm:presLayoutVars>
      </dgm:prSet>
      <dgm:spPr/>
    </dgm:pt>
    <dgm:pt modelId="{10544A12-1EAE-41AB-91B6-60394D8C6831}" type="pres">
      <dgm:prSet presAssocID="{439B7ECC-3007-4DB2-B634-E7D76B97FB20}" presName="rootComposite" presStyleCnt="0"/>
      <dgm:spPr/>
    </dgm:pt>
    <dgm:pt modelId="{A55D302F-4B7F-4BDC-B145-AC4F8037956D}" type="pres">
      <dgm:prSet presAssocID="{439B7ECC-3007-4DB2-B634-E7D76B97FB20}" presName="rootText" presStyleLbl="node2" presStyleIdx="1" presStyleCnt="3">
        <dgm:presLayoutVars>
          <dgm:chPref val="3"/>
        </dgm:presLayoutVars>
      </dgm:prSet>
      <dgm:spPr/>
    </dgm:pt>
    <dgm:pt modelId="{7447D1A7-CB4A-4329-A15E-645E5B13C4E9}" type="pres">
      <dgm:prSet presAssocID="{439B7ECC-3007-4DB2-B634-E7D76B97FB20}" presName="rootConnector" presStyleLbl="node2" presStyleIdx="1" presStyleCnt="3"/>
      <dgm:spPr/>
    </dgm:pt>
    <dgm:pt modelId="{547DC234-AF13-4A59-9F5D-C3B3B061EF02}" type="pres">
      <dgm:prSet presAssocID="{439B7ECC-3007-4DB2-B634-E7D76B97FB20}" presName="hierChild4" presStyleCnt="0"/>
      <dgm:spPr/>
    </dgm:pt>
    <dgm:pt modelId="{49D74BF9-A118-4E1D-A193-AA7C96A970FF}" type="pres">
      <dgm:prSet presAssocID="{439B7ECC-3007-4DB2-B634-E7D76B97FB20}" presName="hierChild5" presStyleCnt="0"/>
      <dgm:spPr/>
    </dgm:pt>
    <dgm:pt modelId="{DD3AEDD9-35AA-4CC7-9C9C-CAFD640B8171}" type="pres">
      <dgm:prSet presAssocID="{57B3990E-FC92-4D4F-BC6D-FE81FFF868BC}" presName="Name50" presStyleLbl="parChTrans1D2" presStyleIdx="2" presStyleCnt="3"/>
      <dgm:spPr/>
    </dgm:pt>
    <dgm:pt modelId="{E8E00CBC-C632-4CD9-9AA6-13D07A3D3965}" type="pres">
      <dgm:prSet presAssocID="{6ED143F6-A366-4EAD-9646-130F152F3191}" presName="hierRoot2" presStyleCnt="0">
        <dgm:presLayoutVars>
          <dgm:hierBranch val="init"/>
        </dgm:presLayoutVars>
      </dgm:prSet>
      <dgm:spPr/>
    </dgm:pt>
    <dgm:pt modelId="{B4F5499B-64DA-4D23-AEF9-C91DCB29DD1F}" type="pres">
      <dgm:prSet presAssocID="{6ED143F6-A366-4EAD-9646-130F152F3191}" presName="rootComposite" presStyleCnt="0"/>
      <dgm:spPr/>
    </dgm:pt>
    <dgm:pt modelId="{B0BA5FF1-B9B6-4934-A332-261C83E48521}" type="pres">
      <dgm:prSet presAssocID="{6ED143F6-A366-4EAD-9646-130F152F3191}" presName="rootText" presStyleLbl="node2" presStyleIdx="2" presStyleCnt="3">
        <dgm:presLayoutVars>
          <dgm:chPref val="3"/>
        </dgm:presLayoutVars>
      </dgm:prSet>
      <dgm:spPr/>
    </dgm:pt>
    <dgm:pt modelId="{52E68F7D-2510-4C0F-96DD-3B39C3117FF9}" type="pres">
      <dgm:prSet presAssocID="{6ED143F6-A366-4EAD-9646-130F152F3191}" presName="rootConnector" presStyleLbl="node2" presStyleIdx="2" presStyleCnt="3"/>
      <dgm:spPr/>
    </dgm:pt>
    <dgm:pt modelId="{99EB4B16-20E4-41B8-A7FA-B9E6F0123D5B}" type="pres">
      <dgm:prSet presAssocID="{6ED143F6-A366-4EAD-9646-130F152F3191}" presName="hierChild4" presStyleCnt="0"/>
      <dgm:spPr/>
    </dgm:pt>
    <dgm:pt modelId="{B97B86A3-75AE-4B89-9EA1-350B7EB866B1}" type="pres">
      <dgm:prSet presAssocID="{6ED143F6-A366-4EAD-9646-130F152F3191}" presName="hierChild5" presStyleCnt="0"/>
      <dgm:spPr/>
    </dgm:pt>
    <dgm:pt modelId="{E51862F6-DBDF-44D9-8359-B042D37448A0}" type="pres">
      <dgm:prSet presAssocID="{1A8DE82B-713A-4634-A209-21AB6CBDF56C}" presName="hierChild3" presStyleCnt="0"/>
      <dgm:spPr/>
    </dgm:pt>
  </dgm:ptLst>
  <dgm:cxnLst>
    <dgm:cxn modelId="{DF4D2302-2345-4085-8AC0-8DECCEC27FF4}" type="presOf" srcId="{439B7ECC-3007-4DB2-B634-E7D76B97FB20}" destId="{7447D1A7-CB4A-4329-A15E-645E5B13C4E9}" srcOrd="1" destOrd="0" presId="urn:microsoft.com/office/officeart/2005/8/layout/orgChart1"/>
    <dgm:cxn modelId="{1CF0C110-D5ED-4E31-AE97-3809780AE5C8}" srcId="{1A8DE82B-713A-4634-A209-21AB6CBDF56C}" destId="{651CB62C-5F03-47CE-A127-4873DE8AF067}" srcOrd="0" destOrd="0" parTransId="{3AD9EF39-6F5E-4E1B-963E-3C08ADB45E24}" sibTransId="{A80700B7-866F-49D4-B40B-1255BBE76A4E}"/>
    <dgm:cxn modelId="{5E4BD621-E13E-41E2-B195-1C96354BC444}" srcId="{1A8DE82B-713A-4634-A209-21AB6CBDF56C}" destId="{6ED143F6-A366-4EAD-9646-130F152F3191}" srcOrd="2" destOrd="0" parTransId="{57B3990E-FC92-4D4F-BC6D-FE81FFF868BC}" sibTransId="{A72DAB48-F4BA-4154-A30C-C3282EAC53DD}"/>
    <dgm:cxn modelId="{9F175A22-BD24-4802-B8F4-819E48BD3824}" type="presOf" srcId="{2DAEF812-2F0D-44F3-B034-5BEF3D3DA249}" destId="{8BAB6DE7-4080-4CE2-BA41-4382720C8E77}" srcOrd="0" destOrd="0" presId="urn:microsoft.com/office/officeart/2005/8/layout/orgChart1"/>
    <dgm:cxn modelId="{25E5082A-43F2-46F9-AD43-8CFA77FF2668}" type="presOf" srcId="{439B7ECC-3007-4DB2-B634-E7D76B97FB20}" destId="{A55D302F-4B7F-4BDC-B145-AC4F8037956D}" srcOrd="0" destOrd="0" presId="urn:microsoft.com/office/officeart/2005/8/layout/orgChart1"/>
    <dgm:cxn modelId="{7A01B641-F0C2-48AB-BD74-6EBA27727842}" type="presOf" srcId="{3AD9EF39-6F5E-4E1B-963E-3C08ADB45E24}" destId="{0D04992B-CDCF-4373-838C-5FE45DBD4AA0}" srcOrd="0" destOrd="0" presId="urn:microsoft.com/office/officeart/2005/8/layout/orgChart1"/>
    <dgm:cxn modelId="{5164CC65-0F9D-46C7-945D-BC4C715FF336}" type="presOf" srcId="{6ED143F6-A366-4EAD-9646-130F152F3191}" destId="{52E68F7D-2510-4C0F-96DD-3B39C3117FF9}" srcOrd="1" destOrd="0" presId="urn:microsoft.com/office/officeart/2005/8/layout/orgChart1"/>
    <dgm:cxn modelId="{CF73C147-E1DE-4471-9D3B-FDD6E2368D2F}" srcId="{1A8DE82B-713A-4634-A209-21AB6CBDF56C}" destId="{439B7ECC-3007-4DB2-B634-E7D76B97FB20}" srcOrd="1" destOrd="0" parTransId="{6513E495-449A-416B-99C6-D22058D2D860}" sibTransId="{973D1CCC-490A-4A62-8968-5CFBAF8CC373}"/>
    <dgm:cxn modelId="{91F22882-41A6-4882-8EC7-38D032EC5894}" type="presOf" srcId="{1A8DE82B-713A-4634-A209-21AB6CBDF56C}" destId="{5B0245E9-E74E-485E-A562-48CB6E3122B5}" srcOrd="1" destOrd="0" presId="urn:microsoft.com/office/officeart/2005/8/layout/orgChart1"/>
    <dgm:cxn modelId="{A0A73E8B-15E6-4401-BDF8-1FDA7A6C2938}" type="presOf" srcId="{6513E495-449A-416B-99C6-D22058D2D860}" destId="{F264AB70-0D1A-4E02-BEF2-7B72CC0F8F1C}" srcOrd="0" destOrd="0" presId="urn:microsoft.com/office/officeart/2005/8/layout/orgChart1"/>
    <dgm:cxn modelId="{BD3FE493-A655-4DBC-8ADB-4A5C7A0A3889}" srcId="{2DAEF812-2F0D-44F3-B034-5BEF3D3DA249}" destId="{1A8DE82B-713A-4634-A209-21AB6CBDF56C}" srcOrd="0" destOrd="0" parTransId="{6A97BF94-5B3F-4DE9-8B11-D90D395AB434}" sibTransId="{D9412F09-1A35-4DA9-8E74-EDF299FD1CAF}"/>
    <dgm:cxn modelId="{654E0FB9-BC6B-42B2-8158-4F72BA0E3141}" type="presOf" srcId="{1A8DE82B-713A-4634-A209-21AB6CBDF56C}" destId="{EFDF8F51-CDBF-4390-8AF6-66D7BAB5F0FE}" srcOrd="0" destOrd="0" presId="urn:microsoft.com/office/officeart/2005/8/layout/orgChart1"/>
    <dgm:cxn modelId="{4DE6A2BB-2A1D-4E57-9890-4C4407E62BC0}" type="presOf" srcId="{6ED143F6-A366-4EAD-9646-130F152F3191}" destId="{B0BA5FF1-B9B6-4934-A332-261C83E48521}" srcOrd="0" destOrd="0" presId="urn:microsoft.com/office/officeart/2005/8/layout/orgChart1"/>
    <dgm:cxn modelId="{090342BC-24CA-4D34-A360-FE2D5218875D}" type="presOf" srcId="{57B3990E-FC92-4D4F-BC6D-FE81FFF868BC}" destId="{DD3AEDD9-35AA-4CC7-9C9C-CAFD640B8171}" srcOrd="0" destOrd="0" presId="urn:microsoft.com/office/officeart/2005/8/layout/orgChart1"/>
    <dgm:cxn modelId="{7322B6E2-B9E9-46E9-B131-A3331522C805}" type="presOf" srcId="{651CB62C-5F03-47CE-A127-4873DE8AF067}" destId="{C97B02FB-2018-4A60-ADEE-272CF91FDAC9}" srcOrd="1" destOrd="0" presId="urn:microsoft.com/office/officeart/2005/8/layout/orgChart1"/>
    <dgm:cxn modelId="{66B902F2-E8CD-4EAE-ACA7-F5F64725EA93}" type="presOf" srcId="{651CB62C-5F03-47CE-A127-4873DE8AF067}" destId="{6A652F31-D3FF-47FD-817D-26B0BB84234F}" srcOrd="0" destOrd="0" presId="urn:microsoft.com/office/officeart/2005/8/layout/orgChart1"/>
    <dgm:cxn modelId="{ACC6B410-3E5F-4B22-8DEC-522744684399}" type="presParOf" srcId="{8BAB6DE7-4080-4CE2-BA41-4382720C8E77}" destId="{C557F1CB-3A0A-492C-887A-E0E225E7945D}" srcOrd="0" destOrd="0" presId="urn:microsoft.com/office/officeart/2005/8/layout/orgChart1"/>
    <dgm:cxn modelId="{38BAA6EE-D2FD-41D5-9C14-9CF58F35024A}" type="presParOf" srcId="{C557F1CB-3A0A-492C-887A-E0E225E7945D}" destId="{9FF9A6F4-8381-44C2-A035-2780A837D03E}" srcOrd="0" destOrd="0" presId="urn:microsoft.com/office/officeart/2005/8/layout/orgChart1"/>
    <dgm:cxn modelId="{4DFEDEAA-4767-4EEF-B82F-C82D49C779B1}" type="presParOf" srcId="{9FF9A6F4-8381-44C2-A035-2780A837D03E}" destId="{EFDF8F51-CDBF-4390-8AF6-66D7BAB5F0FE}" srcOrd="0" destOrd="0" presId="urn:microsoft.com/office/officeart/2005/8/layout/orgChart1"/>
    <dgm:cxn modelId="{5CADC922-934C-4B1C-8683-DCDCCA1F3520}" type="presParOf" srcId="{9FF9A6F4-8381-44C2-A035-2780A837D03E}" destId="{5B0245E9-E74E-485E-A562-48CB6E3122B5}" srcOrd="1" destOrd="0" presId="urn:microsoft.com/office/officeart/2005/8/layout/orgChart1"/>
    <dgm:cxn modelId="{2CE379E7-CB52-4546-A07F-18A188BC8688}" type="presParOf" srcId="{C557F1CB-3A0A-492C-887A-E0E225E7945D}" destId="{E67E7CDF-7437-4332-85D0-ED36FE252D2C}" srcOrd="1" destOrd="0" presId="urn:microsoft.com/office/officeart/2005/8/layout/orgChart1"/>
    <dgm:cxn modelId="{762388B0-F1DB-4CA9-8E17-613DCFA81AD8}" type="presParOf" srcId="{E67E7CDF-7437-4332-85D0-ED36FE252D2C}" destId="{0D04992B-CDCF-4373-838C-5FE45DBD4AA0}" srcOrd="0" destOrd="0" presId="urn:microsoft.com/office/officeart/2005/8/layout/orgChart1"/>
    <dgm:cxn modelId="{661DA6C1-9E06-43E9-9B35-877F79342D3E}" type="presParOf" srcId="{E67E7CDF-7437-4332-85D0-ED36FE252D2C}" destId="{9EF18903-A2A0-459A-B655-615B9E753A49}" srcOrd="1" destOrd="0" presId="urn:microsoft.com/office/officeart/2005/8/layout/orgChart1"/>
    <dgm:cxn modelId="{F57A59A3-0BC4-4C4F-9002-DBF16DE62F23}" type="presParOf" srcId="{9EF18903-A2A0-459A-B655-615B9E753A49}" destId="{57326106-D838-497E-8E40-00B6BAE76543}" srcOrd="0" destOrd="0" presId="urn:microsoft.com/office/officeart/2005/8/layout/orgChart1"/>
    <dgm:cxn modelId="{9F796EBB-D959-4EA6-85D4-DFD327A8AB87}" type="presParOf" srcId="{57326106-D838-497E-8E40-00B6BAE76543}" destId="{6A652F31-D3FF-47FD-817D-26B0BB84234F}" srcOrd="0" destOrd="0" presId="urn:microsoft.com/office/officeart/2005/8/layout/orgChart1"/>
    <dgm:cxn modelId="{EFFCCBBF-373E-49E2-8EBD-CB77ADDBEECC}" type="presParOf" srcId="{57326106-D838-497E-8E40-00B6BAE76543}" destId="{C97B02FB-2018-4A60-ADEE-272CF91FDAC9}" srcOrd="1" destOrd="0" presId="urn:microsoft.com/office/officeart/2005/8/layout/orgChart1"/>
    <dgm:cxn modelId="{B04B50C4-BCD3-4B82-B3C2-9F4FF10BCA80}" type="presParOf" srcId="{9EF18903-A2A0-459A-B655-615B9E753A49}" destId="{C99AB1CB-8800-4C56-832F-205D57746949}" srcOrd="1" destOrd="0" presId="urn:microsoft.com/office/officeart/2005/8/layout/orgChart1"/>
    <dgm:cxn modelId="{D83EA5C6-4376-424E-A6CD-9DCA836082CA}" type="presParOf" srcId="{9EF18903-A2A0-459A-B655-615B9E753A49}" destId="{08D81720-F36B-4F4B-8834-D261E3212D23}" srcOrd="2" destOrd="0" presId="urn:microsoft.com/office/officeart/2005/8/layout/orgChart1"/>
    <dgm:cxn modelId="{5E907809-D2BF-494A-B8A7-00CDC4ACCC8B}" type="presParOf" srcId="{E67E7CDF-7437-4332-85D0-ED36FE252D2C}" destId="{F264AB70-0D1A-4E02-BEF2-7B72CC0F8F1C}" srcOrd="2" destOrd="0" presId="urn:microsoft.com/office/officeart/2005/8/layout/orgChart1"/>
    <dgm:cxn modelId="{96AE78F0-BDF0-41EB-83D4-B1327B52EEE9}" type="presParOf" srcId="{E67E7CDF-7437-4332-85D0-ED36FE252D2C}" destId="{02798E11-6CC8-409E-86BF-C43FABA15F73}" srcOrd="3" destOrd="0" presId="urn:microsoft.com/office/officeart/2005/8/layout/orgChart1"/>
    <dgm:cxn modelId="{455F8D60-5062-4D2E-83AC-E6C7D17EF02C}" type="presParOf" srcId="{02798E11-6CC8-409E-86BF-C43FABA15F73}" destId="{10544A12-1EAE-41AB-91B6-60394D8C6831}" srcOrd="0" destOrd="0" presId="urn:microsoft.com/office/officeart/2005/8/layout/orgChart1"/>
    <dgm:cxn modelId="{CE88193C-DA3C-4814-938C-31567E638883}" type="presParOf" srcId="{10544A12-1EAE-41AB-91B6-60394D8C6831}" destId="{A55D302F-4B7F-4BDC-B145-AC4F8037956D}" srcOrd="0" destOrd="0" presId="urn:microsoft.com/office/officeart/2005/8/layout/orgChart1"/>
    <dgm:cxn modelId="{776E7062-45FA-4275-86BB-DE1FCFFE0DFB}" type="presParOf" srcId="{10544A12-1EAE-41AB-91B6-60394D8C6831}" destId="{7447D1A7-CB4A-4329-A15E-645E5B13C4E9}" srcOrd="1" destOrd="0" presId="urn:microsoft.com/office/officeart/2005/8/layout/orgChart1"/>
    <dgm:cxn modelId="{6C7C34B9-CA5F-4F27-944A-6946B0D397D3}" type="presParOf" srcId="{02798E11-6CC8-409E-86BF-C43FABA15F73}" destId="{547DC234-AF13-4A59-9F5D-C3B3B061EF02}" srcOrd="1" destOrd="0" presId="urn:microsoft.com/office/officeart/2005/8/layout/orgChart1"/>
    <dgm:cxn modelId="{36C62E87-4656-4D02-AABD-A4B7021D0201}" type="presParOf" srcId="{02798E11-6CC8-409E-86BF-C43FABA15F73}" destId="{49D74BF9-A118-4E1D-A193-AA7C96A970FF}" srcOrd="2" destOrd="0" presId="urn:microsoft.com/office/officeart/2005/8/layout/orgChart1"/>
    <dgm:cxn modelId="{C1AF44A8-1573-44D9-BF66-7E06240FF75A}" type="presParOf" srcId="{E67E7CDF-7437-4332-85D0-ED36FE252D2C}" destId="{DD3AEDD9-35AA-4CC7-9C9C-CAFD640B8171}" srcOrd="4" destOrd="0" presId="urn:microsoft.com/office/officeart/2005/8/layout/orgChart1"/>
    <dgm:cxn modelId="{C95E69A8-A79C-4F3B-AC26-8C71603EECDE}" type="presParOf" srcId="{E67E7CDF-7437-4332-85D0-ED36FE252D2C}" destId="{E8E00CBC-C632-4CD9-9AA6-13D07A3D3965}" srcOrd="5" destOrd="0" presId="urn:microsoft.com/office/officeart/2005/8/layout/orgChart1"/>
    <dgm:cxn modelId="{FE076B1D-C6E5-41CE-BAB8-883B9548DCE4}" type="presParOf" srcId="{E8E00CBC-C632-4CD9-9AA6-13D07A3D3965}" destId="{B4F5499B-64DA-4D23-AEF9-C91DCB29DD1F}" srcOrd="0" destOrd="0" presId="urn:microsoft.com/office/officeart/2005/8/layout/orgChart1"/>
    <dgm:cxn modelId="{AB84ED54-A499-4CBB-88E4-1E79747A05CA}" type="presParOf" srcId="{B4F5499B-64DA-4D23-AEF9-C91DCB29DD1F}" destId="{B0BA5FF1-B9B6-4934-A332-261C83E48521}" srcOrd="0" destOrd="0" presId="urn:microsoft.com/office/officeart/2005/8/layout/orgChart1"/>
    <dgm:cxn modelId="{9927B41F-2C51-4BC2-823B-E756A68EB90A}" type="presParOf" srcId="{B4F5499B-64DA-4D23-AEF9-C91DCB29DD1F}" destId="{52E68F7D-2510-4C0F-96DD-3B39C3117FF9}" srcOrd="1" destOrd="0" presId="urn:microsoft.com/office/officeart/2005/8/layout/orgChart1"/>
    <dgm:cxn modelId="{A494224E-C723-4833-B9B7-6D100C10F3ED}" type="presParOf" srcId="{E8E00CBC-C632-4CD9-9AA6-13D07A3D3965}" destId="{99EB4B16-20E4-41B8-A7FA-B9E6F0123D5B}" srcOrd="1" destOrd="0" presId="urn:microsoft.com/office/officeart/2005/8/layout/orgChart1"/>
    <dgm:cxn modelId="{74885166-F1A8-454E-AB9C-B7B15A3BCF91}" type="presParOf" srcId="{E8E00CBC-C632-4CD9-9AA6-13D07A3D3965}" destId="{B97B86A3-75AE-4B89-9EA1-350B7EB866B1}" srcOrd="2" destOrd="0" presId="urn:microsoft.com/office/officeart/2005/8/layout/orgChart1"/>
    <dgm:cxn modelId="{2C792EDB-0A21-4FD5-A350-DCCBCBA583AA}" type="presParOf" srcId="{C557F1CB-3A0A-492C-887A-E0E225E7945D}" destId="{E51862F6-DBDF-44D9-8359-B042D37448A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7D9218-D1E8-4A4B-B95F-68C0B8FF52BC}" type="doc">
      <dgm:prSet loTypeId="urn:diagrams.loki3.com/Bracket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it-IT"/>
        </a:p>
      </dgm:t>
    </dgm:pt>
    <dgm:pt modelId="{7EB3EBB6-DE69-45A1-9545-8F30970764F4}">
      <dgm:prSet custT="1"/>
      <dgm:spPr/>
      <dgm:t>
        <a:bodyPr/>
        <a:lstStyle/>
        <a:p>
          <a:pPr rtl="0"/>
          <a:r>
            <a:rPr lang="en-US" sz="1400" b="1" i="0" u="none" dirty="0">
              <a:solidFill>
                <a:schemeClr val="tx1"/>
              </a:solidFill>
              <a:effectLst/>
            </a:rPr>
            <a:t>Changes in the flow of activities-10</a:t>
          </a:r>
          <a:endParaRPr lang="it-IT" sz="1400" b="1" i="0" u="none" dirty="0">
            <a:solidFill>
              <a:schemeClr val="tx1"/>
            </a:solidFill>
            <a:effectLst/>
          </a:endParaRPr>
        </a:p>
      </dgm:t>
    </dgm:pt>
    <dgm:pt modelId="{9A0C751C-833B-4390-926B-8F1F78644769}" type="parTrans" cxnId="{C343ED4A-AAF0-4948-84E4-50A2619FEEA2}">
      <dgm:prSet/>
      <dgm:spPr/>
      <dgm:t>
        <a:bodyPr/>
        <a:lstStyle/>
        <a:p>
          <a:endParaRPr lang="it-IT" b="0"/>
        </a:p>
      </dgm:t>
    </dgm:pt>
    <dgm:pt modelId="{CAAB935C-3770-46CF-B825-D6923EC8B1A2}" type="sibTrans" cxnId="{C343ED4A-AAF0-4948-84E4-50A2619FEEA2}">
      <dgm:prSet/>
      <dgm:spPr/>
      <dgm:t>
        <a:bodyPr/>
        <a:lstStyle/>
        <a:p>
          <a:endParaRPr lang="it-IT" b="0"/>
        </a:p>
      </dgm:t>
    </dgm:pt>
    <dgm:pt modelId="{0C6719E3-7E6B-4585-8879-644756941088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pPr rtl="0"/>
          <a:r>
            <a:rPr lang="en-US" b="0" i="0" u="none" dirty="0">
              <a:solidFill>
                <a:schemeClr val="tx1"/>
              </a:solidFill>
            </a:rPr>
            <a:t>The flow of activities changes . </a:t>
          </a:r>
          <a:endParaRPr lang="it-IT" b="0" i="0" u="none" dirty="0">
            <a:solidFill>
              <a:schemeClr val="tx1"/>
            </a:solidFill>
          </a:endParaRPr>
        </a:p>
      </dgm:t>
    </dgm:pt>
    <dgm:pt modelId="{4F7CF0A2-FAC7-4B15-B987-E1FB91769D61}" type="parTrans" cxnId="{204A2C02-32FC-43FE-A510-066EAB1238A8}">
      <dgm:prSet/>
      <dgm:spPr/>
      <dgm:t>
        <a:bodyPr/>
        <a:lstStyle/>
        <a:p>
          <a:endParaRPr lang="it-IT" b="0"/>
        </a:p>
      </dgm:t>
    </dgm:pt>
    <dgm:pt modelId="{6F0825F8-AD9F-49B7-A056-36DF0E8B5A4D}" type="sibTrans" cxnId="{204A2C02-32FC-43FE-A510-066EAB1238A8}">
      <dgm:prSet/>
      <dgm:spPr/>
      <dgm:t>
        <a:bodyPr/>
        <a:lstStyle/>
        <a:p>
          <a:endParaRPr lang="it-IT" b="0"/>
        </a:p>
      </dgm:t>
    </dgm:pt>
    <dgm:pt modelId="{4AA79FD6-32A1-4202-9969-CF40B3B1EC8E}">
      <dgm:prSet custT="1"/>
      <dgm:spPr/>
      <dgm:t>
        <a:bodyPr/>
        <a:lstStyle/>
        <a:p>
          <a:pPr rtl="0"/>
          <a:r>
            <a:rPr lang="en-US" sz="1400" b="1" i="0" u="none" dirty="0">
              <a:solidFill>
                <a:schemeClr val="tx1"/>
              </a:solidFill>
              <a:effectLst/>
            </a:rPr>
            <a:t>Changes in the organizational structure : 5</a:t>
          </a:r>
          <a:endParaRPr lang="it-IT" sz="1400" b="1" i="0" u="none" dirty="0">
            <a:solidFill>
              <a:schemeClr val="tx1"/>
            </a:solidFill>
            <a:effectLst/>
          </a:endParaRPr>
        </a:p>
      </dgm:t>
    </dgm:pt>
    <dgm:pt modelId="{E0A45AF6-D16D-4483-A576-4FBE18D5652B}" type="parTrans" cxnId="{B5A5C430-1406-4739-BFD0-B47238EEC02F}">
      <dgm:prSet/>
      <dgm:spPr/>
      <dgm:t>
        <a:bodyPr/>
        <a:lstStyle/>
        <a:p>
          <a:endParaRPr lang="it-IT" b="0"/>
        </a:p>
      </dgm:t>
    </dgm:pt>
    <dgm:pt modelId="{56F4FCEE-94B2-44DF-B3D3-B16D5B6EB43F}" type="sibTrans" cxnId="{B5A5C430-1406-4739-BFD0-B47238EEC02F}">
      <dgm:prSet/>
      <dgm:spPr/>
      <dgm:t>
        <a:bodyPr/>
        <a:lstStyle/>
        <a:p>
          <a:endParaRPr lang="it-IT" b="0"/>
        </a:p>
      </dgm:t>
    </dgm:pt>
    <dgm:pt modelId="{622DC5FD-37CD-4FA1-B721-D6BE5D5FFD2A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pPr rtl="0"/>
          <a:r>
            <a:rPr lang="en-US" b="0" i="0" u="none" dirty="0">
              <a:solidFill>
                <a:schemeClr val="tx1"/>
              </a:solidFill>
            </a:rPr>
            <a:t>The macrostructure does not change. However, changes are in of the roles of the actors involved in the process , who shall play different tasks</a:t>
          </a:r>
          <a:endParaRPr lang="it-IT" b="0" i="0" u="none" dirty="0">
            <a:solidFill>
              <a:schemeClr val="tx1"/>
            </a:solidFill>
          </a:endParaRPr>
        </a:p>
      </dgm:t>
    </dgm:pt>
    <dgm:pt modelId="{FFAA03DA-DC05-40D8-B4A3-F6BD5F82D6FB}" type="parTrans" cxnId="{B2EE4663-7EA0-465C-8633-9882268167BF}">
      <dgm:prSet/>
      <dgm:spPr/>
      <dgm:t>
        <a:bodyPr/>
        <a:lstStyle/>
        <a:p>
          <a:endParaRPr lang="it-IT" b="0"/>
        </a:p>
      </dgm:t>
    </dgm:pt>
    <dgm:pt modelId="{606B94EE-4790-4886-B9EF-DD4FFAEC133C}" type="sibTrans" cxnId="{B2EE4663-7EA0-465C-8633-9882268167BF}">
      <dgm:prSet/>
      <dgm:spPr/>
      <dgm:t>
        <a:bodyPr/>
        <a:lstStyle/>
        <a:p>
          <a:endParaRPr lang="it-IT" b="0"/>
        </a:p>
      </dgm:t>
    </dgm:pt>
    <dgm:pt modelId="{591DBFE0-164A-4D6A-A66E-30702088E33D}">
      <dgm:prSet custT="1"/>
      <dgm:spPr/>
      <dgm:t>
        <a:bodyPr/>
        <a:lstStyle/>
        <a:p>
          <a:pPr rtl="0"/>
          <a:r>
            <a:rPr lang="en-US" sz="1400" b="1" i="0" u="none" dirty="0">
              <a:solidFill>
                <a:schemeClr val="tx1"/>
              </a:solidFill>
              <a:effectLst/>
            </a:rPr>
            <a:t>Changes in procedures and methods of control :8</a:t>
          </a:r>
          <a:endParaRPr lang="it-IT" sz="1400" b="1" i="0" u="none" dirty="0">
            <a:solidFill>
              <a:schemeClr val="tx1"/>
            </a:solidFill>
            <a:effectLst/>
          </a:endParaRPr>
        </a:p>
      </dgm:t>
    </dgm:pt>
    <dgm:pt modelId="{A317A533-7F6B-4321-85C6-A045B0BE6B0D}" type="parTrans" cxnId="{94986946-012B-4471-B73C-21205C01B7BE}">
      <dgm:prSet/>
      <dgm:spPr/>
      <dgm:t>
        <a:bodyPr/>
        <a:lstStyle/>
        <a:p>
          <a:endParaRPr lang="it-IT" b="0"/>
        </a:p>
      </dgm:t>
    </dgm:pt>
    <dgm:pt modelId="{AB47C96A-D4CF-4897-B8AD-86249DDE418E}" type="sibTrans" cxnId="{94986946-012B-4471-B73C-21205C01B7BE}">
      <dgm:prSet/>
      <dgm:spPr/>
      <dgm:t>
        <a:bodyPr/>
        <a:lstStyle/>
        <a:p>
          <a:endParaRPr lang="it-IT" b="0"/>
        </a:p>
      </dgm:t>
    </dgm:pt>
    <dgm:pt modelId="{11E373BB-111E-4E86-90B9-1AAA28A30669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pPr rtl="0"/>
          <a:r>
            <a:rPr lang="en-US" b="0" i="0" u="none" dirty="0">
              <a:solidFill>
                <a:schemeClr val="tx1"/>
              </a:solidFill>
            </a:rPr>
            <a:t>For the patient the procedure is flexible. A tracking system of the process and a dashboard are introduced which will control the QoS.</a:t>
          </a:r>
          <a:endParaRPr lang="it-IT" b="0" i="0" u="none" dirty="0">
            <a:solidFill>
              <a:schemeClr val="tx1"/>
            </a:solidFill>
          </a:endParaRPr>
        </a:p>
      </dgm:t>
    </dgm:pt>
    <dgm:pt modelId="{9335862D-4969-4EF1-A34D-78C8CD549011}" type="parTrans" cxnId="{E2F54A88-9C7D-4E75-A6EE-A74D6DFF30CC}">
      <dgm:prSet/>
      <dgm:spPr/>
      <dgm:t>
        <a:bodyPr/>
        <a:lstStyle/>
        <a:p>
          <a:endParaRPr lang="it-IT" b="0"/>
        </a:p>
      </dgm:t>
    </dgm:pt>
    <dgm:pt modelId="{C59F6923-1BBD-42CD-8BE6-BC04451F380A}" type="sibTrans" cxnId="{E2F54A88-9C7D-4E75-A6EE-A74D6DFF30CC}">
      <dgm:prSet/>
      <dgm:spPr/>
      <dgm:t>
        <a:bodyPr/>
        <a:lstStyle/>
        <a:p>
          <a:endParaRPr lang="it-IT" b="0"/>
        </a:p>
      </dgm:t>
    </dgm:pt>
    <dgm:pt modelId="{5EDCAB5B-5142-4654-AB5D-3A11A296A19A}">
      <dgm:prSet custT="1"/>
      <dgm:spPr/>
      <dgm:t>
        <a:bodyPr/>
        <a:lstStyle/>
        <a:p>
          <a:pPr rtl="0"/>
          <a:r>
            <a:rPr lang="en-US" sz="1400" b="1" i="0" u="none" dirty="0">
              <a:solidFill>
                <a:schemeClr val="tx1"/>
              </a:solidFill>
              <a:effectLst/>
            </a:rPr>
            <a:t>Change in IT support</a:t>
          </a:r>
          <a:r>
            <a:rPr lang="it-IT" sz="1400" b="1" i="0" u="none" dirty="0">
              <a:solidFill>
                <a:schemeClr val="tx1"/>
              </a:solidFill>
              <a:effectLst/>
            </a:rPr>
            <a:t>: 10</a:t>
          </a:r>
        </a:p>
      </dgm:t>
    </dgm:pt>
    <dgm:pt modelId="{4567D2B6-10BA-49FD-9DA9-D9315649E3DA}" type="parTrans" cxnId="{D0CCDD2F-4AE5-417A-BBB4-75D2646E8448}">
      <dgm:prSet/>
      <dgm:spPr/>
      <dgm:t>
        <a:bodyPr/>
        <a:lstStyle/>
        <a:p>
          <a:endParaRPr lang="it-IT" b="0"/>
        </a:p>
      </dgm:t>
    </dgm:pt>
    <dgm:pt modelId="{1317F619-5E16-417B-B101-67B94DEB43CE}" type="sibTrans" cxnId="{D0CCDD2F-4AE5-417A-BBB4-75D2646E8448}">
      <dgm:prSet/>
      <dgm:spPr/>
      <dgm:t>
        <a:bodyPr/>
        <a:lstStyle/>
        <a:p>
          <a:endParaRPr lang="it-IT" b="0"/>
        </a:p>
      </dgm:t>
    </dgm:pt>
    <dgm:pt modelId="{A82AA998-70E6-45AD-B906-4AB1B78DD800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pPr rtl="0"/>
          <a:r>
            <a:rPr lang="en-US" b="0" i="0" u="none" dirty="0">
              <a:solidFill>
                <a:schemeClr val="tx1"/>
              </a:solidFill>
            </a:rPr>
            <a:t>The system introduces Smart Phones as a key element of the architecture – it moves  to “Future Internet” context. </a:t>
          </a:r>
          <a:endParaRPr lang="it-IT" b="0" i="0" u="none" dirty="0">
            <a:solidFill>
              <a:schemeClr val="tx1"/>
            </a:solidFill>
          </a:endParaRPr>
        </a:p>
      </dgm:t>
    </dgm:pt>
    <dgm:pt modelId="{0F723F37-0958-4C3D-A3B1-A00F47DFA6F6}" type="parTrans" cxnId="{7A2630BB-196B-4990-958F-E342A4BAFBAA}">
      <dgm:prSet/>
      <dgm:spPr/>
      <dgm:t>
        <a:bodyPr/>
        <a:lstStyle/>
        <a:p>
          <a:endParaRPr lang="it-IT" b="0"/>
        </a:p>
      </dgm:t>
    </dgm:pt>
    <dgm:pt modelId="{B2FE94F3-D223-4973-B765-3E1CD4ED11EA}" type="sibTrans" cxnId="{7A2630BB-196B-4990-958F-E342A4BAFBAA}">
      <dgm:prSet/>
      <dgm:spPr/>
      <dgm:t>
        <a:bodyPr/>
        <a:lstStyle/>
        <a:p>
          <a:endParaRPr lang="it-IT" b="0"/>
        </a:p>
      </dgm:t>
    </dgm:pt>
    <dgm:pt modelId="{121CDBE4-9B23-41DC-A6BC-306213C4D3D9}">
      <dgm:prSet custT="1"/>
      <dgm:spPr/>
      <dgm:t>
        <a:bodyPr/>
        <a:lstStyle/>
        <a:p>
          <a:pPr rtl="0"/>
          <a:r>
            <a:rPr lang="en-US" sz="1400" b="1" i="0" u="none" dirty="0">
              <a:solidFill>
                <a:schemeClr val="tx1"/>
              </a:solidFill>
              <a:effectLst/>
            </a:rPr>
            <a:t>Changes in skills / expertise : 8</a:t>
          </a:r>
          <a:endParaRPr lang="it-IT" sz="1400" b="1" i="0" u="none" dirty="0">
            <a:solidFill>
              <a:schemeClr val="tx1"/>
            </a:solidFill>
            <a:effectLst/>
          </a:endParaRPr>
        </a:p>
      </dgm:t>
    </dgm:pt>
    <dgm:pt modelId="{9229328B-5A95-40AE-8930-0A79B2859EB7}" type="parTrans" cxnId="{68703E2D-96C3-4827-9CA7-D9357B2F15B2}">
      <dgm:prSet/>
      <dgm:spPr/>
      <dgm:t>
        <a:bodyPr/>
        <a:lstStyle/>
        <a:p>
          <a:endParaRPr lang="it-IT" b="0"/>
        </a:p>
      </dgm:t>
    </dgm:pt>
    <dgm:pt modelId="{9AB847FB-C5DA-42AE-809F-7C9076B53FC6}" type="sibTrans" cxnId="{68703E2D-96C3-4827-9CA7-D9357B2F15B2}">
      <dgm:prSet/>
      <dgm:spPr/>
      <dgm:t>
        <a:bodyPr/>
        <a:lstStyle/>
        <a:p>
          <a:endParaRPr lang="it-IT" b="0"/>
        </a:p>
      </dgm:t>
    </dgm:pt>
    <dgm:pt modelId="{C71BAAAE-0EA9-4D2F-B9E2-2EFECC8BB631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pPr algn="l" rtl="0"/>
          <a:endParaRPr lang="it-IT" b="0" i="0" u="none" dirty="0">
            <a:solidFill>
              <a:schemeClr val="tx1"/>
            </a:solidFill>
          </a:endParaRPr>
        </a:p>
      </dgm:t>
    </dgm:pt>
    <dgm:pt modelId="{958A5A5B-86F5-4E28-A007-96E5F3FE149B}" type="parTrans" cxnId="{003548B0-990B-4A71-AA30-C494DC71C9F0}">
      <dgm:prSet/>
      <dgm:spPr/>
      <dgm:t>
        <a:bodyPr/>
        <a:lstStyle/>
        <a:p>
          <a:endParaRPr lang="it-IT" b="0"/>
        </a:p>
      </dgm:t>
    </dgm:pt>
    <dgm:pt modelId="{8320C768-B64B-4902-B5BB-B51E451B22CF}" type="sibTrans" cxnId="{003548B0-990B-4A71-AA30-C494DC71C9F0}">
      <dgm:prSet/>
      <dgm:spPr/>
      <dgm:t>
        <a:bodyPr/>
        <a:lstStyle/>
        <a:p>
          <a:endParaRPr lang="it-IT" b="0"/>
        </a:p>
      </dgm:t>
    </dgm:pt>
    <dgm:pt modelId="{407D7CEA-2FFD-4C6D-8CAC-DA3477528858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pPr algn="l" rtl="0"/>
          <a:r>
            <a:rPr lang="en-US" b="0" dirty="0">
              <a:solidFill>
                <a:schemeClr val="tx1"/>
              </a:solidFill>
            </a:rPr>
            <a:t>IT knowledge: required basic IT proficiency</a:t>
          </a:r>
          <a:endParaRPr lang="it-IT" b="0" i="0" u="none" dirty="0">
            <a:solidFill>
              <a:schemeClr val="tx1"/>
            </a:solidFill>
          </a:endParaRPr>
        </a:p>
      </dgm:t>
    </dgm:pt>
    <dgm:pt modelId="{4FC8FE56-5589-457B-9F93-63940974A339}" type="parTrans" cxnId="{E7DF8706-4A3A-4347-89E0-43B21FE1CC9C}">
      <dgm:prSet/>
      <dgm:spPr/>
      <dgm:t>
        <a:bodyPr/>
        <a:lstStyle/>
        <a:p>
          <a:endParaRPr lang="en-US"/>
        </a:p>
      </dgm:t>
    </dgm:pt>
    <dgm:pt modelId="{79D8BCA2-3C96-48B6-A675-A0353DB30323}" type="sibTrans" cxnId="{E7DF8706-4A3A-4347-89E0-43B21FE1CC9C}">
      <dgm:prSet/>
      <dgm:spPr/>
      <dgm:t>
        <a:bodyPr/>
        <a:lstStyle/>
        <a:p>
          <a:endParaRPr lang="en-US"/>
        </a:p>
      </dgm:t>
    </dgm:pt>
    <dgm:pt modelId="{FA39F136-C792-4C37-B5D8-AEA1F226A548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pPr rtl="0"/>
          <a:endParaRPr lang="it-IT" b="0" i="0" u="none" dirty="0">
            <a:solidFill>
              <a:schemeClr val="tx1"/>
            </a:solidFill>
          </a:endParaRPr>
        </a:p>
      </dgm:t>
    </dgm:pt>
    <dgm:pt modelId="{9F3D6C31-39E9-4A7B-9AF0-DAA6254FC7D6}" type="parTrans" cxnId="{423B10D2-97DE-4967-BA4A-9B9D4A2A7A80}">
      <dgm:prSet/>
      <dgm:spPr/>
      <dgm:t>
        <a:bodyPr/>
        <a:lstStyle/>
        <a:p>
          <a:endParaRPr lang="it-IT"/>
        </a:p>
      </dgm:t>
    </dgm:pt>
    <dgm:pt modelId="{8132DD7F-D5EB-407E-8288-3D0C20FD7002}" type="sibTrans" cxnId="{423B10D2-97DE-4967-BA4A-9B9D4A2A7A80}">
      <dgm:prSet/>
      <dgm:spPr/>
      <dgm:t>
        <a:bodyPr/>
        <a:lstStyle/>
        <a:p>
          <a:endParaRPr lang="it-IT"/>
        </a:p>
      </dgm:t>
    </dgm:pt>
    <dgm:pt modelId="{33ACB04D-687F-40B2-9F2D-BE5946DBC988}" type="pres">
      <dgm:prSet presAssocID="{D87D9218-D1E8-4A4B-B95F-68C0B8FF52BC}" presName="Name0" presStyleCnt="0">
        <dgm:presLayoutVars>
          <dgm:dir/>
          <dgm:animLvl val="lvl"/>
          <dgm:resizeHandles val="exact"/>
        </dgm:presLayoutVars>
      </dgm:prSet>
      <dgm:spPr/>
    </dgm:pt>
    <dgm:pt modelId="{FDEEDA22-707F-4C75-AABB-81ACABAFD341}" type="pres">
      <dgm:prSet presAssocID="{7EB3EBB6-DE69-45A1-9545-8F30970764F4}" presName="linNode" presStyleCnt="0"/>
      <dgm:spPr/>
    </dgm:pt>
    <dgm:pt modelId="{E3EA665B-E4D1-490E-8D52-1CFE60EB4671}" type="pres">
      <dgm:prSet presAssocID="{7EB3EBB6-DE69-45A1-9545-8F30970764F4}" presName="parTx" presStyleLbl="revTx" presStyleIdx="0" presStyleCnt="5">
        <dgm:presLayoutVars>
          <dgm:chMax val="1"/>
          <dgm:bulletEnabled val="1"/>
        </dgm:presLayoutVars>
      </dgm:prSet>
      <dgm:spPr/>
    </dgm:pt>
    <dgm:pt modelId="{C041637D-65BB-4D8D-87BB-A8E214E80219}" type="pres">
      <dgm:prSet presAssocID="{7EB3EBB6-DE69-45A1-9545-8F30970764F4}" presName="bracket" presStyleLbl="parChTrans1D1" presStyleIdx="0" presStyleCnt="5"/>
      <dgm:spPr/>
    </dgm:pt>
    <dgm:pt modelId="{E46A749C-DB78-4182-B632-BE00C287197B}" type="pres">
      <dgm:prSet presAssocID="{7EB3EBB6-DE69-45A1-9545-8F30970764F4}" presName="spH" presStyleCnt="0"/>
      <dgm:spPr/>
    </dgm:pt>
    <dgm:pt modelId="{AEB4C3C5-EA0A-4040-B32C-AA3B0235775F}" type="pres">
      <dgm:prSet presAssocID="{7EB3EBB6-DE69-45A1-9545-8F30970764F4}" presName="desTx" presStyleLbl="node1" presStyleIdx="0" presStyleCnt="5">
        <dgm:presLayoutVars>
          <dgm:bulletEnabled val="1"/>
        </dgm:presLayoutVars>
      </dgm:prSet>
      <dgm:spPr/>
    </dgm:pt>
    <dgm:pt modelId="{906BF9AD-08F2-4F6C-8551-EBCF1880D8D5}" type="pres">
      <dgm:prSet presAssocID="{CAAB935C-3770-46CF-B825-D6923EC8B1A2}" presName="spV" presStyleCnt="0"/>
      <dgm:spPr/>
    </dgm:pt>
    <dgm:pt modelId="{B12D201E-E4AD-4F6C-8EA8-755E18798444}" type="pres">
      <dgm:prSet presAssocID="{4AA79FD6-32A1-4202-9969-CF40B3B1EC8E}" presName="linNode" presStyleCnt="0"/>
      <dgm:spPr/>
    </dgm:pt>
    <dgm:pt modelId="{3AB3981F-FBDE-4295-937D-3939D23A9D7F}" type="pres">
      <dgm:prSet presAssocID="{4AA79FD6-32A1-4202-9969-CF40B3B1EC8E}" presName="parTx" presStyleLbl="revTx" presStyleIdx="1" presStyleCnt="5">
        <dgm:presLayoutVars>
          <dgm:chMax val="1"/>
          <dgm:bulletEnabled val="1"/>
        </dgm:presLayoutVars>
      </dgm:prSet>
      <dgm:spPr/>
    </dgm:pt>
    <dgm:pt modelId="{7146F853-3F44-4FD0-BEA2-8AC506342389}" type="pres">
      <dgm:prSet presAssocID="{4AA79FD6-32A1-4202-9969-CF40B3B1EC8E}" presName="bracket" presStyleLbl="parChTrans1D1" presStyleIdx="1" presStyleCnt="5"/>
      <dgm:spPr/>
    </dgm:pt>
    <dgm:pt modelId="{F5A5B946-B876-47AC-A6FD-6BA63281468C}" type="pres">
      <dgm:prSet presAssocID="{4AA79FD6-32A1-4202-9969-CF40B3B1EC8E}" presName="spH" presStyleCnt="0"/>
      <dgm:spPr/>
    </dgm:pt>
    <dgm:pt modelId="{28FBBC33-FC52-4022-8E9E-95212EF26E07}" type="pres">
      <dgm:prSet presAssocID="{4AA79FD6-32A1-4202-9969-CF40B3B1EC8E}" presName="desTx" presStyleLbl="node1" presStyleIdx="1" presStyleCnt="5">
        <dgm:presLayoutVars>
          <dgm:bulletEnabled val="1"/>
        </dgm:presLayoutVars>
      </dgm:prSet>
      <dgm:spPr/>
    </dgm:pt>
    <dgm:pt modelId="{28DD6165-945B-4E64-B0A7-0EF88FB9BE17}" type="pres">
      <dgm:prSet presAssocID="{56F4FCEE-94B2-44DF-B3D3-B16D5B6EB43F}" presName="spV" presStyleCnt="0"/>
      <dgm:spPr/>
    </dgm:pt>
    <dgm:pt modelId="{81ED2657-929C-4246-975F-E5509F090592}" type="pres">
      <dgm:prSet presAssocID="{121CDBE4-9B23-41DC-A6BC-306213C4D3D9}" presName="linNode" presStyleCnt="0"/>
      <dgm:spPr/>
    </dgm:pt>
    <dgm:pt modelId="{ACEB3B3C-5EF8-46B6-89BF-99B6711C7741}" type="pres">
      <dgm:prSet presAssocID="{121CDBE4-9B23-41DC-A6BC-306213C4D3D9}" presName="parTx" presStyleLbl="revTx" presStyleIdx="2" presStyleCnt="5">
        <dgm:presLayoutVars>
          <dgm:chMax val="1"/>
          <dgm:bulletEnabled val="1"/>
        </dgm:presLayoutVars>
      </dgm:prSet>
      <dgm:spPr/>
    </dgm:pt>
    <dgm:pt modelId="{3329D3E3-4523-41D0-A0F0-B72C410FFA70}" type="pres">
      <dgm:prSet presAssocID="{121CDBE4-9B23-41DC-A6BC-306213C4D3D9}" presName="bracket" presStyleLbl="parChTrans1D1" presStyleIdx="2" presStyleCnt="5"/>
      <dgm:spPr/>
    </dgm:pt>
    <dgm:pt modelId="{A74D0C24-6FB1-4238-828E-B0A1AD348A79}" type="pres">
      <dgm:prSet presAssocID="{121CDBE4-9B23-41DC-A6BC-306213C4D3D9}" presName="spH" presStyleCnt="0"/>
      <dgm:spPr/>
    </dgm:pt>
    <dgm:pt modelId="{438DE04D-3252-4B33-9C87-ECD2299B2DC3}" type="pres">
      <dgm:prSet presAssocID="{121CDBE4-9B23-41DC-A6BC-306213C4D3D9}" presName="desTx" presStyleLbl="node1" presStyleIdx="2" presStyleCnt="5">
        <dgm:presLayoutVars>
          <dgm:bulletEnabled val="1"/>
        </dgm:presLayoutVars>
      </dgm:prSet>
      <dgm:spPr/>
    </dgm:pt>
    <dgm:pt modelId="{3D6F420A-BD69-4E42-98C7-83722D639E5A}" type="pres">
      <dgm:prSet presAssocID="{9AB847FB-C5DA-42AE-809F-7C9076B53FC6}" presName="spV" presStyleCnt="0"/>
      <dgm:spPr/>
    </dgm:pt>
    <dgm:pt modelId="{2D1BAF80-3F7D-4006-BCF2-8BA14D9564D1}" type="pres">
      <dgm:prSet presAssocID="{591DBFE0-164A-4D6A-A66E-30702088E33D}" presName="linNode" presStyleCnt="0"/>
      <dgm:spPr/>
    </dgm:pt>
    <dgm:pt modelId="{1E253308-6D44-4C7B-AEE8-9D53C846F748}" type="pres">
      <dgm:prSet presAssocID="{591DBFE0-164A-4D6A-A66E-30702088E33D}" presName="parTx" presStyleLbl="revTx" presStyleIdx="3" presStyleCnt="5">
        <dgm:presLayoutVars>
          <dgm:chMax val="1"/>
          <dgm:bulletEnabled val="1"/>
        </dgm:presLayoutVars>
      </dgm:prSet>
      <dgm:spPr/>
    </dgm:pt>
    <dgm:pt modelId="{1FC06E23-B326-488D-877F-77CAA450AC11}" type="pres">
      <dgm:prSet presAssocID="{591DBFE0-164A-4D6A-A66E-30702088E33D}" presName="bracket" presStyleLbl="parChTrans1D1" presStyleIdx="3" presStyleCnt="5"/>
      <dgm:spPr/>
    </dgm:pt>
    <dgm:pt modelId="{F6B4328F-AD1C-4DFD-911A-9EEB6D277803}" type="pres">
      <dgm:prSet presAssocID="{591DBFE0-164A-4D6A-A66E-30702088E33D}" presName="spH" presStyleCnt="0"/>
      <dgm:spPr/>
    </dgm:pt>
    <dgm:pt modelId="{5CB14169-2D45-4CEE-949A-57FBBB2EA5BE}" type="pres">
      <dgm:prSet presAssocID="{591DBFE0-164A-4D6A-A66E-30702088E33D}" presName="desTx" presStyleLbl="node1" presStyleIdx="3" presStyleCnt="5">
        <dgm:presLayoutVars>
          <dgm:bulletEnabled val="1"/>
        </dgm:presLayoutVars>
      </dgm:prSet>
      <dgm:spPr/>
    </dgm:pt>
    <dgm:pt modelId="{88DD8CFF-90A2-4246-82F5-1543CD019067}" type="pres">
      <dgm:prSet presAssocID="{AB47C96A-D4CF-4897-B8AD-86249DDE418E}" presName="spV" presStyleCnt="0"/>
      <dgm:spPr/>
    </dgm:pt>
    <dgm:pt modelId="{AB323624-199D-479B-B172-2032678A96F6}" type="pres">
      <dgm:prSet presAssocID="{5EDCAB5B-5142-4654-AB5D-3A11A296A19A}" presName="linNode" presStyleCnt="0"/>
      <dgm:spPr/>
    </dgm:pt>
    <dgm:pt modelId="{98A5675D-34FA-469F-9C91-3EE961D41F07}" type="pres">
      <dgm:prSet presAssocID="{5EDCAB5B-5142-4654-AB5D-3A11A296A19A}" presName="parTx" presStyleLbl="revTx" presStyleIdx="4" presStyleCnt="5">
        <dgm:presLayoutVars>
          <dgm:chMax val="1"/>
          <dgm:bulletEnabled val="1"/>
        </dgm:presLayoutVars>
      </dgm:prSet>
      <dgm:spPr/>
    </dgm:pt>
    <dgm:pt modelId="{52DA3125-49E7-48F0-A123-CB698EB58E8D}" type="pres">
      <dgm:prSet presAssocID="{5EDCAB5B-5142-4654-AB5D-3A11A296A19A}" presName="bracket" presStyleLbl="parChTrans1D1" presStyleIdx="4" presStyleCnt="5"/>
      <dgm:spPr/>
    </dgm:pt>
    <dgm:pt modelId="{90390490-7247-4D60-872C-C0AF13D19DC4}" type="pres">
      <dgm:prSet presAssocID="{5EDCAB5B-5142-4654-AB5D-3A11A296A19A}" presName="spH" presStyleCnt="0"/>
      <dgm:spPr/>
    </dgm:pt>
    <dgm:pt modelId="{94DB3D18-7752-44F8-AE7A-FDD62E968F7B}" type="pres">
      <dgm:prSet presAssocID="{5EDCAB5B-5142-4654-AB5D-3A11A296A19A}" presName="desTx" presStyleLbl="node1" presStyleIdx="4" presStyleCnt="5">
        <dgm:presLayoutVars>
          <dgm:bulletEnabled val="1"/>
        </dgm:presLayoutVars>
      </dgm:prSet>
      <dgm:spPr/>
    </dgm:pt>
  </dgm:ptLst>
  <dgm:cxnLst>
    <dgm:cxn modelId="{204A2C02-32FC-43FE-A510-066EAB1238A8}" srcId="{7EB3EBB6-DE69-45A1-9545-8F30970764F4}" destId="{0C6719E3-7E6B-4585-8879-644756941088}" srcOrd="0" destOrd="0" parTransId="{4F7CF0A2-FAC7-4B15-B987-E1FB91769D61}" sibTransId="{6F0825F8-AD9F-49B7-A056-36DF0E8B5A4D}"/>
    <dgm:cxn modelId="{E7DF8706-4A3A-4347-89E0-43B21FE1CC9C}" srcId="{121CDBE4-9B23-41DC-A6BC-306213C4D3D9}" destId="{407D7CEA-2FFD-4C6D-8CAC-DA3477528858}" srcOrd="1" destOrd="0" parTransId="{4FC8FE56-5589-457B-9F93-63940974A339}" sibTransId="{79D8BCA2-3C96-48B6-A675-A0353DB30323}"/>
    <dgm:cxn modelId="{DEA20826-E255-40BB-9B2B-80CEDDE62A56}" type="presOf" srcId="{121CDBE4-9B23-41DC-A6BC-306213C4D3D9}" destId="{ACEB3B3C-5EF8-46B6-89BF-99B6711C7741}" srcOrd="0" destOrd="0" presId="urn:diagrams.loki3.com/BracketList"/>
    <dgm:cxn modelId="{68703E2D-96C3-4827-9CA7-D9357B2F15B2}" srcId="{D87D9218-D1E8-4A4B-B95F-68C0B8FF52BC}" destId="{121CDBE4-9B23-41DC-A6BC-306213C4D3D9}" srcOrd="2" destOrd="0" parTransId="{9229328B-5A95-40AE-8930-0A79B2859EB7}" sibTransId="{9AB847FB-C5DA-42AE-809F-7C9076B53FC6}"/>
    <dgm:cxn modelId="{D0CCDD2F-4AE5-417A-BBB4-75D2646E8448}" srcId="{D87D9218-D1E8-4A4B-B95F-68C0B8FF52BC}" destId="{5EDCAB5B-5142-4654-AB5D-3A11A296A19A}" srcOrd="4" destOrd="0" parTransId="{4567D2B6-10BA-49FD-9DA9-D9315649E3DA}" sibTransId="{1317F619-5E16-417B-B101-67B94DEB43CE}"/>
    <dgm:cxn modelId="{B5A5C430-1406-4739-BFD0-B47238EEC02F}" srcId="{D87D9218-D1E8-4A4B-B95F-68C0B8FF52BC}" destId="{4AA79FD6-32A1-4202-9969-CF40B3B1EC8E}" srcOrd="1" destOrd="0" parTransId="{E0A45AF6-D16D-4483-A576-4FBE18D5652B}" sibTransId="{56F4FCEE-94B2-44DF-B3D3-B16D5B6EB43F}"/>
    <dgm:cxn modelId="{C46CF431-AF06-4E82-B303-2B7E221487AE}" type="presOf" srcId="{7EB3EBB6-DE69-45A1-9545-8F30970764F4}" destId="{E3EA665B-E4D1-490E-8D52-1CFE60EB4671}" srcOrd="0" destOrd="0" presId="urn:diagrams.loki3.com/BracketList"/>
    <dgm:cxn modelId="{08DA5D38-552F-495B-B432-A3D282BA1DDD}" type="presOf" srcId="{0C6719E3-7E6B-4585-8879-644756941088}" destId="{AEB4C3C5-EA0A-4040-B32C-AA3B0235775F}" srcOrd="0" destOrd="0" presId="urn:diagrams.loki3.com/BracketList"/>
    <dgm:cxn modelId="{B2EE4663-7EA0-465C-8633-9882268167BF}" srcId="{4AA79FD6-32A1-4202-9969-CF40B3B1EC8E}" destId="{622DC5FD-37CD-4FA1-B721-D6BE5D5FFD2A}" srcOrd="0" destOrd="0" parTransId="{FFAA03DA-DC05-40D8-B4A3-F6BD5F82D6FB}" sibTransId="{606B94EE-4790-4886-B9EF-DD4FFAEC133C}"/>
    <dgm:cxn modelId="{94986946-012B-4471-B73C-21205C01B7BE}" srcId="{D87D9218-D1E8-4A4B-B95F-68C0B8FF52BC}" destId="{591DBFE0-164A-4D6A-A66E-30702088E33D}" srcOrd="3" destOrd="0" parTransId="{A317A533-7F6B-4321-85C6-A045B0BE6B0D}" sibTransId="{AB47C96A-D4CF-4897-B8AD-86249DDE418E}"/>
    <dgm:cxn modelId="{C343ED4A-AAF0-4948-84E4-50A2619FEEA2}" srcId="{D87D9218-D1E8-4A4B-B95F-68C0B8FF52BC}" destId="{7EB3EBB6-DE69-45A1-9545-8F30970764F4}" srcOrd="0" destOrd="0" parTransId="{9A0C751C-833B-4390-926B-8F1F78644769}" sibTransId="{CAAB935C-3770-46CF-B825-D6923EC8B1A2}"/>
    <dgm:cxn modelId="{5B29576C-A76F-4A33-9035-DCB58FD88BC2}" type="presOf" srcId="{C71BAAAE-0EA9-4D2F-B9E2-2EFECC8BB631}" destId="{438DE04D-3252-4B33-9C87-ECD2299B2DC3}" srcOrd="0" destOrd="0" presId="urn:diagrams.loki3.com/BracketList"/>
    <dgm:cxn modelId="{8BD98C6D-B335-4FA3-A106-BA862530AA33}" type="presOf" srcId="{622DC5FD-37CD-4FA1-B721-D6BE5D5FFD2A}" destId="{28FBBC33-FC52-4022-8E9E-95212EF26E07}" srcOrd="0" destOrd="0" presId="urn:diagrams.loki3.com/BracketList"/>
    <dgm:cxn modelId="{4364B284-18E1-4D7B-A121-DE71A04B89CA}" type="presOf" srcId="{FA39F136-C792-4C37-B5D8-AEA1F226A548}" destId="{AEB4C3C5-EA0A-4040-B32C-AA3B0235775F}" srcOrd="0" destOrd="1" presId="urn:diagrams.loki3.com/BracketList"/>
    <dgm:cxn modelId="{E2F54A88-9C7D-4E75-A6EE-A74D6DFF30CC}" srcId="{591DBFE0-164A-4D6A-A66E-30702088E33D}" destId="{11E373BB-111E-4E86-90B9-1AAA28A30669}" srcOrd="0" destOrd="0" parTransId="{9335862D-4969-4EF1-A34D-78C8CD549011}" sibTransId="{C59F6923-1BBD-42CD-8BE6-BC04451F380A}"/>
    <dgm:cxn modelId="{4CB6749B-C801-47EC-96C5-33C95CD5532D}" type="presOf" srcId="{5EDCAB5B-5142-4654-AB5D-3A11A296A19A}" destId="{98A5675D-34FA-469F-9C91-3EE961D41F07}" srcOrd="0" destOrd="0" presId="urn:diagrams.loki3.com/BracketList"/>
    <dgm:cxn modelId="{003548B0-990B-4A71-AA30-C494DC71C9F0}" srcId="{121CDBE4-9B23-41DC-A6BC-306213C4D3D9}" destId="{C71BAAAE-0EA9-4D2F-B9E2-2EFECC8BB631}" srcOrd="0" destOrd="0" parTransId="{958A5A5B-86F5-4E28-A007-96E5F3FE149B}" sibTransId="{8320C768-B64B-4902-B5BB-B51E451B22CF}"/>
    <dgm:cxn modelId="{7A2630BB-196B-4990-958F-E342A4BAFBAA}" srcId="{5EDCAB5B-5142-4654-AB5D-3A11A296A19A}" destId="{A82AA998-70E6-45AD-B906-4AB1B78DD800}" srcOrd="0" destOrd="0" parTransId="{0F723F37-0958-4C3D-A3B1-A00F47DFA6F6}" sibTransId="{B2FE94F3-D223-4973-B765-3E1CD4ED11EA}"/>
    <dgm:cxn modelId="{88355BBE-4899-4032-A027-11E69862BCE5}" type="presOf" srcId="{D87D9218-D1E8-4A4B-B95F-68C0B8FF52BC}" destId="{33ACB04D-687F-40B2-9F2D-BE5946DBC988}" srcOrd="0" destOrd="0" presId="urn:diagrams.loki3.com/BracketList"/>
    <dgm:cxn modelId="{33FAA0BF-ABCE-48D6-B958-3BD65F940961}" type="presOf" srcId="{4AA79FD6-32A1-4202-9969-CF40B3B1EC8E}" destId="{3AB3981F-FBDE-4295-937D-3939D23A9D7F}" srcOrd="0" destOrd="0" presId="urn:diagrams.loki3.com/BracketList"/>
    <dgm:cxn modelId="{2A9718C4-41A5-46A8-89F1-C5DF8A45C0B6}" type="presOf" srcId="{A82AA998-70E6-45AD-B906-4AB1B78DD800}" destId="{94DB3D18-7752-44F8-AE7A-FDD62E968F7B}" srcOrd="0" destOrd="0" presId="urn:diagrams.loki3.com/BracketList"/>
    <dgm:cxn modelId="{423B10D2-97DE-4967-BA4A-9B9D4A2A7A80}" srcId="{7EB3EBB6-DE69-45A1-9545-8F30970764F4}" destId="{FA39F136-C792-4C37-B5D8-AEA1F226A548}" srcOrd="1" destOrd="0" parTransId="{9F3D6C31-39E9-4A7B-9AF0-DAA6254FC7D6}" sibTransId="{8132DD7F-D5EB-407E-8288-3D0C20FD7002}"/>
    <dgm:cxn modelId="{64EFA2EA-9D9E-4290-92F8-B522FEFE6398}" type="presOf" srcId="{407D7CEA-2FFD-4C6D-8CAC-DA3477528858}" destId="{438DE04D-3252-4B33-9C87-ECD2299B2DC3}" srcOrd="0" destOrd="1" presId="urn:diagrams.loki3.com/BracketList"/>
    <dgm:cxn modelId="{600933F1-D827-4962-ADF4-650E4D0049D4}" type="presOf" srcId="{11E373BB-111E-4E86-90B9-1AAA28A30669}" destId="{5CB14169-2D45-4CEE-949A-57FBBB2EA5BE}" srcOrd="0" destOrd="0" presId="urn:diagrams.loki3.com/BracketList"/>
    <dgm:cxn modelId="{BA7B4AF2-67D9-41CA-9E3A-1377946E5F91}" type="presOf" srcId="{591DBFE0-164A-4D6A-A66E-30702088E33D}" destId="{1E253308-6D44-4C7B-AEE8-9D53C846F748}" srcOrd="0" destOrd="0" presId="urn:diagrams.loki3.com/BracketList"/>
    <dgm:cxn modelId="{78CE4E37-913D-44D1-B011-50F8CF1D65AA}" type="presParOf" srcId="{33ACB04D-687F-40B2-9F2D-BE5946DBC988}" destId="{FDEEDA22-707F-4C75-AABB-81ACABAFD341}" srcOrd="0" destOrd="0" presId="urn:diagrams.loki3.com/BracketList"/>
    <dgm:cxn modelId="{77FD2336-FF59-4502-B3A7-2FAA78E02FC3}" type="presParOf" srcId="{FDEEDA22-707F-4C75-AABB-81ACABAFD341}" destId="{E3EA665B-E4D1-490E-8D52-1CFE60EB4671}" srcOrd="0" destOrd="0" presId="urn:diagrams.loki3.com/BracketList"/>
    <dgm:cxn modelId="{30B1C3AC-8F1B-4866-98DE-5683FFAA6DD7}" type="presParOf" srcId="{FDEEDA22-707F-4C75-AABB-81ACABAFD341}" destId="{C041637D-65BB-4D8D-87BB-A8E214E80219}" srcOrd="1" destOrd="0" presId="urn:diagrams.loki3.com/BracketList"/>
    <dgm:cxn modelId="{A6C049FE-D7A6-45A2-BA99-5DA46ADE01E1}" type="presParOf" srcId="{FDEEDA22-707F-4C75-AABB-81ACABAFD341}" destId="{E46A749C-DB78-4182-B632-BE00C287197B}" srcOrd="2" destOrd="0" presId="urn:diagrams.loki3.com/BracketList"/>
    <dgm:cxn modelId="{0CF89556-74C9-44FB-97BC-756C6307443B}" type="presParOf" srcId="{FDEEDA22-707F-4C75-AABB-81ACABAFD341}" destId="{AEB4C3C5-EA0A-4040-B32C-AA3B0235775F}" srcOrd="3" destOrd="0" presId="urn:diagrams.loki3.com/BracketList"/>
    <dgm:cxn modelId="{AFA79F3C-B0E1-458A-B4AA-F2C313AFA095}" type="presParOf" srcId="{33ACB04D-687F-40B2-9F2D-BE5946DBC988}" destId="{906BF9AD-08F2-4F6C-8551-EBCF1880D8D5}" srcOrd="1" destOrd="0" presId="urn:diagrams.loki3.com/BracketList"/>
    <dgm:cxn modelId="{EFD55E23-7B6A-44B8-83E3-3FFAAB9E6F8E}" type="presParOf" srcId="{33ACB04D-687F-40B2-9F2D-BE5946DBC988}" destId="{B12D201E-E4AD-4F6C-8EA8-755E18798444}" srcOrd="2" destOrd="0" presId="urn:diagrams.loki3.com/BracketList"/>
    <dgm:cxn modelId="{E8952C5C-22D1-4E07-B6DC-8069B5AC3818}" type="presParOf" srcId="{B12D201E-E4AD-4F6C-8EA8-755E18798444}" destId="{3AB3981F-FBDE-4295-937D-3939D23A9D7F}" srcOrd="0" destOrd="0" presId="urn:diagrams.loki3.com/BracketList"/>
    <dgm:cxn modelId="{0AC844DE-93BA-4A8F-B7CF-135A3A206C2B}" type="presParOf" srcId="{B12D201E-E4AD-4F6C-8EA8-755E18798444}" destId="{7146F853-3F44-4FD0-BEA2-8AC506342389}" srcOrd="1" destOrd="0" presId="urn:diagrams.loki3.com/BracketList"/>
    <dgm:cxn modelId="{9D2F9DF5-D5F7-4762-ACB0-376835588BDD}" type="presParOf" srcId="{B12D201E-E4AD-4F6C-8EA8-755E18798444}" destId="{F5A5B946-B876-47AC-A6FD-6BA63281468C}" srcOrd="2" destOrd="0" presId="urn:diagrams.loki3.com/BracketList"/>
    <dgm:cxn modelId="{D7664825-38EA-4D2B-B675-255B2AF2C960}" type="presParOf" srcId="{B12D201E-E4AD-4F6C-8EA8-755E18798444}" destId="{28FBBC33-FC52-4022-8E9E-95212EF26E07}" srcOrd="3" destOrd="0" presId="urn:diagrams.loki3.com/BracketList"/>
    <dgm:cxn modelId="{52FDCB90-8602-455C-B342-D51AB68CE922}" type="presParOf" srcId="{33ACB04D-687F-40B2-9F2D-BE5946DBC988}" destId="{28DD6165-945B-4E64-B0A7-0EF88FB9BE17}" srcOrd="3" destOrd="0" presId="urn:diagrams.loki3.com/BracketList"/>
    <dgm:cxn modelId="{7D6FC028-1C54-4CB5-B8DD-1A1347CF73BE}" type="presParOf" srcId="{33ACB04D-687F-40B2-9F2D-BE5946DBC988}" destId="{81ED2657-929C-4246-975F-E5509F090592}" srcOrd="4" destOrd="0" presId="urn:diagrams.loki3.com/BracketList"/>
    <dgm:cxn modelId="{C6A98637-A27E-45BB-9B2B-CE1D34ECADDE}" type="presParOf" srcId="{81ED2657-929C-4246-975F-E5509F090592}" destId="{ACEB3B3C-5EF8-46B6-89BF-99B6711C7741}" srcOrd="0" destOrd="0" presId="urn:diagrams.loki3.com/BracketList"/>
    <dgm:cxn modelId="{E44E1FC9-6F79-414C-8D5A-09B264AD4E46}" type="presParOf" srcId="{81ED2657-929C-4246-975F-E5509F090592}" destId="{3329D3E3-4523-41D0-A0F0-B72C410FFA70}" srcOrd="1" destOrd="0" presId="urn:diagrams.loki3.com/BracketList"/>
    <dgm:cxn modelId="{A967891B-71FF-4108-89E3-5858EA3EA404}" type="presParOf" srcId="{81ED2657-929C-4246-975F-E5509F090592}" destId="{A74D0C24-6FB1-4238-828E-B0A1AD348A79}" srcOrd="2" destOrd="0" presId="urn:diagrams.loki3.com/BracketList"/>
    <dgm:cxn modelId="{5FCCDC50-F72E-45DC-AEEA-A31FFBFD52CF}" type="presParOf" srcId="{81ED2657-929C-4246-975F-E5509F090592}" destId="{438DE04D-3252-4B33-9C87-ECD2299B2DC3}" srcOrd="3" destOrd="0" presId="urn:diagrams.loki3.com/BracketList"/>
    <dgm:cxn modelId="{FDBB77CA-BB18-4C4A-A695-10E6F74F54B9}" type="presParOf" srcId="{33ACB04D-687F-40B2-9F2D-BE5946DBC988}" destId="{3D6F420A-BD69-4E42-98C7-83722D639E5A}" srcOrd="5" destOrd="0" presId="urn:diagrams.loki3.com/BracketList"/>
    <dgm:cxn modelId="{E04989A2-56C0-4E25-AE93-96B9A7798476}" type="presParOf" srcId="{33ACB04D-687F-40B2-9F2D-BE5946DBC988}" destId="{2D1BAF80-3F7D-4006-BCF2-8BA14D9564D1}" srcOrd="6" destOrd="0" presId="urn:diagrams.loki3.com/BracketList"/>
    <dgm:cxn modelId="{2A9F719A-5DF6-43D7-8FAB-55E26561B4C3}" type="presParOf" srcId="{2D1BAF80-3F7D-4006-BCF2-8BA14D9564D1}" destId="{1E253308-6D44-4C7B-AEE8-9D53C846F748}" srcOrd="0" destOrd="0" presId="urn:diagrams.loki3.com/BracketList"/>
    <dgm:cxn modelId="{6992061A-52B3-4856-8E65-A0A21A5B77E2}" type="presParOf" srcId="{2D1BAF80-3F7D-4006-BCF2-8BA14D9564D1}" destId="{1FC06E23-B326-488D-877F-77CAA450AC11}" srcOrd="1" destOrd="0" presId="urn:diagrams.loki3.com/BracketList"/>
    <dgm:cxn modelId="{CCC2C956-9AB2-4E60-AF52-9816E66FA383}" type="presParOf" srcId="{2D1BAF80-3F7D-4006-BCF2-8BA14D9564D1}" destId="{F6B4328F-AD1C-4DFD-911A-9EEB6D277803}" srcOrd="2" destOrd="0" presId="urn:diagrams.loki3.com/BracketList"/>
    <dgm:cxn modelId="{DD2EE618-C98E-433C-9C41-1A1E682C025F}" type="presParOf" srcId="{2D1BAF80-3F7D-4006-BCF2-8BA14D9564D1}" destId="{5CB14169-2D45-4CEE-949A-57FBBB2EA5BE}" srcOrd="3" destOrd="0" presId="urn:diagrams.loki3.com/BracketList"/>
    <dgm:cxn modelId="{0E671923-7B63-4325-98DD-98314064464C}" type="presParOf" srcId="{33ACB04D-687F-40B2-9F2D-BE5946DBC988}" destId="{88DD8CFF-90A2-4246-82F5-1543CD019067}" srcOrd="7" destOrd="0" presId="urn:diagrams.loki3.com/BracketList"/>
    <dgm:cxn modelId="{02D0B224-9B2A-49EB-824D-B94C39358530}" type="presParOf" srcId="{33ACB04D-687F-40B2-9F2D-BE5946DBC988}" destId="{AB323624-199D-479B-B172-2032678A96F6}" srcOrd="8" destOrd="0" presId="urn:diagrams.loki3.com/BracketList"/>
    <dgm:cxn modelId="{36E98C57-3BB0-4546-9B27-9CAF07D17EE4}" type="presParOf" srcId="{AB323624-199D-479B-B172-2032678A96F6}" destId="{98A5675D-34FA-469F-9C91-3EE961D41F07}" srcOrd="0" destOrd="0" presId="urn:diagrams.loki3.com/BracketList"/>
    <dgm:cxn modelId="{056AB304-F93C-445C-B231-E0E4AAD99349}" type="presParOf" srcId="{AB323624-199D-479B-B172-2032678A96F6}" destId="{52DA3125-49E7-48F0-A123-CB698EB58E8D}" srcOrd="1" destOrd="0" presId="urn:diagrams.loki3.com/BracketList"/>
    <dgm:cxn modelId="{EE9B9158-6E22-4B05-B8A0-EB1CBCCFF200}" type="presParOf" srcId="{AB323624-199D-479B-B172-2032678A96F6}" destId="{90390490-7247-4D60-872C-C0AF13D19DC4}" srcOrd="2" destOrd="0" presId="urn:diagrams.loki3.com/BracketList"/>
    <dgm:cxn modelId="{7F8D50E7-30DF-4A74-BB11-B275F31C4666}" type="presParOf" srcId="{AB323624-199D-479B-B172-2032678A96F6}" destId="{94DB3D18-7752-44F8-AE7A-FDD62E968F7B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7D9218-D1E8-4A4B-B95F-68C0B8FF52BC}" type="doc">
      <dgm:prSet loTypeId="urn:diagrams.loki3.com/Bracket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it-IT"/>
        </a:p>
      </dgm:t>
    </dgm:pt>
    <dgm:pt modelId="{03CED9B5-A3A8-4535-A483-38822F11BD85}">
      <dgm:prSet custT="1"/>
      <dgm:spPr/>
      <dgm:t>
        <a:bodyPr/>
        <a:lstStyle/>
        <a:p>
          <a:pPr rtl="0"/>
          <a:r>
            <a:rPr lang="it-IT" sz="1400" b="1" dirty="0"/>
            <a:t>Time period between the project start and </a:t>
          </a:r>
          <a:r>
            <a:rPr lang="it-IT" sz="1400" b="1" dirty="0" err="1"/>
            <a:t>organization</a:t>
          </a:r>
          <a:r>
            <a:rPr lang="it-IT" sz="1400" b="1" dirty="0"/>
            <a:t> change:15 </a:t>
          </a:r>
          <a:endParaRPr lang="it-IT" sz="1400" b="1" i="0" u="none" dirty="0"/>
        </a:p>
      </dgm:t>
    </dgm:pt>
    <dgm:pt modelId="{B5ADC765-19B4-49F4-AE5D-300CF0E77083}" type="parTrans" cxnId="{89392A67-E4E8-4A03-8F65-D2C0A62D7358}">
      <dgm:prSet/>
      <dgm:spPr/>
      <dgm:t>
        <a:bodyPr/>
        <a:lstStyle/>
        <a:p>
          <a:endParaRPr lang="it-IT"/>
        </a:p>
      </dgm:t>
    </dgm:pt>
    <dgm:pt modelId="{710A3E0E-B7DB-4525-987B-497D9EA4D55E}" type="sibTrans" cxnId="{89392A67-E4E8-4A03-8F65-D2C0A62D7358}">
      <dgm:prSet/>
      <dgm:spPr/>
      <dgm:t>
        <a:bodyPr/>
        <a:lstStyle/>
        <a:p>
          <a:endParaRPr lang="it-IT"/>
        </a:p>
      </dgm:t>
    </dgm:pt>
    <dgm:pt modelId="{AC0B1BAC-F5FB-448E-B0F3-497BA7DA6456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pPr rtl="0"/>
          <a:r>
            <a:rPr lang="en-US" b="0" i="0" u="none" dirty="0">
              <a:solidFill>
                <a:schemeClr val="tx1"/>
              </a:solidFill>
            </a:rPr>
            <a:t>The time between the start of the project and the introduction of the change should be short, to take advantage of the benefits</a:t>
          </a:r>
          <a:endParaRPr lang="it-IT" b="0" i="0" u="none" dirty="0">
            <a:solidFill>
              <a:schemeClr val="tx1"/>
            </a:solidFill>
          </a:endParaRPr>
        </a:p>
      </dgm:t>
    </dgm:pt>
    <dgm:pt modelId="{4D49DBEA-823F-416D-B7F4-7C9A6E3F3A62}" type="parTrans" cxnId="{5059FB30-C3BB-4A07-81F0-FDF839941309}">
      <dgm:prSet/>
      <dgm:spPr/>
      <dgm:t>
        <a:bodyPr/>
        <a:lstStyle/>
        <a:p>
          <a:endParaRPr lang="it-IT"/>
        </a:p>
      </dgm:t>
    </dgm:pt>
    <dgm:pt modelId="{786E8145-158D-414F-81EF-032F1DBA8B1C}" type="sibTrans" cxnId="{5059FB30-C3BB-4A07-81F0-FDF839941309}">
      <dgm:prSet/>
      <dgm:spPr/>
      <dgm:t>
        <a:bodyPr/>
        <a:lstStyle/>
        <a:p>
          <a:endParaRPr lang="it-IT"/>
        </a:p>
      </dgm:t>
    </dgm:pt>
    <dgm:pt modelId="{9E3D8AE5-C461-4C8F-B057-F9BB99AC972C}">
      <dgm:prSet custT="1"/>
      <dgm:spPr/>
      <dgm:t>
        <a:bodyPr/>
        <a:lstStyle/>
        <a:p>
          <a:pPr rtl="0"/>
          <a:r>
            <a:rPr lang="en-US" sz="1400" b="1" i="0" u="none" dirty="0"/>
            <a:t>Duration of implementation: 10</a:t>
          </a:r>
          <a:endParaRPr lang="it-IT" sz="1400" b="1" i="0" u="none" dirty="0"/>
        </a:p>
      </dgm:t>
    </dgm:pt>
    <dgm:pt modelId="{798B1D93-37F6-4D42-B29F-C6EAC63BF0FB}" type="parTrans" cxnId="{A13E4005-B4EE-4706-82D5-0F04F09B6A6D}">
      <dgm:prSet/>
      <dgm:spPr/>
      <dgm:t>
        <a:bodyPr/>
        <a:lstStyle/>
        <a:p>
          <a:endParaRPr lang="it-IT"/>
        </a:p>
      </dgm:t>
    </dgm:pt>
    <dgm:pt modelId="{A51662DF-2245-4A36-B289-037C7D76207D}" type="sibTrans" cxnId="{A13E4005-B4EE-4706-82D5-0F04F09B6A6D}">
      <dgm:prSet/>
      <dgm:spPr/>
      <dgm:t>
        <a:bodyPr/>
        <a:lstStyle/>
        <a:p>
          <a:endParaRPr lang="it-IT"/>
        </a:p>
      </dgm:t>
    </dgm:pt>
    <dgm:pt modelId="{46EDCB81-F6CD-46D4-B3B0-320DDB178E70}">
      <dgm:prSet/>
      <dgm:spPr>
        <a:solidFill>
          <a:srgbClr val="FFFFFF">
            <a:lumMod val="8500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80010" tIns="80010" rIns="80010" bIns="80010" numCol="1" spcCol="1270" anchor="ctr" anchorCtr="0"/>
        <a:lstStyle/>
        <a:p>
          <a:pPr rtl="0"/>
          <a:r>
            <a:rPr lang="en-US" b="0" i="0" u="none" dirty="0">
              <a:solidFill>
                <a:schemeClr val="tx1"/>
              </a:solidFill>
            </a:rPr>
            <a:t>The time from start and implementation is long. For the IT implementation we forecast 3 years</a:t>
          </a:r>
          <a:endParaRPr lang="it-IT" b="0" i="0" u="none" dirty="0">
            <a:solidFill>
              <a:schemeClr val="tx1"/>
            </a:solidFill>
          </a:endParaRPr>
        </a:p>
      </dgm:t>
    </dgm:pt>
    <dgm:pt modelId="{F9D8BB8B-66E6-44D6-A4CC-5FA0357183BB}" type="parTrans" cxnId="{2DBB6C25-ACD6-48B3-B4B4-379735E0C912}">
      <dgm:prSet/>
      <dgm:spPr/>
      <dgm:t>
        <a:bodyPr/>
        <a:lstStyle/>
        <a:p>
          <a:endParaRPr lang="en-US"/>
        </a:p>
      </dgm:t>
    </dgm:pt>
    <dgm:pt modelId="{93884525-3BD9-4805-B660-11368D35682A}" type="sibTrans" cxnId="{2DBB6C25-ACD6-48B3-B4B4-379735E0C912}">
      <dgm:prSet/>
      <dgm:spPr/>
      <dgm:t>
        <a:bodyPr/>
        <a:lstStyle/>
        <a:p>
          <a:endParaRPr lang="en-US"/>
        </a:p>
      </dgm:t>
    </dgm:pt>
    <dgm:pt modelId="{A01B226E-D09A-4D1C-BFA4-42D466C77D0F}" type="pres">
      <dgm:prSet presAssocID="{D87D9218-D1E8-4A4B-B95F-68C0B8FF52BC}" presName="Name0" presStyleCnt="0">
        <dgm:presLayoutVars>
          <dgm:dir/>
          <dgm:animLvl val="lvl"/>
          <dgm:resizeHandles val="exact"/>
        </dgm:presLayoutVars>
      </dgm:prSet>
      <dgm:spPr/>
    </dgm:pt>
    <dgm:pt modelId="{1D147D8F-B0B9-4213-9809-3340A2B15547}" type="pres">
      <dgm:prSet presAssocID="{03CED9B5-A3A8-4535-A483-38822F11BD85}" presName="linNode" presStyleCnt="0"/>
      <dgm:spPr/>
    </dgm:pt>
    <dgm:pt modelId="{E1510594-41A4-4B0D-834A-AF8551CA7917}" type="pres">
      <dgm:prSet presAssocID="{03CED9B5-A3A8-4535-A483-38822F11BD85}" presName="parTx" presStyleLbl="revTx" presStyleIdx="0" presStyleCnt="2">
        <dgm:presLayoutVars>
          <dgm:chMax val="1"/>
          <dgm:bulletEnabled val="1"/>
        </dgm:presLayoutVars>
      </dgm:prSet>
      <dgm:spPr/>
    </dgm:pt>
    <dgm:pt modelId="{182E58CB-B572-44E1-8F36-D629DA62A863}" type="pres">
      <dgm:prSet presAssocID="{03CED9B5-A3A8-4535-A483-38822F11BD85}" presName="bracket" presStyleLbl="parChTrans1D1" presStyleIdx="0" presStyleCnt="2"/>
      <dgm:spPr/>
    </dgm:pt>
    <dgm:pt modelId="{46D90FB1-5DFB-4140-9FC1-81467CEFE81A}" type="pres">
      <dgm:prSet presAssocID="{03CED9B5-A3A8-4535-A483-38822F11BD85}" presName="spH" presStyleCnt="0"/>
      <dgm:spPr/>
    </dgm:pt>
    <dgm:pt modelId="{E3FB51F0-6740-48EC-A566-6D7310D7132F}" type="pres">
      <dgm:prSet presAssocID="{03CED9B5-A3A8-4535-A483-38822F11BD85}" presName="desTx" presStyleLbl="node1" presStyleIdx="0" presStyleCnt="2">
        <dgm:presLayoutVars>
          <dgm:bulletEnabled val="1"/>
        </dgm:presLayoutVars>
      </dgm:prSet>
      <dgm:spPr/>
    </dgm:pt>
    <dgm:pt modelId="{5FD02030-7350-4B2B-A247-6A91B0C9DB54}" type="pres">
      <dgm:prSet presAssocID="{710A3E0E-B7DB-4525-987B-497D9EA4D55E}" presName="spV" presStyleCnt="0"/>
      <dgm:spPr/>
    </dgm:pt>
    <dgm:pt modelId="{927013C7-F094-4697-80E5-540E4DB710A0}" type="pres">
      <dgm:prSet presAssocID="{9E3D8AE5-C461-4C8F-B057-F9BB99AC972C}" presName="linNode" presStyleCnt="0"/>
      <dgm:spPr/>
    </dgm:pt>
    <dgm:pt modelId="{448F17DD-AAB0-4226-9B89-924CBB38F990}" type="pres">
      <dgm:prSet presAssocID="{9E3D8AE5-C461-4C8F-B057-F9BB99AC972C}" presName="parTx" presStyleLbl="revTx" presStyleIdx="1" presStyleCnt="2">
        <dgm:presLayoutVars>
          <dgm:chMax val="1"/>
          <dgm:bulletEnabled val="1"/>
        </dgm:presLayoutVars>
      </dgm:prSet>
      <dgm:spPr/>
    </dgm:pt>
    <dgm:pt modelId="{D7E17DC9-E603-413B-9B5C-7B8AE878AAE6}" type="pres">
      <dgm:prSet presAssocID="{9E3D8AE5-C461-4C8F-B057-F9BB99AC972C}" presName="bracket" presStyleLbl="parChTrans1D1" presStyleIdx="1" presStyleCnt="2"/>
      <dgm:spPr/>
    </dgm:pt>
    <dgm:pt modelId="{DBB536F4-C18E-490E-970D-CC3E1292A8AC}" type="pres">
      <dgm:prSet presAssocID="{9E3D8AE5-C461-4C8F-B057-F9BB99AC972C}" presName="spH" presStyleCnt="0"/>
      <dgm:spPr/>
    </dgm:pt>
    <dgm:pt modelId="{7C19F768-FD12-4951-9D65-3130E2C8DD74}" type="pres">
      <dgm:prSet presAssocID="{9E3D8AE5-C461-4C8F-B057-F9BB99AC972C}" presName="desTx" presStyleLbl="node1" presStyleIdx="1" presStyleCnt="2">
        <dgm:presLayoutVars>
          <dgm:bulletEnabled val="1"/>
        </dgm:presLayoutVars>
      </dgm:prSet>
      <dgm:spPr>
        <a:xfrm>
          <a:off x="2378745" y="1084408"/>
          <a:ext cx="5047126" cy="994021"/>
        </a:xfrm>
        <a:prstGeom prst="rect">
          <a:avLst/>
        </a:prstGeom>
      </dgm:spPr>
    </dgm:pt>
  </dgm:ptLst>
  <dgm:cxnLst>
    <dgm:cxn modelId="{A13E4005-B4EE-4706-82D5-0F04F09B6A6D}" srcId="{D87D9218-D1E8-4A4B-B95F-68C0B8FF52BC}" destId="{9E3D8AE5-C461-4C8F-B057-F9BB99AC972C}" srcOrd="1" destOrd="0" parTransId="{798B1D93-37F6-4D42-B29F-C6EAC63BF0FB}" sibTransId="{A51662DF-2245-4A36-B289-037C7D76207D}"/>
    <dgm:cxn modelId="{25F96508-970C-420D-91CE-F222440F5B98}" type="presOf" srcId="{46EDCB81-F6CD-46D4-B3B0-320DDB178E70}" destId="{7C19F768-FD12-4951-9D65-3130E2C8DD74}" srcOrd="0" destOrd="0" presId="urn:diagrams.loki3.com/BracketList"/>
    <dgm:cxn modelId="{71340411-76C7-4F57-A0A5-160551B08097}" type="presOf" srcId="{9E3D8AE5-C461-4C8F-B057-F9BB99AC972C}" destId="{448F17DD-AAB0-4226-9B89-924CBB38F990}" srcOrd="0" destOrd="0" presId="urn:diagrams.loki3.com/BracketList"/>
    <dgm:cxn modelId="{2DBB6C25-ACD6-48B3-B4B4-379735E0C912}" srcId="{9E3D8AE5-C461-4C8F-B057-F9BB99AC972C}" destId="{46EDCB81-F6CD-46D4-B3B0-320DDB178E70}" srcOrd="0" destOrd="0" parTransId="{F9D8BB8B-66E6-44D6-A4CC-5FA0357183BB}" sibTransId="{93884525-3BD9-4805-B660-11368D35682A}"/>
    <dgm:cxn modelId="{91A3712A-39BB-4541-855C-9EAE6A2F00AD}" type="presOf" srcId="{03CED9B5-A3A8-4535-A483-38822F11BD85}" destId="{E1510594-41A4-4B0D-834A-AF8551CA7917}" srcOrd="0" destOrd="0" presId="urn:diagrams.loki3.com/BracketList"/>
    <dgm:cxn modelId="{5059FB30-C3BB-4A07-81F0-FDF839941309}" srcId="{03CED9B5-A3A8-4535-A483-38822F11BD85}" destId="{AC0B1BAC-F5FB-448E-B0F3-497BA7DA6456}" srcOrd="0" destOrd="0" parTransId="{4D49DBEA-823F-416D-B7F4-7C9A6E3F3A62}" sibTransId="{786E8145-158D-414F-81EF-032F1DBA8B1C}"/>
    <dgm:cxn modelId="{89392A67-E4E8-4A03-8F65-D2C0A62D7358}" srcId="{D87D9218-D1E8-4A4B-B95F-68C0B8FF52BC}" destId="{03CED9B5-A3A8-4535-A483-38822F11BD85}" srcOrd="0" destOrd="0" parTransId="{B5ADC765-19B4-49F4-AE5D-300CF0E77083}" sibTransId="{710A3E0E-B7DB-4525-987B-497D9EA4D55E}"/>
    <dgm:cxn modelId="{83273AA5-86B9-4499-8170-7C3130D7FB57}" type="presOf" srcId="{AC0B1BAC-F5FB-448E-B0F3-497BA7DA6456}" destId="{E3FB51F0-6740-48EC-A566-6D7310D7132F}" srcOrd="0" destOrd="0" presId="urn:diagrams.loki3.com/BracketList"/>
    <dgm:cxn modelId="{F707B6F3-FB8C-4447-AB7A-D564FFF63AFD}" type="presOf" srcId="{D87D9218-D1E8-4A4B-B95F-68C0B8FF52BC}" destId="{A01B226E-D09A-4D1C-BFA4-42D466C77D0F}" srcOrd="0" destOrd="0" presId="urn:diagrams.loki3.com/BracketList"/>
    <dgm:cxn modelId="{75CA4678-569D-4643-B09E-A07FF77071B5}" type="presParOf" srcId="{A01B226E-D09A-4D1C-BFA4-42D466C77D0F}" destId="{1D147D8F-B0B9-4213-9809-3340A2B15547}" srcOrd="0" destOrd="0" presId="urn:diagrams.loki3.com/BracketList"/>
    <dgm:cxn modelId="{7C616677-AA04-47F9-9916-23DF9D06C310}" type="presParOf" srcId="{1D147D8F-B0B9-4213-9809-3340A2B15547}" destId="{E1510594-41A4-4B0D-834A-AF8551CA7917}" srcOrd="0" destOrd="0" presId="urn:diagrams.loki3.com/BracketList"/>
    <dgm:cxn modelId="{9CB88057-0A2F-4A9D-BBDC-637E262A8E33}" type="presParOf" srcId="{1D147D8F-B0B9-4213-9809-3340A2B15547}" destId="{182E58CB-B572-44E1-8F36-D629DA62A863}" srcOrd="1" destOrd="0" presId="urn:diagrams.loki3.com/BracketList"/>
    <dgm:cxn modelId="{606238C2-CDDC-4513-B77B-1F43617D5473}" type="presParOf" srcId="{1D147D8F-B0B9-4213-9809-3340A2B15547}" destId="{46D90FB1-5DFB-4140-9FC1-81467CEFE81A}" srcOrd="2" destOrd="0" presId="urn:diagrams.loki3.com/BracketList"/>
    <dgm:cxn modelId="{A326113C-69A3-4AF8-9091-78721DA182AC}" type="presParOf" srcId="{1D147D8F-B0B9-4213-9809-3340A2B15547}" destId="{E3FB51F0-6740-48EC-A566-6D7310D7132F}" srcOrd="3" destOrd="0" presId="urn:diagrams.loki3.com/BracketList"/>
    <dgm:cxn modelId="{84FFF2C4-F917-4EB0-8304-2BC1377E55BA}" type="presParOf" srcId="{A01B226E-D09A-4D1C-BFA4-42D466C77D0F}" destId="{5FD02030-7350-4B2B-A247-6A91B0C9DB54}" srcOrd="1" destOrd="0" presId="urn:diagrams.loki3.com/BracketList"/>
    <dgm:cxn modelId="{988554BD-4559-4AC8-8C49-504FC52B7FA2}" type="presParOf" srcId="{A01B226E-D09A-4D1C-BFA4-42D466C77D0F}" destId="{927013C7-F094-4697-80E5-540E4DB710A0}" srcOrd="2" destOrd="0" presId="urn:diagrams.loki3.com/BracketList"/>
    <dgm:cxn modelId="{847FCA26-DB21-4BD4-83B3-BA28F6E21433}" type="presParOf" srcId="{927013C7-F094-4697-80E5-540E4DB710A0}" destId="{448F17DD-AAB0-4226-9B89-924CBB38F990}" srcOrd="0" destOrd="0" presId="urn:diagrams.loki3.com/BracketList"/>
    <dgm:cxn modelId="{BDA9482A-1420-4A00-8CF8-6C892D51C9D1}" type="presParOf" srcId="{927013C7-F094-4697-80E5-540E4DB710A0}" destId="{D7E17DC9-E603-413B-9B5C-7B8AE878AAE6}" srcOrd="1" destOrd="0" presId="urn:diagrams.loki3.com/BracketList"/>
    <dgm:cxn modelId="{C503690D-396D-43A0-B6DD-989A11F63BD1}" type="presParOf" srcId="{927013C7-F094-4697-80E5-540E4DB710A0}" destId="{DBB536F4-C18E-490E-970D-CC3E1292A8AC}" srcOrd="2" destOrd="0" presId="urn:diagrams.loki3.com/BracketList"/>
    <dgm:cxn modelId="{C26EE29A-D170-46FA-9417-28C39DE46A84}" type="presParOf" srcId="{927013C7-F094-4697-80E5-540E4DB710A0}" destId="{7C19F768-FD12-4951-9D65-3130E2C8DD74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7D9218-D1E8-4A4B-B95F-68C0B8FF52BC}" type="doc">
      <dgm:prSet loTypeId="urn:diagrams.loki3.com/Bracket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it-IT"/>
        </a:p>
      </dgm:t>
    </dgm:pt>
    <dgm:pt modelId="{03CED9B5-A3A8-4535-A483-38822F11BD85}">
      <dgm:prSet custT="1"/>
      <dgm:spPr/>
      <dgm:t>
        <a:bodyPr/>
        <a:lstStyle/>
        <a:p>
          <a:pPr rtl="0"/>
          <a:r>
            <a:rPr lang="en-US" sz="1800" b="1" i="0" u="none" dirty="0"/>
            <a:t>Preparation of management: 10</a:t>
          </a:r>
          <a:endParaRPr lang="it-IT" sz="1800" b="1" i="0" u="none" dirty="0"/>
        </a:p>
      </dgm:t>
    </dgm:pt>
    <dgm:pt modelId="{B5ADC765-19B4-49F4-AE5D-300CF0E77083}" type="parTrans" cxnId="{89392A67-E4E8-4A03-8F65-D2C0A62D7358}">
      <dgm:prSet/>
      <dgm:spPr/>
      <dgm:t>
        <a:bodyPr/>
        <a:lstStyle/>
        <a:p>
          <a:endParaRPr lang="it-IT"/>
        </a:p>
      </dgm:t>
    </dgm:pt>
    <dgm:pt modelId="{710A3E0E-B7DB-4525-987B-497D9EA4D55E}" type="sibTrans" cxnId="{89392A67-E4E8-4A03-8F65-D2C0A62D7358}">
      <dgm:prSet/>
      <dgm:spPr/>
      <dgm:t>
        <a:bodyPr/>
        <a:lstStyle/>
        <a:p>
          <a:endParaRPr lang="it-IT"/>
        </a:p>
      </dgm:t>
    </dgm:pt>
    <dgm:pt modelId="{AC0B1BAC-F5FB-448E-B0F3-497BA7DA6456}">
      <dgm:prSet custT="1"/>
      <dgm:spPr>
        <a:solidFill>
          <a:schemeClr val="bg1">
            <a:lumMod val="85000"/>
          </a:schemeClr>
        </a:solidFill>
      </dgm:spPr>
      <dgm:t>
        <a:bodyPr/>
        <a:lstStyle/>
        <a:p>
          <a:pPr rtl="0"/>
          <a:r>
            <a:rPr lang="en-US" sz="2400" b="0" i="0" u="none" dirty="0">
              <a:solidFill>
                <a:schemeClr val="tx1"/>
              </a:solidFill>
            </a:rPr>
            <a:t>The Region is prepared to accept changes. However, the commitment should be strong to face the potential resistance to changes in operational units and GPs. </a:t>
          </a:r>
          <a:endParaRPr lang="it-IT" sz="2400" b="0" i="0" u="none" dirty="0">
            <a:solidFill>
              <a:schemeClr val="tx1"/>
            </a:solidFill>
          </a:endParaRPr>
        </a:p>
      </dgm:t>
    </dgm:pt>
    <dgm:pt modelId="{4D49DBEA-823F-416D-B7F4-7C9A6E3F3A62}" type="parTrans" cxnId="{5059FB30-C3BB-4A07-81F0-FDF839941309}">
      <dgm:prSet/>
      <dgm:spPr/>
      <dgm:t>
        <a:bodyPr/>
        <a:lstStyle/>
        <a:p>
          <a:endParaRPr lang="it-IT"/>
        </a:p>
      </dgm:t>
    </dgm:pt>
    <dgm:pt modelId="{786E8145-158D-414F-81EF-032F1DBA8B1C}" type="sibTrans" cxnId="{5059FB30-C3BB-4A07-81F0-FDF839941309}">
      <dgm:prSet/>
      <dgm:spPr/>
      <dgm:t>
        <a:bodyPr/>
        <a:lstStyle/>
        <a:p>
          <a:endParaRPr lang="it-IT"/>
        </a:p>
      </dgm:t>
    </dgm:pt>
    <dgm:pt modelId="{DD64E28C-F018-44F6-8018-5289C7DA9074}" type="pres">
      <dgm:prSet presAssocID="{D87D9218-D1E8-4A4B-B95F-68C0B8FF52BC}" presName="Name0" presStyleCnt="0">
        <dgm:presLayoutVars>
          <dgm:dir/>
          <dgm:animLvl val="lvl"/>
          <dgm:resizeHandles val="exact"/>
        </dgm:presLayoutVars>
      </dgm:prSet>
      <dgm:spPr/>
    </dgm:pt>
    <dgm:pt modelId="{511B1AA0-CD99-4B11-8221-D783FCDF85A8}" type="pres">
      <dgm:prSet presAssocID="{03CED9B5-A3A8-4535-A483-38822F11BD85}" presName="linNode" presStyleCnt="0"/>
      <dgm:spPr/>
    </dgm:pt>
    <dgm:pt modelId="{3B83DFBA-49DB-4B7B-8591-D49ECD4390B8}" type="pres">
      <dgm:prSet presAssocID="{03CED9B5-A3A8-4535-A483-38822F11BD85}" presName="parTx" presStyleLbl="revTx" presStyleIdx="0" presStyleCnt="1">
        <dgm:presLayoutVars>
          <dgm:chMax val="1"/>
          <dgm:bulletEnabled val="1"/>
        </dgm:presLayoutVars>
      </dgm:prSet>
      <dgm:spPr/>
    </dgm:pt>
    <dgm:pt modelId="{A32AA7DE-F649-41F2-9A5E-960074B9C39F}" type="pres">
      <dgm:prSet presAssocID="{03CED9B5-A3A8-4535-A483-38822F11BD85}" presName="bracket" presStyleLbl="parChTrans1D1" presStyleIdx="0" presStyleCnt="1"/>
      <dgm:spPr/>
    </dgm:pt>
    <dgm:pt modelId="{7B0A009E-6785-454D-8112-F38435A7588B}" type="pres">
      <dgm:prSet presAssocID="{03CED9B5-A3A8-4535-A483-38822F11BD85}" presName="spH" presStyleCnt="0"/>
      <dgm:spPr/>
    </dgm:pt>
    <dgm:pt modelId="{7B4DE524-CA3D-4F72-BD1A-43D57BC44C15}" type="pres">
      <dgm:prSet presAssocID="{03CED9B5-A3A8-4535-A483-38822F11BD85}" presName="desTx" presStyleLbl="node1" presStyleIdx="0" presStyleCnt="1">
        <dgm:presLayoutVars>
          <dgm:bulletEnabled val="1"/>
        </dgm:presLayoutVars>
      </dgm:prSet>
      <dgm:spPr/>
    </dgm:pt>
  </dgm:ptLst>
  <dgm:cxnLst>
    <dgm:cxn modelId="{95FA410D-93E4-4663-A6B8-66EE52DA747A}" type="presOf" srcId="{AC0B1BAC-F5FB-448E-B0F3-497BA7DA6456}" destId="{7B4DE524-CA3D-4F72-BD1A-43D57BC44C15}" srcOrd="0" destOrd="0" presId="urn:diagrams.loki3.com/BracketList"/>
    <dgm:cxn modelId="{3F82D824-B2DF-4721-9AEA-7F64B111955B}" type="presOf" srcId="{D87D9218-D1E8-4A4B-B95F-68C0B8FF52BC}" destId="{DD64E28C-F018-44F6-8018-5289C7DA9074}" srcOrd="0" destOrd="0" presId="urn:diagrams.loki3.com/BracketList"/>
    <dgm:cxn modelId="{5059FB30-C3BB-4A07-81F0-FDF839941309}" srcId="{03CED9B5-A3A8-4535-A483-38822F11BD85}" destId="{AC0B1BAC-F5FB-448E-B0F3-497BA7DA6456}" srcOrd="0" destOrd="0" parTransId="{4D49DBEA-823F-416D-B7F4-7C9A6E3F3A62}" sibTransId="{786E8145-158D-414F-81EF-032F1DBA8B1C}"/>
    <dgm:cxn modelId="{89392A67-E4E8-4A03-8F65-D2C0A62D7358}" srcId="{D87D9218-D1E8-4A4B-B95F-68C0B8FF52BC}" destId="{03CED9B5-A3A8-4535-A483-38822F11BD85}" srcOrd="0" destOrd="0" parTransId="{B5ADC765-19B4-49F4-AE5D-300CF0E77083}" sibTransId="{710A3E0E-B7DB-4525-987B-497D9EA4D55E}"/>
    <dgm:cxn modelId="{3EAFD9A9-87A6-4A47-BEED-3BB894291C15}" type="presOf" srcId="{03CED9B5-A3A8-4535-A483-38822F11BD85}" destId="{3B83DFBA-49DB-4B7B-8591-D49ECD4390B8}" srcOrd="0" destOrd="0" presId="urn:diagrams.loki3.com/BracketList"/>
    <dgm:cxn modelId="{CB4B63A2-D5E3-4FF0-BB29-3D0EB3324E3B}" type="presParOf" srcId="{DD64E28C-F018-44F6-8018-5289C7DA9074}" destId="{511B1AA0-CD99-4B11-8221-D783FCDF85A8}" srcOrd="0" destOrd="0" presId="urn:diagrams.loki3.com/BracketList"/>
    <dgm:cxn modelId="{EB77900C-DEF1-4428-92BC-232AC308E601}" type="presParOf" srcId="{511B1AA0-CD99-4B11-8221-D783FCDF85A8}" destId="{3B83DFBA-49DB-4B7B-8591-D49ECD4390B8}" srcOrd="0" destOrd="0" presId="urn:diagrams.loki3.com/BracketList"/>
    <dgm:cxn modelId="{1D7BA5B6-C41C-4C02-9615-2469828C9962}" type="presParOf" srcId="{511B1AA0-CD99-4B11-8221-D783FCDF85A8}" destId="{A32AA7DE-F649-41F2-9A5E-960074B9C39F}" srcOrd="1" destOrd="0" presId="urn:diagrams.loki3.com/BracketList"/>
    <dgm:cxn modelId="{B4239F75-FDF5-471F-951D-840B51B41019}" type="presParOf" srcId="{511B1AA0-CD99-4B11-8221-D783FCDF85A8}" destId="{7B0A009E-6785-454D-8112-F38435A7588B}" srcOrd="2" destOrd="0" presId="urn:diagrams.loki3.com/BracketList"/>
    <dgm:cxn modelId="{15D90C0D-DAD7-423E-8962-CB5BE9CBC5C4}" type="presParOf" srcId="{511B1AA0-CD99-4B11-8221-D783FCDF85A8}" destId="{7B4DE524-CA3D-4F72-BD1A-43D57BC44C15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AEDD9-35AA-4CC7-9C9C-CAFD640B8171}">
      <dsp:nvSpPr>
        <dsp:cNvPr id="0" name=""/>
        <dsp:cNvSpPr/>
      </dsp:nvSpPr>
      <dsp:spPr>
        <a:xfrm>
          <a:off x="1155580" y="871246"/>
          <a:ext cx="260384" cy="3263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3480"/>
              </a:lnTo>
              <a:lnTo>
                <a:pt x="260384" y="3263480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64AB70-0D1A-4E02-BEF2-7B72CC0F8F1C}">
      <dsp:nvSpPr>
        <dsp:cNvPr id="0" name=""/>
        <dsp:cNvSpPr/>
      </dsp:nvSpPr>
      <dsp:spPr>
        <a:xfrm>
          <a:off x="1155580" y="871246"/>
          <a:ext cx="260384" cy="2030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0996"/>
              </a:lnTo>
              <a:lnTo>
                <a:pt x="260384" y="20309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04992B-CDCF-4373-838C-5FE45DBD4AA0}">
      <dsp:nvSpPr>
        <dsp:cNvPr id="0" name=""/>
        <dsp:cNvSpPr/>
      </dsp:nvSpPr>
      <dsp:spPr>
        <a:xfrm>
          <a:off x="1155580" y="871246"/>
          <a:ext cx="260384" cy="7985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8511"/>
              </a:lnTo>
              <a:lnTo>
                <a:pt x="260384" y="798511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DF8F51-CDBF-4390-8AF6-66D7BAB5F0FE}">
      <dsp:nvSpPr>
        <dsp:cNvPr id="0" name=""/>
        <dsp:cNvSpPr/>
      </dsp:nvSpPr>
      <dsp:spPr>
        <a:xfrm>
          <a:off x="981991" y="3299"/>
          <a:ext cx="1735894" cy="8679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noProof="0" dirty="0"/>
            <a:t>Impact </a:t>
          </a:r>
        </a:p>
      </dsp:txBody>
      <dsp:txXfrm>
        <a:off x="981991" y="3299"/>
        <a:ext cx="1735894" cy="867947"/>
      </dsp:txXfrm>
    </dsp:sp>
    <dsp:sp modelId="{6A652F31-D3FF-47FD-817D-26B0BB84234F}">
      <dsp:nvSpPr>
        <dsp:cNvPr id="0" name=""/>
        <dsp:cNvSpPr/>
      </dsp:nvSpPr>
      <dsp:spPr>
        <a:xfrm>
          <a:off x="1415964" y="1235784"/>
          <a:ext cx="1735894" cy="86794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noProof="0" dirty="0"/>
            <a:t>Width </a:t>
          </a:r>
        </a:p>
      </dsp:txBody>
      <dsp:txXfrm>
        <a:off x="1415964" y="1235784"/>
        <a:ext cx="1735894" cy="867947"/>
      </dsp:txXfrm>
    </dsp:sp>
    <dsp:sp modelId="{A55D302F-4B7F-4BDC-B145-AC4F8037956D}">
      <dsp:nvSpPr>
        <dsp:cNvPr id="0" name=""/>
        <dsp:cNvSpPr/>
      </dsp:nvSpPr>
      <dsp:spPr>
        <a:xfrm>
          <a:off x="1415964" y="2468268"/>
          <a:ext cx="1735894" cy="86794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noProof="0" dirty="0"/>
            <a:t>Change </a:t>
          </a:r>
        </a:p>
      </dsp:txBody>
      <dsp:txXfrm>
        <a:off x="1415964" y="2468268"/>
        <a:ext cx="1735894" cy="867947"/>
      </dsp:txXfrm>
    </dsp:sp>
    <dsp:sp modelId="{B0BA5FF1-B9B6-4934-A332-261C83E48521}">
      <dsp:nvSpPr>
        <dsp:cNvPr id="0" name=""/>
        <dsp:cNvSpPr/>
      </dsp:nvSpPr>
      <dsp:spPr>
        <a:xfrm>
          <a:off x="1415964" y="3700753"/>
          <a:ext cx="1735894" cy="86794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noProof="0" dirty="0"/>
            <a:t>Mngt </a:t>
          </a:r>
        </a:p>
      </dsp:txBody>
      <dsp:txXfrm>
        <a:off x="1415964" y="3700753"/>
        <a:ext cx="1735894" cy="8679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AEDD9-35AA-4CC7-9C9C-CAFD640B8171}">
      <dsp:nvSpPr>
        <dsp:cNvPr id="0" name=""/>
        <dsp:cNvSpPr/>
      </dsp:nvSpPr>
      <dsp:spPr>
        <a:xfrm>
          <a:off x="1155580" y="871246"/>
          <a:ext cx="260384" cy="3263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3480"/>
              </a:lnTo>
              <a:lnTo>
                <a:pt x="260384" y="3263480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64AB70-0D1A-4E02-BEF2-7B72CC0F8F1C}">
      <dsp:nvSpPr>
        <dsp:cNvPr id="0" name=""/>
        <dsp:cNvSpPr/>
      </dsp:nvSpPr>
      <dsp:spPr>
        <a:xfrm>
          <a:off x="1155580" y="871246"/>
          <a:ext cx="260384" cy="2030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0996"/>
              </a:lnTo>
              <a:lnTo>
                <a:pt x="260384" y="20309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04992B-CDCF-4373-838C-5FE45DBD4AA0}">
      <dsp:nvSpPr>
        <dsp:cNvPr id="0" name=""/>
        <dsp:cNvSpPr/>
      </dsp:nvSpPr>
      <dsp:spPr>
        <a:xfrm>
          <a:off x="1155580" y="871246"/>
          <a:ext cx="260384" cy="7985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8511"/>
              </a:lnTo>
              <a:lnTo>
                <a:pt x="260384" y="798511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DF8F51-CDBF-4390-8AF6-66D7BAB5F0FE}">
      <dsp:nvSpPr>
        <dsp:cNvPr id="0" name=""/>
        <dsp:cNvSpPr/>
      </dsp:nvSpPr>
      <dsp:spPr>
        <a:xfrm>
          <a:off x="981991" y="3299"/>
          <a:ext cx="1735894" cy="8679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noProof="0" dirty="0"/>
            <a:t>Impact </a:t>
          </a:r>
        </a:p>
      </dsp:txBody>
      <dsp:txXfrm>
        <a:off x="981991" y="3299"/>
        <a:ext cx="1735894" cy="867947"/>
      </dsp:txXfrm>
    </dsp:sp>
    <dsp:sp modelId="{6A652F31-D3FF-47FD-817D-26B0BB84234F}">
      <dsp:nvSpPr>
        <dsp:cNvPr id="0" name=""/>
        <dsp:cNvSpPr/>
      </dsp:nvSpPr>
      <dsp:spPr>
        <a:xfrm>
          <a:off x="1415964" y="1235784"/>
          <a:ext cx="1735894" cy="86794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noProof="0" dirty="0"/>
            <a:t>Width </a:t>
          </a:r>
        </a:p>
      </dsp:txBody>
      <dsp:txXfrm>
        <a:off x="1415964" y="1235784"/>
        <a:ext cx="1735894" cy="867947"/>
      </dsp:txXfrm>
    </dsp:sp>
    <dsp:sp modelId="{A55D302F-4B7F-4BDC-B145-AC4F8037956D}">
      <dsp:nvSpPr>
        <dsp:cNvPr id="0" name=""/>
        <dsp:cNvSpPr/>
      </dsp:nvSpPr>
      <dsp:spPr>
        <a:xfrm>
          <a:off x="1415964" y="2468268"/>
          <a:ext cx="1735894" cy="86794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noProof="0" dirty="0"/>
            <a:t>Change </a:t>
          </a:r>
        </a:p>
      </dsp:txBody>
      <dsp:txXfrm>
        <a:off x="1415964" y="2468268"/>
        <a:ext cx="1735894" cy="867947"/>
      </dsp:txXfrm>
    </dsp:sp>
    <dsp:sp modelId="{B0BA5FF1-B9B6-4934-A332-261C83E48521}">
      <dsp:nvSpPr>
        <dsp:cNvPr id="0" name=""/>
        <dsp:cNvSpPr/>
      </dsp:nvSpPr>
      <dsp:spPr>
        <a:xfrm>
          <a:off x="1415964" y="3700753"/>
          <a:ext cx="1735894" cy="86794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noProof="0" dirty="0"/>
            <a:t>Mngt </a:t>
          </a:r>
        </a:p>
      </dsp:txBody>
      <dsp:txXfrm>
        <a:off x="1415964" y="3700753"/>
        <a:ext cx="1735894" cy="8679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A665B-E4D1-490E-8D52-1CFE60EB4671}">
      <dsp:nvSpPr>
        <dsp:cNvPr id="0" name=""/>
        <dsp:cNvSpPr/>
      </dsp:nvSpPr>
      <dsp:spPr>
        <a:xfrm>
          <a:off x="0" y="243929"/>
          <a:ext cx="1857375" cy="445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kern="1200" dirty="0">
              <a:solidFill>
                <a:schemeClr val="tx1"/>
              </a:solidFill>
              <a:effectLst/>
            </a:rPr>
            <a:t>Changes in the flow of activities-10</a:t>
          </a:r>
          <a:endParaRPr lang="it-IT" sz="1400" b="1" i="0" u="none" kern="1200" dirty="0">
            <a:solidFill>
              <a:schemeClr val="tx1"/>
            </a:solidFill>
            <a:effectLst/>
          </a:endParaRPr>
        </a:p>
      </dsp:txBody>
      <dsp:txXfrm>
        <a:off x="0" y="243929"/>
        <a:ext cx="1857375" cy="445500"/>
      </dsp:txXfrm>
    </dsp:sp>
    <dsp:sp modelId="{C041637D-65BB-4D8D-87BB-A8E214E80219}">
      <dsp:nvSpPr>
        <dsp:cNvPr id="0" name=""/>
        <dsp:cNvSpPr/>
      </dsp:nvSpPr>
      <dsp:spPr>
        <a:xfrm>
          <a:off x="1857374" y="139515"/>
          <a:ext cx="371475" cy="654328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B4C3C5-EA0A-4040-B32C-AA3B0235775F}">
      <dsp:nvSpPr>
        <dsp:cNvPr id="0" name=""/>
        <dsp:cNvSpPr/>
      </dsp:nvSpPr>
      <dsp:spPr>
        <a:xfrm>
          <a:off x="2377439" y="139515"/>
          <a:ext cx="5052060" cy="654328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u="none" kern="1200" dirty="0">
              <a:solidFill>
                <a:schemeClr val="tx1"/>
              </a:solidFill>
            </a:rPr>
            <a:t>The flow of activities changes . </a:t>
          </a:r>
          <a:endParaRPr lang="it-IT" sz="1800" b="0" i="0" u="none" kern="1200" dirty="0">
            <a:solidFill>
              <a:schemeClr val="tx1"/>
            </a:solidFill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800" b="0" i="0" u="none" kern="1200" dirty="0">
            <a:solidFill>
              <a:schemeClr val="tx1"/>
            </a:solidFill>
          </a:endParaRPr>
        </a:p>
      </dsp:txBody>
      <dsp:txXfrm>
        <a:off x="2377439" y="139515"/>
        <a:ext cx="5052060" cy="654328"/>
      </dsp:txXfrm>
    </dsp:sp>
    <dsp:sp modelId="{3AB3981F-FBDE-4295-937D-3939D23A9D7F}">
      <dsp:nvSpPr>
        <dsp:cNvPr id="0" name=""/>
        <dsp:cNvSpPr/>
      </dsp:nvSpPr>
      <dsp:spPr>
        <a:xfrm>
          <a:off x="0" y="975587"/>
          <a:ext cx="1855561" cy="62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kern="1200" dirty="0">
              <a:solidFill>
                <a:schemeClr val="tx1"/>
              </a:solidFill>
              <a:effectLst/>
            </a:rPr>
            <a:t>Changes in the organizational structure : 5</a:t>
          </a:r>
          <a:endParaRPr lang="it-IT" sz="1400" b="1" i="0" u="none" kern="1200" dirty="0">
            <a:solidFill>
              <a:schemeClr val="tx1"/>
            </a:solidFill>
            <a:effectLst/>
          </a:endParaRPr>
        </a:p>
      </dsp:txBody>
      <dsp:txXfrm>
        <a:off x="0" y="975587"/>
        <a:ext cx="1855561" cy="623700"/>
      </dsp:txXfrm>
    </dsp:sp>
    <dsp:sp modelId="{7146F853-3F44-4FD0-BEA2-8AC506342389}">
      <dsp:nvSpPr>
        <dsp:cNvPr id="0" name=""/>
        <dsp:cNvSpPr/>
      </dsp:nvSpPr>
      <dsp:spPr>
        <a:xfrm>
          <a:off x="1855561" y="858643"/>
          <a:ext cx="371112" cy="857587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FBBC33-FC52-4022-8E9E-95212EF26E07}">
      <dsp:nvSpPr>
        <dsp:cNvPr id="0" name=""/>
        <dsp:cNvSpPr/>
      </dsp:nvSpPr>
      <dsp:spPr>
        <a:xfrm>
          <a:off x="2375118" y="858643"/>
          <a:ext cx="5047126" cy="85758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u="none" kern="1200" dirty="0">
              <a:solidFill>
                <a:schemeClr val="tx1"/>
              </a:solidFill>
            </a:rPr>
            <a:t>The macrostructure does not change. However, changes are in of the roles of the actors involved in the process , who shall play different tasks</a:t>
          </a:r>
          <a:endParaRPr lang="it-IT" sz="1800" b="0" i="0" u="none" kern="1200" dirty="0">
            <a:solidFill>
              <a:schemeClr val="tx1"/>
            </a:solidFill>
          </a:endParaRPr>
        </a:p>
      </dsp:txBody>
      <dsp:txXfrm>
        <a:off x="2375118" y="858643"/>
        <a:ext cx="5047126" cy="857587"/>
      </dsp:txXfrm>
    </dsp:sp>
    <dsp:sp modelId="{ACEB3B3C-5EF8-46B6-89BF-99B6711C7741}">
      <dsp:nvSpPr>
        <dsp:cNvPr id="0" name=""/>
        <dsp:cNvSpPr/>
      </dsp:nvSpPr>
      <dsp:spPr>
        <a:xfrm>
          <a:off x="0" y="1885445"/>
          <a:ext cx="1855561" cy="445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kern="1200" dirty="0">
              <a:solidFill>
                <a:schemeClr val="tx1"/>
              </a:solidFill>
              <a:effectLst/>
            </a:rPr>
            <a:t>Changes in skills / expertise : 8</a:t>
          </a:r>
          <a:endParaRPr lang="it-IT" sz="1400" b="1" i="0" u="none" kern="1200" dirty="0">
            <a:solidFill>
              <a:schemeClr val="tx1"/>
            </a:solidFill>
            <a:effectLst/>
          </a:endParaRPr>
        </a:p>
      </dsp:txBody>
      <dsp:txXfrm>
        <a:off x="0" y="1885445"/>
        <a:ext cx="1855561" cy="445500"/>
      </dsp:txXfrm>
    </dsp:sp>
    <dsp:sp modelId="{3329D3E3-4523-41D0-A0F0-B72C410FFA70}">
      <dsp:nvSpPr>
        <dsp:cNvPr id="0" name=""/>
        <dsp:cNvSpPr/>
      </dsp:nvSpPr>
      <dsp:spPr>
        <a:xfrm>
          <a:off x="1855561" y="1781031"/>
          <a:ext cx="371112" cy="654328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8DE04D-3252-4B33-9C87-ECD2299B2DC3}">
      <dsp:nvSpPr>
        <dsp:cNvPr id="0" name=""/>
        <dsp:cNvSpPr/>
      </dsp:nvSpPr>
      <dsp:spPr>
        <a:xfrm>
          <a:off x="2375118" y="1781031"/>
          <a:ext cx="5047126" cy="654328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800" b="0" i="0" u="none" kern="1200" dirty="0">
            <a:solidFill>
              <a:schemeClr val="tx1"/>
            </a:solidFill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 dirty="0">
              <a:solidFill>
                <a:schemeClr val="tx1"/>
              </a:solidFill>
            </a:rPr>
            <a:t>IT knowledge: required basic IT proficiency</a:t>
          </a:r>
          <a:endParaRPr lang="it-IT" sz="1800" b="0" i="0" u="none" kern="1200" dirty="0">
            <a:solidFill>
              <a:schemeClr val="tx1"/>
            </a:solidFill>
          </a:endParaRPr>
        </a:p>
      </dsp:txBody>
      <dsp:txXfrm>
        <a:off x="2375118" y="1781031"/>
        <a:ext cx="5047126" cy="654328"/>
      </dsp:txXfrm>
    </dsp:sp>
    <dsp:sp modelId="{1E253308-6D44-4C7B-AEE8-9D53C846F748}">
      <dsp:nvSpPr>
        <dsp:cNvPr id="0" name=""/>
        <dsp:cNvSpPr/>
      </dsp:nvSpPr>
      <dsp:spPr>
        <a:xfrm>
          <a:off x="0" y="2617103"/>
          <a:ext cx="1855561" cy="62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kern="1200" dirty="0">
              <a:solidFill>
                <a:schemeClr val="tx1"/>
              </a:solidFill>
              <a:effectLst/>
            </a:rPr>
            <a:t>Changes in procedures and methods of control :8</a:t>
          </a:r>
          <a:endParaRPr lang="it-IT" sz="1400" b="1" i="0" u="none" kern="1200" dirty="0">
            <a:solidFill>
              <a:schemeClr val="tx1"/>
            </a:solidFill>
            <a:effectLst/>
          </a:endParaRPr>
        </a:p>
      </dsp:txBody>
      <dsp:txXfrm>
        <a:off x="0" y="2617103"/>
        <a:ext cx="1855561" cy="623700"/>
      </dsp:txXfrm>
    </dsp:sp>
    <dsp:sp modelId="{1FC06E23-B326-488D-877F-77CAA450AC11}">
      <dsp:nvSpPr>
        <dsp:cNvPr id="0" name=""/>
        <dsp:cNvSpPr/>
      </dsp:nvSpPr>
      <dsp:spPr>
        <a:xfrm>
          <a:off x="1855561" y="2500159"/>
          <a:ext cx="371112" cy="857587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B14169-2D45-4CEE-949A-57FBBB2EA5BE}">
      <dsp:nvSpPr>
        <dsp:cNvPr id="0" name=""/>
        <dsp:cNvSpPr/>
      </dsp:nvSpPr>
      <dsp:spPr>
        <a:xfrm>
          <a:off x="2375118" y="2500159"/>
          <a:ext cx="5047126" cy="85758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u="none" kern="1200" dirty="0">
              <a:solidFill>
                <a:schemeClr val="tx1"/>
              </a:solidFill>
            </a:rPr>
            <a:t>For the patient the procedure is flexible. A tracking system of the process and a dashboard are introduced which will control the QoS.</a:t>
          </a:r>
          <a:endParaRPr lang="it-IT" sz="1800" b="0" i="0" u="none" kern="1200" dirty="0">
            <a:solidFill>
              <a:schemeClr val="tx1"/>
            </a:solidFill>
          </a:endParaRPr>
        </a:p>
      </dsp:txBody>
      <dsp:txXfrm>
        <a:off x="2375118" y="2500159"/>
        <a:ext cx="5047126" cy="857587"/>
      </dsp:txXfrm>
    </dsp:sp>
    <dsp:sp modelId="{98A5675D-34FA-469F-9C91-3EE961D41F07}">
      <dsp:nvSpPr>
        <dsp:cNvPr id="0" name=""/>
        <dsp:cNvSpPr/>
      </dsp:nvSpPr>
      <dsp:spPr>
        <a:xfrm>
          <a:off x="0" y="3624414"/>
          <a:ext cx="1855561" cy="445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kern="1200" dirty="0">
              <a:solidFill>
                <a:schemeClr val="tx1"/>
              </a:solidFill>
              <a:effectLst/>
            </a:rPr>
            <a:t>Change in IT support</a:t>
          </a:r>
          <a:r>
            <a:rPr lang="it-IT" sz="1400" b="1" i="0" u="none" kern="1200" dirty="0">
              <a:solidFill>
                <a:schemeClr val="tx1"/>
              </a:solidFill>
              <a:effectLst/>
            </a:rPr>
            <a:t>: 10</a:t>
          </a:r>
        </a:p>
      </dsp:txBody>
      <dsp:txXfrm>
        <a:off x="0" y="3624414"/>
        <a:ext cx="1855561" cy="445500"/>
      </dsp:txXfrm>
    </dsp:sp>
    <dsp:sp modelId="{52DA3125-49E7-48F0-A123-CB698EB58E8D}">
      <dsp:nvSpPr>
        <dsp:cNvPr id="0" name=""/>
        <dsp:cNvSpPr/>
      </dsp:nvSpPr>
      <dsp:spPr>
        <a:xfrm>
          <a:off x="1855561" y="3422546"/>
          <a:ext cx="371112" cy="849234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DB3D18-7752-44F8-AE7A-FDD62E968F7B}">
      <dsp:nvSpPr>
        <dsp:cNvPr id="0" name=""/>
        <dsp:cNvSpPr/>
      </dsp:nvSpPr>
      <dsp:spPr>
        <a:xfrm>
          <a:off x="2375118" y="3422546"/>
          <a:ext cx="5047126" cy="849234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u="none" kern="1200" dirty="0">
              <a:solidFill>
                <a:schemeClr val="tx1"/>
              </a:solidFill>
            </a:rPr>
            <a:t>The system introduces Smart Phones as a key element of the architecture – it moves  to “Future Internet” context. </a:t>
          </a:r>
          <a:endParaRPr lang="it-IT" sz="1800" b="0" i="0" u="none" kern="1200" dirty="0">
            <a:solidFill>
              <a:schemeClr val="tx1"/>
            </a:solidFill>
          </a:endParaRPr>
        </a:p>
      </dsp:txBody>
      <dsp:txXfrm>
        <a:off x="2375118" y="3422546"/>
        <a:ext cx="5047126" cy="8492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10594-41A4-4B0D-834A-AF8551CA7917}">
      <dsp:nvSpPr>
        <dsp:cNvPr id="0" name=""/>
        <dsp:cNvSpPr/>
      </dsp:nvSpPr>
      <dsp:spPr>
        <a:xfrm>
          <a:off x="3627" y="100666"/>
          <a:ext cx="1855561" cy="818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kern="1200" dirty="0"/>
            <a:t>Time period between the project start and </a:t>
          </a:r>
          <a:r>
            <a:rPr lang="it-IT" sz="1400" b="1" kern="1200" dirty="0" err="1"/>
            <a:t>organization</a:t>
          </a:r>
          <a:r>
            <a:rPr lang="it-IT" sz="1400" b="1" kern="1200" dirty="0"/>
            <a:t> change:15 </a:t>
          </a:r>
          <a:endParaRPr lang="it-IT" sz="1400" b="1" i="0" u="none" kern="1200" dirty="0"/>
        </a:p>
      </dsp:txBody>
      <dsp:txXfrm>
        <a:off x="3627" y="100666"/>
        <a:ext cx="1855561" cy="818606"/>
      </dsp:txXfrm>
    </dsp:sp>
    <dsp:sp modelId="{182E58CB-B572-44E1-8F36-D629DA62A863}">
      <dsp:nvSpPr>
        <dsp:cNvPr id="0" name=""/>
        <dsp:cNvSpPr/>
      </dsp:nvSpPr>
      <dsp:spPr>
        <a:xfrm>
          <a:off x="1859188" y="11131"/>
          <a:ext cx="371112" cy="997676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FB51F0-6740-48EC-A566-6D7310D7132F}">
      <dsp:nvSpPr>
        <dsp:cNvPr id="0" name=""/>
        <dsp:cNvSpPr/>
      </dsp:nvSpPr>
      <dsp:spPr>
        <a:xfrm>
          <a:off x="2378745" y="11131"/>
          <a:ext cx="5047126" cy="997676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u="none" kern="1200" dirty="0">
              <a:solidFill>
                <a:schemeClr val="tx1"/>
              </a:solidFill>
            </a:rPr>
            <a:t>The time between the start of the project and the introduction of the change should be short, to take advantage of the benefits</a:t>
          </a:r>
          <a:endParaRPr lang="it-IT" sz="2100" b="0" i="0" u="none" kern="1200" dirty="0">
            <a:solidFill>
              <a:schemeClr val="tx1"/>
            </a:solidFill>
          </a:endParaRPr>
        </a:p>
      </dsp:txBody>
      <dsp:txXfrm>
        <a:off x="2378745" y="11131"/>
        <a:ext cx="5047126" cy="997676"/>
      </dsp:txXfrm>
    </dsp:sp>
    <dsp:sp modelId="{448F17DD-AAB0-4226-9B89-924CBB38F990}">
      <dsp:nvSpPr>
        <dsp:cNvPr id="0" name=""/>
        <dsp:cNvSpPr/>
      </dsp:nvSpPr>
      <dsp:spPr>
        <a:xfrm>
          <a:off x="3627" y="1360525"/>
          <a:ext cx="1855561" cy="441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kern="1200" dirty="0"/>
            <a:t>Duration of implementation: 10</a:t>
          </a:r>
          <a:endParaRPr lang="it-IT" sz="1400" b="1" i="0" u="none" kern="1200" dirty="0"/>
        </a:p>
      </dsp:txBody>
      <dsp:txXfrm>
        <a:off x="3627" y="1360525"/>
        <a:ext cx="1855561" cy="441787"/>
      </dsp:txXfrm>
    </dsp:sp>
    <dsp:sp modelId="{D7E17DC9-E603-413B-9B5C-7B8AE878AAE6}">
      <dsp:nvSpPr>
        <dsp:cNvPr id="0" name=""/>
        <dsp:cNvSpPr/>
      </dsp:nvSpPr>
      <dsp:spPr>
        <a:xfrm>
          <a:off x="1859188" y="1084408"/>
          <a:ext cx="371112" cy="994021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19F768-FD12-4951-9D65-3130E2C8DD74}">
      <dsp:nvSpPr>
        <dsp:cNvPr id="0" name=""/>
        <dsp:cNvSpPr/>
      </dsp:nvSpPr>
      <dsp:spPr>
        <a:xfrm>
          <a:off x="2378745" y="1084408"/>
          <a:ext cx="5047126" cy="994021"/>
        </a:xfrm>
        <a:prstGeom prst="rect">
          <a:avLst/>
        </a:prstGeom>
        <a:solidFill>
          <a:srgbClr val="FFFFFF">
            <a:lumMod val="8500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u="none" kern="1200" dirty="0">
              <a:solidFill>
                <a:schemeClr val="tx1"/>
              </a:solidFill>
            </a:rPr>
            <a:t>The time from start and implementation is long. For the IT implementation we forecast 3 years</a:t>
          </a:r>
          <a:endParaRPr lang="it-IT" sz="2100" b="0" i="0" u="none" kern="1200" dirty="0">
            <a:solidFill>
              <a:schemeClr val="tx1"/>
            </a:solidFill>
          </a:endParaRPr>
        </a:p>
      </dsp:txBody>
      <dsp:txXfrm>
        <a:off x="2378745" y="1084408"/>
        <a:ext cx="5047126" cy="9940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83DFBA-49DB-4B7B-8591-D49ECD4390B8}">
      <dsp:nvSpPr>
        <dsp:cNvPr id="0" name=""/>
        <dsp:cNvSpPr/>
      </dsp:nvSpPr>
      <dsp:spPr>
        <a:xfrm>
          <a:off x="0" y="372258"/>
          <a:ext cx="1857375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kern="1200" dirty="0"/>
            <a:t>Preparation of management: 10</a:t>
          </a:r>
          <a:endParaRPr lang="it-IT" sz="1800" b="1" i="0" u="none" kern="1200" dirty="0"/>
        </a:p>
      </dsp:txBody>
      <dsp:txXfrm>
        <a:off x="0" y="372258"/>
        <a:ext cx="1857375" cy="1287000"/>
      </dsp:txXfrm>
    </dsp:sp>
    <dsp:sp modelId="{A32AA7DE-F649-41F2-9A5E-960074B9C39F}">
      <dsp:nvSpPr>
        <dsp:cNvPr id="0" name=""/>
        <dsp:cNvSpPr/>
      </dsp:nvSpPr>
      <dsp:spPr>
        <a:xfrm>
          <a:off x="1857374" y="130946"/>
          <a:ext cx="371475" cy="1769625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DE524-CA3D-4F72-BD1A-43D57BC44C15}">
      <dsp:nvSpPr>
        <dsp:cNvPr id="0" name=""/>
        <dsp:cNvSpPr/>
      </dsp:nvSpPr>
      <dsp:spPr>
        <a:xfrm>
          <a:off x="2377439" y="130946"/>
          <a:ext cx="5052060" cy="1769625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u="none" kern="1200" dirty="0">
              <a:solidFill>
                <a:schemeClr val="tx1"/>
              </a:solidFill>
            </a:rPr>
            <a:t>The Region is prepared to accept changes. However, the commitment should be strong to face the potential resistance to changes in operational units and GPs. </a:t>
          </a:r>
          <a:endParaRPr lang="it-IT" sz="2400" b="0" i="0" u="none" kern="1200" dirty="0">
            <a:solidFill>
              <a:schemeClr val="tx1"/>
            </a:solidFill>
          </a:endParaRPr>
        </a:p>
      </dsp:txBody>
      <dsp:txXfrm>
        <a:off x="2377439" y="130946"/>
        <a:ext cx="5052060" cy="1769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374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6125" y="752475"/>
            <a:ext cx="5367338" cy="3716338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722813"/>
            <a:ext cx="5030787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13" tIns="44659" rIns="90913" bIns="44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noProof="0"/>
              <a:t>Click to edit Master text styles</a:t>
            </a:r>
          </a:p>
          <a:p>
            <a:pPr lvl="1"/>
            <a:r>
              <a:rPr lang="it-IT" altLang="it-IT" noProof="0"/>
              <a:t>Second level</a:t>
            </a:r>
          </a:p>
          <a:p>
            <a:pPr lvl="2"/>
            <a:r>
              <a:rPr lang="it-IT" altLang="it-IT" noProof="0"/>
              <a:t>Third level</a:t>
            </a:r>
          </a:p>
          <a:p>
            <a:pPr lvl="3"/>
            <a:r>
              <a:rPr lang="it-IT" altLang="it-IT" noProof="0"/>
              <a:t>Fourth level</a:t>
            </a:r>
          </a:p>
          <a:p>
            <a:pPr lvl="4"/>
            <a:r>
              <a:rPr lang="it-IT" altLang="it-IT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997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CB46822-9A68-4FDE-94ED-DE52B8A966AB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2741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CB46822-9A68-4FDE-94ED-DE52B8A966AB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028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CB46822-9A68-4FDE-94ED-DE52B8A966AB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5853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CB46822-9A68-4FDE-94ED-DE52B8A966AB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1377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Understand the scernario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CB46822-9A68-4FDE-94ED-DE52B8A966AB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3757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3366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6029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  <a:lvl2pPr>
              <a:defRPr>
                <a:solidFill>
                  <a:srgbClr val="003366"/>
                </a:solidFill>
              </a:defRPr>
            </a:lvl2pPr>
            <a:lvl3pPr>
              <a:defRPr>
                <a:solidFill>
                  <a:srgbClr val="003366"/>
                </a:solidFill>
              </a:defRPr>
            </a:lvl3pPr>
            <a:lvl4pPr>
              <a:defRPr>
                <a:solidFill>
                  <a:srgbClr val="003366"/>
                </a:solidFill>
              </a:defRPr>
            </a:lvl4pPr>
            <a:lvl5pPr>
              <a:defRPr>
                <a:solidFill>
                  <a:srgbClr val="0033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0999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5EA67-AD77-413F-9935-ABA9CC97110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09866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550428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901996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361496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36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>
                <a:solidFill>
                  <a:srgbClr val="000066"/>
                </a:solidFill>
              </a:defRPr>
            </a:lvl1pPr>
            <a:lvl2pPr>
              <a:defRPr sz="2800">
                <a:solidFill>
                  <a:srgbClr val="000066"/>
                </a:solidFill>
              </a:defRPr>
            </a:lvl2pPr>
            <a:lvl3pPr>
              <a:defRPr sz="2400">
                <a:solidFill>
                  <a:srgbClr val="000066"/>
                </a:solidFill>
              </a:defRPr>
            </a:lvl3pPr>
            <a:lvl4pPr>
              <a:defRPr sz="2000">
                <a:solidFill>
                  <a:srgbClr val="000066"/>
                </a:solidFill>
              </a:defRPr>
            </a:lvl4pPr>
            <a:lvl5pPr>
              <a:defRPr sz="2000">
                <a:solidFill>
                  <a:srgbClr val="00006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006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27007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7FB9F0-C7E1-4EB3-ABFA-DF281AB3227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79164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504C78-4664-4215-8D7B-DEEDB8940D1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30851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58025" y="304800"/>
            <a:ext cx="2105025" cy="57912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42950" y="304800"/>
            <a:ext cx="6162675" cy="57912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E56F8-79AE-47A4-8A20-D6B7E8F9F0D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278641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742950" y="1524000"/>
            <a:ext cx="842010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528632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742950" y="38862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524368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2920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742950" y="38862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44343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437069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217688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742950" y="38862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902935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1_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5097016" y="17526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97016" y="41148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742950" y="17526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389181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5097016" y="17526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97016" y="41148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2"/>
          <p:cNvSpPr>
            <a:spLocks noGrp="1"/>
          </p:cNvSpPr>
          <p:nvPr>
            <p:ph sz="quarter" idx="10"/>
          </p:nvPr>
        </p:nvSpPr>
        <p:spPr>
          <a:xfrm>
            <a:off x="742950" y="17526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contenuto 3"/>
          <p:cNvSpPr>
            <a:spLocks noGrp="1"/>
          </p:cNvSpPr>
          <p:nvPr>
            <p:ph sz="quarter" idx="11"/>
          </p:nvPr>
        </p:nvSpPr>
        <p:spPr>
          <a:xfrm>
            <a:off x="742950" y="41148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2361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304800"/>
            <a:ext cx="817086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524000"/>
            <a:ext cx="84201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text styles</a:t>
            </a:r>
          </a:p>
          <a:p>
            <a:pPr lvl="1"/>
            <a:r>
              <a:rPr lang="it-IT" altLang="it-IT"/>
              <a:t>Second level</a:t>
            </a:r>
          </a:p>
          <a:p>
            <a:pPr lvl="2"/>
            <a:r>
              <a:rPr lang="it-IT" altLang="it-IT"/>
              <a:t>Third level</a:t>
            </a:r>
          </a:p>
          <a:p>
            <a:pPr lvl="3"/>
            <a:r>
              <a:rPr lang="it-IT" altLang="it-IT"/>
              <a:t>Fourth level</a:t>
            </a:r>
          </a:p>
          <a:p>
            <a:pPr lvl="4"/>
            <a:r>
              <a:rPr lang="it-IT" altLang="it-IT"/>
              <a:t>Fifth level</a:t>
            </a:r>
          </a:p>
        </p:txBody>
      </p:sp>
      <p:graphicFrame>
        <p:nvGraphicFramePr>
          <p:cNvPr id="717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1" imgW="5028571" imgH="4866667" progId="MSPhotoEd.3">
                  <p:embed/>
                </p:oleObj>
              </mc:Choice>
              <mc:Fallback>
                <p:oleObj name="Fotografia di Photo Editor" r:id="rId21" imgW="5028571" imgH="4866667" progId="MSPhotoEd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4" r:id="rId18"/>
    <p:sldLayoutId id="2147483705" r:id="rId19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rgbClr val="0000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rgbClr val="0000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1600">
          <a:solidFill>
            <a:srgbClr val="000066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rgbClr val="000066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ORGANIZATIONAL IMPACT ANALYSIS </a:t>
            </a:r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702491B5-169E-29E9-23ED-EC62022B59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it-IT" b="1" dirty="0"/>
              <a:t>THEORY</a:t>
            </a:r>
          </a:p>
          <a:p>
            <a:r>
              <a:rPr lang="it-IT" dirty="0"/>
              <a:t>ASSIGNMENT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25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Assessment of the Organization Impact </a:t>
            </a:r>
          </a:p>
        </p:txBody>
      </p:sp>
      <p:sp>
        <p:nvSpPr>
          <p:cNvPr id="72192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Impact/ risk variables </a:t>
            </a:r>
          </a:p>
          <a:p>
            <a:pPr lvl="1"/>
            <a:r>
              <a:rPr lang="en-US" noProof="0" dirty="0"/>
              <a:t>Width </a:t>
            </a:r>
          </a:p>
          <a:p>
            <a:pPr lvl="1"/>
            <a:r>
              <a:rPr lang="en-US" noProof="0" dirty="0"/>
              <a:t>Change speed</a:t>
            </a:r>
          </a:p>
          <a:p>
            <a:pPr lvl="1"/>
            <a:r>
              <a:rPr lang="en-US" noProof="0" dirty="0"/>
              <a:t>Management Preparation</a:t>
            </a:r>
          </a:p>
          <a:p>
            <a:r>
              <a:rPr lang="en-US" noProof="0" dirty="0"/>
              <a:t>Impact score = Width + Speed + Management</a:t>
            </a:r>
          </a:p>
          <a:p>
            <a:r>
              <a:rPr lang="en-US" noProof="0" dirty="0"/>
              <a:t>Target Impact: </a:t>
            </a:r>
          </a:p>
          <a:p>
            <a:pPr lvl="1"/>
            <a:r>
              <a:rPr lang="en-US" noProof="0" dirty="0"/>
              <a:t>70 = Average</a:t>
            </a:r>
          </a:p>
          <a:p>
            <a:pPr lvl="1"/>
            <a:r>
              <a:rPr lang="en-US" noProof="0" dirty="0"/>
              <a:t>30 = Low </a:t>
            </a:r>
          </a:p>
        </p:txBody>
      </p:sp>
      <p:graphicFrame>
        <p:nvGraphicFramePr>
          <p:cNvPr id="3" name="Segnaposto contenuto 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47632841"/>
              </p:ext>
            </p:extLst>
          </p:nvPr>
        </p:nvGraphicFramePr>
        <p:xfrm>
          <a:off x="5029200" y="1524000"/>
          <a:ext cx="41338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2134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Organization Impact: score</a:t>
            </a:r>
          </a:p>
        </p:txBody>
      </p:sp>
      <p:sp>
        <p:nvSpPr>
          <p:cNvPr id="72294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noProof="0" dirty="0"/>
              <a:t>Change span: 0 to 50 (0 to 14 for each variable)</a:t>
            </a:r>
          </a:p>
          <a:p>
            <a:pPr lvl="1"/>
            <a:r>
              <a:rPr lang="en-US" sz="1800" noProof="0" dirty="0"/>
              <a:t>Activities </a:t>
            </a:r>
          </a:p>
          <a:p>
            <a:pPr lvl="1"/>
            <a:r>
              <a:rPr lang="en-US" sz="1800" noProof="0" dirty="0"/>
              <a:t>Structure</a:t>
            </a:r>
          </a:p>
          <a:p>
            <a:pPr lvl="1"/>
            <a:r>
              <a:rPr lang="en-US" sz="1800" noProof="0" dirty="0"/>
              <a:t>Skill</a:t>
            </a:r>
          </a:p>
          <a:p>
            <a:pPr lvl="1"/>
            <a:r>
              <a:rPr lang="en-US" sz="1800" noProof="0" dirty="0"/>
              <a:t>Reward and control</a:t>
            </a:r>
          </a:p>
          <a:p>
            <a:pPr lvl="1"/>
            <a:r>
              <a:rPr lang="en-US" sz="1800" noProof="0" dirty="0"/>
              <a:t>IT support </a:t>
            </a:r>
          </a:p>
          <a:p>
            <a:r>
              <a:rPr lang="en-US" sz="2400" noProof="0" dirty="0"/>
              <a:t>Change speed: 0 to 30 as a sum  of the variables</a:t>
            </a:r>
          </a:p>
          <a:p>
            <a:pPr lvl="1"/>
            <a:r>
              <a:rPr lang="en-US" sz="1800" noProof="0" dirty="0"/>
              <a:t>Rollout time: time period between the project start and organization change </a:t>
            </a:r>
          </a:p>
          <a:p>
            <a:pPr lvl="1"/>
            <a:r>
              <a:rPr lang="en-US" sz="1800" noProof="0" dirty="0"/>
              <a:t>Project duration </a:t>
            </a:r>
          </a:p>
          <a:p>
            <a:r>
              <a:rPr lang="en-US" sz="2400" noProof="0" dirty="0"/>
              <a:t>Management preparation: 0 to 20</a:t>
            </a:r>
          </a:p>
          <a:p>
            <a:pPr lvl="1"/>
            <a:r>
              <a:rPr lang="en-US" sz="2000" noProof="0" dirty="0"/>
              <a:t>Management experience with projects </a:t>
            </a:r>
          </a:p>
          <a:p>
            <a:pPr lvl="1"/>
            <a:r>
              <a:rPr lang="en-US" sz="2000" noProof="0" dirty="0"/>
              <a:t>Management commitment </a:t>
            </a:r>
          </a:p>
        </p:txBody>
      </p:sp>
      <p:graphicFrame>
        <p:nvGraphicFramePr>
          <p:cNvPr id="5" name="Segnaposto contenuto 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44911883"/>
              </p:ext>
            </p:extLst>
          </p:nvPr>
        </p:nvGraphicFramePr>
        <p:xfrm>
          <a:off x="5029200" y="1524000"/>
          <a:ext cx="41338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345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F1DA8-9483-C444-D872-D5A60231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CA7B1C1-4ADA-D36E-8BEF-AADAC01740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ORGANIZATIONAL IMPACT ANALYSIS </a:t>
            </a:r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CD5567D6-46E3-A1BA-B2F8-04054469A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it-IT" dirty="0"/>
              <a:t>THEORY</a:t>
            </a:r>
          </a:p>
          <a:p>
            <a:r>
              <a:rPr lang="it-IT" b="1" dirty="0"/>
              <a:t>ASSIGNMENT EXAMPLE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8916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8E56EA5-810F-A825-E920-28C506461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Risk table 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5661849"/>
              </p:ext>
            </p:extLst>
          </p:nvPr>
        </p:nvGraphicFramePr>
        <p:xfrm>
          <a:off x="742950" y="1524000"/>
          <a:ext cx="7430325" cy="384828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7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Criteria</a:t>
                      </a: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Score</a:t>
                      </a:r>
                    </a:p>
                  </a:txBody>
                  <a:tcPr marL="74295" marR="74295" marT="37148" marB="3714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 rowSpan="5"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Width</a:t>
                      </a:r>
                      <a:r>
                        <a:rPr lang="en-US" sz="1500" baseline="0" dirty="0"/>
                        <a:t> of Changes</a:t>
                      </a:r>
                      <a:endParaRPr lang="en-US" sz="15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none" dirty="0">
                          <a:solidFill>
                            <a:schemeClr val="tx1"/>
                          </a:solidFill>
                          <a:effectLst/>
                        </a:rPr>
                        <a:t>Changes in the flow of activities</a:t>
                      </a:r>
                      <a:endParaRPr lang="it-IT" sz="1300" b="0" i="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u="none" dirty="0"/>
                        <a:t>10</a:t>
                      </a:r>
                      <a:endParaRPr lang="en-US" sz="1300" b="0" i="0" u="none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53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none" dirty="0">
                          <a:solidFill>
                            <a:schemeClr val="tx1"/>
                          </a:solidFill>
                          <a:effectLst/>
                        </a:rPr>
                        <a:t>Changes in the organizational structure</a:t>
                      </a:r>
                      <a:endParaRPr lang="it-IT" sz="1300" b="0" i="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u="none" dirty="0"/>
                        <a:t>5</a:t>
                      </a:r>
                      <a:endParaRPr lang="en-US" sz="1300" b="0" i="0" u="none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535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none" dirty="0">
                          <a:solidFill>
                            <a:schemeClr val="tx1"/>
                          </a:solidFill>
                          <a:effectLst/>
                        </a:rPr>
                        <a:t>Changes in skills / expertise </a:t>
                      </a:r>
                      <a:endParaRPr lang="it-IT" sz="1300" b="0" u="non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/>
                      <a:endParaRPr lang="en-US" sz="1300" b="0" i="0" u="none" dirty="0">
                        <a:effectLst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u="none" dirty="0"/>
                        <a:t>8</a:t>
                      </a:r>
                      <a:endParaRPr lang="en-US" sz="1300" b="0" i="0" u="none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655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none" dirty="0">
                          <a:solidFill>
                            <a:schemeClr val="tx1"/>
                          </a:solidFill>
                          <a:effectLst/>
                        </a:rPr>
                        <a:t>Changes in procedures and methods of control</a:t>
                      </a:r>
                      <a:endParaRPr lang="it-IT" sz="1300" b="0" u="non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/>
                      <a:endParaRPr lang="en-US" sz="1300" b="0" i="0" u="none" dirty="0">
                        <a:effectLst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u="none" dirty="0"/>
                        <a:t>8</a:t>
                      </a:r>
                      <a:endParaRPr lang="en-US" sz="1300" b="0" i="0" u="none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53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none" dirty="0">
                          <a:solidFill>
                            <a:schemeClr val="tx1"/>
                          </a:solidFill>
                          <a:effectLst/>
                        </a:rPr>
                        <a:t>Change in IT support</a:t>
                      </a:r>
                      <a:endParaRPr lang="it-IT" sz="1300" b="0" u="non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/>
                      <a:endParaRPr lang="en-US" sz="1300" b="0" i="0" u="none" dirty="0">
                        <a:effectLst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u="none" dirty="0"/>
                        <a:t>10</a:t>
                      </a:r>
                      <a:endParaRPr lang="en-US" sz="1300" b="0" i="0" u="none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535">
                <a:tc rowSpan="2"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Change Speed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300" b="0" u="none" noProof="0" dirty="0"/>
                        <a:t>Time period between the project start and organization change</a:t>
                      </a:r>
                      <a:endParaRPr lang="en-AU" sz="1300" b="0" i="0" u="none" noProof="0" dirty="0"/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u="none" dirty="0"/>
                        <a:t>15</a:t>
                      </a:r>
                      <a:endParaRPr lang="en-US" sz="1300" b="0" i="0" u="none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41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none" dirty="0"/>
                        <a:t>Duration of implementation</a:t>
                      </a:r>
                      <a:endParaRPr lang="en-US" sz="1300" b="0" i="0" u="none" dirty="0"/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u="none" dirty="0"/>
                        <a:t>10</a:t>
                      </a:r>
                      <a:endParaRPr lang="en-US" sz="1300" b="0" i="0" u="none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7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Management preparation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none" dirty="0"/>
                        <a:t>Preparation of management</a:t>
                      </a:r>
                      <a:endParaRPr lang="it-IT" sz="1300" b="0" i="0" u="none" dirty="0"/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u="none" dirty="0"/>
                        <a:t>10</a:t>
                      </a:r>
                      <a:endParaRPr lang="en-US" sz="1300" b="0" i="0" u="none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13824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1F86E252-1499-0EB9-6FD5-8987984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Analysis of the impact by user</a:t>
            </a:r>
          </a:p>
        </p:txBody>
      </p:sp>
      <p:graphicFrame>
        <p:nvGraphicFramePr>
          <p:cNvPr id="8" name="Segnaposto contenuto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750537"/>
              </p:ext>
            </p:extLst>
          </p:nvPr>
        </p:nvGraphicFramePr>
        <p:xfrm>
          <a:off x="193056" y="1412776"/>
          <a:ext cx="9519888" cy="4591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3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8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9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503">
                <a:tc>
                  <a:txBody>
                    <a:bodyPr/>
                    <a:lstStyle/>
                    <a:p>
                      <a:pPr algn="ctr"/>
                      <a:r>
                        <a:rPr lang="en-AU" sz="1100" b="1" noProof="0" dirty="0"/>
                        <a:t>Stakeholder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 noProof="0" dirty="0"/>
                        <a:t>Change</a:t>
                      </a:r>
                      <a:r>
                        <a:rPr lang="en-AU" sz="1100" b="1" baseline="0" noProof="0" dirty="0"/>
                        <a:t> Needed</a:t>
                      </a:r>
                      <a:endParaRPr lang="en-AU" sz="1100" b="1" noProof="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 noProof="0" dirty="0"/>
                        <a:t>Perceived</a:t>
                      </a:r>
                      <a:r>
                        <a:rPr lang="en-AU" sz="1100" b="1" baseline="0" noProof="0" dirty="0"/>
                        <a:t> Benefits</a:t>
                      </a:r>
                      <a:endParaRPr lang="en-AU" sz="1100" b="1" noProof="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 noProof="0" dirty="0"/>
                        <a:t>Expected</a:t>
                      </a:r>
                      <a:r>
                        <a:rPr lang="en-AU" sz="1100" b="1" baseline="0" noProof="0" dirty="0"/>
                        <a:t> resistance</a:t>
                      </a:r>
                      <a:endParaRPr lang="en-AU" sz="1100" b="1" noProof="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 noProof="0" dirty="0"/>
                        <a:t>Action</a:t>
                      </a:r>
                      <a:r>
                        <a:rPr lang="en-AU" sz="1100" b="1" baseline="0" noProof="0" dirty="0"/>
                        <a:t> required</a:t>
                      </a:r>
                      <a:endParaRPr lang="en-AU" sz="1100" b="1" noProof="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noProof="0" dirty="0"/>
                        <a:t>Region</a:t>
                      </a:r>
                    </a:p>
                    <a:p>
                      <a:endParaRPr lang="en-AU" sz="900" b="1" noProof="0" dirty="0"/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baseline="0" noProof="0" dirty="0"/>
                        <a:t>Big investment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baseline="0" noProof="0" dirty="0"/>
                        <a:t>Human resource management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baseline="0" noProof="0" dirty="0"/>
                        <a:t>New technology adopted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baseline="0" noProof="0" dirty="0"/>
                        <a:t>Different information management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noProof="0" dirty="0"/>
                        <a:t>Efficient</a:t>
                      </a:r>
                      <a:r>
                        <a:rPr lang="en-AU" sz="900" baseline="0" noProof="0" dirty="0"/>
                        <a:t> Cost management</a:t>
                      </a:r>
                      <a:endParaRPr lang="en-AU" sz="900" noProof="0" dirty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noProof="0" dirty="0"/>
                        <a:t>Centralized</a:t>
                      </a:r>
                      <a:r>
                        <a:rPr lang="en-AU" sz="900" baseline="0" noProof="0" dirty="0"/>
                        <a:t> Control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baseline="0" noProof="0" dirty="0"/>
                        <a:t>More flexibility  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baseline="0" noProof="0" dirty="0"/>
                        <a:t>Improve time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baseline="0" noProof="0" dirty="0"/>
                        <a:t>Better citizens satisfaction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baseline="0" noProof="0" dirty="0"/>
                        <a:t>Reduce human resources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AU" sz="900" baseline="0" noProof="0" dirty="0"/>
                        <a:t>Big investment for the new service</a:t>
                      </a:r>
                      <a:endParaRPr lang="en-AU" sz="900" noProof="0" dirty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baseline="0" noProof="0" dirty="0"/>
                        <a:t>Information flow changes 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baseline="0" noProof="0" dirty="0"/>
                        <a:t>Adaptation to change services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baseline="0" noProof="0" dirty="0"/>
                        <a:t>IT maintenance overhead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noProof="0" dirty="0"/>
                        <a:t>Explain the real advantages</a:t>
                      </a:r>
                      <a:r>
                        <a:rPr lang="en-AU" sz="900" baseline="0" noProof="0" dirty="0"/>
                        <a:t> of the new solution adopted by comparing with the old solution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900" baseline="0" noProof="0" dirty="0"/>
                        <a:t>Support the big investment by highlighting the fact that during the time it saves money and HR</a:t>
                      </a:r>
                      <a:endParaRPr lang="en-AU" sz="900" noProof="0" dirty="0"/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0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noProof="0" dirty="0"/>
                        <a:t>General</a:t>
                      </a:r>
                      <a:r>
                        <a:rPr lang="en-AU" sz="900" baseline="0" noProof="0" dirty="0"/>
                        <a:t> Practitioner</a:t>
                      </a:r>
                      <a:endParaRPr lang="en-AU" sz="900" b="1" noProof="0" dirty="0"/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baseline="0" noProof="0" dirty="0"/>
                        <a:t>Update patient’s status in the EPR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baseline="0" noProof="0" dirty="0"/>
                        <a:t>Check status in the EPR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baseline="0" noProof="0" dirty="0"/>
                        <a:t>GP doesn’t need to organized his agenda anymore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noProof="0" dirty="0"/>
                        <a:t>Efficient</a:t>
                      </a:r>
                      <a:r>
                        <a:rPr lang="en-AU" sz="900" baseline="0" noProof="0" dirty="0"/>
                        <a:t> patient information recording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Improve workload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Real time information flow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baseline="0" noProof="0" dirty="0"/>
                        <a:t>Agenda organized automatically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noProof="0" dirty="0"/>
                        <a:t>Adopting</a:t>
                      </a:r>
                      <a:r>
                        <a:rPr lang="en-AU" sz="900" baseline="0" noProof="0" dirty="0"/>
                        <a:t> changes in service process need expected level of IT knowledge for GP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Lack of IT knowledge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Some GP prefers paper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noProof="0" dirty="0"/>
                        <a:t>IT</a:t>
                      </a:r>
                      <a:r>
                        <a:rPr lang="en-AU" sz="900" baseline="0" noProof="0" dirty="0"/>
                        <a:t> training to start to use the system as soon as possible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baseline="0" noProof="0" dirty="0"/>
                        <a:t>Give online help in case of misunderstanding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baseline="0" noProof="0" dirty="0"/>
                        <a:t>Explain the real advantages from both sides (citizen and worker)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lang="en-AU" sz="900" noProof="0" dirty="0"/>
                        <a:t>Lab</a:t>
                      </a:r>
                      <a:endParaRPr lang="en-AU" sz="900" b="1" noProof="0" dirty="0"/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Different way to deliver results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Make analysis basing on the data in the system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Update results online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baseline="0" noProof="0" dirty="0"/>
                        <a:t>Real time deliver results</a:t>
                      </a: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baseline="0" noProof="0" dirty="0"/>
                        <a:t>Manage urgency</a:t>
                      </a: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baseline="0" noProof="0" dirty="0"/>
                        <a:t>Faster service</a:t>
                      </a:r>
                      <a:endParaRPr lang="en-AU" sz="900" noProof="0" dirty="0"/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noProof="0" dirty="0"/>
                        <a:t>Lack</a:t>
                      </a:r>
                      <a:r>
                        <a:rPr lang="en-AU" sz="900" baseline="0" noProof="0" dirty="0"/>
                        <a:t> of expertise in new system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Adapting new role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AU" sz="9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noProof="0" dirty="0"/>
                        <a:t>IT</a:t>
                      </a:r>
                      <a:r>
                        <a:rPr lang="en-AU" sz="900" baseline="0" noProof="0" dirty="0"/>
                        <a:t> training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Proper Collaboration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Improved communication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Online help for worker</a:t>
                      </a:r>
                      <a:endParaRPr lang="en-AU" sz="9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en-AU" sz="900" noProof="0" dirty="0"/>
                        <a:t>Call Centre</a:t>
                      </a:r>
                      <a:endParaRPr lang="en-AU" sz="900" b="1" noProof="0" dirty="0"/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noProof="0" dirty="0"/>
                        <a:t>IT clerk skilled</a:t>
                      </a: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noProof="0" dirty="0"/>
                        <a:t>New</a:t>
                      </a:r>
                      <a:r>
                        <a:rPr lang="en-AU" sz="900" baseline="0" noProof="0" dirty="0"/>
                        <a:t> IT system</a:t>
                      </a: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noProof="0" dirty="0"/>
                        <a:t>Attend the right booking procedure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noProof="0" dirty="0"/>
                        <a:t>Reduce</a:t>
                      </a:r>
                      <a:r>
                        <a:rPr lang="en-AU" sz="900" baseline="0" noProof="0" dirty="0"/>
                        <a:t> response time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Greater focus on activities which increase efficiency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Recruit new employee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Improve citizen experience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Better citizen satisfaction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noProof="0" dirty="0"/>
                        <a:t>Resistance</a:t>
                      </a:r>
                      <a:r>
                        <a:rPr lang="en-AU" sz="900" baseline="0" noProof="0" dirty="0"/>
                        <a:t> from clerk side to learn how to use the new booking system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IT system maintenance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Better workload</a:t>
                      </a:r>
                      <a:endParaRPr lang="en-AU" sz="9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noProof="0" dirty="0"/>
                        <a:t>Clerk training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noProof="0" dirty="0"/>
                        <a:t>Explain the advantages of the system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AU" sz="9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7748">
                <a:tc>
                  <a:txBody>
                    <a:bodyPr/>
                    <a:lstStyle/>
                    <a:p>
                      <a:r>
                        <a:rPr lang="en-AU" sz="900" noProof="0" dirty="0"/>
                        <a:t>Patient</a:t>
                      </a:r>
                      <a:endParaRPr lang="en-AU" sz="900" b="1" noProof="0" dirty="0"/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noProof="0" dirty="0"/>
                        <a:t>Different way of</a:t>
                      </a:r>
                      <a:r>
                        <a:rPr lang="en-AU" sz="900" baseline="0" noProof="0" dirty="0"/>
                        <a:t> booking</a:t>
                      </a:r>
                      <a:endParaRPr lang="en-AU" sz="900" noProof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noProof="0" dirty="0"/>
                        <a:t>More payment type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AU" sz="900" baseline="0" noProof="0" dirty="0"/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noProof="0" dirty="0"/>
                        <a:t>Service</a:t>
                      </a:r>
                      <a:r>
                        <a:rPr lang="en-AU" sz="900" baseline="0" noProof="0" dirty="0"/>
                        <a:t> efficiency in terms of accuracy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Increase support to health care services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No waiting time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AU" sz="900" baseline="0" noProof="0" dirty="0"/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baseline="0" noProof="0" dirty="0"/>
                        <a:t>Less integration with doctors</a:t>
                      </a: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noProof="0" dirty="0"/>
                        <a:t>Adopt</a:t>
                      </a:r>
                      <a:r>
                        <a:rPr lang="en-AU" sz="900" baseline="0" noProof="0" dirty="0"/>
                        <a:t> to reservation changes</a:t>
                      </a: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900" baseline="0" noProof="0" dirty="0"/>
                        <a:t>Citizen without any Computer skill can refuse the new way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Citizen training in different channels (TV, web, Radio etc.)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Online help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900" baseline="0" noProof="0" dirty="0"/>
                        <a:t>Explain the advantages by comparing them with the old system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78732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3E96EAA5-B0DF-62AA-EC36-500F745C8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Organizational</a:t>
            </a:r>
            <a:r>
              <a:rPr lang="it-IT" dirty="0"/>
              <a:t> risk </a:t>
            </a:r>
            <a:r>
              <a:rPr lang="it-IT" dirty="0" err="1"/>
              <a:t>assessment</a:t>
            </a:r>
            <a:r>
              <a:rPr lang="it-IT" dirty="0"/>
              <a:t> (1/2)</a:t>
            </a:r>
            <a:endParaRPr lang="en-US" dirty="0"/>
          </a:p>
        </p:txBody>
      </p:sp>
      <p:graphicFrame>
        <p:nvGraphicFramePr>
          <p:cNvPr id="8" name="Diagramma 7"/>
          <p:cNvGraphicFramePr/>
          <p:nvPr>
            <p:extLst>
              <p:ext uri="{D42A27DB-BD31-4B8C-83A1-F6EECF244321}">
                <p14:modId xmlns:p14="http://schemas.microsoft.com/office/powerpoint/2010/main" val="3704861242"/>
              </p:ext>
            </p:extLst>
          </p:nvPr>
        </p:nvGraphicFramePr>
        <p:xfrm>
          <a:off x="1390650" y="1317708"/>
          <a:ext cx="7429500" cy="4411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Rettangolo arrotondato 4"/>
          <p:cNvSpPr/>
          <p:nvPr/>
        </p:nvSpPr>
        <p:spPr bwMode="auto">
          <a:xfrm>
            <a:off x="1390650" y="5617105"/>
            <a:ext cx="7429500" cy="47034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74295" tIns="37148" rIns="74295" bIns="37148" numCol="1" rtlCol="0" anchor="ctr" anchorCtr="1" compatLnSpc="1">
            <a:prstTxWarp prst="textNoShape">
              <a:avLst/>
            </a:prstTxWarp>
            <a:spAutoFit/>
          </a:bodyPr>
          <a:lstStyle/>
          <a:p>
            <a:pPr fontAlgn="t"/>
            <a:r>
              <a:rPr lang="it-IT" sz="2275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Width of changes: 41</a:t>
            </a:r>
          </a:p>
        </p:txBody>
      </p:sp>
    </p:spTree>
    <p:extLst>
      <p:ext uri="{BB962C8B-B14F-4D97-AF65-F5344CB8AC3E}">
        <p14:creationId xmlns:p14="http://schemas.microsoft.com/office/powerpoint/2010/main" val="176470043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a 3"/>
          <p:cNvGraphicFramePr/>
          <p:nvPr>
            <p:extLst>
              <p:ext uri="{D42A27DB-BD31-4B8C-83A1-F6EECF244321}">
                <p14:modId xmlns:p14="http://schemas.microsoft.com/office/powerpoint/2010/main" val="511638687"/>
              </p:ext>
            </p:extLst>
          </p:nvPr>
        </p:nvGraphicFramePr>
        <p:xfrm>
          <a:off x="1152444" y="1439779"/>
          <a:ext cx="7429500" cy="2089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ma 4"/>
          <p:cNvGraphicFramePr/>
          <p:nvPr>
            <p:extLst>
              <p:ext uri="{D42A27DB-BD31-4B8C-83A1-F6EECF244321}">
                <p14:modId xmlns:p14="http://schemas.microsoft.com/office/powerpoint/2010/main" val="3122303987"/>
              </p:ext>
            </p:extLst>
          </p:nvPr>
        </p:nvGraphicFramePr>
        <p:xfrm>
          <a:off x="1150078" y="4143138"/>
          <a:ext cx="7429500" cy="20315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Rettangolo arrotondato 5"/>
          <p:cNvSpPr/>
          <p:nvPr/>
        </p:nvSpPr>
        <p:spPr bwMode="auto">
          <a:xfrm>
            <a:off x="1150078" y="3597051"/>
            <a:ext cx="7429500" cy="49162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74295" tIns="37148" rIns="74295" bIns="37148" numCol="1" rtlCol="0" anchor="ctr" anchorCtr="1" compatLnSpc="1">
            <a:prstTxWarp prst="textNoShape">
              <a:avLst/>
            </a:prstTxWarp>
            <a:spAutoFit/>
          </a:bodyPr>
          <a:lstStyle/>
          <a:p>
            <a:pPr fontAlgn="t"/>
            <a:r>
              <a:rPr lang="it-IT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Change Speed: 25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466B40D-1002-F28E-74BF-7BD0808A9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Organizational</a:t>
            </a:r>
            <a:r>
              <a:rPr lang="it-IT" dirty="0"/>
              <a:t> risk </a:t>
            </a:r>
            <a:r>
              <a:rPr lang="it-IT" dirty="0" err="1"/>
              <a:t>assessment</a:t>
            </a:r>
            <a:r>
              <a:rPr lang="it-IT" dirty="0"/>
              <a:t> (2/2)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321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7D51FE1-0C74-8EBC-EFBD-018D9A668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Organization Risk profiling</a:t>
            </a:r>
            <a:endParaRPr lang="en-US" dirty="0"/>
          </a:p>
        </p:txBody>
      </p:sp>
      <p:graphicFrame>
        <p:nvGraphicFramePr>
          <p:cNvPr id="6" name="Grafico 5"/>
          <p:cNvGraphicFramePr/>
          <p:nvPr/>
        </p:nvGraphicFramePr>
        <p:xfrm>
          <a:off x="3256312" y="2505344"/>
          <a:ext cx="5789782" cy="3583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egnaposto contenuto 4"/>
          <p:cNvSpPr txBox="1">
            <a:spLocks/>
          </p:cNvSpPr>
          <p:nvPr/>
        </p:nvSpPr>
        <p:spPr bwMode="auto">
          <a:xfrm>
            <a:off x="1003618" y="1206131"/>
            <a:ext cx="2016437" cy="300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278606" indent="-278606" eaLnBrk="1" hangingPunct="1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it-IT" sz="1463" kern="0" dirty="0">
                <a:latin typeface="+mn-lt"/>
              </a:rPr>
              <a:t>Width of changes= 41</a:t>
            </a:r>
          </a:p>
        </p:txBody>
      </p:sp>
      <p:sp>
        <p:nvSpPr>
          <p:cNvPr id="8" name="Segnaposto contenuto 4"/>
          <p:cNvSpPr txBox="1">
            <a:spLocks/>
          </p:cNvSpPr>
          <p:nvPr/>
        </p:nvSpPr>
        <p:spPr bwMode="auto">
          <a:xfrm>
            <a:off x="916052" y="2192814"/>
            <a:ext cx="2688693" cy="300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278606" indent="-278606" eaLnBrk="1" hangingPunct="1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it-IT" sz="1463" kern="0" dirty="0">
                <a:latin typeface="+mn-lt"/>
              </a:rPr>
              <a:t>Management preparation= 10</a:t>
            </a:r>
          </a:p>
        </p:txBody>
      </p:sp>
      <p:sp>
        <p:nvSpPr>
          <p:cNvPr id="9" name="Segnaposto contenuto 4"/>
          <p:cNvSpPr txBox="1">
            <a:spLocks/>
          </p:cNvSpPr>
          <p:nvPr/>
        </p:nvSpPr>
        <p:spPr bwMode="auto">
          <a:xfrm>
            <a:off x="916051" y="1900282"/>
            <a:ext cx="1726449" cy="300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278606" indent="-278606" eaLnBrk="1" hangingPunct="1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it-IT" sz="1463" kern="0" dirty="0"/>
              <a:t>Change Speed</a:t>
            </a:r>
            <a:r>
              <a:rPr lang="it-IT" sz="1463" kern="0" dirty="0">
                <a:latin typeface="+mn-lt"/>
              </a:rPr>
              <a:t>= 25</a:t>
            </a:r>
          </a:p>
        </p:txBody>
      </p:sp>
      <p:sp>
        <p:nvSpPr>
          <p:cNvPr id="10" name="Freccia a destra 9"/>
          <p:cNvSpPr/>
          <p:nvPr/>
        </p:nvSpPr>
        <p:spPr bwMode="auto">
          <a:xfrm>
            <a:off x="3604535" y="1458270"/>
            <a:ext cx="770040" cy="1102824"/>
          </a:xfrm>
          <a:prstGeom prst="rightArrow">
            <a:avLst>
              <a:gd name="adj1" fmla="val 67109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none" lIns="74295" tIns="37148" rIns="74295" bIns="37148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Char char="•"/>
            </a:pPr>
            <a:endParaRPr lang="it-IT" sz="1138" b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358308" y="3021557"/>
            <a:ext cx="30825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/>
              <a:t>The expected risk value is 6 points beyond the target value (70 points) </a:t>
            </a:r>
          </a:p>
          <a:p>
            <a:r>
              <a:rPr lang="en-US" sz="1800" b="0" dirty="0"/>
              <a:t>To reduce the organizational risk, you need to enhance the project structure. </a:t>
            </a:r>
          </a:p>
          <a:p>
            <a:r>
              <a:rPr lang="en-US" sz="1800" b="0" dirty="0"/>
              <a:t>An expert should teach the doctors and lab technicians how to use the system. </a:t>
            </a:r>
            <a:endParaRPr lang="it-IT" sz="1800" b="0" dirty="0"/>
          </a:p>
        </p:txBody>
      </p:sp>
    </p:spTree>
    <p:extLst>
      <p:ext uri="{BB962C8B-B14F-4D97-AF65-F5344CB8AC3E}">
        <p14:creationId xmlns:p14="http://schemas.microsoft.com/office/powerpoint/2010/main" val="299749569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/>
          <p:cNvSpPr txBox="1"/>
          <p:nvPr/>
        </p:nvSpPr>
        <p:spPr>
          <a:xfrm>
            <a:off x="1032985" y="3907549"/>
            <a:ext cx="7429500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38" dirty="0"/>
              <a:t>A radical change presents difficulties and risks of different nature: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r>
              <a:rPr lang="en-US" sz="1138" dirty="0"/>
              <a:t>Objective difficulties of understanding, acquisition methods, identification of strategy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r>
              <a:rPr lang="en-US" sz="1138" dirty="0"/>
              <a:t>Resistance to change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r>
              <a:rPr lang="en-US" sz="1138" dirty="0"/>
              <a:t>Lack of commitment by person responsible in that service unit.</a:t>
            </a:r>
            <a:endParaRPr lang="it-IT" sz="1138" dirty="0"/>
          </a:p>
        </p:txBody>
      </p:sp>
      <p:sp>
        <p:nvSpPr>
          <p:cNvPr id="9" name="CasellaDiTesto 8"/>
          <p:cNvSpPr txBox="1"/>
          <p:nvPr/>
        </p:nvSpPr>
        <p:spPr>
          <a:xfrm>
            <a:off x="957006" y="4783705"/>
            <a:ext cx="7429500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38" dirty="0"/>
              <a:t>Given the lack of experience in projects of change of health care and to prevent the implementation of the service unit proves a failure it is necessary to work with an established method for managing change</a:t>
            </a:r>
            <a:endParaRPr lang="it-IT" sz="1138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CasellaDiTesto 11"/>
          <p:cNvSpPr txBox="1"/>
          <p:nvPr/>
        </p:nvSpPr>
        <p:spPr>
          <a:xfrm>
            <a:off x="1499419" y="5618739"/>
            <a:ext cx="1451084" cy="4425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it-IT" sz="1138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 of strategic vision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3705067" y="5527626"/>
            <a:ext cx="1683258" cy="61767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138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implementation of actions</a:t>
            </a:r>
            <a:endParaRPr lang="it-IT" sz="1138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Freccia a destra 13"/>
          <p:cNvSpPr/>
          <p:nvPr/>
        </p:nvSpPr>
        <p:spPr bwMode="auto">
          <a:xfrm>
            <a:off x="2950503" y="5751575"/>
            <a:ext cx="812607" cy="306807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none" lIns="74295" tIns="37148" rIns="74295" bIns="37148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Char char="•"/>
            </a:pPr>
            <a:endParaRPr lang="it-IT" sz="1138" b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988033" y="1988190"/>
            <a:ext cx="3184988" cy="1843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38" dirty="0"/>
              <a:t>We propose to divide the whole system in different working units based on each stakeholder as GP, LAB, Call Center and the Region. </a:t>
            </a:r>
          </a:p>
          <a:p>
            <a:r>
              <a:rPr lang="en-US" sz="1138" dirty="0"/>
              <a:t>Each organization department has responsible person to manage the activities in that department such as GP manages the health care services for patients.</a:t>
            </a:r>
          </a:p>
          <a:p>
            <a:r>
              <a:rPr lang="en-US" sz="1138" dirty="0"/>
              <a:t>IT experts interview the service owner to expand the domain knowledge.</a:t>
            </a:r>
            <a:endParaRPr lang="it-IT" sz="1138" dirty="0"/>
          </a:p>
        </p:txBody>
      </p:sp>
      <p:cxnSp>
        <p:nvCxnSpPr>
          <p:cNvPr id="15" name="Connettore 2 14"/>
          <p:cNvCxnSpPr/>
          <p:nvPr/>
        </p:nvCxnSpPr>
        <p:spPr bwMode="auto">
          <a:xfrm>
            <a:off x="4488653" y="3532853"/>
            <a:ext cx="2379778" cy="129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Connettore 2 15"/>
          <p:cNvCxnSpPr/>
          <p:nvPr/>
        </p:nvCxnSpPr>
        <p:spPr bwMode="auto">
          <a:xfrm rot="16200000" flipV="1">
            <a:off x="3647024" y="2691224"/>
            <a:ext cx="1690996" cy="773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CasellaDiTesto 16"/>
          <p:cNvSpPr txBox="1"/>
          <p:nvPr/>
        </p:nvSpPr>
        <p:spPr>
          <a:xfrm>
            <a:off x="6984518" y="3474810"/>
            <a:ext cx="1044781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38" dirty="0"/>
              <a:t>time</a:t>
            </a:r>
          </a:p>
        </p:txBody>
      </p:sp>
      <p:sp>
        <p:nvSpPr>
          <p:cNvPr id="18" name="CasellaDiTesto 17"/>
          <p:cNvSpPr txBox="1"/>
          <p:nvPr/>
        </p:nvSpPr>
        <p:spPr>
          <a:xfrm>
            <a:off x="4546696" y="1791552"/>
            <a:ext cx="1044781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38" dirty="0"/>
              <a:t>Benifit </a:t>
            </a:r>
          </a:p>
        </p:txBody>
      </p:sp>
      <p:sp>
        <p:nvSpPr>
          <p:cNvPr id="20" name="Arco 19"/>
          <p:cNvSpPr/>
          <p:nvPr/>
        </p:nvSpPr>
        <p:spPr bwMode="auto">
          <a:xfrm rot="21446208" flipH="1">
            <a:off x="6203026" y="2038016"/>
            <a:ext cx="1144477" cy="747589"/>
          </a:xfrm>
          <a:prstGeom prst="arc">
            <a:avLst>
              <a:gd name="adj1" fmla="val 15539562"/>
              <a:gd name="adj2" fmla="val 2070446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vert="horz" wrap="none" lIns="74295" tIns="37148" rIns="74295" bIns="37148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Char char="•"/>
            </a:pPr>
            <a:endParaRPr lang="it-IT" sz="1138" b="0" dirty="0">
              <a:latin typeface="Arial" charset="0"/>
            </a:endParaRPr>
          </a:p>
        </p:txBody>
      </p:sp>
      <p:cxnSp>
        <p:nvCxnSpPr>
          <p:cNvPr id="21" name="Connettore 1 20"/>
          <p:cNvCxnSpPr>
            <a:stCxn id="22" idx="1"/>
          </p:cNvCxnSpPr>
          <p:nvPr/>
        </p:nvCxnSpPr>
        <p:spPr bwMode="auto">
          <a:xfrm flipV="1">
            <a:off x="5091215" y="2284851"/>
            <a:ext cx="1131444" cy="22097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2" name="Ovale 21"/>
          <p:cNvSpPr/>
          <p:nvPr/>
        </p:nvSpPr>
        <p:spPr bwMode="auto">
          <a:xfrm flipH="1" flipV="1">
            <a:off x="5059508" y="2474120"/>
            <a:ext cx="37147" cy="37147"/>
          </a:xfrm>
          <a:prstGeom prst="ellipse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4295" tIns="37148" rIns="74295" bIns="37148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Char char="•"/>
            </a:pPr>
            <a:endParaRPr lang="it-IT" sz="1138" b="0">
              <a:latin typeface="Arial" charset="0"/>
            </a:endParaRPr>
          </a:p>
        </p:txBody>
      </p:sp>
      <p:sp>
        <p:nvSpPr>
          <p:cNvPr id="23" name="Ovale 22"/>
          <p:cNvSpPr/>
          <p:nvPr/>
        </p:nvSpPr>
        <p:spPr bwMode="auto">
          <a:xfrm flipH="1" flipV="1">
            <a:off x="6208857" y="2277977"/>
            <a:ext cx="37147" cy="37147"/>
          </a:xfrm>
          <a:prstGeom prst="ellipse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4295" tIns="37148" rIns="74295" bIns="37148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Char char="•"/>
            </a:pPr>
            <a:endParaRPr lang="it-IT" sz="1138" b="0">
              <a:latin typeface="Arial" charset="0"/>
            </a:endParaRPr>
          </a:p>
        </p:txBody>
      </p:sp>
      <p:sp>
        <p:nvSpPr>
          <p:cNvPr id="24" name="CasellaDiTesto 23"/>
          <p:cNvSpPr txBox="1"/>
          <p:nvPr/>
        </p:nvSpPr>
        <p:spPr>
          <a:xfrm>
            <a:off x="4938581" y="2981225"/>
            <a:ext cx="1334998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38" dirty="0"/>
              <a:t>incremental improvements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5281913" y="2492693"/>
            <a:ext cx="1083476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38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 Unit</a:t>
            </a:r>
          </a:p>
        </p:txBody>
      </p:sp>
      <p:sp>
        <p:nvSpPr>
          <p:cNvPr id="26" name="CasellaDiTesto 25"/>
          <p:cNvSpPr txBox="1"/>
          <p:nvPr/>
        </p:nvSpPr>
        <p:spPr>
          <a:xfrm>
            <a:off x="6775264" y="2037035"/>
            <a:ext cx="1203014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38" dirty="0"/>
              <a:t>incremental improvements</a:t>
            </a:r>
          </a:p>
        </p:txBody>
      </p:sp>
      <p:sp>
        <p:nvSpPr>
          <p:cNvPr id="27" name="CasellaDiTesto 26"/>
          <p:cNvSpPr txBox="1"/>
          <p:nvPr/>
        </p:nvSpPr>
        <p:spPr>
          <a:xfrm>
            <a:off x="5591477" y="5650216"/>
            <a:ext cx="3154993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38" dirty="0"/>
              <a:t>Based on these two step, the organizational development initiatives are described </a:t>
            </a:r>
            <a:endParaRPr lang="it-IT" sz="1138" dirty="0"/>
          </a:p>
        </p:txBody>
      </p:sp>
      <p:sp>
        <p:nvSpPr>
          <p:cNvPr id="30" name="Arco 19"/>
          <p:cNvSpPr/>
          <p:nvPr/>
        </p:nvSpPr>
        <p:spPr bwMode="auto">
          <a:xfrm rot="18626748" flipH="1">
            <a:off x="4755211" y="2417482"/>
            <a:ext cx="1144477" cy="747589"/>
          </a:xfrm>
          <a:prstGeom prst="arc">
            <a:avLst>
              <a:gd name="adj1" fmla="val 15539562"/>
              <a:gd name="adj2" fmla="val 21020174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vert="horz" wrap="none" lIns="74295" tIns="37148" rIns="74295" bIns="37148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Char char="•"/>
            </a:pPr>
            <a:endParaRPr lang="it-IT" sz="1138" b="0" dirty="0">
              <a:latin typeface="Arial" charset="0"/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463264DB-1205-2BD2-472D-8C3C55802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>
                <a:solidFill>
                  <a:schemeClr val="tx1"/>
                </a:solidFill>
              </a:rPr>
              <a:t>Organizational</a:t>
            </a:r>
            <a:r>
              <a:rPr lang="it-IT" b="1" dirty="0">
                <a:solidFill>
                  <a:schemeClr val="tx1"/>
                </a:solidFill>
              </a:rPr>
              <a:t> </a:t>
            </a:r>
            <a:r>
              <a:rPr lang="it-IT" b="1" dirty="0" err="1">
                <a:solidFill>
                  <a:schemeClr val="tx1"/>
                </a:solidFill>
              </a:rPr>
              <a:t>development</a:t>
            </a:r>
            <a:r>
              <a:rPr lang="it-IT" b="1" dirty="0">
                <a:solidFill>
                  <a:schemeClr val="tx1"/>
                </a:solidFill>
              </a:rPr>
              <a:t> </a:t>
            </a:r>
            <a:r>
              <a:rPr lang="it-IT" b="1" dirty="0" err="1">
                <a:solidFill>
                  <a:schemeClr val="tx1"/>
                </a:solidFill>
              </a:rPr>
              <a:t>initiatives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83340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BAE059-B87D-4763-BCBD-0A270F8D0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E93EAE-C5E0-4778-AA31-4A5970FC5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556792"/>
            <a:ext cx="8420100" cy="4572000"/>
          </a:xfrm>
        </p:spPr>
        <p:txBody>
          <a:bodyPr anchor="ctr"/>
          <a:lstStyle/>
          <a:p>
            <a:r>
              <a:rPr lang="en-US" sz="3600" noProof="0" dirty="0"/>
              <a:t>Project organizational impact may affect the success of the project. </a:t>
            </a:r>
          </a:p>
          <a:p>
            <a:r>
              <a:rPr lang="en-US" sz="3600" noProof="0" dirty="0"/>
              <a:t>Please explain why and how an organizational impact may result severe and make the project fail. </a:t>
            </a:r>
          </a:p>
        </p:txBody>
      </p:sp>
    </p:spTree>
    <p:extLst>
      <p:ext uri="{BB962C8B-B14F-4D97-AF65-F5344CB8AC3E}">
        <p14:creationId xmlns:p14="http://schemas.microsoft.com/office/powerpoint/2010/main" val="222565462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C:\Programmi\Microsoft Office\Templates\Blank Presentation.pot</Template>
  <TotalTime>1528</TotalTime>
  <Words>1020</Words>
  <Application>Microsoft Office PowerPoint</Application>
  <PresentationFormat>A4 (21x29,7 cm)</PresentationFormat>
  <Paragraphs>187</Paragraphs>
  <Slides>11</Slides>
  <Notes>5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Blank Presentation</vt:lpstr>
      <vt:lpstr>Fotografia di Photo Editor</vt:lpstr>
      <vt:lpstr>ORGANIZATIONAL IMPACT ANALYSIS </vt:lpstr>
      <vt:lpstr>Assessment of the Organization Impact </vt:lpstr>
      <vt:lpstr>Organization Impact: score</vt:lpstr>
      <vt:lpstr>ORGANIZATIONAL IMPACT ANALYSIS </vt:lpstr>
      <vt:lpstr>Organizational Risk table </vt:lpstr>
      <vt:lpstr>Analysis of the impact by user</vt:lpstr>
      <vt:lpstr>Organizational risk assessment (1/2)</vt:lpstr>
      <vt:lpstr>Organizational risk assessment (2/2)</vt:lpstr>
      <vt:lpstr>Organization Risk profiling</vt:lpstr>
      <vt:lpstr>Organizational development initiatives</vt:lpstr>
      <vt:lpstr>Review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</dc:title>
  <dc:creator>PROF. MOTTA</dc:creator>
  <cp:lastModifiedBy>gianmario motta</cp:lastModifiedBy>
  <cp:revision>1905</cp:revision>
  <cp:lastPrinted>1999-09-25T10:12:07Z</cp:lastPrinted>
  <dcterms:created xsi:type="dcterms:W3CDTF">1998-09-05T08:17:15Z</dcterms:created>
  <dcterms:modified xsi:type="dcterms:W3CDTF">2025-11-15T16:40:54Z</dcterms:modified>
</cp:coreProperties>
</file>