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51" r:id="rId2"/>
    <p:sldId id="549" r:id="rId3"/>
    <p:sldId id="460" r:id="rId4"/>
    <p:sldId id="551" r:id="rId5"/>
    <p:sldId id="466" r:id="rId6"/>
    <p:sldId id="521" r:id="rId7"/>
    <p:sldId id="527" r:id="rId8"/>
    <p:sldId id="522" r:id="rId9"/>
    <p:sldId id="523" r:id="rId10"/>
    <p:sldId id="524" r:id="rId11"/>
    <p:sldId id="539" r:id="rId12"/>
    <p:sldId id="547" r:id="rId13"/>
    <p:sldId id="541" r:id="rId14"/>
    <p:sldId id="454" r:id="rId15"/>
    <p:sldId id="501" r:id="rId16"/>
    <p:sldId id="546" r:id="rId17"/>
    <p:sldId id="486" r:id="rId18"/>
    <p:sldId id="487" r:id="rId19"/>
    <p:sldId id="488" r:id="rId20"/>
    <p:sldId id="489" r:id="rId21"/>
    <p:sldId id="502" r:id="rId22"/>
    <p:sldId id="503" r:id="rId23"/>
    <p:sldId id="504" r:id="rId24"/>
    <p:sldId id="505" r:id="rId25"/>
    <p:sldId id="499" r:id="rId26"/>
    <p:sldId id="506" r:id="rId27"/>
    <p:sldId id="542" r:id="rId28"/>
    <p:sldId id="543" r:id="rId29"/>
    <p:sldId id="544" r:id="rId30"/>
    <p:sldId id="495" r:id="rId31"/>
    <p:sldId id="496" r:id="rId32"/>
    <p:sldId id="497" r:id="rId33"/>
    <p:sldId id="568" r:id="rId34"/>
    <p:sldId id="570" r:id="rId35"/>
    <p:sldId id="569" r:id="rId36"/>
    <p:sldId id="571" r:id="rId37"/>
    <p:sldId id="573" r:id="rId38"/>
    <p:sldId id="558" r:id="rId39"/>
    <p:sldId id="556" r:id="rId40"/>
    <p:sldId id="557" r:id="rId41"/>
    <p:sldId id="559" r:id="rId42"/>
    <p:sldId id="560" r:id="rId43"/>
    <p:sldId id="561" r:id="rId44"/>
    <p:sldId id="575" r:id="rId45"/>
    <p:sldId id="562" r:id="rId46"/>
    <p:sldId id="563" r:id="rId47"/>
    <p:sldId id="576" r:id="rId48"/>
    <p:sldId id="577" r:id="rId49"/>
    <p:sldId id="578" r:id="rId50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B1281252-3800-4C44-8CAB-3FF46C1ACFEE}">
          <p14:sldIdLst>
            <p14:sldId id="351"/>
            <p14:sldId id="549"/>
            <p14:sldId id="460"/>
            <p14:sldId id="551"/>
            <p14:sldId id="466"/>
            <p14:sldId id="521"/>
            <p14:sldId id="527"/>
            <p14:sldId id="522"/>
            <p14:sldId id="523"/>
            <p14:sldId id="524"/>
            <p14:sldId id="539"/>
            <p14:sldId id="547"/>
            <p14:sldId id="541"/>
            <p14:sldId id="454"/>
            <p14:sldId id="501"/>
            <p14:sldId id="546"/>
            <p14:sldId id="486"/>
            <p14:sldId id="487"/>
            <p14:sldId id="488"/>
            <p14:sldId id="489"/>
            <p14:sldId id="502"/>
            <p14:sldId id="503"/>
            <p14:sldId id="504"/>
            <p14:sldId id="505"/>
            <p14:sldId id="499"/>
            <p14:sldId id="506"/>
            <p14:sldId id="542"/>
            <p14:sldId id="543"/>
            <p14:sldId id="544"/>
            <p14:sldId id="495"/>
            <p14:sldId id="496"/>
            <p14:sldId id="497"/>
            <p14:sldId id="568"/>
            <p14:sldId id="570"/>
            <p14:sldId id="569"/>
            <p14:sldId id="571"/>
            <p14:sldId id="573"/>
          </p14:sldIdLst>
        </p14:section>
        <p14:section name="Sezione senza titolo" id="{B1019EDB-6B44-489D-8310-3D1794596EAF}">
          <p14:sldIdLst>
            <p14:sldId id="558"/>
            <p14:sldId id="556"/>
            <p14:sldId id="557"/>
            <p14:sldId id="559"/>
            <p14:sldId id="560"/>
            <p14:sldId id="561"/>
            <p14:sldId id="575"/>
            <p14:sldId id="562"/>
            <p14:sldId id="563"/>
            <p14:sldId id="576"/>
            <p14:sldId id="577"/>
            <p14:sldId id="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anmario motta" initials="g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FF9900"/>
    <a:srgbClr val="E7E7E7"/>
    <a:srgbClr val="003366"/>
    <a:srgbClr val="FF0000"/>
    <a:srgbClr val="000066"/>
    <a:srgbClr val="7030A0"/>
    <a:srgbClr val="000000"/>
    <a:srgbClr val="CC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35" autoAdjust="0"/>
    <p:restoredTop sz="94280" autoAdjust="0"/>
  </p:normalViewPr>
  <p:slideViewPr>
    <p:cSldViewPr>
      <p:cViewPr varScale="1">
        <p:scale>
          <a:sx n="99" d="100"/>
          <a:sy n="99" d="100"/>
        </p:scale>
        <p:origin x="1536" y="30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1890" y="-102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3CF92C9A-3632-430C-BC1B-DD1BC9F16C81}">
      <dgm:prSet custT="1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49530" tIns="49530" rIns="49530" bIns="49530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Framework</a:t>
          </a:r>
        </a:p>
      </dgm:t>
    </dgm:pt>
    <dgm:pt modelId="{06BFDFB1-5718-4957-81D5-567AA4C272AB}" type="parTrans" cxnId="{5FA849B7-DB7D-4C0C-8180-F63546A33D2B}">
      <dgm:prSet/>
      <dgm:spPr/>
      <dgm:t>
        <a:bodyPr/>
        <a:lstStyle/>
        <a:p>
          <a:endParaRPr lang="it-IT"/>
        </a:p>
      </dgm:t>
    </dgm:pt>
    <dgm:pt modelId="{48EBA0A3-2844-4D36-A983-214C7E25D4DB}" type="sibTrans" cxnId="{5FA849B7-DB7D-4C0C-8180-F63546A33D2B}">
      <dgm:prSet/>
      <dgm:spPr/>
      <dgm:t>
        <a:bodyPr/>
        <a:lstStyle/>
        <a:p>
          <a:endParaRPr lang="it-IT"/>
        </a:p>
      </dgm:t>
    </dgm:pt>
    <dgm:pt modelId="{81FC7890-F406-4315-A405-E9EB823951CD}">
      <dgm:prSet custT="1"/>
      <dgm:spPr/>
      <dgm:t>
        <a:bodyPr/>
        <a:lstStyle/>
        <a:p>
          <a:r>
            <a:rPr lang="en-US" sz="1800" i="1" noProof="0" dirty="0"/>
            <a:t>Tourism</a:t>
          </a:r>
        </a:p>
      </dgm:t>
    </dgm:pt>
    <dgm:pt modelId="{CB4EF5E6-108F-4E8C-A27F-21AA22F0DB95}" type="parTrans" cxnId="{8B124613-855B-4579-9FEB-9C9D0A4CE194}">
      <dgm:prSet/>
      <dgm:spPr/>
      <dgm:t>
        <a:bodyPr/>
        <a:lstStyle/>
        <a:p>
          <a:endParaRPr lang="en-US"/>
        </a:p>
      </dgm:t>
    </dgm:pt>
    <dgm:pt modelId="{27C6DE98-D935-40C8-8E8D-61FB2CAFB5EB}" type="sibTrans" cxnId="{8B124613-855B-4579-9FEB-9C9D0A4CE194}">
      <dgm:prSet/>
      <dgm:spPr/>
      <dgm:t>
        <a:bodyPr/>
        <a:lstStyle/>
        <a:p>
          <a:endParaRPr lang="en-US"/>
        </a:p>
      </dgm:t>
    </dgm:pt>
    <dgm:pt modelId="{08F028F8-1FC3-4818-9AF4-C71995F92431}">
      <dgm:prSet custT="1"/>
      <dgm:spPr/>
      <dgm:t>
        <a:bodyPr/>
        <a:lstStyle/>
        <a:p>
          <a:r>
            <a:rPr lang="en-US" sz="1800" i="1" noProof="0" dirty="0"/>
            <a:t>Enterprise</a:t>
          </a:r>
        </a:p>
      </dgm:t>
    </dgm:pt>
    <dgm:pt modelId="{1CAA121D-4C80-4750-88D7-E907DE3F247E}" type="parTrans" cxnId="{B0471271-6C34-4AE9-BDE6-6C45C1A186EC}">
      <dgm:prSet/>
      <dgm:spPr/>
      <dgm:t>
        <a:bodyPr/>
        <a:lstStyle/>
        <a:p>
          <a:endParaRPr lang="en-US"/>
        </a:p>
      </dgm:t>
    </dgm:pt>
    <dgm:pt modelId="{F62BC7B8-0FBE-41B7-BEEB-5F28D918975D}" type="sibTrans" cxnId="{B0471271-6C34-4AE9-BDE6-6C45C1A186EC}">
      <dgm:prSet/>
      <dgm:spPr/>
      <dgm:t>
        <a:bodyPr/>
        <a:lstStyle/>
        <a:p>
          <a:endParaRPr lang="en-US"/>
        </a:p>
      </dgm:t>
    </dgm:pt>
    <dgm:pt modelId="{C0BA9604-2EEE-451F-B3E9-E2E2689E7F9B}">
      <dgm:prSet custT="1"/>
      <dgm:spPr/>
      <dgm:t>
        <a:bodyPr/>
        <a:lstStyle/>
        <a:p>
          <a:r>
            <a:rPr lang="en-US" sz="1800" i="1" noProof="0" dirty="0"/>
            <a:t>Factory</a:t>
          </a:r>
        </a:p>
      </dgm:t>
    </dgm:pt>
    <dgm:pt modelId="{27720344-1F30-4515-84C4-CDA5B60D5AB9}" type="parTrans" cxnId="{09247080-A95A-4730-8E41-460B09A6F147}">
      <dgm:prSet/>
      <dgm:spPr/>
      <dgm:t>
        <a:bodyPr/>
        <a:lstStyle/>
        <a:p>
          <a:endParaRPr lang="en-US"/>
        </a:p>
      </dgm:t>
    </dgm:pt>
    <dgm:pt modelId="{27594919-5F17-4416-BDE4-15568C9C1BCD}" type="sibTrans" cxnId="{09247080-A95A-4730-8E41-460B09A6F147}">
      <dgm:prSet/>
      <dgm:spPr/>
      <dgm:t>
        <a:bodyPr/>
        <a:lstStyle/>
        <a:p>
          <a:endParaRPr lang="en-US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EF9626AB-3382-4B2B-B75A-A1BD58A8019A}" type="pres">
      <dgm:prSet presAssocID="{3CF92C9A-3632-430C-BC1B-DD1BC9F16C81}" presName="node" presStyleLbl="node1" presStyleIdx="0" presStyleCnt="4" custLinFactNeighborX="-325" custLinFactNeighborY="-5032">
        <dgm:presLayoutVars>
          <dgm:bulletEnabled val="1"/>
        </dgm:presLayoutVars>
      </dgm:prSet>
      <dgm:spPr>
        <a:xfrm>
          <a:off x="92570" y="963604"/>
          <a:ext cx="1175370" cy="652983"/>
        </a:xfrm>
        <a:prstGeom prst="roundRect">
          <a:avLst>
            <a:gd name="adj" fmla="val 10000"/>
          </a:avLst>
        </a:prstGeom>
      </dgm:spPr>
    </dgm:pt>
    <dgm:pt modelId="{0E430400-2FE3-48A1-A6B2-C3DD69C11E2F}" type="pres">
      <dgm:prSet presAssocID="{48EBA0A3-2844-4D36-A983-214C7E25D4DB}" presName="sibTrans" presStyleLbl="sibTrans2D1" presStyleIdx="0" presStyleCnt="3"/>
      <dgm:spPr/>
    </dgm:pt>
    <dgm:pt modelId="{6FB4FA20-D78D-499D-BE1C-9BDBFE345CCC}" type="pres">
      <dgm:prSet presAssocID="{48EBA0A3-2844-4D36-A983-214C7E25D4DB}" presName="connectorText" presStyleLbl="sibTrans2D1" presStyleIdx="0" presStyleCnt="3"/>
      <dgm:spPr/>
    </dgm:pt>
    <dgm:pt modelId="{06225BB6-9D40-4B97-88D0-F136CE979510}" type="pres">
      <dgm:prSet presAssocID="{81FC7890-F406-4315-A405-E9EB823951CD}" presName="node" presStyleLbl="node1" presStyleIdx="1" presStyleCnt="4">
        <dgm:presLayoutVars>
          <dgm:bulletEnabled val="1"/>
        </dgm:presLayoutVars>
      </dgm:prSet>
      <dgm:spPr/>
    </dgm:pt>
    <dgm:pt modelId="{572D900F-C230-4B36-936D-FD851DCC9C8E}" type="pres">
      <dgm:prSet presAssocID="{27C6DE98-D935-40C8-8E8D-61FB2CAFB5EB}" presName="sibTrans" presStyleLbl="sibTrans2D1" presStyleIdx="1" presStyleCnt="3"/>
      <dgm:spPr/>
    </dgm:pt>
    <dgm:pt modelId="{2C38A12B-3BD5-4610-B1F0-DEC4B91011F2}" type="pres">
      <dgm:prSet presAssocID="{27C6DE98-D935-40C8-8E8D-61FB2CAFB5EB}" presName="connectorText" presStyleLbl="sibTrans2D1" presStyleIdx="1" presStyleCnt="3"/>
      <dgm:spPr/>
    </dgm:pt>
    <dgm:pt modelId="{96CFAC63-6E1C-414D-8F9B-B7047F22D05B}" type="pres">
      <dgm:prSet presAssocID="{08F028F8-1FC3-4818-9AF4-C71995F92431}" presName="node" presStyleLbl="node1" presStyleIdx="2" presStyleCnt="4">
        <dgm:presLayoutVars>
          <dgm:bulletEnabled val="1"/>
        </dgm:presLayoutVars>
      </dgm:prSet>
      <dgm:spPr/>
    </dgm:pt>
    <dgm:pt modelId="{8BA8E403-3241-4B97-8BA9-F185DF083D38}" type="pres">
      <dgm:prSet presAssocID="{F62BC7B8-0FBE-41B7-BEEB-5F28D918975D}" presName="sibTrans" presStyleLbl="sibTrans2D1" presStyleIdx="2" presStyleCnt="3"/>
      <dgm:spPr/>
    </dgm:pt>
    <dgm:pt modelId="{3D782638-2BF5-42AC-BE6D-895224982602}" type="pres">
      <dgm:prSet presAssocID="{F62BC7B8-0FBE-41B7-BEEB-5F28D918975D}" presName="connectorText" presStyleLbl="sibTrans2D1" presStyleIdx="2" presStyleCnt="3"/>
      <dgm:spPr/>
    </dgm:pt>
    <dgm:pt modelId="{299AD46D-6A29-42E7-A663-1CD5BD4DA188}" type="pres">
      <dgm:prSet presAssocID="{C0BA9604-2EEE-451F-B3E9-E2E2689E7F9B}" presName="node" presStyleLbl="node1" presStyleIdx="3" presStyleCnt="4">
        <dgm:presLayoutVars>
          <dgm:bulletEnabled val="1"/>
        </dgm:presLayoutVars>
      </dgm:prSet>
      <dgm:spPr/>
    </dgm:pt>
  </dgm:ptLst>
  <dgm:cxnLst>
    <dgm:cxn modelId="{8B124613-855B-4579-9FEB-9C9D0A4CE194}" srcId="{FE1AB81F-9B0C-4348-8733-14195E15F90A}" destId="{81FC7890-F406-4315-A405-E9EB823951CD}" srcOrd="1" destOrd="0" parTransId="{CB4EF5E6-108F-4E8C-A27F-21AA22F0DB95}" sibTransId="{27C6DE98-D935-40C8-8E8D-61FB2CAFB5EB}"/>
    <dgm:cxn modelId="{FC7C0F3E-E6CE-4CBB-9E01-428304C3314A}" type="presOf" srcId="{C0BA9604-2EEE-451F-B3E9-E2E2689E7F9B}" destId="{299AD46D-6A29-42E7-A663-1CD5BD4DA188}" srcOrd="0" destOrd="0" presId="urn:microsoft.com/office/officeart/2005/8/layout/process2"/>
    <dgm:cxn modelId="{EBABE067-0987-4FE1-807D-E9FA9F7DD7AA}" type="presOf" srcId="{08F028F8-1FC3-4818-9AF4-C71995F92431}" destId="{96CFAC63-6E1C-414D-8F9B-B7047F22D05B}" srcOrd="0" destOrd="0" presId="urn:microsoft.com/office/officeart/2005/8/layout/process2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B0471271-6C34-4AE9-BDE6-6C45C1A186EC}" srcId="{FE1AB81F-9B0C-4348-8733-14195E15F90A}" destId="{08F028F8-1FC3-4818-9AF4-C71995F92431}" srcOrd="2" destOrd="0" parTransId="{1CAA121D-4C80-4750-88D7-E907DE3F247E}" sibTransId="{F62BC7B8-0FBE-41B7-BEEB-5F28D918975D}"/>
    <dgm:cxn modelId="{10380852-C24A-4994-8DA9-4132E4A0D611}" type="presOf" srcId="{48EBA0A3-2844-4D36-A983-214C7E25D4DB}" destId="{6FB4FA20-D78D-499D-BE1C-9BDBFE345CCC}" srcOrd="1" destOrd="0" presId="urn:microsoft.com/office/officeart/2005/8/layout/process2"/>
    <dgm:cxn modelId="{97761272-326C-4D4D-8150-209EA830B253}" type="presOf" srcId="{27C6DE98-D935-40C8-8E8D-61FB2CAFB5EB}" destId="{572D900F-C230-4B36-936D-FD851DCC9C8E}" srcOrd="0" destOrd="0" presId="urn:microsoft.com/office/officeart/2005/8/layout/process2"/>
    <dgm:cxn modelId="{09247080-A95A-4730-8E41-460B09A6F147}" srcId="{FE1AB81F-9B0C-4348-8733-14195E15F90A}" destId="{C0BA9604-2EEE-451F-B3E9-E2E2689E7F9B}" srcOrd="3" destOrd="0" parTransId="{27720344-1F30-4515-84C4-CDA5B60D5AB9}" sibTransId="{27594919-5F17-4416-BDE4-15568C9C1BCD}"/>
    <dgm:cxn modelId="{6E90FF89-0496-468D-9E3F-E7FB250BC48A}" type="presOf" srcId="{48EBA0A3-2844-4D36-A983-214C7E25D4DB}" destId="{0E430400-2FE3-48A1-A6B2-C3DD69C11E2F}" srcOrd="0" destOrd="0" presId="urn:microsoft.com/office/officeart/2005/8/layout/process2"/>
    <dgm:cxn modelId="{7A31CF93-DD4B-4E24-B448-743DA8412E6E}" type="presOf" srcId="{F62BC7B8-0FBE-41B7-BEEB-5F28D918975D}" destId="{8BA8E403-3241-4B97-8BA9-F185DF083D38}" srcOrd="0" destOrd="0" presId="urn:microsoft.com/office/officeart/2005/8/layout/process2"/>
    <dgm:cxn modelId="{5165C3A2-5F2D-4F35-814E-7BFE8A132640}" type="presOf" srcId="{27C6DE98-D935-40C8-8E8D-61FB2CAFB5EB}" destId="{2C38A12B-3BD5-4610-B1F0-DEC4B91011F2}" srcOrd="1" destOrd="0" presId="urn:microsoft.com/office/officeart/2005/8/layout/process2"/>
    <dgm:cxn modelId="{B2A144A7-E627-44CA-AB7C-E81D1CBCAC06}" type="presOf" srcId="{81FC7890-F406-4315-A405-E9EB823951CD}" destId="{06225BB6-9D40-4B97-88D0-F136CE979510}" srcOrd="0" destOrd="0" presId="urn:microsoft.com/office/officeart/2005/8/layout/process2"/>
    <dgm:cxn modelId="{5FA849B7-DB7D-4C0C-8180-F63546A33D2B}" srcId="{FE1AB81F-9B0C-4348-8733-14195E15F90A}" destId="{3CF92C9A-3632-430C-BC1B-DD1BC9F16C81}" srcOrd="0" destOrd="0" parTransId="{06BFDFB1-5718-4957-81D5-567AA4C272AB}" sibTransId="{48EBA0A3-2844-4D36-A983-214C7E25D4DB}"/>
    <dgm:cxn modelId="{5697B9BC-D526-42AE-8294-847A75CBCE89}" type="presOf" srcId="{F62BC7B8-0FBE-41B7-BEEB-5F28D918975D}" destId="{3D782638-2BF5-42AC-BE6D-895224982602}" srcOrd="1" destOrd="0" presId="urn:microsoft.com/office/officeart/2005/8/layout/process2"/>
    <dgm:cxn modelId="{EEAB35C6-F6D6-4975-AAAE-7ED573D8E36B}" type="presOf" srcId="{3CF92C9A-3632-430C-BC1B-DD1BC9F16C81}" destId="{EF9626AB-3382-4B2B-B75A-A1BD58A8019A}" srcOrd="0" destOrd="0" presId="urn:microsoft.com/office/officeart/2005/8/layout/process2"/>
    <dgm:cxn modelId="{B5AB8235-F808-45A1-A798-388605AABC98}" type="presParOf" srcId="{5009E79B-6FDE-45BB-AEF9-155EF26F32BC}" destId="{EF9626AB-3382-4B2B-B75A-A1BD58A8019A}" srcOrd="0" destOrd="0" presId="urn:microsoft.com/office/officeart/2005/8/layout/process2"/>
    <dgm:cxn modelId="{C7AEA6E4-8121-4374-9F06-BE94C346861C}" type="presParOf" srcId="{5009E79B-6FDE-45BB-AEF9-155EF26F32BC}" destId="{0E430400-2FE3-48A1-A6B2-C3DD69C11E2F}" srcOrd="1" destOrd="0" presId="urn:microsoft.com/office/officeart/2005/8/layout/process2"/>
    <dgm:cxn modelId="{D9186165-447F-4E99-AE7C-5E833A889B85}" type="presParOf" srcId="{0E430400-2FE3-48A1-A6B2-C3DD69C11E2F}" destId="{6FB4FA20-D78D-499D-BE1C-9BDBFE345CCC}" srcOrd="0" destOrd="0" presId="urn:microsoft.com/office/officeart/2005/8/layout/process2"/>
    <dgm:cxn modelId="{D520EC7A-ABA9-4867-8B02-1E9D1781D74C}" type="presParOf" srcId="{5009E79B-6FDE-45BB-AEF9-155EF26F32BC}" destId="{06225BB6-9D40-4B97-88D0-F136CE979510}" srcOrd="2" destOrd="0" presId="urn:microsoft.com/office/officeart/2005/8/layout/process2"/>
    <dgm:cxn modelId="{5C1FD35E-91F8-4C94-939F-3D40E122AAA0}" type="presParOf" srcId="{5009E79B-6FDE-45BB-AEF9-155EF26F32BC}" destId="{572D900F-C230-4B36-936D-FD851DCC9C8E}" srcOrd="3" destOrd="0" presId="urn:microsoft.com/office/officeart/2005/8/layout/process2"/>
    <dgm:cxn modelId="{F312B26A-B155-41D4-8478-D0339EA9EF9E}" type="presParOf" srcId="{572D900F-C230-4B36-936D-FD851DCC9C8E}" destId="{2C38A12B-3BD5-4610-B1F0-DEC4B91011F2}" srcOrd="0" destOrd="0" presId="urn:microsoft.com/office/officeart/2005/8/layout/process2"/>
    <dgm:cxn modelId="{B4360877-B048-4A00-81A4-5C9EB511ECB7}" type="presParOf" srcId="{5009E79B-6FDE-45BB-AEF9-155EF26F32BC}" destId="{96CFAC63-6E1C-414D-8F9B-B7047F22D05B}" srcOrd="4" destOrd="0" presId="urn:microsoft.com/office/officeart/2005/8/layout/process2"/>
    <dgm:cxn modelId="{6A893E7F-1581-4AE3-A021-47B9F5293636}" type="presParOf" srcId="{5009E79B-6FDE-45BB-AEF9-155EF26F32BC}" destId="{8BA8E403-3241-4B97-8BA9-F185DF083D38}" srcOrd="5" destOrd="0" presId="urn:microsoft.com/office/officeart/2005/8/layout/process2"/>
    <dgm:cxn modelId="{5995ACAE-B140-4FB6-B403-869E91027E80}" type="presParOf" srcId="{8BA8E403-3241-4B97-8BA9-F185DF083D38}" destId="{3D782638-2BF5-42AC-BE6D-895224982602}" srcOrd="0" destOrd="0" presId="urn:microsoft.com/office/officeart/2005/8/layout/process2"/>
    <dgm:cxn modelId="{EBF6BA93-1F6F-465D-979E-C3A674AC36ED}" type="presParOf" srcId="{5009E79B-6FDE-45BB-AEF9-155EF26F32BC}" destId="{299AD46D-6A29-42E7-A663-1CD5BD4DA18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 Outline 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/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3CF92C9A-3632-430C-BC1B-DD1BC9F16C81}">
      <dgm:prSet custT="1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49530" tIns="49530" rIns="49530" bIns="49530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Framework</a:t>
          </a:r>
        </a:p>
      </dgm:t>
    </dgm:pt>
    <dgm:pt modelId="{06BFDFB1-5718-4957-81D5-567AA4C272AB}" type="parTrans" cxnId="{5FA849B7-DB7D-4C0C-8180-F63546A33D2B}">
      <dgm:prSet/>
      <dgm:spPr/>
      <dgm:t>
        <a:bodyPr/>
        <a:lstStyle/>
        <a:p>
          <a:endParaRPr lang="it-IT"/>
        </a:p>
      </dgm:t>
    </dgm:pt>
    <dgm:pt modelId="{48EBA0A3-2844-4D36-A983-214C7E25D4DB}" type="sibTrans" cxnId="{5FA849B7-DB7D-4C0C-8180-F63546A33D2B}">
      <dgm:prSet/>
      <dgm:spPr/>
      <dgm:t>
        <a:bodyPr/>
        <a:lstStyle/>
        <a:p>
          <a:endParaRPr lang="it-IT"/>
        </a:p>
      </dgm:t>
    </dgm:pt>
    <dgm:pt modelId="{81FC7890-F406-4315-A405-E9EB823951CD}">
      <dgm:prSet custT="1"/>
      <dgm:spPr/>
      <dgm:t>
        <a:bodyPr/>
        <a:lstStyle/>
        <a:p>
          <a:r>
            <a:rPr lang="en-US" sz="1800" i="1" noProof="0" dirty="0"/>
            <a:t>Tourism</a:t>
          </a:r>
        </a:p>
      </dgm:t>
    </dgm:pt>
    <dgm:pt modelId="{CB4EF5E6-108F-4E8C-A27F-21AA22F0DB95}" type="parTrans" cxnId="{8B124613-855B-4579-9FEB-9C9D0A4CE194}">
      <dgm:prSet/>
      <dgm:spPr/>
      <dgm:t>
        <a:bodyPr/>
        <a:lstStyle/>
        <a:p>
          <a:endParaRPr lang="en-US"/>
        </a:p>
      </dgm:t>
    </dgm:pt>
    <dgm:pt modelId="{27C6DE98-D935-40C8-8E8D-61FB2CAFB5EB}" type="sibTrans" cxnId="{8B124613-855B-4579-9FEB-9C9D0A4CE194}">
      <dgm:prSet/>
      <dgm:spPr/>
      <dgm:t>
        <a:bodyPr/>
        <a:lstStyle/>
        <a:p>
          <a:endParaRPr lang="en-US"/>
        </a:p>
      </dgm:t>
    </dgm:pt>
    <dgm:pt modelId="{08F028F8-1FC3-4818-9AF4-C71995F92431}">
      <dgm:prSet custT="1"/>
      <dgm:spPr/>
      <dgm:t>
        <a:bodyPr/>
        <a:lstStyle/>
        <a:p>
          <a:r>
            <a:rPr lang="en-US" sz="1800" i="1" noProof="0" dirty="0"/>
            <a:t>Enterprise</a:t>
          </a:r>
        </a:p>
      </dgm:t>
    </dgm:pt>
    <dgm:pt modelId="{1CAA121D-4C80-4750-88D7-E907DE3F247E}" type="parTrans" cxnId="{B0471271-6C34-4AE9-BDE6-6C45C1A186EC}">
      <dgm:prSet/>
      <dgm:spPr/>
      <dgm:t>
        <a:bodyPr/>
        <a:lstStyle/>
        <a:p>
          <a:endParaRPr lang="en-US"/>
        </a:p>
      </dgm:t>
    </dgm:pt>
    <dgm:pt modelId="{F62BC7B8-0FBE-41B7-BEEB-5F28D918975D}" type="sibTrans" cxnId="{B0471271-6C34-4AE9-BDE6-6C45C1A186EC}">
      <dgm:prSet/>
      <dgm:spPr/>
      <dgm:t>
        <a:bodyPr/>
        <a:lstStyle/>
        <a:p>
          <a:endParaRPr lang="en-US"/>
        </a:p>
      </dgm:t>
    </dgm:pt>
    <dgm:pt modelId="{C0BA9604-2EEE-451F-B3E9-E2E2689E7F9B}">
      <dgm:prSet custT="1"/>
      <dgm:spPr/>
      <dgm:t>
        <a:bodyPr/>
        <a:lstStyle/>
        <a:p>
          <a:r>
            <a:rPr lang="en-US" sz="1800" i="1" noProof="0" dirty="0"/>
            <a:t>Factory</a:t>
          </a:r>
        </a:p>
      </dgm:t>
    </dgm:pt>
    <dgm:pt modelId="{27720344-1F30-4515-84C4-CDA5B60D5AB9}" type="parTrans" cxnId="{09247080-A95A-4730-8E41-460B09A6F147}">
      <dgm:prSet/>
      <dgm:spPr/>
      <dgm:t>
        <a:bodyPr/>
        <a:lstStyle/>
        <a:p>
          <a:endParaRPr lang="en-US"/>
        </a:p>
      </dgm:t>
    </dgm:pt>
    <dgm:pt modelId="{27594919-5F17-4416-BDE4-15568C9C1BCD}" type="sibTrans" cxnId="{09247080-A95A-4730-8E41-460B09A6F147}">
      <dgm:prSet/>
      <dgm:spPr/>
      <dgm:t>
        <a:bodyPr/>
        <a:lstStyle/>
        <a:p>
          <a:endParaRPr lang="en-US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EF9626AB-3382-4B2B-B75A-A1BD58A8019A}" type="pres">
      <dgm:prSet presAssocID="{3CF92C9A-3632-430C-BC1B-DD1BC9F16C81}" presName="node" presStyleLbl="node1" presStyleIdx="0" presStyleCnt="4" custLinFactNeighborX="-325" custLinFactNeighborY="-5032">
        <dgm:presLayoutVars>
          <dgm:bulletEnabled val="1"/>
        </dgm:presLayoutVars>
      </dgm:prSet>
      <dgm:spPr>
        <a:xfrm>
          <a:off x="92570" y="963604"/>
          <a:ext cx="1175370" cy="652983"/>
        </a:xfrm>
        <a:prstGeom prst="roundRect">
          <a:avLst>
            <a:gd name="adj" fmla="val 10000"/>
          </a:avLst>
        </a:prstGeom>
      </dgm:spPr>
    </dgm:pt>
    <dgm:pt modelId="{0E430400-2FE3-48A1-A6B2-C3DD69C11E2F}" type="pres">
      <dgm:prSet presAssocID="{48EBA0A3-2844-4D36-A983-214C7E25D4DB}" presName="sibTrans" presStyleLbl="sibTrans2D1" presStyleIdx="0" presStyleCnt="3"/>
      <dgm:spPr/>
    </dgm:pt>
    <dgm:pt modelId="{6FB4FA20-D78D-499D-BE1C-9BDBFE345CCC}" type="pres">
      <dgm:prSet presAssocID="{48EBA0A3-2844-4D36-A983-214C7E25D4DB}" presName="connectorText" presStyleLbl="sibTrans2D1" presStyleIdx="0" presStyleCnt="3"/>
      <dgm:spPr/>
    </dgm:pt>
    <dgm:pt modelId="{06225BB6-9D40-4B97-88D0-F136CE979510}" type="pres">
      <dgm:prSet presAssocID="{81FC7890-F406-4315-A405-E9EB823951CD}" presName="node" presStyleLbl="node1" presStyleIdx="1" presStyleCnt="4">
        <dgm:presLayoutVars>
          <dgm:bulletEnabled val="1"/>
        </dgm:presLayoutVars>
      </dgm:prSet>
      <dgm:spPr/>
    </dgm:pt>
    <dgm:pt modelId="{572D900F-C230-4B36-936D-FD851DCC9C8E}" type="pres">
      <dgm:prSet presAssocID="{27C6DE98-D935-40C8-8E8D-61FB2CAFB5EB}" presName="sibTrans" presStyleLbl="sibTrans2D1" presStyleIdx="1" presStyleCnt="3"/>
      <dgm:spPr/>
    </dgm:pt>
    <dgm:pt modelId="{2C38A12B-3BD5-4610-B1F0-DEC4B91011F2}" type="pres">
      <dgm:prSet presAssocID="{27C6DE98-D935-40C8-8E8D-61FB2CAFB5EB}" presName="connectorText" presStyleLbl="sibTrans2D1" presStyleIdx="1" presStyleCnt="3"/>
      <dgm:spPr/>
    </dgm:pt>
    <dgm:pt modelId="{96CFAC63-6E1C-414D-8F9B-B7047F22D05B}" type="pres">
      <dgm:prSet presAssocID="{08F028F8-1FC3-4818-9AF4-C71995F92431}" presName="node" presStyleLbl="node1" presStyleIdx="2" presStyleCnt="4">
        <dgm:presLayoutVars>
          <dgm:bulletEnabled val="1"/>
        </dgm:presLayoutVars>
      </dgm:prSet>
      <dgm:spPr/>
    </dgm:pt>
    <dgm:pt modelId="{8BA8E403-3241-4B97-8BA9-F185DF083D38}" type="pres">
      <dgm:prSet presAssocID="{F62BC7B8-0FBE-41B7-BEEB-5F28D918975D}" presName="sibTrans" presStyleLbl="sibTrans2D1" presStyleIdx="2" presStyleCnt="3"/>
      <dgm:spPr/>
    </dgm:pt>
    <dgm:pt modelId="{3D782638-2BF5-42AC-BE6D-895224982602}" type="pres">
      <dgm:prSet presAssocID="{F62BC7B8-0FBE-41B7-BEEB-5F28D918975D}" presName="connectorText" presStyleLbl="sibTrans2D1" presStyleIdx="2" presStyleCnt="3"/>
      <dgm:spPr/>
    </dgm:pt>
    <dgm:pt modelId="{299AD46D-6A29-42E7-A663-1CD5BD4DA188}" type="pres">
      <dgm:prSet presAssocID="{C0BA9604-2EEE-451F-B3E9-E2E2689E7F9B}" presName="node" presStyleLbl="node1" presStyleIdx="3" presStyleCnt="4">
        <dgm:presLayoutVars>
          <dgm:bulletEnabled val="1"/>
        </dgm:presLayoutVars>
      </dgm:prSet>
      <dgm:spPr/>
    </dgm:pt>
  </dgm:ptLst>
  <dgm:cxnLst>
    <dgm:cxn modelId="{8B124613-855B-4579-9FEB-9C9D0A4CE194}" srcId="{FE1AB81F-9B0C-4348-8733-14195E15F90A}" destId="{81FC7890-F406-4315-A405-E9EB823951CD}" srcOrd="1" destOrd="0" parTransId="{CB4EF5E6-108F-4E8C-A27F-21AA22F0DB95}" sibTransId="{27C6DE98-D935-40C8-8E8D-61FB2CAFB5EB}"/>
    <dgm:cxn modelId="{FC7C0F3E-E6CE-4CBB-9E01-428304C3314A}" type="presOf" srcId="{C0BA9604-2EEE-451F-B3E9-E2E2689E7F9B}" destId="{299AD46D-6A29-42E7-A663-1CD5BD4DA188}" srcOrd="0" destOrd="0" presId="urn:microsoft.com/office/officeart/2005/8/layout/process2"/>
    <dgm:cxn modelId="{EBABE067-0987-4FE1-807D-E9FA9F7DD7AA}" type="presOf" srcId="{08F028F8-1FC3-4818-9AF4-C71995F92431}" destId="{96CFAC63-6E1C-414D-8F9B-B7047F22D05B}" srcOrd="0" destOrd="0" presId="urn:microsoft.com/office/officeart/2005/8/layout/process2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B0471271-6C34-4AE9-BDE6-6C45C1A186EC}" srcId="{FE1AB81F-9B0C-4348-8733-14195E15F90A}" destId="{08F028F8-1FC3-4818-9AF4-C71995F92431}" srcOrd="2" destOrd="0" parTransId="{1CAA121D-4C80-4750-88D7-E907DE3F247E}" sibTransId="{F62BC7B8-0FBE-41B7-BEEB-5F28D918975D}"/>
    <dgm:cxn modelId="{10380852-C24A-4994-8DA9-4132E4A0D611}" type="presOf" srcId="{48EBA0A3-2844-4D36-A983-214C7E25D4DB}" destId="{6FB4FA20-D78D-499D-BE1C-9BDBFE345CCC}" srcOrd="1" destOrd="0" presId="urn:microsoft.com/office/officeart/2005/8/layout/process2"/>
    <dgm:cxn modelId="{97761272-326C-4D4D-8150-209EA830B253}" type="presOf" srcId="{27C6DE98-D935-40C8-8E8D-61FB2CAFB5EB}" destId="{572D900F-C230-4B36-936D-FD851DCC9C8E}" srcOrd="0" destOrd="0" presId="urn:microsoft.com/office/officeart/2005/8/layout/process2"/>
    <dgm:cxn modelId="{09247080-A95A-4730-8E41-460B09A6F147}" srcId="{FE1AB81F-9B0C-4348-8733-14195E15F90A}" destId="{C0BA9604-2EEE-451F-B3E9-E2E2689E7F9B}" srcOrd="3" destOrd="0" parTransId="{27720344-1F30-4515-84C4-CDA5B60D5AB9}" sibTransId="{27594919-5F17-4416-BDE4-15568C9C1BCD}"/>
    <dgm:cxn modelId="{6E90FF89-0496-468D-9E3F-E7FB250BC48A}" type="presOf" srcId="{48EBA0A3-2844-4D36-A983-214C7E25D4DB}" destId="{0E430400-2FE3-48A1-A6B2-C3DD69C11E2F}" srcOrd="0" destOrd="0" presId="urn:microsoft.com/office/officeart/2005/8/layout/process2"/>
    <dgm:cxn modelId="{7A31CF93-DD4B-4E24-B448-743DA8412E6E}" type="presOf" srcId="{F62BC7B8-0FBE-41B7-BEEB-5F28D918975D}" destId="{8BA8E403-3241-4B97-8BA9-F185DF083D38}" srcOrd="0" destOrd="0" presId="urn:microsoft.com/office/officeart/2005/8/layout/process2"/>
    <dgm:cxn modelId="{5165C3A2-5F2D-4F35-814E-7BFE8A132640}" type="presOf" srcId="{27C6DE98-D935-40C8-8E8D-61FB2CAFB5EB}" destId="{2C38A12B-3BD5-4610-B1F0-DEC4B91011F2}" srcOrd="1" destOrd="0" presId="urn:microsoft.com/office/officeart/2005/8/layout/process2"/>
    <dgm:cxn modelId="{B2A144A7-E627-44CA-AB7C-E81D1CBCAC06}" type="presOf" srcId="{81FC7890-F406-4315-A405-E9EB823951CD}" destId="{06225BB6-9D40-4B97-88D0-F136CE979510}" srcOrd="0" destOrd="0" presId="urn:microsoft.com/office/officeart/2005/8/layout/process2"/>
    <dgm:cxn modelId="{5FA849B7-DB7D-4C0C-8180-F63546A33D2B}" srcId="{FE1AB81F-9B0C-4348-8733-14195E15F90A}" destId="{3CF92C9A-3632-430C-BC1B-DD1BC9F16C81}" srcOrd="0" destOrd="0" parTransId="{06BFDFB1-5718-4957-81D5-567AA4C272AB}" sibTransId="{48EBA0A3-2844-4D36-A983-214C7E25D4DB}"/>
    <dgm:cxn modelId="{5697B9BC-D526-42AE-8294-847A75CBCE89}" type="presOf" srcId="{F62BC7B8-0FBE-41B7-BEEB-5F28D918975D}" destId="{3D782638-2BF5-42AC-BE6D-895224982602}" srcOrd="1" destOrd="0" presId="urn:microsoft.com/office/officeart/2005/8/layout/process2"/>
    <dgm:cxn modelId="{EEAB35C6-F6D6-4975-AAAE-7ED573D8E36B}" type="presOf" srcId="{3CF92C9A-3632-430C-BC1B-DD1BC9F16C81}" destId="{EF9626AB-3382-4B2B-B75A-A1BD58A8019A}" srcOrd="0" destOrd="0" presId="urn:microsoft.com/office/officeart/2005/8/layout/process2"/>
    <dgm:cxn modelId="{B5AB8235-F808-45A1-A798-388605AABC98}" type="presParOf" srcId="{5009E79B-6FDE-45BB-AEF9-155EF26F32BC}" destId="{EF9626AB-3382-4B2B-B75A-A1BD58A8019A}" srcOrd="0" destOrd="0" presId="urn:microsoft.com/office/officeart/2005/8/layout/process2"/>
    <dgm:cxn modelId="{C7AEA6E4-8121-4374-9F06-BE94C346861C}" type="presParOf" srcId="{5009E79B-6FDE-45BB-AEF9-155EF26F32BC}" destId="{0E430400-2FE3-48A1-A6B2-C3DD69C11E2F}" srcOrd="1" destOrd="0" presId="urn:microsoft.com/office/officeart/2005/8/layout/process2"/>
    <dgm:cxn modelId="{D9186165-447F-4E99-AE7C-5E833A889B85}" type="presParOf" srcId="{0E430400-2FE3-48A1-A6B2-C3DD69C11E2F}" destId="{6FB4FA20-D78D-499D-BE1C-9BDBFE345CCC}" srcOrd="0" destOrd="0" presId="urn:microsoft.com/office/officeart/2005/8/layout/process2"/>
    <dgm:cxn modelId="{D520EC7A-ABA9-4867-8B02-1E9D1781D74C}" type="presParOf" srcId="{5009E79B-6FDE-45BB-AEF9-155EF26F32BC}" destId="{06225BB6-9D40-4B97-88D0-F136CE979510}" srcOrd="2" destOrd="0" presId="urn:microsoft.com/office/officeart/2005/8/layout/process2"/>
    <dgm:cxn modelId="{5C1FD35E-91F8-4C94-939F-3D40E122AAA0}" type="presParOf" srcId="{5009E79B-6FDE-45BB-AEF9-155EF26F32BC}" destId="{572D900F-C230-4B36-936D-FD851DCC9C8E}" srcOrd="3" destOrd="0" presId="urn:microsoft.com/office/officeart/2005/8/layout/process2"/>
    <dgm:cxn modelId="{F312B26A-B155-41D4-8478-D0339EA9EF9E}" type="presParOf" srcId="{572D900F-C230-4B36-936D-FD851DCC9C8E}" destId="{2C38A12B-3BD5-4610-B1F0-DEC4B91011F2}" srcOrd="0" destOrd="0" presId="urn:microsoft.com/office/officeart/2005/8/layout/process2"/>
    <dgm:cxn modelId="{B4360877-B048-4A00-81A4-5C9EB511ECB7}" type="presParOf" srcId="{5009E79B-6FDE-45BB-AEF9-155EF26F32BC}" destId="{96CFAC63-6E1C-414D-8F9B-B7047F22D05B}" srcOrd="4" destOrd="0" presId="urn:microsoft.com/office/officeart/2005/8/layout/process2"/>
    <dgm:cxn modelId="{6A893E7F-1581-4AE3-A021-47B9F5293636}" type="presParOf" srcId="{5009E79B-6FDE-45BB-AEF9-155EF26F32BC}" destId="{8BA8E403-3241-4B97-8BA9-F185DF083D38}" srcOrd="5" destOrd="0" presId="urn:microsoft.com/office/officeart/2005/8/layout/process2"/>
    <dgm:cxn modelId="{5995ACAE-B140-4FB6-B403-869E91027E80}" type="presParOf" srcId="{8BA8E403-3241-4B97-8BA9-F185DF083D38}" destId="{3D782638-2BF5-42AC-BE6D-895224982602}" srcOrd="0" destOrd="0" presId="urn:microsoft.com/office/officeart/2005/8/layout/process2"/>
    <dgm:cxn modelId="{EBF6BA93-1F6F-465D-979E-C3A674AC36ED}" type="presParOf" srcId="{5009E79B-6FDE-45BB-AEF9-155EF26F32BC}" destId="{299AD46D-6A29-42E7-A663-1CD5BD4DA18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 Outline 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/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Progetto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Architettura</a:t>
          </a:r>
          <a:endParaRPr lang="en-US" sz="20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 err="1"/>
            <a:t>Funzionalità</a:t>
          </a:r>
          <a:r>
            <a:rPr lang="en-US" sz="2000" noProof="0" dirty="0"/>
            <a:t>  </a:t>
          </a:r>
          <a:r>
            <a:rPr lang="en-US" sz="2000" noProof="0" dirty="0" err="1"/>
            <a:t>utente</a:t>
          </a:r>
          <a:endParaRPr lang="en-US" sz="2000" noProof="0" dirty="0"/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55F9216-2AF6-40B7-9E8F-A7846DD850F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it-IT"/>
        </a:p>
      </dgm:t>
    </dgm:pt>
    <dgm:pt modelId="{6DEACEA9-CCBD-46D6-A79B-201BB30598B6}">
      <dgm:prSet phldrT="[Testo]"/>
      <dgm:spPr/>
      <dgm:t>
        <a:bodyPr/>
        <a:lstStyle/>
        <a:p>
          <a:r>
            <a:rPr lang="en-US" noProof="0" dirty="0"/>
            <a:t>Project manager</a:t>
          </a:r>
        </a:p>
        <a:p>
          <a:r>
            <a:rPr lang="en-US" noProof="0" dirty="0"/>
            <a:t>www</a:t>
          </a:r>
        </a:p>
      </dgm:t>
    </dgm:pt>
    <dgm:pt modelId="{64452CEC-277A-48FF-9359-D6AB59576555}" type="parTrans" cxnId="{BB8B5FB6-F246-41CC-9209-B528F43EA6C2}">
      <dgm:prSet/>
      <dgm:spPr/>
      <dgm:t>
        <a:bodyPr/>
        <a:lstStyle/>
        <a:p>
          <a:endParaRPr lang="it-IT"/>
        </a:p>
      </dgm:t>
    </dgm:pt>
    <dgm:pt modelId="{DF14B33C-F3B1-4620-95C5-3DDE0A595B27}" type="sibTrans" cxnId="{BB8B5FB6-F246-41CC-9209-B528F43EA6C2}">
      <dgm:prSet/>
      <dgm:spPr/>
      <dgm:t>
        <a:bodyPr/>
        <a:lstStyle/>
        <a:p>
          <a:endParaRPr lang="it-IT"/>
        </a:p>
      </dgm:t>
    </dgm:pt>
    <dgm:pt modelId="{DF34A3A9-C155-4E07-8C02-CB757EA28AE1}">
      <dgm:prSet phldrT="[Testo]"/>
      <dgm:spPr/>
      <dgm:t>
        <a:bodyPr/>
        <a:lstStyle/>
        <a:p>
          <a:r>
            <a:rPr lang="en-US" noProof="0" dirty="0"/>
            <a:t>Web &amp; Operation </a:t>
          </a:r>
        </a:p>
        <a:p>
          <a:r>
            <a:rPr lang="en-US" i="1" noProof="0" dirty="0"/>
            <a:t>xx </a:t>
          </a:r>
        </a:p>
      </dgm:t>
    </dgm:pt>
    <dgm:pt modelId="{995CD7C0-3C24-4C35-A702-E7B9CCA5A2E5}" type="parTrans" cxnId="{DEAC056E-47B9-4D69-AA85-8943B7368FD0}">
      <dgm:prSet/>
      <dgm:spPr/>
      <dgm:t>
        <a:bodyPr/>
        <a:lstStyle/>
        <a:p>
          <a:endParaRPr lang="it-IT"/>
        </a:p>
      </dgm:t>
    </dgm:pt>
    <dgm:pt modelId="{D44F08C3-31A0-4B50-8F8F-D61BB01C2B21}" type="sibTrans" cxnId="{DEAC056E-47B9-4D69-AA85-8943B7368FD0}">
      <dgm:prSet/>
      <dgm:spPr/>
      <dgm:t>
        <a:bodyPr/>
        <a:lstStyle/>
        <a:p>
          <a:endParaRPr lang="it-IT"/>
        </a:p>
      </dgm:t>
    </dgm:pt>
    <dgm:pt modelId="{8DEF1A40-A354-4DF2-B1D5-725F2D941B7D}">
      <dgm:prSet phldrT="[Testo]"/>
      <dgm:spPr/>
      <dgm:t>
        <a:bodyPr/>
        <a:lstStyle/>
        <a:p>
          <a:r>
            <a:rPr lang="en-US" noProof="0" dirty="0"/>
            <a:t>Streaming  </a:t>
          </a:r>
        </a:p>
        <a:p>
          <a:r>
            <a:rPr lang="en-US" i="1" noProof="0" dirty="0" err="1"/>
            <a:t>vvv</a:t>
          </a:r>
          <a:endParaRPr lang="en-US" i="1" noProof="0" dirty="0"/>
        </a:p>
      </dgm:t>
    </dgm:pt>
    <dgm:pt modelId="{C09C554A-7799-488A-A300-FDA07691FBB7}" type="parTrans" cxnId="{B6C7BFAE-DD4E-453E-B987-CC31131D3579}">
      <dgm:prSet/>
      <dgm:spPr/>
      <dgm:t>
        <a:bodyPr/>
        <a:lstStyle/>
        <a:p>
          <a:endParaRPr lang="it-IT"/>
        </a:p>
      </dgm:t>
    </dgm:pt>
    <dgm:pt modelId="{E2C13C80-356A-45EA-A756-F3C85A02197E}" type="sibTrans" cxnId="{B6C7BFAE-DD4E-453E-B987-CC31131D3579}">
      <dgm:prSet/>
      <dgm:spPr/>
      <dgm:t>
        <a:bodyPr/>
        <a:lstStyle/>
        <a:p>
          <a:endParaRPr lang="it-IT"/>
        </a:p>
      </dgm:t>
    </dgm:pt>
    <dgm:pt modelId="{A7A351EB-C1FE-4D96-B567-5CEBA3E2222A}" type="asst">
      <dgm:prSet/>
      <dgm:spPr/>
      <dgm:t>
        <a:bodyPr/>
        <a:lstStyle/>
        <a:p>
          <a:r>
            <a:rPr lang="en-US" noProof="0" dirty="0"/>
            <a:t>Steering Committee</a:t>
          </a:r>
        </a:p>
        <a:p>
          <a:r>
            <a:rPr lang="en-US" noProof="0" dirty="0" err="1"/>
            <a:t>ppp</a:t>
          </a:r>
          <a:endParaRPr lang="en-US" noProof="0" dirty="0"/>
        </a:p>
      </dgm:t>
    </dgm:pt>
    <dgm:pt modelId="{AA860E5C-ACB7-4269-93D1-0A8ED3619050}" type="parTrans" cxnId="{EEBF53E1-8D2B-4320-B0BB-9B0C36937F53}">
      <dgm:prSet/>
      <dgm:spPr/>
      <dgm:t>
        <a:bodyPr/>
        <a:lstStyle/>
        <a:p>
          <a:endParaRPr lang="it-IT"/>
        </a:p>
      </dgm:t>
    </dgm:pt>
    <dgm:pt modelId="{189ED850-19B1-4FD9-B975-7C6BD013EA95}" type="sibTrans" cxnId="{EEBF53E1-8D2B-4320-B0BB-9B0C36937F53}">
      <dgm:prSet/>
      <dgm:spPr/>
      <dgm:t>
        <a:bodyPr/>
        <a:lstStyle/>
        <a:p>
          <a:endParaRPr lang="it-IT"/>
        </a:p>
      </dgm:t>
    </dgm:pt>
    <dgm:pt modelId="{0A6E70F3-7D73-4F89-B129-DC6B511A958D}">
      <dgm:prSet phldrT="[Testo]"/>
      <dgm:spPr/>
      <dgm:t>
        <a:bodyPr/>
        <a:lstStyle/>
        <a:p>
          <a:r>
            <a:rPr lang="en-US" noProof="0" dirty="0"/>
            <a:t>Communications</a:t>
          </a:r>
        </a:p>
        <a:p>
          <a:r>
            <a:rPr lang="en-US" i="1" noProof="0" dirty="0"/>
            <a:t>zzz</a:t>
          </a:r>
        </a:p>
      </dgm:t>
    </dgm:pt>
    <dgm:pt modelId="{D6834D61-1A5D-4B80-9884-6406CF5E21CC}" type="parTrans" cxnId="{51F712A5-8295-4593-B534-DCA612B9DBA4}">
      <dgm:prSet/>
      <dgm:spPr/>
      <dgm:t>
        <a:bodyPr/>
        <a:lstStyle/>
        <a:p>
          <a:endParaRPr lang="it-IT"/>
        </a:p>
      </dgm:t>
    </dgm:pt>
    <dgm:pt modelId="{F2C9BC9B-7EE9-44E4-B2C4-206C0C5DD039}" type="sibTrans" cxnId="{51F712A5-8295-4593-B534-DCA612B9DBA4}">
      <dgm:prSet/>
      <dgm:spPr/>
      <dgm:t>
        <a:bodyPr/>
        <a:lstStyle/>
        <a:p>
          <a:endParaRPr lang="it-IT"/>
        </a:p>
      </dgm:t>
    </dgm:pt>
    <dgm:pt modelId="{7F72E1F1-DC78-48BE-99B7-E6FC6BD31E09}" type="pres">
      <dgm:prSet presAssocID="{F55F9216-2AF6-40B7-9E8F-A7846DD850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48CB34B-4D5D-4C2A-8C2F-9FC4FA760B1E}" type="pres">
      <dgm:prSet presAssocID="{6DEACEA9-CCBD-46D6-A79B-201BB30598B6}" presName="hierRoot1" presStyleCnt="0">
        <dgm:presLayoutVars>
          <dgm:hierBranch val="init"/>
        </dgm:presLayoutVars>
      </dgm:prSet>
      <dgm:spPr/>
    </dgm:pt>
    <dgm:pt modelId="{79305DC2-8268-4F41-A925-C86AD5FE6C15}" type="pres">
      <dgm:prSet presAssocID="{6DEACEA9-CCBD-46D6-A79B-201BB30598B6}" presName="rootComposite1" presStyleCnt="0"/>
      <dgm:spPr/>
    </dgm:pt>
    <dgm:pt modelId="{8E7080B4-1801-4D98-80ED-5371DE736D7E}" type="pres">
      <dgm:prSet presAssocID="{6DEACEA9-CCBD-46D6-A79B-201BB30598B6}" presName="rootText1" presStyleLbl="node0" presStyleIdx="0" presStyleCnt="1">
        <dgm:presLayoutVars>
          <dgm:chPref val="3"/>
        </dgm:presLayoutVars>
      </dgm:prSet>
      <dgm:spPr/>
    </dgm:pt>
    <dgm:pt modelId="{A3C70483-2EE5-4E1D-A127-DB366BC94FC3}" type="pres">
      <dgm:prSet presAssocID="{6DEACEA9-CCBD-46D6-A79B-201BB30598B6}" presName="rootConnector1" presStyleLbl="node1" presStyleIdx="0" presStyleCnt="0"/>
      <dgm:spPr/>
    </dgm:pt>
    <dgm:pt modelId="{1D43320F-0D28-40F5-B305-291E26ACFD2B}" type="pres">
      <dgm:prSet presAssocID="{6DEACEA9-CCBD-46D6-A79B-201BB30598B6}" presName="hierChild2" presStyleCnt="0"/>
      <dgm:spPr/>
    </dgm:pt>
    <dgm:pt modelId="{65CF798B-FFAB-4287-A809-DD6B6F4FE4FF}" type="pres">
      <dgm:prSet presAssocID="{995CD7C0-3C24-4C35-A702-E7B9CCA5A2E5}" presName="Name37" presStyleLbl="parChTrans1D2" presStyleIdx="0" presStyleCnt="4"/>
      <dgm:spPr/>
    </dgm:pt>
    <dgm:pt modelId="{DC7D6D2C-B5CC-4354-B106-9406A085B1F8}" type="pres">
      <dgm:prSet presAssocID="{DF34A3A9-C155-4E07-8C02-CB757EA28AE1}" presName="hierRoot2" presStyleCnt="0">
        <dgm:presLayoutVars>
          <dgm:hierBranch val="init"/>
        </dgm:presLayoutVars>
      </dgm:prSet>
      <dgm:spPr/>
    </dgm:pt>
    <dgm:pt modelId="{14064BCB-3D53-4ECB-87A1-A80EED1B97A7}" type="pres">
      <dgm:prSet presAssocID="{DF34A3A9-C155-4E07-8C02-CB757EA28AE1}" presName="rootComposite" presStyleCnt="0"/>
      <dgm:spPr/>
    </dgm:pt>
    <dgm:pt modelId="{7B99F4B5-7511-461D-9802-EF5CE9F0B28B}" type="pres">
      <dgm:prSet presAssocID="{DF34A3A9-C155-4E07-8C02-CB757EA28AE1}" presName="rootText" presStyleLbl="node2" presStyleIdx="0" presStyleCnt="3">
        <dgm:presLayoutVars>
          <dgm:chPref val="3"/>
        </dgm:presLayoutVars>
      </dgm:prSet>
      <dgm:spPr/>
    </dgm:pt>
    <dgm:pt modelId="{AC0C061C-15EB-4DCC-897E-9C02BC542E98}" type="pres">
      <dgm:prSet presAssocID="{DF34A3A9-C155-4E07-8C02-CB757EA28AE1}" presName="rootConnector" presStyleLbl="node2" presStyleIdx="0" presStyleCnt="3"/>
      <dgm:spPr/>
    </dgm:pt>
    <dgm:pt modelId="{9453EF48-075F-44F3-8DE4-6A4A2991036D}" type="pres">
      <dgm:prSet presAssocID="{DF34A3A9-C155-4E07-8C02-CB757EA28AE1}" presName="hierChild4" presStyleCnt="0"/>
      <dgm:spPr/>
    </dgm:pt>
    <dgm:pt modelId="{63EED099-908C-40F5-B82C-5459470E1619}" type="pres">
      <dgm:prSet presAssocID="{DF34A3A9-C155-4E07-8C02-CB757EA28AE1}" presName="hierChild5" presStyleCnt="0"/>
      <dgm:spPr/>
    </dgm:pt>
    <dgm:pt modelId="{96726BB7-1285-445E-9F9D-A54FF7ABE625}" type="pres">
      <dgm:prSet presAssocID="{C09C554A-7799-488A-A300-FDA07691FBB7}" presName="Name37" presStyleLbl="parChTrans1D2" presStyleIdx="1" presStyleCnt="4"/>
      <dgm:spPr/>
    </dgm:pt>
    <dgm:pt modelId="{E382A56B-D7DB-4C9A-8B15-607F80B348A8}" type="pres">
      <dgm:prSet presAssocID="{8DEF1A40-A354-4DF2-B1D5-725F2D941B7D}" presName="hierRoot2" presStyleCnt="0">
        <dgm:presLayoutVars>
          <dgm:hierBranch val="init"/>
        </dgm:presLayoutVars>
      </dgm:prSet>
      <dgm:spPr/>
    </dgm:pt>
    <dgm:pt modelId="{8DD3F31D-9018-49D7-AD2D-8360BF25EE52}" type="pres">
      <dgm:prSet presAssocID="{8DEF1A40-A354-4DF2-B1D5-725F2D941B7D}" presName="rootComposite" presStyleCnt="0"/>
      <dgm:spPr/>
    </dgm:pt>
    <dgm:pt modelId="{8201014A-7516-478C-B6BA-70DB08BD639E}" type="pres">
      <dgm:prSet presAssocID="{8DEF1A40-A354-4DF2-B1D5-725F2D941B7D}" presName="rootText" presStyleLbl="node2" presStyleIdx="1" presStyleCnt="3">
        <dgm:presLayoutVars>
          <dgm:chPref val="3"/>
        </dgm:presLayoutVars>
      </dgm:prSet>
      <dgm:spPr/>
    </dgm:pt>
    <dgm:pt modelId="{C6CE9ABB-EF6C-4130-9098-37661BF8DDC7}" type="pres">
      <dgm:prSet presAssocID="{8DEF1A40-A354-4DF2-B1D5-725F2D941B7D}" presName="rootConnector" presStyleLbl="node2" presStyleIdx="1" presStyleCnt="3"/>
      <dgm:spPr/>
    </dgm:pt>
    <dgm:pt modelId="{59B6246E-1DE2-495E-86C2-9F158E4A3BE2}" type="pres">
      <dgm:prSet presAssocID="{8DEF1A40-A354-4DF2-B1D5-725F2D941B7D}" presName="hierChild4" presStyleCnt="0"/>
      <dgm:spPr/>
    </dgm:pt>
    <dgm:pt modelId="{E4B3D307-E5F0-40A7-A8E0-38BFB5B354E2}" type="pres">
      <dgm:prSet presAssocID="{8DEF1A40-A354-4DF2-B1D5-725F2D941B7D}" presName="hierChild5" presStyleCnt="0"/>
      <dgm:spPr/>
    </dgm:pt>
    <dgm:pt modelId="{96360727-FA1D-44F3-998E-D0C4AB34C0E7}" type="pres">
      <dgm:prSet presAssocID="{D6834D61-1A5D-4B80-9884-6406CF5E21CC}" presName="Name37" presStyleLbl="parChTrans1D2" presStyleIdx="2" presStyleCnt="4"/>
      <dgm:spPr/>
    </dgm:pt>
    <dgm:pt modelId="{CD8D7F70-DDCA-497B-A93C-8001FAE5DA0C}" type="pres">
      <dgm:prSet presAssocID="{0A6E70F3-7D73-4F89-B129-DC6B511A958D}" presName="hierRoot2" presStyleCnt="0">
        <dgm:presLayoutVars>
          <dgm:hierBranch val="init"/>
        </dgm:presLayoutVars>
      </dgm:prSet>
      <dgm:spPr/>
    </dgm:pt>
    <dgm:pt modelId="{6F206C55-D040-4C73-8262-6B99E6937AEC}" type="pres">
      <dgm:prSet presAssocID="{0A6E70F3-7D73-4F89-B129-DC6B511A958D}" presName="rootComposite" presStyleCnt="0"/>
      <dgm:spPr/>
    </dgm:pt>
    <dgm:pt modelId="{BB0060A6-E352-4076-808D-4E255ED809AF}" type="pres">
      <dgm:prSet presAssocID="{0A6E70F3-7D73-4F89-B129-DC6B511A958D}" presName="rootText" presStyleLbl="node2" presStyleIdx="2" presStyleCnt="3">
        <dgm:presLayoutVars>
          <dgm:chPref val="3"/>
        </dgm:presLayoutVars>
      </dgm:prSet>
      <dgm:spPr/>
    </dgm:pt>
    <dgm:pt modelId="{F1C8A27F-64E3-4F55-8310-24DCE7C4C628}" type="pres">
      <dgm:prSet presAssocID="{0A6E70F3-7D73-4F89-B129-DC6B511A958D}" presName="rootConnector" presStyleLbl="node2" presStyleIdx="2" presStyleCnt="3"/>
      <dgm:spPr/>
    </dgm:pt>
    <dgm:pt modelId="{C1141041-5925-4798-A33E-844CED0DCC23}" type="pres">
      <dgm:prSet presAssocID="{0A6E70F3-7D73-4F89-B129-DC6B511A958D}" presName="hierChild4" presStyleCnt="0"/>
      <dgm:spPr/>
    </dgm:pt>
    <dgm:pt modelId="{AEEA0D7C-61A0-479E-B08C-AEC4C78065BA}" type="pres">
      <dgm:prSet presAssocID="{0A6E70F3-7D73-4F89-B129-DC6B511A958D}" presName="hierChild5" presStyleCnt="0"/>
      <dgm:spPr/>
    </dgm:pt>
    <dgm:pt modelId="{2F1A051F-26B7-4F62-88A6-DCA0B0025D8A}" type="pres">
      <dgm:prSet presAssocID="{6DEACEA9-CCBD-46D6-A79B-201BB30598B6}" presName="hierChild3" presStyleCnt="0"/>
      <dgm:spPr/>
    </dgm:pt>
    <dgm:pt modelId="{B361CBF0-90B2-41E8-98E0-D2F38973BBCF}" type="pres">
      <dgm:prSet presAssocID="{AA860E5C-ACB7-4269-93D1-0A8ED3619050}" presName="Name111" presStyleLbl="parChTrans1D2" presStyleIdx="3" presStyleCnt="4"/>
      <dgm:spPr/>
    </dgm:pt>
    <dgm:pt modelId="{051D194D-84DD-44B8-8963-2A9D81ADFB1F}" type="pres">
      <dgm:prSet presAssocID="{A7A351EB-C1FE-4D96-B567-5CEBA3E2222A}" presName="hierRoot3" presStyleCnt="0">
        <dgm:presLayoutVars>
          <dgm:hierBranch val="init"/>
        </dgm:presLayoutVars>
      </dgm:prSet>
      <dgm:spPr/>
    </dgm:pt>
    <dgm:pt modelId="{51A34549-9963-4FE3-9BA0-24C0446832C4}" type="pres">
      <dgm:prSet presAssocID="{A7A351EB-C1FE-4D96-B567-5CEBA3E2222A}" presName="rootComposite3" presStyleCnt="0"/>
      <dgm:spPr/>
    </dgm:pt>
    <dgm:pt modelId="{E8B11A00-8F7F-45B3-809E-F26589043CB3}" type="pres">
      <dgm:prSet presAssocID="{A7A351EB-C1FE-4D96-B567-5CEBA3E2222A}" presName="rootText3" presStyleLbl="asst1" presStyleIdx="0" presStyleCnt="1">
        <dgm:presLayoutVars>
          <dgm:chPref val="3"/>
        </dgm:presLayoutVars>
      </dgm:prSet>
      <dgm:spPr/>
    </dgm:pt>
    <dgm:pt modelId="{B84B1559-70DE-461E-9941-BF67ADF57A1F}" type="pres">
      <dgm:prSet presAssocID="{A7A351EB-C1FE-4D96-B567-5CEBA3E2222A}" presName="rootConnector3" presStyleLbl="asst1" presStyleIdx="0" presStyleCnt="1"/>
      <dgm:spPr/>
    </dgm:pt>
    <dgm:pt modelId="{F203C0A1-21CF-4EEA-933C-E4B33A190E02}" type="pres">
      <dgm:prSet presAssocID="{A7A351EB-C1FE-4D96-B567-5CEBA3E2222A}" presName="hierChild6" presStyleCnt="0"/>
      <dgm:spPr/>
    </dgm:pt>
    <dgm:pt modelId="{49402934-EACA-4373-A455-FB0357D2BEEF}" type="pres">
      <dgm:prSet presAssocID="{A7A351EB-C1FE-4D96-B567-5CEBA3E2222A}" presName="hierChild7" presStyleCnt="0"/>
      <dgm:spPr/>
    </dgm:pt>
  </dgm:ptLst>
  <dgm:cxnLst>
    <dgm:cxn modelId="{62E88114-1CA3-4499-A60C-ACC5B36FE886}" type="presOf" srcId="{F55F9216-2AF6-40B7-9E8F-A7846DD850F9}" destId="{7F72E1F1-DC78-48BE-99B7-E6FC6BD31E09}" srcOrd="0" destOrd="0" presId="urn:microsoft.com/office/officeart/2005/8/layout/orgChart1"/>
    <dgm:cxn modelId="{CB562436-0809-4F21-8C6F-817C26600D7A}" type="presOf" srcId="{6DEACEA9-CCBD-46D6-A79B-201BB30598B6}" destId="{8E7080B4-1801-4D98-80ED-5371DE736D7E}" srcOrd="0" destOrd="0" presId="urn:microsoft.com/office/officeart/2005/8/layout/orgChart1"/>
    <dgm:cxn modelId="{CF6CFC5B-2291-43AE-91B7-19EF2651A738}" type="presOf" srcId="{8DEF1A40-A354-4DF2-B1D5-725F2D941B7D}" destId="{C6CE9ABB-EF6C-4130-9098-37661BF8DDC7}" srcOrd="1" destOrd="0" presId="urn:microsoft.com/office/officeart/2005/8/layout/orgChart1"/>
    <dgm:cxn modelId="{4E5CF75C-95BC-4B49-AB2D-117074451A3A}" type="presOf" srcId="{D6834D61-1A5D-4B80-9884-6406CF5E21CC}" destId="{96360727-FA1D-44F3-998E-D0C4AB34C0E7}" srcOrd="0" destOrd="0" presId="urn:microsoft.com/office/officeart/2005/8/layout/orgChart1"/>
    <dgm:cxn modelId="{FFF80C61-6010-429D-970A-1062AB90F9FD}" type="presOf" srcId="{DF34A3A9-C155-4E07-8C02-CB757EA28AE1}" destId="{7B99F4B5-7511-461D-9802-EF5CE9F0B28B}" srcOrd="0" destOrd="0" presId="urn:microsoft.com/office/officeart/2005/8/layout/orgChart1"/>
    <dgm:cxn modelId="{9BC61E69-670D-4594-A63F-22F0B3D0E0A4}" type="presOf" srcId="{8DEF1A40-A354-4DF2-B1D5-725F2D941B7D}" destId="{8201014A-7516-478C-B6BA-70DB08BD639E}" srcOrd="0" destOrd="0" presId="urn:microsoft.com/office/officeart/2005/8/layout/orgChart1"/>
    <dgm:cxn modelId="{A7978E6D-963F-4D8A-A16E-29A5CE48AAA0}" type="presOf" srcId="{A7A351EB-C1FE-4D96-B567-5CEBA3E2222A}" destId="{B84B1559-70DE-461E-9941-BF67ADF57A1F}" srcOrd="1" destOrd="0" presId="urn:microsoft.com/office/officeart/2005/8/layout/orgChart1"/>
    <dgm:cxn modelId="{DEAC056E-47B9-4D69-AA85-8943B7368FD0}" srcId="{6DEACEA9-CCBD-46D6-A79B-201BB30598B6}" destId="{DF34A3A9-C155-4E07-8C02-CB757EA28AE1}" srcOrd="0" destOrd="0" parTransId="{995CD7C0-3C24-4C35-A702-E7B9CCA5A2E5}" sibTransId="{D44F08C3-31A0-4B50-8F8F-D61BB01C2B21}"/>
    <dgm:cxn modelId="{79B5F073-4190-4F4D-B497-62794FC3CFCD}" type="presOf" srcId="{995CD7C0-3C24-4C35-A702-E7B9CCA5A2E5}" destId="{65CF798B-FFAB-4287-A809-DD6B6F4FE4FF}" srcOrd="0" destOrd="0" presId="urn:microsoft.com/office/officeart/2005/8/layout/orgChart1"/>
    <dgm:cxn modelId="{C04C9077-156A-4393-AFCC-84D450F4709D}" type="presOf" srcId="{DF34A3A9-C155-4E07-8C02-CB757EA28AE1}" destId="{AC0C061C-15EB-4DCC-897E-9C02BC542E98}" srcOrd="1" destOrd="0" presId="urn:microsoft.com/office/officeart/2005/8/layout/orgChart1"/>
    <dgm:cxn modelId="{3469325A-FA1B-42E4-917A-CE6A93C2422D}" type="presOf" srcId="{C09C554A-7799-488A-A300-FDA07691FBB7}" destId="{96726BB7-1285-445E-9F9D-A54FF7ABE625}" srcOrd="0" destOrd="0" presId="urn:microsoft.com/office/officeart/2005/8/layout/orgChart1"/>
    <dgm:cxn modelId="{BB4DF27E-BFD1-43A4-A75B-0A675B69C735}" type="presOf" srcId="{AA860E5C-ACB7-4269-93D1-0A8ED3619050}" destId="{B361CBF0-90B2-41E8-98E0-D2F38973BBCF}" srcOrd="0" destOrd="0" presId="urn:microsoft.com/office/officeart/2005/8/layout/orgChart1"/>
    <dgm:cxn modelId="{0C49B496-1A10-4F68-B10D-E806DEB69496}" type="presOf" srcId="{A7A351EB-C1FE-4D96-B567-5CEBA3E2222A}" destId="{E8B11A00-8F7F-45B3-809E-F26589043CB3}" srcOrd="0" destOrd="0" presId="urn:microsoft.com/office/officeart/2005/8/layout/orgChart1"/>
    <dgm:cxn modelId="{51F712A5-8295-4593-B534-DCA612B9DBA4}" srcId="{6DEACEA9-CCBD-46D6-A79B-201BB30598B6}" destId="{0A6E70F3-7D73-4F89-B129-DC6B511A958D}" srcOrd="2" destOrd="0" parTransId="{D6834D61-1A5D-4B80-9884-6406CF5E21CC}" sibTransId="{F2C9BC9B-7EE9-44E4-B2C4-206C0C5DD039}"/>
    <dgm:cxn modelId="{B6C7BFAE-DD4E-453E-B987-CC31131D3579}" srcId="{6DEACEA9-CCBD-46D6-A79B-201BB30598B6}" destId="{8DEF1A40-A354-4DF2-B1D5-725F2D941B7D}" srcOrd="1" destOrd="0" parTransId="{C09C554A-7799-488A-A300-FDA07691FBB7}" sibTransId="{E2C13C80-356A-45EA-A756-F3C85A02197E}"/>
    <dgm:cxn modelId="{BB8B5FB6-F246-41CC-9209-B528F43EA6C2}" srcId="{F55F9216-2AF6-40B7-9E8F-A7846DD850F9}" destId="{6DEACEA9-CCBD-46D6-A79B-201BB30598B6}" srcOrd="0" destOrd="0" parTransId="{64452CEC-277A-48FF-9359-D6AB59576555}" sibTransId="{DF14B33C-F3B1-4620-95C5-3DDE0A595B27}"/>
    <dgm:cxn modelId="{EEBF53E1-8D2B-4320-B0BB-9B0C36937F53}" srcId="{6DEACEA9-CCBD-46D6-A79B-201BB30598B6}" destId="{A7A351EB-C1FE-4D96-B567-5CEBA3E2222A}" srcOrd="3" destOrd="0" parTransId="{AA860E5C-ACB7-4269-93D1-0A8ED3619050}" sibTransId="{189ED850-19B1-4FD9-B975-7C6BD013EA95}"/>
    <dgm:cxn modelId="{285781F1-E51C-4B54-A474-3D602D4AEC80}" type="presOf" srcId="{6DEACEA9-CCBD-46D6-A79B-201BB30598B6}" destId="{A3C70483-2EE5-4E1D-A127-DB366BC94FC3}" srcOrd="1" destOrd="0" presId="urn:microsoft.com/office/officeart/2005/8/layout/orgChart1"/>
    <dgm:cxn modelId="{5D4AEEF5-EF2C-4DF4-B11A-B304DC28854E}" type="presOf" srcId="{0A6E70F3-7D73-4F89-B129-DC6B511A958D}" destId="{F1C8A27F-64E3-4F55-8310-24DCE7C4C628}" srcOrd="1" destOrd="0" presId="urn:microsoft.com/office/officeart/2005/8/layout/orgChart1"/>
    <dgm:cxn modelId="{A1364BF9-A7ED-4651-9C2B-BEDCA1591A84}" type="presOf" srcId="{0A6E70F3-7D73-4F89-B129-DC6B511A958D}" destId="{BB0060A6-E352-4076-808D-4E255ED809AF}" srcOrd="0" destOrd="0" presId="urn:microsoft.com/office/officeart/2005/8/layout/orgChart1"/>
    <dgm:cxn modelId="{AC2199D6-FFEB-481D-8720-4B7C1754D0D5}" type="presParOf" srcId="{7F72E1F1-DC78-48BE-99B7-E6FC6BD31E09}" destId="{548CB34B-4D5D-4C2A-8C2F-9FC4FA760B1E}" srcOrd="0" destOrd="0" presId="urn:microsoft.com/office/officeart/2005/8/layout/orgChart1"/>
    <dgm:cxn modelId="{F7FCBB0F-576A-4519-A74B-9ECDF4B5224B}" type="presParOf" srcId="{548CB34B-4D5D-4C2A-8C2F-9FC4FA760B1E}" destId="{79305DC2-8268-4F41-A925-C86AD5FE6C15}" srcOrd="0" destOrd="0" presId="urn:microsoft.com/office/officeart/2005/8/layout/orgChart1"/>
    <dgm:cxn modelId="{A2947721-7422-447D-86BC-E70E32C55984}" type="presParOf" srcId="{79305DC2-8268-4F41-A925-C86AD5FE6C15}" destId="{8E7080B4-1801-4D98-80ED-5371DE736D7E}" srcOrd="0" destOrd="0" presId="urn:microsoft.com/office/officeart/2005/8/layout/orgChart1"/>
    <dgm:cxn modelId="{7E7481F2-DEAE-4174-80F3-35D936F25C08}" type="presParOf" srcId="{79305DC2-8268-4F41-A925-C86AD5FE6C15}" destId="{A3C70483-2EE5-4E1D-A127-DB366BC94FC3}" srcOrd="1" destOrd="0" presId="urn:microsoft.com/office/officeart/2005/8/layout/orgChart1"/>
    <dgm:cxn modelId="{075695AC-FC07-47DE-89F2-0EC522FC2846}" type="presParOf" srcId="{548CB34B-4D5D-4C2A-8C2F-9FC4FA760B1E}" destId="{1D43320F-0D28-40F5-B305-291E26ACFD2B}" srcOrd="1" destOrd="0" presId="urn:microsoft.com/office/officeart/2005/8/layout/orgChart1"/>
    <dgm:cxn modelId="{A09730A5-8F45-4311-B670-9D5CDB8CA681}" type="presParOf" srcId="{1D43320F-0D28-40F5-B305-291E26ACFD2B}" destId="{65CF798B-FFAB-4287-A809-DD6B6F4FE4FF}" srcOrd="0" destOrd="0" presId="urn:microsoft.com/office/officeart/2005/8/layout/orgChart1"/>
    <dgm:cxn modelId="{0C95121D-A4F5-4FFC-B84C-465BE6390D7F}" type="presParOf" srcId="{1D43320F-0D28-40F5-B305-291E26ACFD2B}" destId="{DC7D6D2C-B5CC-4354-B106-9406A085B1F8}" srcOrd="1" destOrd="0" presId="urn:microsoft.com/office/officeart/2005/8/layout/orgChart1"/>
    <dgm:cxn modelId="{0A77D43C-B063-4651-BCCC-CC512ABC846A}" type="presParOf" srcId="{DC7D6D2C-B5CC-4354-B106-9406A085B1F8}" destId="{14064BCB-3D53-4ECB-87A1-A80EED1B97A7}" srcOrd="0" destOrd="0" presId="urn:microsoft.com/office/officeart/2005/8/layout/orgChart1"/>
    <dgm:cxn modelId="{B009C836-C287-4B3A-99DA-9932CDECC54D}" type="presParOf" srcId="{14064BCB-3D53-4ECB-87A1-A80EED1B97A7}" destId="{7B99F4B5-7511-461D-9802-EF5CE9F0B28B}" srcOrd="0" destOrd="0" presId="urn:microsoft.com/office/officeart/2005/8/layout/orgChart1"/>
    <dgm:cxn modelId="{99A7E43D-C373-4867-A6FE-5CEFBCE42E87}" type="presParOf" srcId="{14064BCB-3D53-4ECB-87A1-A80EED1B97A7}" destId="{AC0C061C-15EB-4DCC-897E-9C02BC542E98}" srcOrd="1" destOrd="0" presId="urn:microsoft.com/office/officeart/2005/8/layout/orgChart1"/>
    <dgm:cxn modelId="{3FD8E48B-BA39-4405-B0B0-30C67DA3CE95}" type="presParOf" srcId="{DC7D6D2C-B5CC-4354-B106-9406A085B1F8}" destId="{9453EF48-075F-44F3-8DE4-6A4A2991036D}" srcOrd="1" destOrd="0" presId="urn:microsoft.com/office/officeart/2005/8/layout/orgChart1"/>
    <dgm:cxn modelId="{D9092AAC-39DE-4CE9-83DB-9D0A3AF294DD}" type="presParOf" srcId="{DC7D6D2C-B5CC-4354-B106-9406A085B1F8}" destId="{63EED099-908C-40F5-B82C-5459470E1619}" srcOrd="2" destOrd="0" presId="urn:microsoft.com/office/officeart/2005/8/layout/orgChart1"/>
    <dgm:cxn modelId="{924F6CBD-CAFD-4897-9C25-4C1A2E23C33F}" type="presParOf" srcId="{1D43320F-0D28-40F5-B305-291E26ACFD2B}" destId="{96726BB7-1285-445E-9F9D-A54FF7ABE625}" srcOrd="2" destOrd="0" presId="urn:microsoft.com/office/officeart/2005/8/layout/orgChart1"/>
    <dgm:cxn modelId="{CB48A9BE-5721-42C7-93E7-449515C896A9}" type="presParOf" srcId="{1D43320F-0D28-40F5-B305-291E26ACFD2B}" destId="{E382A56B-D7DB-4C9A-8B15-607F80B348A8}" srcOrd="3" destOrd="0" presId="urn:microsoft.com/office/officeart/2005/8/layout/orgChart1"/>
    <dgm:cxn modelId="{F0023BA2-C832-4A2D-95F5-9A853E72F1B5}" type="presParOf" srcId="{E382A56B-D7DB-4C9A-8B15-607F80B348A8}" destId="{8DD3F31D-9018-49D7-AD2D-8360BF25EE52}" srcOrd="0" destOrd="0" presId="urn:microsoft.com/office/officeart/2005/8/layout/orgChart1"/>
    <dgm:cxn modelId="{84ECA892-5429-42EB-B938-62ACDF9AAB6B}" type="presParOf" srcId="{8DD3F31D-9018-49D7-AD2D-8360BF25EE52}" destId="{8201014A-7516-478C-B6BA-70DB08BD639E}" srcOrd="0" destOrd="0" presId="urn:microsoft.com/office/officeart/2005/8/layout/orgChart1"/>
    <dgm:cxn modelId="{F02404D7-33D2-4065-BAB8-8C73E96322C6}" type="presParOf" srcId="{8DD3F31D-9018-49D7-AD2D-8360BF25EE52}" destId="{C6CE9ABB-EF6C-4130-9098-37661BF8DDC7}" srcOrd="1" destOrd="0" presId="urn:microsoft.com/office/officeart/2005/8/layout/orgChart1"/>
    <dgm:cxn modelId="{853A28ED-4C3A-4940-8B4B-FD8031450915}" type="presParOf" srcId="{E382A56B-D7DB-4C9A-8B15-607F80B348A8}" destId="{59B6246E-1DE2-495E-86C2-9F158E4A3BE2}" srcOrd="1" destOrd="0" presId="urn:microsoft.com/office/officeart/2005/8/layout/orgChart1"/>
    <dgm:cxn modelId="{79F01EF2-7973-4BE6-8C57-B734272DF3A4}" type="presParOf" srcId="{E382A56B-D7DB-4C9A-8B15-607F80B348A8}" destId="{E4B3D307-E5F0-40A7-A8E0-38BFB5B354E2}" srcOrd="2" destOrd="0" presId="urn:microsoft.com/office/officeart/2005/8/layout/orgChart1"/>
    <dgm:cxn modelId="{DD11612A-D422-4ACD-B58C-96723D1C22E1}" type="presParOf" srcId="{1D43320F-0D28-40F5-B305-291E26ACFD2B}" destId="{96360727-FA1D-44F3-998E-D0C4AB34C0E7}" srcOrd="4" destOrd="0" presId="urn:microsoft.com/office/officeart/2005/8/layout/orgChart1"/>
    <dgm:cxn modelId="{4DDC748D-8430-4630-85C4-5EE5F30D13D2}" type="presParOf" srcId="{1D43320F-0D28-40F5-B305-291E26ACFD2B}" destId="{CD8D7F70-DDCA-497B-A93C-8001FAE5DA0C}" srcOrd="5" destOrd="0" presId="urn:microsoft.com/office/officeart/2005/8/layout/orgChart1"/>
    <dgm:cxn modelId="{FAF8EAAD-9620-439D-8BEB-8BCBA74C2F5C}" type="presParOf" srcId="{CD8D7F70-DDCA-497B-A93C-8001FAE5DA0C}" destId="{6F206C55-D040-4C73-8262-6B99E6937AEC}" srcOrd="0" destOrd="0" presId="urn:microsoft.com/office/officeart/2005/8/layout/orgChart1"/>
    <dgm:cxn modelId="{96DBA057-C531-4C0B-9CA6-86557F6CFE50}" type="presParOf" srcId="{6F206C55-D040-4C73-8262-6B99E6937AEC}" destId="{BB0060A6-E352-4076-808D-4E255ED809AF}" srcOrd="0" destOrd="0" presId="urn:microsoft.com/office/officeart/2005/8/layout/orgChart1"/>
    <dgm:cxn modelId="{42267167-3E31-44E8-A05B-080FFD2E7DBD}" type="presParOf" srcId="{6F206C55-D040-4C73-8262-6B99E6937AEC}" destId="{F1C8A27F-64E3-4F55-8310-24DCE7C4C628}" srcOrd="1" destOrd="0" presId="urn:microsoft.com/office/officeart/2005/8/layout/orgChart1"/>
    <dgm:cxn modelId="{3D2FF996-41EF-4071-A55E-0D1E6C659249}" type="presParOf" srcId="{CD8D7F70-DDCA-497B-A93C-8001FAE5DA0C}" destId="{C1141041-5925-4798-A33E-844CED0DCC23}" srcOrd="1" destOrd="0" presId="urn:microsoft.com/office/officeart/2005/8/layout/orgChart1"/>
    <dgm:cxn modelId="{B5EE3EBB-AEB9-40EF-BBE4-105E7932082B}" type="presParOf" srcId="{CD8D7F70-DDCA-497B-A93C-8001FAE5DA0C}" destId="{AEEA0D7C-61A0-479E-B08C-AEC4C78065BA}" srcOrd="2" destOrd="0" presId="urn:microsoft.com/office/officeart/2005/8/layout/orgChart1"/>
    <dgm:cxn modelId="{1DAC96C4-7EAA-4AEC-ADF0-401DDCFD5BAB}" type="presParOf" srcId="{548CB34B-4D5D-4C2A-8C2F-9FC4FA760B1E}" destId="{2F1A051F-26B7-4F62-88A6-DCA0B0025D8A}" srcOrd="2" destOrd="0" presId="urn:microsoft.com/office/officeart/2005/8/layout/orgChart1"/>
    <dgm:cxn modelId="{B0000FD6-3368-43C9-BA95-5B7BDB3068FC}" type="presParOf" srcId="{2F1A051F-26B7-4F62-88A6-DCA0B0025D8A}" destId="{B361CBF0-90B2-41E8-98E0-D2F38973BBCF}" srcOrd="0" destOrd="0" presId="urn:microsoft.com/office/officeart/2005/8/layout/orgChart1"/>
    <dgm:cxn modelId="{03810F54-6966-45A0-A7F8-169F3CCE82EC}" type="presParOf" srcId="{2F1A051F-26B7-4F62-88A6-DCA0B0025D8A}" destId="{051D194D-84DD-44B8-8963-2A9D81ADFB1F}" srcOrd="1" destOrd="0" presId="urn:microsoft.com/office/officeart/2005/8/layout/orgChart1"/>
    <dgm:cxn modelId="{89F56EF8-F7CF-4794-95B8-F471ADF75999}" type="presParOf" srcId="{051D194D-84DD-44B8-8963-2A9D81ADFB1F}" destId="{51A34549-9963-4FE3-9BA0-24C0446832C4}" srcOrd="0" destOrd="0" presId="urn:microsoft.com/office/officeart/2005/8/layout/orgChart1"/>
    <dgm:cxn modelId="{A44E8A46-49C4-4934-BF0C-9182F790487D}" type="presParOf" srcId="{51A34549-9963-4FE3-9BA0-24C0446832C4}" destId="{E8B11A00-8F7F-45B3-809E-F26589043CB3}" srcOrd="0" destOrd="0" presId="urn:microsoft.com/office/officeart/2005/8/layout/orgChart1"/>
    <dgm:cxn modelId="{6E7E5893-5049-44FC-93C2-9A06EA6B4746}" type="presParOf" srcId="{51A34549-9963-4FE3-9BA0-24C0446832C4}" destId="{B84B1559-70DE-461E-9941-BF67ADF57A1F}" srcOrd="1" destOrd="0" presId="urn:microsoft.com/office/officeart/2005/8/layout/orgChart1"/>
    <dgm:cxn modelId="{779D5A45-4DE5-407B-AB55-349E467392FA}" type="presParOf" srcId="{051D194D-84DD-44B8-8963-2A9D81ADFB1F}" destId="{F203C0A1-21CF-4EEA-933C-E4B33A190E02}" srcOrd="1" destOrd="0" presId="urn:microsoft.com/office/officeart/2005/8/layout/orgChart1"/>
    <dgm:cxn modelId="{0D2CD063-4A20-4F35-A667-40ABA72710B8}" type="presParOf" srcId="{051D194D-84DD-44B8-8963-2A9D81ADFB1F}" destId="{49402934-EACA-4373-A455-FB0357D2BE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endParaRPr lang="en-US" sz="18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626AB-3382-4B2B-B75A-A1BD58A8019A}">
      <dsp:nvSpPr>
        <dsp:cNvPr id="0" name=""/>
        <dsp:cNvSpPr/>
      </dsp:nvSpPr>
      <dsp:spPr>
        <a:xfrm>
          <a:off x="0" y="0"/>
          <a:ext cx="1368152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Framework</a:t>
          </a:r>
        </a:p>
      </dsp:txBody>
      <dsp:txXfrm>
        <a:off x="24323" y="24323"/>
        <a:ext cx="1319506" cy="781814"/>
      </dsp:txXfrm>
    </dsp:sp>
    <dsp:sp modelId="{0E430400-2FE3-48A1-A6B2-C3DD69C11E2F}">
      <dsp:nvSpPr>
        <dsp:cNvPr id="0" name=""/>
        <dsp:cNvSpPr/>
      </dsp:nvSpPr>
      <dsp:spPr>
        <a:xfrm rot="5400000">
          <a:off x="527527" y="852338"/>
          <a:ext cx="313097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 rot="-5400000">
        <a:off x="571964" y="882643"/>
        <a:ext cx="224225" cy="219168"/>
      </dsp:txXfrm>
    </dsp:sp>
    <dsp:sp modelId="{06225BB6-9D40-4B97-88D0-F136CE979510}">
      <dsp:nvSpPr>
        <dsp:cNvPr id="0" name=""/>
        <dsp:cNvSpPr/>
      </dsp:nvSpPr>
      <dsp:spPr>
        <a:xfrm>
          <a:off x="0" y="1247923"/>
          <a:ext cx="1368152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/>
            <a:t>Tourism</a:t>
          </a:r>
        </a:p>
      </dsp:txBody>
      <dsp:txXfrm>
        <a:off x="24323" y="1272246"/>
        <a:ext cx="1319506" cy="781814"/>
      </dsp:txXfrm>
    </dsp:sp>
    <dsp:sp modelId="{572D900F-C230-4B36-936D-FD851DCC9C8E}">
      <dsp:nvSpPr>
        <dsp:cNvPr id="0" name=""/>
        <dsp:cNvSpPr/>
      </dsp:nvSpPr>
      <dsp:spPr>
        <a:xfrm rot="5400000">
          <a:off x="528364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71963" y="2130289"/>
        <a:ext cx="224225" cy="217995"/>
      </dsp:txXfrm>
    </dsp:sp>
    <dsp:sp modelId="{96CFAC63-6E1C-414D-8F9B-B7047F22D05B}">
      <dsp:nvSpPr>
        <dsp:cNvPr id="0" name=""/>
        <dsp:cNvSpPr/>
      </dsp:nvSpPr>
      <dsp:spPr>
        <a:xfrm>
          <a:off x="0" y="2493615"/>
          <a:ext cx="1368152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/>
            <a:t>Enterprise</a:t>
          </a:r>
        </a:p>
      </dsp:txBody>
      <dsp:txXfrm>
        <a:off x="24323" y="2517938"/>
        <a:ext cx="1319506" cy="781814"/>
      </dsp:txXfrm>
    </dsp:sp>
    <dsp:sp modelId="{8BA8E403-3241-4B97-8BA9-F185DF083D38}">
      <dsp:nvSpPr>
        <dsp:cNvPr id="0" name=""/>
        <dsp:cNvSpPr/>
      </dsp:nvSpPr>
      <dsp:spPr>
        <a:xfrm rot="5400000">
          <a:off x="528364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71963" y="3375980"/>
        <a:ext cx="224225" cy="217995"/>
      </dsp:txXfrm>
    </dsp:sp>
    <dsp:sp modelId="{299AD46D-6A29-42E7-A663-1CD5BD4DA188}">
      <dsp:nvSpPr>
        <dsp:cNvPr id="0" name=""/>
        <dsp:cNvSpPr/>
      </dsp:nvSpPr>
      <dsp:spPr>
        <a:xfrm>
          <a:off x="0" y="3739306"/>
          <a:ext cx="1368152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/>
            <a:t>Factory</a:t>
          </a:r>
        </a:p>
      </dsp:txBody>
      <dsp:txXfrm>
        <a:off x="24323" y="3763629"/>
        <a:ext cx="1319506" cy="781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 Outline </a:t>
          </a:r>
        </a:p>
      </dsp:txBody>
      <dsp:txXfrm>
        <a:off x="157797" y="3763629"/>
        <a:ext cx="1446183" cy="7818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626AB-3382-4B2B-B75A-A1BD58A8019A}">
      <dsp:nvSpPr>
        <dsp:cNvPr id="0" name=""/>
        <dsp:cNvSpPr/>
      </dsp:nvSpPr>
      <dsp:spPr>
        <a:xfrm>
          <a:off x="0" y="0"/>
          <a:ext cx="1368152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Framework</a:t>
          </a:r>
        </a:p>
      </dsp:txBody>
      <dsp:txXfrm>
        <a:off x="24323" y="24323"/>
        <a:ext cx="1319506" cy="781814"/>
      </dsp:txXfrm>
    </dsp:sp>
    <dsp:sp modelId="{0E430400-2FE3-48A1-A6B2-C3DD69C11E2F}">
      <dsp:nvSpPr>
        <dsp:cNvPr id="0" name=""/>
        <dsp:cNvSpPr/>
      </dsp:nvSpPr>
      <dsp:spPr>
        <a:xfrm rot="5400000">
          <a:off x="527527" y="852338"/>
          <a:ext cx="313097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/>
        </a:p>
      </dsp:txBody>
      <dsp:txXfrm rot="-5400000">
        <a:off x="571964" y="882643"/>
        <a:ext cx="224225" cy="219168"/>
      </dsp:txXfrm>
    </dsp:sp>
    <dsp:sp modelId="{06225BB6-9D40-4B97-88D0-F136CE979510}">
      <dsp:nvSpPr>
        <dsp:cNvPr id="0" name=""/>
        <dsp:cNvSpPr/>
      </dsp:nvSpPr>
      <dsp:spPr>
        <a:xfrm>
          <a:off x="0" y="1247923"/>
          <a:ext cx="1368152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/>
            <a:t>Tourism</a:t>
          </a:r>
        </a:p>
      </dsp:txBody>
      <dsp:txXfrm>
        <a:off x="24323" y="1272246"/>
        <a:ext cx="1319506" cy="781814"/>
      </dsp:txXfrm>
    </dsp:sp>
    <dsp:sp modelId="{572D900F-C230-4B36-936D-FD851DCC9C8E}">
      <dsp:nvSpPr>
        <dsp:cNvPr id="0" name=""/>
        <dsp:cNvSpPr/>
      </dsp:nvSpPr>
      <dsp:spPr>
        <a:xfrm rot="5400000">
          <a:off x="528364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71963" y="2130289"/>
        <a:ext cx="224225" cy="217995"/>
      </dsp:txXfrm>
    </dsp:sp>
    <dsp:sp modelId="{96CFAC63-6E1C-414D-8F9B-B7047F22D05B}">
      <dsp:nvSpPr>
        <dsp:cNvPr id="0" name=""/>
        <dsp:cNvSpPr/>
      </dsp:nvSpPr>
      <dsp:spPr>
        <a:xfrm>
          <a:off x="0" y="2493615"/>
          <a:ext cx="1368152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/>
            <a:t>Enterprise</a:t>
          </a:r>
        </a:p>
      </dsp:txBody>
      <dsp:txXfrm>
        <a:off x="24323" y="2517938"/>
        <a:ext cx="1319506" cy="781814"/>
      </dsp:txXfrm>
    </dsp:sp>
    <dsp:sp modelId="{8BA8E403-3241-4B97-8BA9-F185DF083D38}">
      <dsp:nvSpPr>
        <dsp:cNvPr id="0" name=""/>
        <dsp:cNvSpPr/>
      </dsp:nvSpPr>
      <dsp:spPr>
        <a:xfrm rot="5400000">
          <a:off x="528364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71963" y="3375980"/>
        <a:ext cx="224225" cy="217995"/>
      </dsp:txXfrm>
    </dsp:sp>
    <dsp:sp modelId="{299AD46D-6A29-42E7-A663-1CD5BD4DA188}">
      <dsp:nvSpPr>
        <dsp:cNvPr id="0" name=""/>
        <dsp:cNvSpPr/>
      </dsp:nvSpPr>
      <dsp:spPr>
        <a:xfrm>
          <a:off x="0" y="3739306"/>
          <a:ext cx="1368152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noProof="0" dirty="0"/>
            <a:t>Factory</a:t>
          </a:r>
        </a:p>
      </dsp:txBody>
      <dsp:txXfrm>
        <a:off x="24323" y="3763629"/>
        <a:ext cx="1319506" cy="7818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 Outline </a:t>
          </a:r>
        </a:p>
      </dsp:txBody>
      <dsp:txXfrm>
        <a:off x="157797" y="3763629"/>
        <a:ext cx="1446183" cy="781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Architettura</a:t>
          </a:r>
          <a:endParaRPr lang="en-US" sz="20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/>
            <a:t>Funzionalità</a:t>
          </a:r>
          <a:r>
            <a:rPr lang="en-US" sz="2000" kern="1200" noProof="0" dirty="0"/>
            <a:t>  </a:t>
          </a:r>
          <a:r>
            <a:rPr lang="en-US" sz="2000" kern="1200" noProof="0" dirty="0" err="1"/>
            <a:t>utente</a:t>
          </a:r>
          <a:endParaRPr lang="en-US" sz="2000" kern="1200" noProof="0" dirty="0"/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Progetto</a:t>
          </a:r>
        </a:p>
      </dsp:txBody>
      <dsp:txXfrm>
        <a:off x="157797" y="3763629"/>
        <a:ext cx="1446183" cy="78181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1CBF0-90B2-41E8-98E0-D2F38973BBCF}">
      <dsp:nvSpPr>
        <dsp:cNvPr id="0" name=""/>
        <dsp:cNvSpPr/>
      </dsp:nvSpPr>
      <dsp:spPr>
        <a:xfrm>
          <a:off x="3361519" y="1322711"/>
          <a:ext cx="219880" cy="963288"/>
        </a:xfrm>
        <a:custGeom>
          <a:avLst/>
          <a:gdLst/>
          <a:ahLst/>
          <a:cxnLst/>
          <a:rect l="0" t="0" r="0" b="0"/>
          <a:pathLst>
            <a:path>
              <a:moveTo>
                <a:pt x="219880" y="0"/>
              </a:moveTo>
              <a:lnTo>
                <a:pt x="219880" y="963288"/>
              </a:lnTo>
              <a:lnTo>
                <a:pt x="0" y="963288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360727-FA1D-44F3-998E-D0C4AB34C0E7}">
      <dsp:nvSpPr>
        <dsp:cNvPr id="0" name=""/>
        <dsp:cNvSpPr/>
      </dsp:nvSpPr>
      <dsp:spPr>
        <a:xfrm>
          <a:off x="3581399" y="1322711"/>
          <a:ext cx="2533866" cy="1926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6695"/>
              </a:lnTo>
              <a:lnTo>
                <a:pt x="2533866" y="1706695"/>
              </a:lnTo>
              <a:lnTo>
                <a:pt x="2533866" y="192657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26BB7-1285-445E-9F9D-A54FF7ABE625}">
      <dsp:nvSpPr>
        <dsp:cNvPr id="0" name=""/>
        <dsp:cNvSpPr/>
      </dsp:nvSpPr>
      <dsp:spPr>
        <a:xfrm>
          <a:off x="3535680" y="1322711"/>
          <a:ext cx="91440" cy="19265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2657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F798B-FFAB-4287-A809-DD6B6F4FE4FF}">
      <dsp:nvSpPr>
        <dsp:cNvPr id="0" name=""/>
        <dsp:cNvSpPr/>
      </dsp:nvSpPr>
      <dsp:spPr>
        <a:xfrm>
          <a:off x="1047533" y="1322711"/>
          <a:ext cx="2533866" cy="1926576"/>
        </a:xfrm>
        <a:custGeom>
          <a:avLst/>
          <a:gdLst/>
          <a:ahLst/>
          <a:cxnLst/>
          <a:rect l="0" t="0" r="0" b="0"/>
          <a:pathLst>
            <a:path>
              <a:moveTo>
                <a:pt x="2533866" y="0"/>
              </a:moveTo>
              <a:lnTo>
                <a:pt x="2533866" y="1706695"/>
              </a:lnTo>
              <a:lnTo>
                <a:pt x="0" y="1706695"/>
              </a:lnTo>
              <a:lnTo>
                <a:pt x="0" y="192657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7080B4-1801-4D98-80ED-5371DE736D7E}">
      <dsp:nvSpPr>
        <dsp:cNvPr id="0" name=""/>
        <dsp:cNvSpPr/>
      </dsp:nvSpPr>
      <dsp:spPr>
        <a:xfrm>
          <a:off x="2534347" y="275659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Project manager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www</a:t>
          </a:r>
        </a:p>
      </dsp:txBody>
      <dsp:txXfrm>
        <a:off x="2534347" y="275659"/>
        <a:ext cx="2094104" cy="1047052"/>
      </dsp:txXfrm>
    </dsp:sp>
    <dsp:sp modelId="{7B99F4B5-7511-461D-9802-EF5CE9F0B28B}">
      <dsp:nvSpPr>
        <dsp:cNvPr id="0" name=""/>
        <dsp:cNvSpPr/>
      </dsp:nvSpPr>
      <dsp:spPr>
        <a:xfrm>
          <a:off x="480" y="3249288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Web &amp; Operation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noProof="0" dirty="0"/>
            <a:t>xx </a:t>
          </a:r>
        </a:p>
      </dsp:txBody>
      <dsp:txXfrm>
        <a:off x="480" y="3249288"/>
        <a:ext cx="2094104" cy="1047052"/>
      </dsp:txXfrm>
    </dsp:sp>
    <dsp:sp modelId="{8201014A-7516-478C-B6BA-70DB08BD639E}">
      <dsp:nvSpPr>
        <dsp:cNvPr id="0" name=""/>
        <dsp:cNvSpPr/>
      </dsp:nvSpPr>
      <dsp:spPr>
        <a:xfrm>
          <a:off x="2534347" y="3249288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Streaming 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noProof="0" dirty="0" err="1"/>
            <a:t>vvv</a:t>
          </a:r>
          <a:endParaRPr lang="en-US" sz="2200" i="1" kern="1200" noProof="0" dirty="0"/>
        </a:p>
      </dsp:txBody>
      <dsp:txXfrm>
        <a:off x="2534347" y="3249288"/>
        <a:ext cx="2094104" cy="1047052"/>
      </dsp:txXfrm>
    </dsp:sp>
    <dsp:sp modelId="{BB0060A6-E352-4076-808D-4E255ED809AF}">
      <dsp:nvSpPr>
        <dsp:cNvPr id="0" name=""/>
        <dsp:cNvSpPr/>
      </dsp:nvSpPr>
      <dsp:spPr>
        <a:xfrm>
          <a:off x="5068214" y="3249288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Communications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noProof="0" dirty="0"/>
            <a:t>zzz</a:t>
          </a:r>
        </a:p>
      </dsp:txBody>
      <dsp:txXfrm>
        <a:off x="5068214" y="3249288"/>
        <a:ext cx="2094104" cy="1047052"/>
      </dsp:txXfrm>
    </dsp:sp>
    <dsp:sp modelId="{E8B11A00-8F7F-45B3-809E-F26589043CB3}">
      <dsp:nvSpPr>
        <dsp:cNvPr id="0" name=""/>
        <dsp:cNvSpPr/>
      </dsp:nvSpPr>
      <dsp:spPr>
        <a:xfrm>
          <a:off x="1267414" y="1762473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Steering Committee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 err="1"/>
            <a:t>ppp</a:t>
          </a:r>
          <a:endParaRPr lang="en-US" sz="2200" kern="1200" noProof="0" dirty="0"/>
        </a:p>
      </dsp:txBody>
      <dsp:txXfrm>
        <a:off x="1267414" y="1762473"/>
        <a:ext cx="2094104" cy="104705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endParaRPr lang="en-US" sz="18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374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99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792760" y="1524000"/>
            <a:ext cx="6121053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3624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09866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042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314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216696" y="1535113"/>
            <a:ext cx="352839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216696" y="2174875"/>
            <a:ext cx="3528392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961112" y="1535113"/>
            <a:ext cx="34495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961112" y="2174875"/>
            <a:ext cx="344958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0199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6149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00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FB9F0-C7E1-4EB3-ABFA-DF281AB322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7916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04C78-4664-4215-8D7B-DEEDB8940D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308515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278641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8632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360712" y="15240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60712" y="38862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24368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360712" y="15240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4F9936E-A885-469E-A5C4-1E3F5864DB6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360712" y="40386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5725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673080" y="1524000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1838054" y="3886200"/>
            <a:ext cx="7324995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44343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673080" y="1524000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C1AF202-43B1-45BF-A2AF-D4847A8315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56656" y="4023684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FDA5CED-7A36-483F-80A1-EFE49A4F27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73080" y="4023684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88893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37069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17688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76736" y="1524000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2576736" y="3886200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961112" y="1524000"/>
            <a:ext cx="3201938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02935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787881" y="1837899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787881" y="4200099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2216696" y="1832861"/>
            <a:ext cx="3371958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2941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4528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672" y="1524000"/>
            <a:ext cx="716237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4" imgW="5028571" imgH="4866667" progId="MSPhotoEd.3">
                  <p:embed/>
                </p:oleObj>
              </mc:Choice>
              <mc:Fallback>
                <p:oleObj name="Fotografia di Photo Editor" r:id="rId24" imgW="5028571" imgH="4866667" progId="MSPhotoEd.3">
                  <p:embed/>
                  <p:pic>
                    <p:nvPicPr>
                      <p:cNvPr id="717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data 3">
            <a:extLst>
              <a:ext uri="{FF2B5EF4-FFF2-40B4-BE49-F238E27FC236}">
                <a16:creationId xmlns:a16="http://schemas.microsoft.com/office/drawing/2014/main" id="{6142985E-1F60-4FDA-8B67-4C9A8D797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480" y="63817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C8EB9BC-A288-4E67-A570-4111BE3C5821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95BF18-80B1-46C0-BFFA-C1CCCEF98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97216" y="635634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FAF6FD9-4D98-4B96-BD57-8E5CC802C854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687" r:id="rId4"/>
    <p:sldLayoutId id="2147483688" r:id="rId5"/>
    <p:sldLayoutId id="2147483705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708" r:id="rId16"/>
    <p:sldLayoutId id="2147483698" r:id="rId17"/>
    <p:sldLayoutId id="2147483707" r:id="rId18"/>
    <p:sldLayoutId id="2147483699" r:id="rId19"/>
    <p:sldLayoutId id="2147483700" r:id="rId20"/>
    <p:sldLayoutId id="2147483701" r:id="rId21"/>
    <p:sldLayoutId id="2147483706" r:id="rId2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wmf"/><Relationship Id="rId7" Type="http://schemas.openxmlformats.org/officeDocument/2006/relationships/diagramQuickStyle" Target="../diagrams/quickStyle1.xml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12" Type="http://schemas.openxmlformats.org/officeDocument/2006/relationships/diagramColors" Target="../diagrams/colors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jpeg"/><Relationship Id="rId11" Type="http://schemas.openxmlformats.org/officeDocument/2006/relationships/diagramQuickStyle" Target="../diagrams/quickStyle3.xml"/><Relationship Id="rId5" Type="http://schemas.openxmlformats.org/officeDocument/2006/relationships/image" Target="../media/image2.wmf"/><Relationship Id="rId10" Type="http://schemas.openxmlformats.org/officeDocument/2006/relationships/diagramLayout" Target="../diagrams/layout3.xml"/><Relationship Id="rId4" Type="http://schemas.openxmlformats.org/officeDocument/2006/relationships/oleObject" Target="../embeddings/oleObject2.bin"/><Relationship Id="rId9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diagramDrawing" Target="../diagrams/drawing5.xml"/><Relationship Id="rId3" Type="http://schemas.openxmlformats.org/officeDocument/2006/relationships/hyperlink" Target="http://pngimg.com/download/8528" TargetMode="External"/><Relationship Id="rId7" Type="http://schemas.openxmlformats.org/officeDocument/2006/relationships/hyperlink" Target="http://www.jenenjw.nl/wordpress/?tag=macbook" TargetMode="External"/><Relationship Id="rId12" Type="http://schemas.openxmlformats.org/officeDocument/2006/relationships/diagramColors" Target="../diagrams/colors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diagramQuickStyle" Target="../diagrams/quickStyle5.xml"/><Relationship Id="rId5" Type="http://schemas.openxmlformats.org/officeDocument/2006/relationships/image" Target="../media/image10.png"/><Relationship Id="rId10" Type="http://schemas.openxmlformats.org/officeDocument/2006/relationships/diagramLayout" Target="../diagrams/layout5.xml"/><Relationship Id="rId4" Type="http://schemas.openxmlformats.org/officeDocument/2006/relationships/image" Target="../media/image5.png"/><Relationship Id="rId9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openxmlformats.org/officeDocument/2006/relationships/image" Target="../media/image14.png"/><Relationship Id="rId7" Type="http://schemas.openxmlformats.org/officeDocument/2006/relationships/diagramLayout" Target="../diagrams/layout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7.xml"/><Relationship Id="rId5" Type="http://schemas.openxmlformats.org/officeDocument/2006/relationships/hyperlink" Target="http://pngimg.com/download/8528" TargetMode="External"/><Relationship Id="rId10" Type="http://schemas.microsoft.com/office/2007/relationships/diagramDrawing" Target="../diagrams/drawing7.xml"/><Relationship Id="rId4" Type="http://schemas.openxmlformats.org/officeDocument/2006/relationships/image" Target="../media/image15.png"/><Relationship Id="rId9" Type="http://schemas.openxmlformats.org/officeDocument/2006/relationships/diagramColors" Target="../diagrams/colors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image" Target="../media/image16.jpeg"/><Relationship Id="rId7" Type="http://schemas.openxmlformats.org/officeDocument/2006/relationships/hyperlink" Target="http://pngimg.com/download/8528" TargetMode="External"/><Relationship Id="rId12" Type="http://schemas.microsoft.com/office/2007/relationships/diagramDrawing" Target="../diagrams/drawing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diagramColors" Target="../diagrams/colors8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8.xml"/><Relationship Id="rId4" Type="http://schemas.openxmlformats.org/officeDocument/2006/relationships/hyperlink" Target="http://www.jenenjw.nl/wordpress/?tag=macbook" TargetMode="External"/><Relationship Id="rId9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9.xml"/><Relationship Id="rId3" Type="http://schemas.openxmlformats.org/officeDocument/2006/relationships/image" Target="../media/image16.jpeg"/><Relationship Id="rId7" Type="http://schemas.openxmlformats.org/officeDocument/2006/relationships/diagramLayout" Target="../diagrams/layout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9.xml"/><Relationship Id="rId5" Type="http://schemas.openxmlformats.org/officeDocument/2006/relationships/image" Target="../media/image14.png"/><Relationship Id="rId10" Type="http://schemas.microsoft.com/office/2007/relationships/diagramDrawing" Target="../diagrams/drawing9.xml"/><Relationship Id="rId4" Type="http://schemas.openxmlformats.org/officeDocument/2006/relationships/hyperlink" Target="http://www.jenenjw.nl/wordpress/?tag=macbook" TargetMode="External"/><Relationship Id="rId9" Type="http://schemas.openxmlformats.org/officeDocument/2006/relationships/diagramColors" Target="../diagrams/colors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1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8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18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8.xml"/><Relationship Id="rId5" Type="http://schemas.openxmlformats.org/officeDocument/2006/relationships/diagramLayout" Target="../diagrams/layout18.xml"/><Relationship Id="rId4" Type="http://schemas.openxmlformats.org/officeDocument/2006/relationships/diagramData" Target="../diagrams/data18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3" Type="http://schemas.openxmlformats.org/officeDocument/2006/relationships/image" Target="../media/image30.png"/><Relationship Id="rId7" Type="http://schemas.openxmlformats.org/officeDocument/2006/relationships/diagramColors" Target="../diagrams/colors1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9.xml"/><Relationship Id="rId5" Type="http://schemas.openxmlformats.org/officeDocument/2006/relationships/diagramLayout" Target="../diagrams/layout19.xml"/><Relationship Id="rId4" Type="http://schemas.openxmlformats.org/officeDocument/2006/relationships/diagramData" Target="../diagrams/data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35.png"/><Relationship Id="rId7" Type="http://schemas.openxmlformats.org/officeDocument/2006/relationships/diagramColors" Target="../diagrams/colors2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microsoft.com/office/2007/relationships/diagramDrawing" Target="../diagrams/drawing24.xml"/><Relationship Id="rId3" Type="http://schemas.openxmlformats.org/officeDocument/2006/relationships/oleObject" Target="../embeddings/oleObject3.bin"/><Relationship Id="rId7" Type="http://schemas.openxmlformats.org/officeDocument/2006/relationships/image" Target="../media/image39.jpeg"/><Relationship Id="rId12" Type="http://schemas.openxmlformats.org/officeDocument/2006/relationships/diagramColors" Target="../diagrams/colors2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11" Type="http://schemas.openxmlformats.org/officeDocument/2006/relationships/diagramQuickStyle" Target="../diagrams/quickStyle24.xml"/><Relationship Id="rId5" Type="http://schemas.openxmlformats.org/officeDocument/2006/relationships/oleObject" Target="../embeddings/oleObject4.bin"/><Relationship Id="rId10" Type="http://schemas.openxmlformats.org/officeDocument/2006/relationships/diagramLayout" Target="../diagrams/layout24.xml"/><Relationship Id="rId4" Type="http://schemas.openxmlformats.org/officeDocument/2006/relationships/image" Target="../media/image37.wmf"/><Relationship Id="rId9" Type="http://schemas.openxmlformats.org/officeDocument/2006/relationships/diagramData" Target="../diagrams/data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8.xml"/><Relationship Id="rId3" Type="http://schemas.openxmlformats.org/officeDocument/2006/relationships/diagramLayout" Target="../diagrams/layout37.xml"/><Relationship Id="rId7" Type="http://schemas.openxmlformats.org/officeDocument/2006/relationships/diagramData" Target="../diagrams/data38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11" Type="http://schemas.microsoft.com/office/2007/relationships/diagramDrawing" Target="../diagrams/drawing38.xml"/><Relationship Id="rId5" Type="http://schemas.openxmlformats.org/officeDocument/2006/relationships/diagramColors" Target="../diagrams/colors37.xml"/><Relationship Id="rId10" Type="http://schemas.openxmlformats.org/officeDocument/2006/relationships/diagramColors" Target="../diagrams/colors38.xml"/><Relationship Id="rId4" Type="http://schemas.openxmlformats.org/officeDocument/2006/relationships/diagramQuickStyle" Target="../diagrams/quickStyle37.xml"/><Relationship Id="rId9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noProof="0" dirty="0"/>
              <a:t>VIRTUAL SHOPPING </a:t>
            </a:r>
            <a:br>
              <a:rPr lang="en-US" sz="4000" b="1" noProof="0" dirty="0"/>
            </a:br>
            <a:r>
              <a:rPr lang="en-US" sz="4000" b="1" noProof="0" dirty="0"/>
              <a:t> A DRAFT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b="1" noProof="0" dirty="0"/>
              <a:t>Case-study</a:t>
            </a:r>
            <a:br>
              <a:rPr lang="en-US" sz="4000" b="1" noProof="0" dirty="0"/>
            </a:br>
            <a:r>
              <a:rPr lang="en-US" sz="2000" b="1" noProof="0" dirty="0"/>
              <a:t>R 250022</a:t>
            </a:r>
            <a:endParaRPr lang="en-US" sz="4000" i="1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Virtual shopping (VS)</a:t>
            </a:r>
          </a:p>
        </p:txBody>
      </p:sp>
      <p:sp>
        <p:nvSpPr>
          <p:cNvPr id="33" name="Segnaposto testo 32">
            <a:extLst>
              <a:ext uri="{FF2B5EF4-FFF2-40B4-BE49-F238E27FC236}">
                <a16:creationId xmlns:a16="http://schemas.microsoft.com/office/drawing/2014/main" id="{4167217D-5146-4D26-A1EB-AD91249E2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72680" y="3653745"/>
            <a:ext cx="7090370" cy="2655575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VS will be a virtual shopping system, a service in which a salesperson illustrates the shop and its items to a remote consumer (connected to the Internet) </a:t>
            </a:r>
          </a:p>
          <a:p>
            <a:r>
              <a:rPr lang="en-US" noProof="0" dirty="0"/>
              <a:t>Remote shopping increases the chance of selling to remote consumers; actually</a:t>
            </a:r>
          </a:p>
          <a:p>
            <a:pPr lvl="1"/>
            <a:r>
              <a:rPr lang="en-US" noProof="0" dirty="0"/>
              <a:t>Only 30% of luxury shop visitors buy</a:t>
            </a:r>
          </a:p>
          <a:p>
            <a:pPr lvl="1"/>
            <a:r>
              <a:rPr lang="en-US" noProof="0" dirty="0"/>
              <a:t>Luxury sales are online but only1-2% of online visitors buy </a:t>
            </a:r>
          </a:p>
          <a:p>
            <a:pPr lvl="1"/>
            <a:r>
              <a:rPr lang="en-US" noProof="0" dirty="0"/>
              <a:t>With virtual shopping 30% of remote consumers may buy </a:t>
            </a:r>
          </a:p>
          <a:p>
            <a:endParaRPr lang="en-US" noProof="0" dirty="0"/>
          </a:p>
        </p:txBody>
      </p:sp>
      <p:graphicFrame>
        <p:nvGraphicFramePr>
          <p:cNvPr id="13" name="Oggetto 12">
            <a:extLst>
              <a:ext uri="{FF2B5EF4-FFF2-40B4-BE49-F238E27FC236}">
                <a16:creationId xmlns:a16="http://schemas.microsoft.com/office/drawing/2014/main" id="{93EED109-FDBE-4696-B5C6-4FE7537A9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6736" y="1952415"/>
          <a:ext cx="977012" cy="1472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17400" imgH="7695000" progId="">
                  <p:embed/>
                </p:oleObj>
              </mc:Choice>
              <mc:Fallback>
                <p:oleObj r:id="rId2" imgW="5117400" imgH="7695000" progId="">
                  <p:embed/>
                  <p:pic>
                    <p:nvPicPr>
                      <p:cNvPr id="13" name="Oggetto 12">
                        <a:extLst>
                          <a:ext uri="{FF2B5EF4-FFF2-40B4-BE49-F238E27FC236}">
                            <a16:creationId xmlns:a16="http://schemas.microsoft.com/office/drawing/2014/main" id="{93EED109-FDBE-4696-B5C6-4FE7537A9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6736" y="1952415"/>
                        <a:ext cx="977012" cy="1472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magine 13" descr="Immagine che contiene persona, donna, indossando, occhiali&#10;&#10;Descrizione generata automaticamente">
            <a:extLst>
              <a:ext uri="{FF2B5EF4-FFF2-40B4-BE49-F238E27FC236}">
                <a16:creationId xmlns:a16="http://schemas.microsoft.com/office/drawing/2014/main" id="{D9487623-1775-47AB-A4DC-9F80E4DEEE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232" y="2126657"/>
            <a:ext cx="1298156" cy="1302343"/>
          </a:xfrm>
          <a:prstGeom prst="rect">
            <a:avLst/>
          </a:prstGeom>
        </p:spPr>
      </p:pic>
      <p:sp>
        <p:nvSpPr>
          <p:cNvPr id="4" name="Freccia bidirezionale orizzontale 3">
            <a:extLst>
              <a:ext uri="{FF2B5EF4-FFF2-40B4-BE49-F238E27FC236}">
                <a16:creationId xmlns:a16="http://schemas.microsoft.com/office/drawing/2014/main" id="{F875B807-5372-4555-8296-5FFDF89F2DD5}"/>
              </a:ext>
            </a:extLst>
          </p:cNvPr>
          <p:cNvSpPr/>
          <p:nvPr/>
        </p:nvSpPr>
        <p:spPr bwMode="auto">
          <a:xfrm>
            <a:off x="4298896" y="2173309"/>
            <a:ext cx="1997188" cy="1030947"/>
          </a:xfrm>
          <a:prstGeom prst="leftRightArrow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15" name="Segnaposto contenuto 2">
            <a:extLst>
              <a:ext uri="{FF2B5EF4-FFF2-40B4-BE49-F238E27FC236}">
                <a16:creationId xmlns:a16="http://schemas.microsoft.com/office/drawing/2014/main" id="{B340DD4D-3F68-4946-ACFA-F6D4E00D4D40}"/>
              </a:ext>
            </a:extLst>
          </p:cNvPr>
          <p:cNvGraphicFramePr>
            <a:graphicFrameLocks/>
          </p:cNvGraphicFramePr>
          <p:nvPr/>
        </p:nvGraphicFramePr>
        <p:xfrm>
          <a:off x="200472" y="1524000"/>
          <a:ext cx="1368152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7186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 Shopping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561978" cy="4572000"/>
          </a:xfrm>
        </p:spPr>
        <p:txBody>
          <a:bodyPr anchor="ctr">
            <a:normAutofit lnSpcReduction="10000"/>
          </a:bodyPr>
          <a:lstStyle/>
          <a:p>
            <a:r>
              <a:rPr lang="en-US" sz="2400" noProof="0" dirty="0"/>
              <a:t>Remote  customers buy  by phone and are  supported by a personal shopper</a:t>
            </a:r>
          </a:p>
          <a:p>
            <a:r>
              <a:rPr lang="en-US" sz="2400" noProof="0" dirty="0"/>
              <a:t>Many customers also navigate on social networks</a:t>
            </a:r>
          </a:p>
          <a:p>
            <a:r>
              <a:rPr lang="en-US" sz="2400" noProof="0" dirty="0"/>
              <a:t>Virtual shopping adds</a:t>
            </a:r>
          </a:p>
          <a:p>
            <a:pPr lvl="1"/>
            <a:r>
              <a:rPr lang="en-US" sz="1800" noProof="0" dirty="0"/>
              <a:t>Selection of shops and items</a:t>
            </a:r>
          </a:p>
          <a:p>
            <a:pPr lvl="1"/>
            <a:r>
              <a:rPr lang="en-US" sz="1800" noProof="0" dirty="0"/>
              <a:t>Realtime watching of items  and interaction with the shop salesperson</a:t>
            </a:r>
          </a:p>
          <a:p>
            <a:pPr lvl="1"/>
            <a:r>
              <a:rPr lang="en-US" sz="1800" noProof="0" dirty="0"/>
              <a:t>Payment</a:t>
            </a: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D0C6E145-4B43-4FAE-BFDB-CB4D5387C60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625492" y="2204864"/>
          <a:ext cx="4065587" cy="293211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228591">
                  <a:extLst>
                    <a:ext uri="{9D8B030D-6E8A-4147-A177-3AD203B41FA5}">
                      <a16:colId xmlns:a16="http://schemas.microsoft.com/office/drawing/2014/main" val="3958861254"/>
                    </a:ext>
                  </a:extLst>
                </a:gridCol>
                <a:gridCol w="864745">
                  <a:extLst>
                    <a:ext uri="{9D8B030D-6E8A-4147-A177-3AD203B41FA5}">
                      <a16:colId xmlns:a16="http://schemas.microsoft.com/office/drawing/2014/main" val="2585043104"/>
                    </a:ext>
                  </a:extLst>
                </a:gridCol>
                <a:gridCol w="888763">
                  <a:extLst>
                    <a:ext uri="{9D8B030D-6E8A-4147-A177-3AD203B41FA5}">
                      <a16:colId xmlns:a16="http://schemas.microsoft.com/office/drawing/2014/main" val="5241309"/>
                    </a:ext>
                  </a:extLst>
                </a:gridCol>
                <a:gridCol w="1083488">
                  <a:extLst>
                    <a:ext uri="{9D8B030D-6E8A-4147-A177-3AD203B41FA5}">
                      <a16:colId xmlns:a16="http://schemas.microsoft.com/office/drawing/2014/main" val="2848255429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Brand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Instagram </a:t>
                      </a:r>
                      <a:endParaRPr lang="en-US" sz="20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Facebook </a:t>
                      </a:r>
                      <a:endParaRPr lang="en-US" sz="20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Twitter </a:t>
                      </a:r>
                      <a:endParaRPr lang="en-US" sz="20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3651518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Louis Vuitton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22.4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20.7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7.3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7782712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Gucci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22.3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16.7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5.5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029467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Dior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18.8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16.1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8.3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434503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D&amp;G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16.2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11.1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5.3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0827507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Prada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14.9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6.3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1.0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1059326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Calvin Klein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11.9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12.2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3.6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038956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Versace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11.7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5.0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4.5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1086548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Burberry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11.2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17.0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8.6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201097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Ralph Lauren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7.6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8.9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2.3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634711"/>
                  </a:ext>
                </a:extLst>
              </a:tr>
            </a:tbl>
          </a:graphicData>
        </a:graphic>
      </p:graphicFrame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CEEA7F68-D9AD-4326-A45D-67905D7EF8CB}"/>
              </a:ext>
            </a:extLst>
          </p:cNvPr>
          <p:cNvGraphicFramePr>
            <a:graphicFrameLocks/>
          </p:cNvGraphicFramePr>
          <p:nvPr/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68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Virtual  Shopping: </a:t>
            </a:r>
            <a:br>
              <a:rPr lang="en-US" noProof="0" dirty="0"/>
            </a:br>
            <a:r>
              <a:rPr lang="en-US" noProof="0" dirty="0"/>
              <a:t>Digital transformation areas</a:t>
            </a:r>
          </a:p>
        </p:txBody>
      </p:sp>
      <p:pic>
        <p:nvPicPr>
          <p:cNvPr id="10" name="Picture 8" descr="Google Image Result for http://www.itp.net/images/content/573709/article/1338-data-cen_article.jpg">
            <a:extLst>
              <a:ext uri="{FF2B5EF4-FFF2-40B4-BE49-F238E27FC236}">
                <a16:creationId xmlns:a16="http://schemas.microsoft.com/office/drawing/2014/main" id="{DDA832B7-B14A-4EF7-BD6F-C1304C69B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45371" y="1916832"/>
            <a:ext cx="2396682" cy="1593538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1C33525-8606-4FEA-BD7A-87B696832C8C}"/>
              </a:ext>
            </a:extLst>
          </p:cNvPr>
          <p:cNvSpPr txBox="1"/>
          <p:nvPr/>
        </p:nvSpPr>
        <p:spPr>
          <a:xfrm>
            <a:off x="7005411" y="2564904"/>
            <a:ext cx="189346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Cloud services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BF1B7EF-7B62-49FD-8FC6-66120E537890}"/>
              </a:ext>
            </a:extLst>
          </p:cNvPr>
          <p:cNvSpPr txBox="1"/>
          <p:nvPr/>
        </p:nvSpPr>
        <p:spPr>
          <a:xfrm>
            <a:off x="2263092" y="3046903"/>
            <a:ext cx="183736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Shops / Brands</a:t>
            </a:r>
          </a:p>
        </p:txBody>
      </p:sp>
      <p:pic>
        <p:nvPicPr>
          <p:cNvPr id="16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ED351BA2-80D0-40F7-AB5D-D0C3EAA7B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8113" y="3501008"/>
            <a:ext cx="2388062" cy="1026928"/>
          </a:xfrm>
          <a:prstGeom prst="rect">
            <a:avLst/>
          </a:prstGeom>
        </p:spPr>
      </p:pic>
      <p:graphicFrame>
        <p:nvGraphicFramePr>
          <p:cNvPr id="19" name="Oggetto 18">
            <a:extLst>
              <a:ext uri="{FF2B5EF4-FFF2-40B4-BE49-F238E27FC236}">
                <a16:creationId xmlns:a16="http://schemas.microsoft.com/office/drawing/2014/main" id="{FD3A7649-104C-47F7-8649-8EED02271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9498" y="3433792"/>
          <a:ext cx="977012" cy="1472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117400" imgH="7695000" progId="">
                  <p:embed/>
                </p:oleObj>
              </mc:Choice>
              <mc:Fallback>
                <p:oleObj r:id="rId4" imgW="5117400" imgH="7695000" progId="">
                  <p:embed/>
                  <p:pic>
                    <p:nvPicPr>
                      <p:cNvPr id="19" name="Oggetto 18">
                        <a:extLst>
                          <a:ext uri="{FF2B5EF4-FFF2-40B4-BE49-F238E27FC236}">
                            <a16:creationId xmlns:a16="http://schemas.microsoft.com/office/drawing/2014/main" id="{FD3A7649-104C-47F7-8649-8EED02271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49498" y="3433792"/>
                        <a:ext cx="977012" cy="1472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51E93A6-6A2C-4D13-A321-3A11CABF5C6F}"/>
              </a:ext>
            </a:extLst>
          </p:cNvPr>
          <p:cNvSpPr txBox="1"/>
          <p:nvPr/>
        </p:nvSpPr>
        <p:spPr>
          <a:xfrm>
            <a:off x="2360454" y="4561678"/>
            <a:ext cx="142378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Consumers</a:t>
            </a:r>
          </a:p>
        </p:txBody>
      </p:sp>
      <p:pic>
        <p:nvPicPr>
          <p:cNvPr id="151567" name="Picture 15" descr="Tablet 10,1 '' 4G-LTE SAMSUNG Galaxy Tab A SM-T585 Wi-fi+LTE Grey su Mediaworld.it">
            <a:extLst>
              <a:ext uri="{FF2B5EF4-FFF2-40B4-BE49-F238E27FC236}">
                <a16:creationId xmlns:a16="http://schemas.microsoft.com/office/drawing/2014/main" id="{F464B9B5-805D-48C3-BF48-851C634F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05" y="4725144"/>
            <a:ext cx="1359256" cy="135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4" descr="Immagine che contiene persona, donna, indossando, occhiali&#10;&#10;Descrizione generata automaticamente">
            <a:extLst>
              <a:ext uri="{FF2B5EF4-FFF2-40B4-BE49-F238E27FC236}">
                <a16:creationId xmlns:a16="http://schemas.microsoft.com/office/drawing/2014/main" id="{B3469592-8777-43F7-9A0B-4D524A33833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425" y="4983270"/>
            <a:ext cx="1082132" cy="1085622"/>
          </a:xfrm>
          <a:prstGeom prst="rect">
            <a:avLst/>
          </a:prstGeom>
        </p:spPr>
      </p:pic>
      <p:pic>
        <p:nvPicPr>
          <p:cNvPr id="152808" name="Picture 232" descr="Image result for Fashion shop">
            <a:extLst>
              <a:ext uri="{FF2B5EF4-FFF2-40B4-BE49-F238E27FC236}">
                <a16:creationId xmlns:a16="http://schemas.microsoft.com/office/drawing/2014/main" id="{E1C5BAAE-8686-4676-9268-3B75E906A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384" y="1763782"/>
            <a:ext cx="1576042" cy="130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17E797F-6155-4339-8961-685E16152420}"/>
              </a:ext>
            </a:extLst>
          </p:cNvPr>
          <p:cNvSpPr txBox="1"/>
          <p:nvPr/>
        </p:nvSpPr>
        <p:spPr>
          <a:xfrm>
            <a:off x="2648744" y="5958949"/>
            <a:ext cx="121058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Shoppers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52258B2-C3CA-47E0-90D0-637C5DD06575}"/>
              </a:ext>
            </a:extLst>
          </p:cNvPr>
          <p:cNvSpPr txBox="1"/>
          <p:nvPr/>
        </p:nvSpPr>
        <p:spPr>
          <a:xfrm>
            <a:off x="7370896" y="4365104"/>
            <a:ext cx="152798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Smart Glass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E6042997-6C5E-49A2-B238-C71386CA3A6D}"/>
              </a:ext>
            </a:extLst>
          </p:cNvPr>
          <p:cNvSpPr txBox="1"/>
          <p:nvPr/>
        </p:nvSpPr>
        <p:spPr>
          <a:xfrm>
            <a:off x="7370896" y="6021288"/>
            <a:ext cx="161614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Smart Phone</a:t>
            </a:r>
          </a:p>
        </p:txBody>
      </p:sp>
      <p:sp>
        <p:nvSpPr>
          <p:cNvPr id="6" name="Connettore pagina esterna 5">
            <a:extLst>
              <a:ext uri="{FF2B5EF4-FFF2-40B4-BE49-F238E27FC236}">
                <a16:creationId xmlns:a16="http://schemas.microsoft.com/office/drawing/2014/main" id="{3C42E136-7141-4272-8B0B-4CA635C8A8DB}"/>
              </a:ext>
            </a:extLst>
          </p:cNvPr>
          <p:cNvSpPr/>
          <p:nvPr/>
        </p:nvSpPr>
        <p:spPr bwMode="auto">
          <a:xfrm>
            <a:off x="4512221" y="2204864"/>
            <a:ext cx="1642640" cy="762471"/>
          </a:xfrm>
          <a:prstGeom prst="flowChartOffpageConnector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Consumer Management 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Connettore pagina esterna 36">
            <a:extLst>
              <a:ext uri="{FF2B5EF4-FFF2-40B4-BE49-F238E27FC236}">
                <a16:creationId xmlns:a16="http://schemas.microsoft.com/office/drawing/2014/main" id="{DCCCEB6F-623C-477B-90B4-B7D2D2EE8C09}"/>
              </a:ext>
            </a:extLst>
          </p:cNvPr>
          <p:cNvSpPr/>
          <p:nvPr/>
        </p:nvSpPr>
        <p:spPr bwMode="auto">
          <a:xfrm>
            <a:off x="4492305" y="3070915"/>
            <a:ext cx="1642640" cy="687369"/>
          </a:xfrm>
          <a:prstGeom prst="flowChartOffpageConnector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Shop Browsing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8" name="Connettore pagina esterna 37">
            <a:extLst>
              <a:ext uri="{FF2B5EF4-FFF2-40B4-BE49-F238E27FC236}">
                <a16:creationId xmlns:a16="http://schemas.microsoft.com/office/drawing/2014/main" id="{21FA4056-FBE1-4262-B1B5-FAFAFC1CB275}"/>
              </a:ext>
            </a:extLst>
          </p:cNvPr>
          <p:cNvSpPr/>
          <p:nvPr/>
        </p:nvSpPr>
        <p:spPr bwMode="auto">
          <a:xfrm>
            <a:off x="4512221" y="3863003"/>
            <a:ext cx="1642640" cy="687369"/>
          </a:xfrm>
          <a:prstGeom prst="flowChartOffpageConnector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Virtual Visit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Connettore pagina esterna 38">
            <a:extLst>
              <a:ext uri="{FF2B5EF4-FFF2-40B4-BE49-F238E27FC236}">
                <a16:creationId xmlns:a16="http://schemas.microsoft.com/office/drawing/2014/main" id="{E15BDAE6-DFC8-4DB2-8E96-A4C235D6E489}"/>
              </a:ext>
            </a:extLst>
          </p:cNvPr>
          <p:cNvSpPr/>
          <p:nvPr/>
        </p:nvSpPr>
        <p:spPr bwMode="auto">
          <a:xfrm>
            <a:off x="4532137" y="4655091"/>
            <a:ext cx="1642640" cy="687369"/>
          </a:xfrm>
          <a:prstGeom prst="flowChartOffpageConnector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Shop Management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Connettore pagina esterna 39">
            <a:extLst>
              <a:ext uri="{FF2B5EF4-FFF2-40B4-BE49-F238E27FC236}">
                <a16:creationId xmlns:a16="http://schemas.microsoft.com/office/drawing/2014/main" id="{DBFE8672-F40B-4C06-AABC-9D71E751939A}"/>
              </a:ext>
            </a:extLst>
          </p:cNvPr>
          <p:cNvSpPr/>
          <p:nvPr/>
        </p:nvSpPr>
        <p:spPr bwMode="auto">
          <a:xfrm>
            <a:off x="4513873" y="5477935"/>
            <a:ext cx="1642640" cy="687369"/>
          </a:xfrm>
          <a:prstGeom prst="flowChartOffpageConnector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Payment &amp; Logistics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36DD32-351B-4504-961F-75C465765E69}"/>
              </a:ext>
            </a:extLst>
          </p:cNvPr>
          <p:cNvSpPr txBox="1"/>
          <p:nvPr/>
        </p:nvSpPr>
        <p:spPr>
          <a:xfrm>
            <a:off x="2288704" y="1367961"/>
            <a:ext cx="1655575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it-IT"/>
            </a:defPPr>
            <a:lvl1pPr algn="ctr">
              <a:defRPr i="1" u="sng"/>
            </a:lvl1pPr>
          </a:lstStyle>
          <a:p>
            <a:r>
              <a:rPr lang="en-US" noProof="0" dirty="0"/>
              <a:t>Stakeholders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A0A785CF-2573-4680-9B0D-4EB986338135}"/>
              </a:ext>
            </a:extLst>
          </p:cNvPr>
          <p:cNvSpPr txBox="1"/>
          <p:nvPr/>
        </p:nvSpPr>
        <p:spPr>
          <a:xfrm>
            <a:off x="4499286" y="1367961"/>
            <a:ext cx="1655575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i="1" u="sng" noProof="0" dirty="0"/>
              <a:t>Process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57D7F71-D110-4A13-9BA8-C9EC323968C2}"/>
              </a:ext>
            </a:extLst>
          </p:cNvPr>
          <p:cNvSpPr txBox="1"/>
          <p:nvPr/>
        </p:nvSpPr>
        <p:spPr>
          <a:xfrm>
            <a:off x="6897216" y="1369596"/>
            <a:ext cx="1655575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i="1" u="sng" noProof="0" dirty="0"/>
              <a:t>Technology  </a:t>
            </a:r>
          </a:p>
        </p:txBody>
      </p:sp>
      <p:graphicFrame>
        <p:nvGraphicFramePr>
          <p:cNvPr id="42" name="Segnaposto contenuto 2">
            <a:extLst>
              <a:ext uri="{FF2B5EF4-FFF2-40B4-BE49-F238E27FC236}">
                <a16:creationId xmlns:a16="http://schemas.microsoft.com/office/drawing/2014/main" id="{A0701ED5-EEBB-4226-A87D-924918C8B5D1}"/>
              </a:ext>
            </a:extLst>
          </p:cNvPr>
          <p:cNvGraphicFramePr>
            <a:graphicFrameLocks/>
          </p:cNvGraphicFramePr>
          <p:nvPr/>
        </p:nvGraphicFramePr>
        <p:xfrm>
          <a:off x="200472" y="1524000"/>
          <a:ext cx="1368152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14766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Virtual visit process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D73FBB3A-11A9-46DA-A38E-E2F9AFA1D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734" y="1524000"/>
            <a:ext cx="7162378" cy="4572000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1: Registration:  the customer</a:t>
            </a:r>
          </a:p>
          <a:p>
            <a:pPr lvl="1"/>
            <a:r>
              <a:rPr lang="en-US" noProof="0" dirty="0"/>
              <a:t>Downloads the app form the website</a:t>
            </a:r>
          </a:p>
          <a:p>
            <a:pPr lvl="1"/>
            <a:r>
              <a:rPr lang="en-US" noProof="0" dirty="0"/>
              <a:t>Enters personal data </a:t>
            </a:r>
          </a:p>
          <a:p>
            <a:r>
              <a:rPr lang="en-US" noProof="0" dirty="0"/>
              <a:t>2.a Selection of the shopper from the shopper list </a:t>
            </a:r>
          </a:p>
          <a:p>
            <a:r>
              <a:rPr lang="en-US" noProof="0" dirty="0"/>
              <a:t>2.b: Shop selection: the customer</a:t>
            </a:r>
          </a:p>
          <a:p>
            <a:pPr lvl="1"/>
            <a:r>
              <a:rPr lang="en-US" noProof="0" dirty="0"/>
              <a:t>Opens the app</a:t>
            </a:r>
          </a:p>
          <a:p>
            <a:pPr lvl="1"/>
            <a:r>
              <a:rPr lang="en-US" noProof="0" dirty="0"/>
              <a:t>Selects the  shop / location </a:t>
            </a:r>
          </a:p>
          <a:p>
            <a:pPr lvl="1"/>
            <a:r>
              <a:rPr lang="en-US" noProof="0" dirty="0"/>
              <a:t>Books  the time of the virtual visit and receives  confirmation   </a:t>
            </a:r>
          </a:p>
          <a:p>
            <a:r>
              <a:rPr lang="en-US" noProof="0" dirty="0"/>
              <a:t>3: Virtual visit: the consumer </a:t>
            </a:r>
          </a:p>
          <a:p>
            <a:pPr lvl="1"/>
            <a:r>
              <a:rPr lang="en-US" noProof="0" dirty="0"/>
              <a:t>Connects  to the  booked shop </a:t>
            </a:r>
          </a:p>
          <a:p>
            <a:pPr lvl="1"/>
            <a:r>
              <a:rPr lang="en-US" noProof="0" dirty="0"/>
              <a:t>Interacts with the shopper and/or the shop salesperson</a:t>
            </a:r>
          </a:p>
          <a:p>
            <a:pPr lvl="1"/>
            <a:r>
              <a:rPr lang="en-US" noProof="0" dirty="0"/>
              <a:t>Watches the items  through the Smart Glass of the salesperson</a:t>
            </a:r>
          </a:p>
          <a:p>
            <a:pPr lvl="1"/>
            <a:r>
              <a:rPr lang="en-US" noProof="0" dirty="0"/>
              <a:t>Selects items </a:t>
            </a:r>
          </a:p>
          <a:p>
            <a:r>
              <a:rPr lang="en-US" noProof="0" dirty="0"/>
              <a:t>4: Cart &amp; payment:  </a:t>
            </a:r>
          </a:p>
          <a:p>
            <a:pPr lvl="1"/>
            <a:r>
              <a:rPr lang="en-US" noProof="0" dirty="0"/>
              <a:t>The salesperson finalizes the customer’s order</a:t>
            </a:r>
          </a:p>
          <a:p>
            <a:pPr lvl="1"/>
            <a:r>
              <a:rPr lang="en-US" noProof="0" dirty="0"/>
              <a:t>The  customer confirms and pays</a:t>
            </a:r>
          </a:p>
          <a:p>
            <a:r>
              <a:rPr lang="en-US" noProof="0" dirty="0"/>
              <a:t>5: Assessment : </a:t>
            </a:r>
          </a:p>
          <a:p>
            <a:pPr lvl="1"/>
            <a:r>
              <a:rPr lang="en-US" noProof="0" dirty="0"/>
              <a:t>The customer rates his/her experience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B5F4D551-8A6F-7844-28D4-59CFC5BEF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249932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27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9DFCE6E-7F35-44B6-9E8C-D501CBDC5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61290" y="1581370"/>
            <a:ext cx="1351438" cy="2115479"/>
          </a:xfrm>
          <a:prstGeom prst="rect">
            <a:avLst/>
          </a:prstGeom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5378029-E6A2-4FA1-99C5-86F17AC4C98F}"/>
              </a:ext>
            </a:extLst>
          </p:cNvPr>
          <p:cNvSpPr txBox="1"/>
          <p:nvPr/>
        </p:nvSpPr>
        <p:spPr>
          <a:xfrm>
            <a:off x="2262304" y="2466730"/>
            <a:ext cx="117852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0" noProof="0" dirty="0"/>
              <a:t>Smartphone</a:t>
            </a:r>
          </a:p>
        </p:txBody>
      </p:sp>
      <p:pic>
        <p:nvPicPr>
          <p:cNvPr id="27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77869AA9-B063-40EF-BA3B-CDF9BE37B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197" y="5175286"/>
            <a:ext cx="1828674" cy="786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C5D5BBA-60D0-4E54-86D7-7916160201D8}"/>
              </a:ext>
            </a:extLst>
          </p:cNvPr>
          <p:cNvSpPr txBox="1"/>
          <p:nvPr/>
        </p:nvSpPr>
        <p:spPr>
          <a:xfrm>
            <a:off x="2293689" y="5869633"/>
            <a:ext cx="145745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it-IT"/>
            </a:defPPr>
          </a:lstStyle>
          <a:p>
            <a:pPr algn="ctr"/>
            <a:r>
              <a:rPr lang="en-US" noProof="0" dirty="0"/>
              <a:t>Smart glass</a:t>
            </a:r>
          </a:p>
        </p:txBody>
      </p:sp>
      <p:pic>
        <p:nvPicPr>
          <p:cNvPr id="13" name="Picture 2" descr="Risultati immagini per internet">
            <a:extLst>
              <a:ext uri="{FF2B5EF4-FFF2-40B4-BE49-F238E27FC236}">
                <a16:creationId xmlns:a16="http://schemas.microsoft.com/office/drawing/2014/main" id="{0F5A65A1-5726-4E1B-AA5A-7DA72642A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76" y="2276872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22005AC7-AB1B-4290-A395-8D6E005D4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61290" y="1581370"/>
            <a:ext cx="1351438" cy="211547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A46D73A5-8B28-4EEC-811C-5BEDF997FC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257256" y="4341303"/>
            <a:ext cx="2109488" cy="158417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F14C41A-2E02-4120-B0D8-FE808C073E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96" y="1397761"/>
            <a:ext cx="1086017" cy="1198915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489FCD9-3B72-4BC7-89EB-6D53AEFAF45D}"/>
              </a:ext>
            </a:extLst>
          </p:cNvPr>
          <p:cNvCxnSpPr>
            <a:cxnSpLocks/>
            <a:endCxn id="16" idx="1"/>
          </p:cNvCxnSpPr>
          <p:nvPr/>
        </p:nvCxnSpPr>
        <p:spPr bwMode="auto">
          <a:xfrm flipV="1">
            <a:off x="5960847" y="1997219"/>
            <a:ext cx="1656449" cy="469511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FAA712E-BC0B-4223-98CF-19952EE4E410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 flipV="1">
            <a:off x="5960847" y="3524402"/>
            <a:ext cx="1296409" cy="160898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F1EA10D-7F73-4791-AB1B-A9A32892016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73677" y="3573016"/>
            <a:ext cx="1554704" cy="160858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7CDEA79-9D0C-423C-B124-B6649CF8936E}"/>
              </a:ext>
            </a:extLst>
          </p:cNvPr>
          <p:cNvCxnSpPr>
            <a:cxnSpLocks/>
          </p:cNvCxnSpPr>
          <p:nvPr/>
        </p:nvCxnSpPr>
        <p:spPr bwMode="auto">
          <a:xfrm>
            <a:off x="3512728" y="1815869"/>
            <a:ext cx="1315653" cy="53182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6D7FEEC-84FD-4DC2-AA42-152F0DFF4C20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 flipH="1" flipV="1">
            <a:off x="2837009" y="3696849"/>
            <a:ext cx="436668" cy="1484751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6311229-90D6-42BE-9B45-2B84D8D370D2}"/>
              </a:ext>
            </a:extLst>
          </p:cNvPr>
          <p:cNvSpPr txBox="1"/>
          <p:nvPr/>
        </p:nvSpPr>
        <p:spPr>
          <a:xfrm>
            <a:off x="4860023" y="3573016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Internet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017CF66-2622-4919-93D0-ADD58AB6F6E5}"/>
              </a:ext>
            </a:extLst>
          </p:cNvPr>
          <p:cNvSpPr txBox="1"/>
          <p:nvPr/>
        </p:nvSpPr>
        <p:spPr>
          <a:xfrm>
            <a:off x="7833068" y="5638800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Customer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4FBDFD4-5736-4E35-85EC-294D3EBF28CE}"/>
              </a:ext>
            </a:extLst>
          </p:cNvPr>
          <p:cNvSpPr txBox="1"/>
          <p:nvPr/>
        </p:nvSpPr>
        <p:spPr>
          <a:xfrm>
            <a:off x="7545288" y="2524834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Database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96D3759-5285-4195-AD85-205AA0E3042F}"/>
              </a:ext>
            </a:extLst>
          </p:cNvPr>
          <p:cNvSpPr txBox="1"/>
          <p:nvPr/>
        </p:nvSpPr>
        <p:spPr>
          <a:xfrm>
            <a:off x="2133568" y="1241432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Smartphone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E2AB1EF-B454-45BD-9CBB-4548A2C32E89}"/>
              </a:ext>
            </a:extLst>
          </p:cNvPr>
          <p:cNvSpPr txBox="1"/>
          <p:nvPr/>
        </p:nvSpPr>
        <p:spPr>
          <a:xfrm rot="18747418">
            <a:off x="3917215" y="4207079"/>
            <a:ext cx="734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 err="1"/>
              <a:t>WiFi</a:t>
            </a:r>
            <a:endParaRPr lang="en-US" noProof="0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635637AC-3BF0-4A55-88AB-C0F3B067F364}"/>
              </a:ext>
            </a:extLst>
          </p:cNvPr>
          <p:cNvSpPr txBox="1"/>
          <p:nvPr/>
        </p:nvSpPr>
        <p:spPr>
          <a:xfrm rot="4448613">
            <a:off x="2550554" y="4109454"/>
            <a:ext cx="1252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Bluetooth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04D6036-9A50-41E3-AE6C-7BD7F5951B33}"/>
              </a:ext>
            </a:extLst>
          </p:cNvPr>
          <p:cNvSpPr txBox="1"/>
          <p:nvPr/>
        </p:nvSpPr>
        <p:spPr>
          <a:xfrm rot="1309528">
            <a:off x="3819193" y="1717179"/>
            <a:ext cx="734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 err="1"/>
              <a:t>WiFi</a:t>
            </a:r>
            <a:endParaRPr lang="en-US" noProof="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6E3B239-D579-470B-B1F1-0EFEA497928C}"/>
              </a:ext>
            </a:extLst>
          </p:cNvPr>
          <p:cNvSpPr txBox="1"/>
          <p:nvPr/>
        </p:nvSpPr>
        <p:spPr>
          <a:xfrm rot="3084999">
            <a:off x="5978883" y="3878689"/>
            <a:ext cx="1332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 err="1"/>
              <a:t>WiFi</a:t>
            </a:r>
            <a:r>
              <a:rPr lang="en-US" noProof="0" dirty="0"/>
              <a:t> o eth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7F15094-BC1E-4890-9D71-48F1392CC420}"/>
              </a:ext>
            </a:extLst>
          </p:cNvPr>
          <p:cNvSpPr txBox="1"/>
          <p:nvPr/>
        </p:nvSpPr>
        <p:spPr>
          <a:xfrm rot="20654495">
            <a:off x="6398673" y="1884848"/>
            <a:ext cx="52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eth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B9F2FAE1-9FB1-A748-C83F-61E78FA309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5962967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63091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381BC-8B1B-43CE-B302-D69CC582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Smart Glass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972664-6AC8-4591-8932-6A47DA7C1D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Wearable computer glasses </a:t>
            </a:r>
          </a:p>
          <a:p>
            <a:pPr lvl="1"/>
            <a:r>
              <a:rPr lang="en-US" noProof="0" dirty="0"/>
              <a:t>add information alongside or to what the wearer sees.</a:t>
            </a:r>
          </a:p>
          <a:p>
            <a:pPr lvl="1"/>
            <a:r>
              <a:rPr lang="en-US" noProof="0" dirty="0"/>
              <a:t>change their optical properties at runtime </a:t>
            </a:r>
          </a:p>
          <a:p>
            <a:pPr lvl="1"/>
            <a:r>
              <a:rPr lang="en-US" noProof="0" dirty="0"/>
              <a:t>Information is seen by the customer </a:t>
            </a:r>
          </a:p>
        </p:txBody>
      </p:sp>
      <p:pic>
        <p:nvPicPr>
          <p:cNvPr id="15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8A9A1C34-CD10-4458-88E0-B0C29CD95482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2449" y="4038600"/>
            <a:ext cx="513876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0FBC6C8F-B4DF-A1F0-AA39-561D0937B5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8785006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9426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Streaming: </a:t>
            </a:r>
            <a:br>
              <a:rPr lang="en-US" noProof="0" dirty="0"/>
            </a:br>
            <a:r>
              <a:rPr lang="en-US" noProof="0" dirty="0"/>
              <a:t>flow DB/smartphone salesperson </a:t>
            </a:r>
          </a:p>
        </p:txBody>
      </p:sp>
      <p:pic>
        <p:nvPicPr>
          <p:cNvPr id="6146" name="Picture 2" descr="Risultati immagini per internet">
            <a:extLst>
              <a:ext uri="{FF2B5EF4-FFF2-40B4-BE49-F238E27FC236}">
                <a16:creationId xmlns:a16="http://schemas.microsoft.com/office/drawing/2014/main" id="{CB97FFB0-D63D-4CDD-8559-2AE57F0B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826" y="3116385"/>
            <a:ext cx="837423" cy="8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03C180F-8DDF-48B1-9C73-A273F19ED1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767" y="2548401"/>
            <a:ext cx="701662" cy="774605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ABC5C51-595C-44A4-AEC9-03324CABA9D4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5402555" y="2935704"/>
            <a:ext cx="1070212" cy="303345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F7702814-20F6-4D54-91FF-764D43A450BC}"/>
              </a:ext>
            </a:extLst>
          </p:cNvPr>
          <p:cNvCxnSpPr>
            <a:cxnSpLocks/>
          </p:cNvCxnSpPr>
          <p:nvPr/>
        </p:nvCxnSpPr>
        <p:spPr bwMode="auto">
          <a:xfrm>
            <a:off x="3820854" y="2818536"/>
            <a:ext cx="850028" cy="34360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9ADDC80-915F-47E3-A29F-2E182B1947AF}"/>
              </a:ext>
            </a:extLst>
          </p:cNvPr>
          <p:cNvSpPr txBox="1"/>
          <p:nvPr/>
        </p:nvSpPr>
        <p:spPr>
          <a:xfrm>
            <a:off x="4691326" y="3953808"/>
            <a:ext cx="706063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Internet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CEB9A73-F62F-4BF3-B393-FF0504B3D42B}"/>
              </a:ext>
            </a:extLst>
          </p:cNvPr>
          <p:cNvSpPr txBox="1"/>
          <p:nvPr/>
        </p:nvSpPr>
        <p:spPr>
          <a:xfrm>
            <a:off x="6413757" y="3276590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Database</a:t>
            </a:r>
          </a:p>
        </p:txBody>
      </p:sp>
      <p:sp>
        <p:nvSpPr>
          <p:cNvPr id="28" name="Segnaposto contenuto 5">
            <a:extLst>
              <a:ext uri="{FF2B5EF4-FFF2-40B4-BE49-F238E27FC236}">
                <a16:creationId xmlns:a16="http://schemas.microsoft.com/office/drawing/2014/main" id="{6144FD63-4B6C-4C2D-92DA-7150E6C65B9D}"/>
              </a:ext>
            </a:extLst>
          </p:cNvPr>
          <p:cNvSpPr txBox="1">
            <a:spLocks/>
          </p:cNvSpPr>
          <p:nvPr/>
        </p:nvSpPr>
        <p:spPr>
          <a:xfrm>
            <a:off x="2072680" y="4869161"/>
            <a:ext cx="7691375" cy="10801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The smartphone of the salesperson reservations reads on the system database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FA4AEF5-BDC1-4E9C-B7C4-FADA096659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47706" y="2667029"/>
            <a:ext cx="873149" cy="1366786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359D4FE3-837F-1519-9EEB-1C0206692E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428560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41677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Streaming:   call to the shopper</a:t>
            </a:r>
          </a:p>
        </p:txBody>
      </p:sp>
      <p:pic>
        <p:nvPicPr>
          <p:cNvPr id="6146" name="Picture 2" descr="Risultati immagini per internet">
            <a:extLst>
              <a:ext uri="{FF2B5EF4-FFF2-40B4-BE49-F238E27FC236}">
                <a16:creationId xmlns:a16="http://schemas.microsoft.com/office/drawing/2014/main" id="{CB97FFB0-D63D-4CDD-8559-2AE57F0B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738" y="2216737"/>
            <a:ext cx="837423" cy="8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16922C3-2A03-4026-B764-0A8FC9A92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48061" y="3550541"/>
            <a:ext cx="1362916" cy="1023517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CF24848-C151-4422-80A9-4F3952FB9DAF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 flipV="1">
            <a:off x="4610467" y="3022751"/>
            <a:ext cx="837595" cy="103954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99EF2FA-A030-4D4D-8282-A722D7ACBA7D}"/>
              </a:ext>
            </a:extLst>
          </p:cNvPr>
          <p:cNvCxnSpPr>
            <a:cxnSpLocks/>
          </p:cNvCxnSpPr>
          <p:nvPr/>
        </p:nvCxnSpPr>
        <p:spPr bwMode="auto">
          <a:xfrm flipV="1">
            <a:off x="2874318" y="3054160"/>
            <a:ext cx="1004476" cy="103928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F7702814-20F6-4D54-91FF-764D43A450BC}"/>
              </a:ext>
            </a:extLst>
          </p:cNvPr>
          <p:cNvCxnSpPr>
            <a:cxnSpLocks/>
          </p:cNvCxnSpPr>
          <p:nvPr/>
        </p:nvCxnSpPr>
        <p:spPr bwMode="auto">
          <a:xfrm>
            <a:off x="3028766" y="1918888"/>
            <a:ext cx="850028" cy="34360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9ADDC80-915F-47E3-A29F-2E182B1947AF}"/>
              </a:ext>
            </a:extLst>
          </p:cNvPr>
          <p:cNvSpPr txBox="1"/>
          <p:nvPr/>
        </p:nvSpPr>
        <p:spPr>
          <a:xfrm>
            <a:off x="3899238" y="3054160"/>
            <a:ext cx="706063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Internet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0D75EAF-5E0B-4F7A-91ED-62F3105C6EC7}"/>
              </a:ext>
            </a:extLst>
          </p:cNvPr>
          <p:cNvSpPr txBox="1"/>
          <p:nvPr/>
        </p:nvSpPr>
        <p:spPr>
          <a:xfrm>
            <a:off x="5820087" y="4388839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Customer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88D94B8-CE46-4447-9EC5-2DC81623A5C9}"/>
              </a:ext>
            </a:extLst>
          </p:cNvPr>
          <p:cNvSpPr txBox="1"/>
          <p:nvPr/>
        </p:nvSpPr>
        <p:spPr>
          <a:xfrm>
            <a:off x="2396137" y="4673888"/>
            <a:ext cx="935756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Smart glass</a:t>
            </a:r>
          </a:p>
        </p:txBody>
      </p:sp>
      <p:sp>
        <p:nvSpPr>
          <p:cNvPr id="24" name="Segnaposto contenuto 5">
            <a:extLst>
              <a:ext uri="{FF2B5EF4-FFF2-40B4-BE49-F238E27FC236}">
                <a16:creationId xmlns:a16="http://schemas.microsoft.com/office/drawing/2014/main" id="{4D8C137A-1EBA-4B9A-85D4-9AB6B2504BB9}"/>
              </a:ext>
            </a:extLst>
          </p:cNvPr>
          <p:cNvSpPr txBox="1">
            <a:spLocks/>
          </p:cNvSpPr>
          <p:nvPr/>
        </p:nvSpPr>
        <p:spPr>
          <a:xfrm>
            <a:off x="6877235" y="1412776"/>
            <a:ext cx="2886820" cy="490967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Customer starts  </a:t>
            </a:r>
            <a:r>
              <a:rPr lang="en-US" b="0" kern="0" noProof="0" dirty="0" err="1"/>
              <a:t>acall</a:t>
            </a:r>
            <a:r>
              <a:rPr lang="en-US" b="0" kern="0" noProof="0" dirty="0"/>
              <a:t> that that is forwarded  to the smart glass and  smart phone   </a:t>
            </a:r>
          </a:p>
          <a:p>
            <a:pPr marL="0" indent="0">
              <a:buNone/>
            </a:pPr>
            <a:endParaRPr lang="en-US" b="0" kern="0" noProof="0" dirty="0"/>
          </a:p>
          <a:p>
            <a:pPr marL="0" indent="0">
              <a:buNone/>
            </a:pPr>
            <a:r>
              <a:rPr lang="en-US" b="0" kern="0" noProof="0" dirty="0"/>
              <a:t>The salesperson replies by the smart phone app</a:t>
            </a:r>
          </a:p>
        </p:txBody>
      </p:sp>
      <p:pic>
        <p:nvPicPr>
          <p:cNvPr id="3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301CED92-D73C-A6E5-4F2A-E3A5FB125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1227" y="3952119"/>
            <a:ext cx="2380133" cy="102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79EB64C-A1A6-7730-AFD8-8D02FE312E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168222" y="1272397"/>
            <a:ext cx="873149" cy="1366786"/>
          </a:xfrm>
          <a:prstGeom prst="rect">
            <a:avLst/>
          </a:prstGeom>
        </p:spPr>
      </p:pic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C8395D34-7E41-CD2F-75B2-B5A80567D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2146720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1274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Streaming: </a:t>
            </a:r>
            <a:r>
              <a:rPr lang="en-US" noProof="0" dirty="0" err="1"/>
              <a:t>visione</a:t>
            </a:r>
            <a:endParaRPr lang="en-US" noProof="0" dirty="0"/>
          </a:p>
        </p:txBody>
      </p:sp>
      <p:pic>
        <p:nvPicPr>
          <p:cNvPr id="6146" name="Picture 2" descr="Risultati immagini per internet">
            <a:extLst>
              <a:ext uri="{FF2B5EF4-FFF2-40B4-BE49-F238E27FC236}">
                <a16:creationId xmlns:a16="http://schemas.microsoft.com/office/drawing/2014/main" id="{CB97FFB0-D63D-4CDD-8559-2AE57F0B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738" y="2216737"/>
            <a:ext cx="837423" cy="8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16922C3-2A03-4026-B764-0A8FC9A92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48061" y="3550541"/>
            <a:ext cx="1362916" cy="102351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03C180F-8DDF-48B1-9C73-A273F19ED1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679" y="1648753"/>
            <a:ext cx="701662" cy="774605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ABC5C51-595C-44A4-AEC9-03324CABA9D4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4610467" y="2036056"/>
            <a:ext cx="1070212" cy="303345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CF24848-C151-4422-80A9-4F3952FB9DAF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 flipV="1">
            <a:off x="4610467" y="3022751"/>
            <a:ext cx="837595" cy="103954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99EF2FA-A030-4D4D-8282-A722D7ACBA7D}"/>
              </a:ext>
            </a:extLst>
          </p:cNvPr>
          <p:cNvCxnSpPr>
            <a:cxnSpLocks/>
          </p:cNvCxnSpPr>
          <p:nvPr/>
        </p:nvCxnSpPr>
        <p:spPr bwMode="auto">
          <a:xfrm flipV="1">
            <a:off x="2874318" y="3054160"/>
            <a:ext cx="1004476" cy="103928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9ADDC80-915F-47E3-A29F-2E182B1947AF}"/>
              </a:ext>
            </a:extLst>
          </p:cNvPr>
          <p:cNvSpPr txBox="1"/>
          <p:nvPr/>
        </p:nvSpPr>
        <p:spPr>
          <a:xfrm>
            <a:off x="3899238" y="3054160"/>
            <a:ext cx="706063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Internet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0D75EAF-5E0B-4F7A-91ED-62F3105C6EC7}"/>
              </a:ext>
            </a:extLst>
          </p:cNvPr>
          <p:cNvSpPr txBox="1"/>
          <p:nvPr/>
        </p:nvSpPr>
        <p:spPr>
          <a:xfrm>
            <a:off x="5820087" y="4388839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Customer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CEB9A73-F62F-4BF3-B393-FF0504B3D42B}"/>
              </a:ext>
            </a:extLst>
          </p:cNvPr>
          <p:cNvSpPr txBox="1"/>
          <p:nvPr/>
        </p:nvSpPr>
        <p:spPr>
          <a:xfrm>
            <a:off x="5621669" y="2376942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DB</a:t>
            </a:r>
          </a:p>
        </p:txBody>
      </p:sp>
      <p:sp>
        <p:nvSpPr>
          <p:cNvPr id="24" name="Segnaposto contenuto 5">
            <a:extLst>
              <a:ext uri="{FF2B5EF4-FFF2-40B4-BE49-F238E27FC236}">
                <a16:creationId xmlns:a16="http://schemas.microsoft.com/office/drawing/2014/main" id="{B1C220F1-7101-4F6D-8FDC-5F67C7801F4D}"/>
              </a:ext>
            </a:extLst>
          </p:cNvPr>
          <p:cNvSpPr txBox="1">
            <a:spLocks/>
          </p:cNvSpPr>
          <p:nvPr/>
        </p:nvSpPr>
        <p:spPr>
          <a:xfrm>
            <a:off x="6877235" y="1412776"/>
            <a:ext cx="2886820" cy="490967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Smart glasses forward streaming to the server to which the customer is  connected 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D729F763-51B6-60B0-2EFA-F388142C1E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634733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981224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 Conceptual Schema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3CC6E4A-13FC-424F-AFFF-89940C594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4" y="1833562"/>
            <a:ext cx="7896225" cy="3952875"/>
          </a:xfrm>
          <a:prstGeom prst="rect">
            <a:avLst/>
          </a:prstGeom>
        </p:spPr>
      </p:pic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56F1F11D-B10C-C410-4EF6-58E2A86858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611678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876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 Conceptual Schema 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79485C33-4808-48CC-BB83-FF9EB63C440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727702"/>
            <a:ext cx="3600450" cy="1802396"/>
          </a:xfrm>
          <a:prstGeom prst="rect">
            <a:avLst/>
          </a:prstGeom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9C64933C-AFE5-4314-802B-871737B2B527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917628" y="1524000"/>
            <a:ext cx="3001519" cy="2209800"/>
          </a:xfrm>
          <a:prstGeom prst="rect">
            <a:avLst/>
          </a:prstGeom>
        </p:spPr>
      </p:pic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D44A6DA4-C71C-4A76-B0CE-E7E0C48CAC13}"/>
              </a:ext>
            </a:extLst>
          </p:cNvPr>
          <p:cNvSpPr>
            <a:spLocks noGrp="1"/>
          </p:cNvSpPr>
          <p:nvPr>
            <p:ph type="body" sz="half" idx="3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Database includes:</a:t>
            </a:r>
          </a:p>
          <a:p>
            <a:pPr lvl="1"/>
            <a:r>
              <a:rPr lang="en-US" noProof="0" dirty="0"/>
              <a:t>Tables (merchandise, location, brand) for searching the</a:t>
            </a:r>
          </a:p>
          <a:p>
            <a:pPr lvl="1"/>
            <a:r>
              <a:rPr lang="en-US" noProof="0" dirty="0"/>
              <a:t>Number of visits to each associated shop (for each brand)</a:t>
            </a:r>
          </a:p>
          <a:p>
            <a:pPr lvl="1"/>
            <a:r>
              <a:rPr lang="en-US" noProof="0" dirty="0"/>
              <a:t>Demo clips on visits 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5188C824-7880-C3B4-0C75-ABDEF8EFC2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5536275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1081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App download</a:t>
            </a:r>
          </a:p>
        </p:txBody>
      </p:sp>
      <p:pic>
        <p:nvPicPr>
          <p:cNvPr id="5122" name="Picture 2" descr="https://simplematters.zendesk.com/hc/en-us/article_attachments/202572497/Google-Play-Transparent-border.png">
            <a:extLst>
              <a:ext uri="{FF2B5EF4-FFF2-40B4-BE49-F238E27FC236}">
                <a16:creationId xmlns:a16="http://schemas.microsoft.com/office/drawing/2014/main" id="{6EF62792-0184-490E-98CF-84987A00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24" y="1340768"/>
            <a:ext cx="4509902" cy="192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static.ring.com/assets/static/get_the_app/ios-app-badge-fd60a24e3e78e27dcb40a055bcc4240d.png">
            <a:extLst>
              <a:ext uri="{FF2B5EF4-FFF2-40B4-BE49-F238E27FC236}">
                <a16:creationId xmlns:a16="http://schemas.microsoft.com/office/drawing/2014/main" id="{DA3AA45E-9189-4ED1-881E-B9BA6A91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722" y="3501008"/>
            <a:ext cx="4522004" cy="133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0B1FD801-D844-400C-BD13-806F255249D0}"/>
              </a:ext>
            </a:extLst>
          </p:cNvPr>
          <p:cNvSpPr txBox="1">
            <a:spLocks/>
          </p:cNvSpPr>
          <p:nvPr/>
        </p:nvSpPr>
        <p:spPr>
          <a:xfrm>
            <a:off x="2303882" y="5078923"/>
            <a:ext cx="7329638" cy="16084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300" b="0" kern="0" noProof="0" dirty="0"/>
              <a:t>The  shop will receive a link to download the app though Google / Apple 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51C4D0A-8995-7828-6EB9-F6159E369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2997279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868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68A973F-4BC2-497D-A20C-6A0645033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62" y="1311762"/>
            <a:ext cx="2848626" cy="506422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DC61CA1-E90A-429D-AABD-B25DD99C4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11762"/>
            <a:ext cx="2848626" cy="5064224"/>
          </a:xfrm>
          <a:prstGeom prst="rect">
            <a:avLst/>
          </a:prstGeom>
        </p:spPr>
      </p:pic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483271EF-BA08-2E9D-B302-FFBF7C183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2308239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50168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93CDA9-205C-489C-A5FD-DE1C0DFFD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39552"/>
            <a:ext cx="2835999" cy="5041776"/>
          </a:xfrm>
          <a:prstGeom prst="rect">
            <a:avLst/>
          </a:prstGeom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26EF93A1-D1DA-41D0-A239-C7DBD1B0EE79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417962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Homepage:</a:t>
            </a:r>
          </a:p>
          <a:p>
            <a:r>
              <a:rPr lang="en-US" b="0" kern="0" noProof="0" dirty="0"/>
              <a:t>Recent searches</a:t>
            </a:r>
          </a:p>
          <a:p>
            <a:r>
              <a:rPr lang="en-US" b="0" kern="0" noProof="0" dirty="0"/>
              <a:t>New search</a:t>
            </a:r>
          </a:p>
          <a:p>
            <a:r>
              <a:rPr lang="en-US" b="0" kern="0" noProof="0" dirty="0"/>
              <a:t>Shopper ready  notification </a:t>
            </a:r>
          </a:p>
          <a:p>
            <a:r>
              <a:rPr lang="en-US" b="0" kern="0" noProof="0" dirty="0"/>
              <a:t>List of booked visits </a:t>
            </a:r>
          </a:p>
          <a:p>
            <a:r>
              <a:rPr lang="en-US" b="0" kern="0" noProof="0" dirty="0"/>
              <a:t>Logout</a:t>
            </a:r>
          </a:p>
          <a:p>
            <a:pPr marL="0" indent="0">
              <a:buFontTx/>
              <a:buNone/>
            </a:pPr>
            <a:endParaRPr lang="en-US" b="0" kern="0" noProof="0" dirty="0"/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67A4FC17-4786-4A7A-4475-36C8FA1864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692578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6210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2BC45F-8C2C-452D-821B-F18CB075F8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noProof="0" dirty="0"/>
              <a:t>From the home page the consumer can access to her/his setting, logout, and  retrieve  the clips she/he wanted  to record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68804B8-0891-4442-8333-3CF707DAD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28" y="1499930"/>
            <a:ext cx="2695052" cy="4791202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D77CEB22-ECB5-4B72-94D3-BDF66E5C4A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604910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9304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26EF93A1-D1DA-41D0-A239-C7DBD1B0EE79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New search:</a:t>
            </a:r>
          </a:p>
          <a:p>
            <a:r>
              <a:rPr lang="en-US" b="0" kern="0" noProof="0" dirty="0"/>
              <a:t>Filter by brand</a:t>
            </a:r>
            <a:br>
              <a:rPr lang="en-US" b="0" kern="0" noProof="0" dirty="0"/>
            </a:br>
            <a:r>
              <a:rPr lang="en-US" b="0" kern="0" noProof="0" dirty="0"/>
              <a:t>(default: all)</a:t>
            </a:r>
          </a:p>
          <a:p>
            <a:r>
              <a:rPr lang="en-US" b="0" kern="0" noProof="0" dirty="0"/>
              <a:t>Filter by merchandise</a:t>
            </a:r>
            <a:br>
              <a:rPr lang="en-US" b="0" kern="0" noProof="0" dirty="0"/>
            </a:br>
            <a:r>
              <a:rPr lang="en-US" b="0" kern="0" noProof="0" dirty="0"/>
              <a:t>(default: all)</a:t>
            </a:r>
          </a:p>
          <a:p>
            <a:r>
              <a:rPr lang="en-US" b="0" kern="0" noProof="0" dirty="0"/>
              <a:t>Choose location</a:t>
            </a:r>
            <a:br>
              <a:rPr lang="en-US" b="0" kern="0" noProof="0" dirty="0"/>
            </a:br>
            <a:r>
              <a:rPr lang="en-US" b="0" kern="0" noProof="0" dirty="0"/>
              <a:t>(One only, mandatory)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9004DB5-62CA-46B7-AEAB-D2A209ACC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17104"/>
            <a:ext cx="2808311" cy="4992554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CB25D350-BC53-5A8A-CD4F-FB162F821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13941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165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E9AFB7-7457-40F7-AD2F-BBD01D9DF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124744"/>
            <a:ext cx="2957300" cy="5257422"/>
          </a:xfrm>
          <a:prstGeom prst="rect">
            <a:avLst/>
          </a:prstGeom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FC09950A-D340-4D85-93C5-0BD88A41EABB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Filter by brand:</a:t>
            </a:r>
          </a:p>
          <a:p>
            <a:r>
              <a:rPr lang="en-US" b="0" kern="0" noProof="0" dirty="0"/>
              <a:t>Sorted brand list</a:t>
            </a:r>
          </a:p>
          <a:p>
            <a:r>
              <a:rPr lang="en-US" b="0" kern="0" noProof="0" dirty="0"/>
              <a:t>The  consumer can select more brands </a:t>
            </a:r>
          </a:p>
          <a:p>
            <a:r>
              <a:rPr lang="en-US" b="0" kern="0" noProof="0" dirty="0"/>
              <a:t>Th consumer can also switch to other filters (bottom screen)</a:t>
            </a:r>
          </a:p>
          <a:p>
            <a:endParaRPr lang="en-US" b="0" kern="0" noProof="0" dirty="0"/>
          </a:p>
          <a:p>
            <a:pPr marL="0" indent="0">
              <a:buFontTx/>
              <a:buNone/>
            </a:pPr>
            <a:endParaRPr lang="en-US" b="0" kern="0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320BD49-D525-872F-FF07-0D46000512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58350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7051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5E3463F-7E14-48D5-80CC-A44B10AC1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124744"/>
            <a:ext cx="2957513" cy="5257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18E874F-463F-48BF-A663-8297AD593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8" y="1088924"/>
            <a:ext cx="2976977" cy="5292404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7964B0BA-52BB-1C02-4911-113C425C50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623865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16425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8991C5D-4D6E-4881-BC7E-71362E32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412" y="1137184"/>
            <a:ext cx="2796332" cy="49712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A66A4AC-8EB8-47F5-9C38-B40A530B7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985" y="1099864"/>
            <a:ext cx="2810327" cy="4996136"/>
          </a:xfrm>
          <a:prstGeom prst="rect">
            <a:avLst/>
          </a:prstGeom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9A180214-B361-47FF-B7E9-9F5017D6E78B}"/>
              </a:ext>
            </a:extLst>
          </p:cNvPr>
          <p:cNvSpPr txBox="1">
            <a:spLocks/>
          </p:cNvSpPr>
          <p:nvPr/>
        </p:nvSpPr>
        <p:spPr>
          <a:xfrm>
            <a:off x="7905328" y="1412776"/>
            <a:ext cx="1761364" cy="46956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The selected shop is  shown in the map (info is  extracted  from Google)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EB55E35-E1F4-6710-0109-1F4AB112E3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67928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45851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FA04934-A659-43AE-926E-393BE8C69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116632"/>
            <a:ext cx="2880382" cy="5120680"/>
          </a:xfrm>
          <a:prstGeom prst="rect">
            <a:avLst/>
          </a:prstGeom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DBA488F5-49E5-49B3-881C-A023636786BF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After selecting the shop, the consumer can book</a:t>
            </a:r>
          </a:p>
          <a:p>
            <a:r>
              <a:rPr lang="en-US" b="0" kern="0" noProof="0" dirty="0"/>
              <a:t>The consumer can also choose her/his own shopper (</a:t>
            </a:r>
            <a:r>
              <a:rPr lang="en-US" b="0" kern="0" noProof="0" dirty="0" err="1"/>
              <a:t>daigou</a:t>
            </a:r>
            <a:r>
              <a:rPr lang="en-US" b="0" kern="0" noProof="0" dirty="0"/>
              <a:t>) who will show up in the shop at the booked time  </a:t>
            </a:r>
          </a:p>
          <a:p>
            <a:r>
              <a:rPr lang="en-US" b="0" kern="0" noProof="0" dirty="0"/>
              <a:t>One  the  reservation is  finished the user  will be back at the reservation list waiting for the shop’s  confirmation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C8AB7CA2-06DD-C80F-44F4-41597CF7D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57698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3128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DBA488F5-49E5-49B3-881C-A023636786BF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 consumer always can see her/his reservations  and check their status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2F17260-170F-4D2D-A448-DD1F20DA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71" y="1124744"/>
            <a:ext cx="2861937" cy="508788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1B6C91-5D30-B625-D469-C507C1484A64}"/>
              </a:ext>
            </a:extLst>
          </p:cNvPr>
          <p:cNvSpPr txBox="1"/>
          <p:nvPr/>
        </p:nvSpPr>
        <p:spPr>
          <a:xfrm>
            <a:off x="2476099" y="3038846"/>
            <a:ext cx="4952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kern="0" noProof="0" dirty="0"/>
              <a:t>can</a:t>
            </a:r>
            <a:endParaRPr lang="en-US" noProof="0" dirty="0"/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B7609D00-7DB4-483E-82DD-A24926DC4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40459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1982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DBA488F5-49E5-49B3-881C-A023636786BF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One day before, the  consumer receives notifications (email o WeChat) </a:t>
            </a:r>
          </a:p>
          <a:p>
            <a:r>
              <a:rPr lang="en-US" b="0" kern="0" noProof="0" dirty="0"/>
              <a:t>When the shop salesperson is ready, the consumer receives a further alert and starts the streaming session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9E49C25-F6FA-43B2-B236-8374DA43B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1149424"/>
            <a:ext cx="2902441" cy="5159896"/>
          </a:xfrm>
          <a:prstGeom prst="rect">
            <a:avLst/>
          </a:prstGeom>
        </p:spPr>
      </p:pic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5D50D42-47B8-D51E-8BE3-9A025B1750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73947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9934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53E9A4D-2F1D-4796-B499-62E53A617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9" y="1127056"/>
            <a:ext cx="2873217" cy="510794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36FAFAE-AB2E-43E7-9837-5D0DF0735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8" y="1124744"/>
            <a:ext cx="2875820" cy="5112568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954456F-8176-4B22-B712-2DF4C66613BB}"/>
              </a:ext>
            </a:extLst>
          </p:cNvPr>
          <p:cNvSpPr/>
          <p:nvPr/>
        </p:nvSpPr>
        <p:spPr>
          <a:xfrm rot="18900000">
            <a:off x="2464171" y="3899187"/>
            <a:ext cx="27289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kern="0" noProof="0" dirty="0"/>
              <a:t>The  customer can read  the info on the salesperson 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43BEDC87-35E9-A0A9-58EB-33DC375E9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24163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9598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44949193-ECA1-4AB7-B6F1-ED4F1F802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752" y="4114945"/>
            <a:ext cx="1440160" cy="464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Mario</a:t>
            </a:r>
          </a:p>
        </p:txBody>
      </p:sp>
      <p:sp>
        <p:nvSpPr>
          <p:cNvPr id="11" name="Segnaposto contenuto 5">
            <a:extLst>
              <a:ext uri="{FF2B5EF4-FFF2-40B4-BE49-F238E27FC236}">
                <a16:creationId xmlns:a16="http://schemas.microsoft.com/office/drawing/2014/main" id="{76FDCD3B-1585-47AB-A618-690B1A288957}"/>
              </a:ext>
            </a:extLst>
          </p:cNvPr>
          <p:cNvSpPr txBox="1">
            <a:spLocks/>
          </p:cNvSpPr>
          <p:nvPr/>
        </p:nvSpPr>
        <p:spPr bwMode="auto">
          <a:xfrm>
            <a:off x="2308858" y="4028791"/>
            <a:ext cx="1440160" cy="46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33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33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33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33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0" kern="0" noProof="0" dirty="0" err="1"/>
              <a:t>Ms.Wu</a:t>
            </a:r>
            <a:endParaRPr lang="en-US" b="0" kern="0" noProof="0" dirty="0"/>
          </a:p>
          <a:p>
            <a:endParaRPr lang="en-US" b="0" kern="0" noProof="0" dirty="0"/>
          </a:p>
          <a:p>
            <a:endParaRPr lang="en-US" b="0" kern="0" noProof="0" dirty="0"/>
          </a:p>
        </p:txBody>
      </p:sp>
      <p:pic>
        <p:nvPicPr>
          <p:cNvPr id="4098" name="Picture 2" descr="https://upload.wikimedia.org/wikipedia/commons/thumb/7/70/Applications-internet.svg/180px-Applications-internet.svg.png">
            <a:extLst>
              <a:ext uri="{FF2B5EF4-FFF2-40B4-BE49-F238E27FC236}">
                <a16:creationId xmlns:a16="http://schemas.microsoft.com/office/drawing/2014/main" id="{7D83F209-21B3-4676-9FDC-EC274C70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414" y="2149046"/>
            <a:ext cx="1099801" cy="10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egnaposto contenuto 5">
            <a:extLst>
              <a:ext uri="{FF2B5EF4-FFF2-40B4-BE49-F238E27FC236}">
                <a16:creationId xmlns:a16="http://schemas.microsoft.com/office/drawing/2014/main" id="{0328C37F-7E1B-486A-A144-205FDCB4DC01}"/>
              </a:ext>
            </a:extLst>
          </p:cNvPr>
          <p:cNvSpPr txBox="1">
            <a:spLocks/>
          </p:cNvSpPr>
          <p:nvPr/>
        </p:nvSpPr>
        <p:spPr bwMode="auto">
          <a:xfrm>
            <a:off x="4594035" y="3016427"/>
            <a:ext cx="1440160" cy="46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33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33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33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33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0" kern="0" noProof="0" dirty="0"/>
              <a:t>Internet</a:t>
            </a:r>
          </a:p>
          <a:p>
            <a:endParaRPr lang="en-US" b="0" kern="0" noProof="0" dirty="0"/>
          </a:p>
          <a:p>
            <a:endParaRPr lang="en-US" b="0" kern="0" noProof="0" dirty="0"/>
          </a:p>
        </p:txBody>
      </p:sp>
      <p:sp>
        <p:nvSpPr>
          <p:cNvPr id="22" name="Segnaposto contenuto 5">
            <a:extLst>
              <a:ext uri="{FF2B5EF4-FFF2-40B4-BE49-F238E27FC236}">
                <a16:creationId xmlns:a16="http://schemas.microsoft.com/office/drawing/2014/main" id="{3626B067-4308-4355-A4B6-F7544B89AFCA}"/>
              </a:ext>
            </a:extLst>
          </p:cNvPr>
          <p:cNvSpPr txBox="1">
            <a:spLocks/>
          </p:cNvSpPr>
          <p:nvPr/>
        </p:nvSpPr>
        <p:spPr>
          <a:xfrm>
            <a:off x="2303882" y="4677380"/>
            <a:ext cx="7329638" cy="2010019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300" b="0" kern="0" noProof="0" dirty="0"/>
              <a:t>Ms. Wu calls the shopper Mario</a:t>
            </a:r>
          </a:p>
          <a:p>
            <a:r>
              <a:rPr lang="en-US" sz="2300" b="0" kern="0" noProof="0" dirty="0"/>
              <a:t>Ms. Wu speaks  in Chinese with Mario, asks to see some  items  </a:t>
            </a:r>
          </a:p>
          <a:p>
            <a:r>
              <a:rPr lang="en-US" sz="2300" b="0" kern="0" noProof="0" dirty="0"/>
              <a:t>Mario takes and shows the items</a:t>
            </a:r>
          </a:p>
          <a:p>
            <a:r>
              <a:rPr lang="en-US" sz="2300" b="0" kern="0" noProof="0" dirty="0"/>
              <a:t>Smart glasses transmit the video that Ms. Wu watches on her smartphone or laptop</a:t>
            </a:r>
          </a:p>
          <a:p>
            <a:r>
              <a:rPr lang="en-US" sz="2300" b="0" kern="0" noProof="0" dirty="0"/>
              <a:t>At the end, Ms. Wu selects  the items for her cart </a:t>
            </a:r>
          </a:p>
          <a:p>
            <a:r>
              <a:rPr lang="en-US" b="0" i="1" kern="0" noProof="0" dirty="0"/>
              <a:t>The subsequent functions for payment and shipping are illustrated in another presentation </a:t>
            </a:r>
          </a:p>
        </p:txBody>
      </p:sp>
      <p:graphicFrame>
        <p:nvGraphicFramePr>
          <p:cNvPr id="24" name="Oggetto 23">
            <a:extLst>
              <a:ext uri="{FF2B5EF4-FFF2-40B4-BE49-F238E27FC236}">
                <a16:creationId xmlns:a16="http://schemas.microsoft.com/office/drawing/2014/main" id="{E452F76D-1988-47D1-B63B-8B7915F9C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84411"/>
              </p:ext>
            </p:extLst>
          </p:nvPr>
        </p:nvGraphicFramePr>
        <p:xfrm>
          <a:off x="3474570" y="2897305"/>
          <a:ext cx="1034512" cy="811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530120" imgH="5904720" progId="">
                  <p:embed/>
                </p:oleObj>
              </mc:Choice>
              <mc:Fallback>
                <p:oleObj r:id="rId3" imgW="7530120" imgH="5904720" progId="">
                  <p:embed/>
                  <p:pic>
                    <p:nvPicPr>
                      <p:cNvPr id="24" name="Oggetto 23">
                        <a:extLst>
                          <a:ext uri="{FF2B5EF4-FFF2-40B4-BE49-F238E27FC236}">
                            <a16:creationId xmlns:a16="http://schemas.microsoft.com/office/drawing/2014/main" id="{E452F76D-1988-47D1-B63B-8B7915F9C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4570" y="2897305"/>
                        <a:ext cx="1034512" cy="811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ggetto 24">
            <a:extLst>
              <a:ext uri="{FF2B5EF4-FFF2-40B4-BE49-F238E27FC236}">
                <a16:creationId xmlns:a16="http://schemas.microsoft.com/office/drawing/2014/main" id="{A3C7AA80-9AAA-435C-81DC-8B611E23E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640021"/>
              </p:ext>
            </p:extLst>
          </p:nvPr>
        </p:nvGraphicFramePr>
        <p:xfrm>
          <a:off x="6002445" y="2205453"/>
          <a:ext cx="3126957" cy="2303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84040" imgH="7491960" progId="">
                  <p:embed/>
                </p:oleObj>
              </mc:Choice>
              <mc:Fallback>
                <p:oleObj r:id="rId5" imgW="10184040" imgH="7491960" progId="">
                  <p:embed/>
                  <p:pic>
                    <p:nvPicPr>
                      <p:cNvPr id="25" name="Oggetto 24">
                        <a:extLst>
                          <a:ext uri="{FF2B5EF4-FFF2-40B4-BE49-F238E27FC236}">
                            <a16:creationId xmlns:a16="http://schemas.microsoft.com/office/drawing/2014/main" id="{A3C7AA80-9AAA-435C-81DC-8B611E23E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2445" y="2205453"/>
                        <a:ext cx="3126957" cy="2303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0" name="Picture 4" descr="Gucci apre a Torino una boutique monomarca">
            <a:extLst>
              <a:ext uri="{FF2B5EF4-FFF2-40B4-BE49-F238E27FC236}">
                <a16:creationId xmlns:a16="http://schemas.microsoft.com/office/drawing/2014/main" id="{64EB22C4-6610-473B-9F64-9EA219EC1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6" t="16577"/>
          <a:stretch/>
        </p:blipFill>
        <p:spPr bwMode="auto">
          <a:xfrm>
            <a:off x="7963040" y="1523131"/>
            <a:ext cx="1905000" cy="187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egnaposto contenuto 5">
            <a:extLst>
              <a:ext uri="{FF2B5EF4-FFF2-40B4-BE49-F238E27FC236}">
                <a16:creationId xmlns:a16="http://schemas.microsoft.com/office/drawing/2014/main" id="{719FF8A6-D5CF-488B-8D27-213A72091A69}"/>
              </a:ext>
            </a:extLst>
          </p:cNvPr>
          <p:cNvSpPr txBox="1">
            <a:spLocks/>
          </p:cNvSpPr>
          <p:nvPr/>
        </p:nvSpPr>
        <p:spPr bwMode="auto">
          <a:xfrm>
            <a:off x="7961313" y="1523131"/>
            <a:ext cx="1905000" cy="464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33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33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33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33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b="0" kern="0" noProof="0" dirty="0" err="1"/>
              <a:t>Negozio</a:t>
            </a:r>
            <a:endParaRPr lang="en-US" b="0" kern="0" noProof="0" dirty="0"/>
          </a:p>
        </p:txBody>
      </p:sp>
      <p:pic>
        <p:nvPicPr>
          <p:cNvPr id="4102" name="Picture 6" descr="https://upload.wikimedia.org/wikipedia/commons/thumb/a/ae/WiFi_Logo.svg/220px-WiFi_Logo.svg.png">
            <a:extLst>
              <a:ext uri="{FF2B5EF4-FFF2-40B4-BE49-F238E27FC236}">
                <a16:creationId xmlns:a16="http://schemas.microsoft.com/office/drawing/2014/main" id="{82992C87-1216-47B4-B864-527D98BF2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432" y="3705412"/>
            <a:ext cx="1195611" cy="70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27A7235C-F801-9252-2F46-F8264D404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625542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896658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 consumer can rate  her/his experience</a:t>
            </a:r>
          </a:p>
          <a:p>
            <a:r>
              <a:rPr lang="en-US" b="0" kern="0" noProof="0" dirty="0"/>
              <a:t>The  consumer can record the videoclip </a:t>
            </a:r>
          </a:p>
          <a:p>
            <a:r>
              <a:rPr lang="en-US" b="0" kern="0" noProof="0" dirty="0"/>
              <a:t>Recorded videoclips can  be seen on the home page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C499879-226F-4D4F-865E-981122E92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834" y="1500877"/>
            <a:ext cx="2488060" cy="4423218"/>
          </a:xfrm>
          <a:prstGeom prst="rect">
            <a:avLst/>
          </a:prstGeom>
        </p:spPr>
      </p:pic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4B06151-1135-232A-2A0C-E19EF4D783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35785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3098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499572-7A4A-4FF9-B6FF-893C9186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2112316"/>
            <a:ext cx="5285099" cy="2972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C6B85351-8FD5-4166-953C-F13CFFF15154}"/>
              </a:ext>
            </a:extLst>
          </p:cNvPr>
          <p:cNvSpPr txBox="1">
            <a:spLocks/>
          </p:cNvSpPr>
          <p:nvPr/>
        </p:nvSpPr>
        <p:spPr bwMode="auto">
          <a:xfrm>
            <a:off x="2216697" y="1285028"/>
            <a:ext cx="7056784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b="0" kern="0" noProof="0" dirty="0"/>
              <a:t>Homepage - login for brand or shop</a:t>
            </a:r>
          </a:p>
        </p:txBody>
      </p:sp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023BF9D6-1E09-401B-BE16-5824CEC0CDF5}"/>
              </a:ext>
            </a:extLst>
          </p:cNvPr>
          <p:cNvSpPr txBox="1">
            <a:spLocks/>
          </p:cNvSpPr>
          <p:nvPr/>
        </p:nvSpPr>
        <p:spPr>
          <a:xfrm>
            <a:off x="2216696" y="5157192"/>
            <a:ext cx="7128791" cy="144016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Secured Website </a:t>
            </a:r>
          </a:p>
          <a:p>
            <a:r>
              <a:rPr lang="en-US" b="0" kern="0" noProof="0" dirty="0"/>
              <a:t>Credentials after the contract</a:t>
            </a:r>
          </a:p>
          <a:p>
            <a:r>
              <a:rPr lang="en-US" b="0" kern="0" noProof="0" dirty="0"/>
              <a:t>Credentials for brand or shop are in 2 different pages (a brand can manage all its shops)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7AEBCBBC-FF23-B083-8FED-9D3DF259AF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49416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9021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499572-7A4A-4FF9-B6FF-893C9186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1556792"/>
            <a:ext cx="5285098" cy="2972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023BF9D6-1E09-401B-BE16-5824CEC0CDF5}"/>
              </a:ext>
            </a:extLst>
          </p:cNvPr>
          <p:cNvSpPr txBox="1">
            <a:spLocks/>
          </p:cNvSpPr>
          <p:nvPr/>
        </p:nvSpPr>
        <p:spPr>
          <a:xfrm>
            <a:off x="2216697" y="4725144"/>
            <a:ext cx="6697116" cy="18722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shop can enter, change, and delete the master data of its salespersons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BD1AEEA8-2329-5E58-41B7-AA502389ED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7270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7667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499572-7A4A-4FF9-B6FF-893C9186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1556792"/>
            <a:ext cx="5285098" cy="29728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023BF9D6-1E09-401B-BE16-5824CEC0CDF5}"/>
              </a:ext>
            </a:extLst>
          </p:cNvPr>
          <p:cNvSpPr txBox="1">
            <a:spLocks/>
          </p:cNvSpPr>
          <p:nvPr/>
        </p:nvSpPr>
        <p:spPr>
          <a:xfrm>
            <a:off x="1962250" y="4725144"/>
            <a:ext cx="7599261" cy="194421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A brand can add or delete its shops</a:t>
            </a:r>
          </a:p>
          <a:p>
            <a:r>
              <a:rPr lang="en-US" b="0" kern="0" noProof="0" dirty="0"/>
              <a:t>Each shop has its own login</a:t>
            </a:r>
          </a:p>
          <a:p>
            <a:r>
              <a:rPr lang="en-US" b="0" kern="0" noProof="0" dirty="0"/>
              <a:t>A brand can see and change data of its shops </a:t>
            </a:r>
          </a:p>
          <a:p>
            <a:r>
              <a:rPr lang="en-US" b="0" kern="0" noProof="0" dirty="0"/>
              <a:t>A brand can change its own data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BCD1991D-FF78-B950-5A03-8135217B25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607487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768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shop login relies on credentials </a:t>
            </a:r>
          </a:p>
          <a:p>
            <a:endParaRPr lang="en-US" b="0" kern="0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33D124-1F5C-4E8D-B8E2-113E5A93B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27" y="1219200"/>
            <a:ext cx="2805764" cy="4988024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CFEA51A3-FEE3-0D83-DF3E-08FAC6CEE1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64653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5481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Homepage </a:t>
            </a:r>
            <a:r>
              <a:rPr lang="en-US" b="0" kern="0" noProof="0" dirty="0" err="1"/>
              <a:t>negozio</a:t>
            </a:r>
            <a:r>
              <a:rPr lang="en-US" b="0" kern="0" noProof="0" dirty="0"/>
              <a:t>:</a:t>
            </a:r>
          </a:p>
          <a:p>
            <a:r>
              <a:rPr lang="en-US" b="0" kern="0" noProof="0" dirty="0"/>
              <a:t>Lista </a:t>
            </a:r>
            <a:r>
              <a:rPr lang="en-US" b="0" kern="0" noProof="0" dirty="0" err="1"/>
              <a:t>prenotazioni</a:t>
            </a:r>
            <a:r>
              <a:rPr lang="en-US" b="0" kern="0" noProof="0" dirty="0"/>
              <a:t> </a:t>
            </a:r>
            <a:r>
              <a:rPr lang="en-US" b="0" kern="0" noProof="0" dirty="0" err="1"/>
              <a:t>visite</a:t>
            </a:r>
            <a:r>
              <a:rPr lang="en-US" b="0" kern="0" noProof="0" dirty="0"/>
              <a:t> ordinate per data e </a:t>
            </a:r>
            <a:r>
              <a:rPr lang="en-US" b="0" kern="0" noProof="0" dirty="0" err="1"/>
              <a:t>orario</a:t>
            </a:r>
            <a:endParaRPr lang="en-US" b="0" kern="0" noProof="0" dirty="0"/>
          </a:p>
          <a:p>
            <a:r>
              <a:rPr lang="en-US" b="0" kern="0" noProof="0" dirty="0"/>
              <a:t>Per ogni </a:t>
            </a:r>
            <a:r>
              <a:rPr lang="en-US" b="0" kern="0" noProof="0" dirty="0" err="1"/>
              <a:t>prenotazione</a:t>
            </a:r>
            <a:r>
              <a:rPr lang="en-US" b="0" kern="0" noProof="0" dirty="0"/>
              <a:t>, </a:t>
            </a:r>
            <a:r>
              <a:rPr lang="en-US" b="0" kern="0" noProof="0" dirty="0" err="1"/>
              <a:t>dati</a:t>
            </a:r>
            <a:r>
              <a:rPr lang="en-US" b="0" kern="0" noProof="0" dirty="0"/>
              <a:t> </a:t>
            </a:r>
            <a:r>
              <a:rPr lang="en-US" b="0" kern="0" noProof="0" dirty="0" err="1"/>
              <a:t>importanti</a:t>
            </a:r>
            <a:r>
              <a:rPr lang="en-US" b="0" kern="0" noProof="0" dirty="0"/>
              <a:t>:</a:t>
            </a:r>
          </a:p>
          <a:p>
            <a:pPr lvl="1"/>
            <a:r>
              <a:rPr lang="en-US" b="0" kern="0" noProof="0" dirty="0"/>
              <a:t>Con chi</a:t>
            </a:r>
          </a:p>
          <a:p>
            <a:pPr lvl="1"/>
            <a:r>
              <a:rPr lang="en-US" b="0" kern="0" noProof="0" dirty="0"/>
              <a:t>Quando</a:t>
            </a:r>
          </a:p>
          <a:p>
            <a:pPr lvl="1"/>
            <a:r>
              <a:rPr lang="en-US" b="0" kern="0" noProof="0" dirty="0"/>
              <a:t>Stato </a:t>
            </a:r>
            <a:r>
              <a:rPr lang="en-US" b="0" kern="0" noProof="0" dirty="0" err="1"/>
              <a:t>della</a:t>
            </a:r>
            <a:r>
              <a:rPr lang="en-US" b="0" kern="0" noProof="0" dirty="0"/>
              <a:t> </a:t>
            </a:r>
            <a:r>
              <a:rPr lang="en-US" b="0" kern="0" noProof="0" dirty="0" err="1"/>
              <a:t>prenotazione</a:t>
            </a:r>
            <a:endParaRPr lang="en-US" b="0" kern="0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994E9CF-F6AA-4326-A287-655CD839F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1219200"/>
            <a:ext cx="2808806" cy="4993432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982B31D5-9C4F-FBF6-2755-1F4F425795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738494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5226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visit management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Shop app: can confirm or delete events</a:t>
            </a:r>
          </a:p>
          <a:p>
            <a:r>
              <a:rPr lang="en-US" b="0" kern="0" noProof="0" dirty="0"/>
              <a:t>Smart phone connected  to the smart glass: can only notify data and status  of the salesperson and answer the customer’s call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19" y="1219200"/>
            <a:ext cx="2891489" cy="5140424"/>
          </a:xfrm>
          <a:prstGeom prst="rect">
            <a:avLst/>
          </a:prstGeom>
        </p:spPr>
      </p:pic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5CA6DD4-BDFB-9E1A-2FCF-14F4CE403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17716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2034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cart 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340768"/>
            <a:ext cx="3850010" cy="521243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salesperson composes the cart</a:t>
            </a:r>
          </a:p>
          <a:p>
            <a:pPr lvl="1"/>
            <a:r>
              <a:rPr lang="en-US" b="0" kern="0" noProof="0" dirty="0"/>
              <a:t>Framing the item</a:t>
            </a:r>
          </a:p>
          <a:p>
            <a:pPr lvl="1"/>
            <a:r>
              <a:rPr lang="en-US" b="0" kern="0" noProof="0" dirty="0"/>
              <a:t>Framing the associated barcode</a:t>
            </a:r>
          </a:p>
          <a:p>
            <a:pPr lvl="1"/>
            <a:r>
              <a:rPr lang="en-US" b="0" kern="0" noProof="0" dirty="0"/>
              <a:t>Saving a pic of the item</a:t>
            </a:r>
          </a:p>
          <a:p>
            <a:r>
              <a:rPr lang="en-US" b="0" kern="0" noProof="0" dirty="0"/>
              <a:t>The session is interactive</a:t>
            </a:r>
          </a:p>
          <a:p>
            <a:pPr lvl="1"/>
            <a:r>
              <a:rPr lang="en-US" b="0" kern="0" noProof="0" dirty="0"/>
              <a:t>The salesperson can add  or  delete items in any moment   </a:t>
            </a:r>
          </a:p>
          <a:p>
            <a:r>
              <a:rPr lang="en-US" b="0" kern="0" noProof="0" dirty="0"/>
              <a:t>NB Item pricelist is not  open to Elio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19" y="1219200"/>
            <a:ext cx="2891487" cy="5140423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649C51FB-37E5-122A-AD57-39DB0A220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45893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9141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prices:</a:t>
            </a:r>
            <a:br>
              <a:rPr lang="en-US" noProof="0" dirty="0"/>
            </a:br>
            <a:r>
              <a:rPr lang="en-US" noProof="0" dirty="0"/>
              <a:t>option 1 manual entry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D4A5518-158F-4ABB-ADC8-EB75124B22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752" y="1628800"/>
            <a:ext cx="5760640" cy="3240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C6F378F5-640A-4BEB-A368-CEFA681DEFA1}"/>
              </a:ext>
            </a:extLst>
          </p:cNvPr>
          <p:cNvSpPr txBox="1">
            <a:spLocks/>
          </p:cNvSpPr>
          <p:nvPr/>
        </p:nvSpPr>
        <p:spPr>
          <a:xfrm>
            <a:off x="2000672" y="5157192"/>
            <a:ext cx="7344816" cy="13960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salesperson adds item process manually  </a:t>
            </a:r>
          </a:p>
          <a:p>
            <a:r>
              <a:rPr lang="en-US" b="0" kern="0" noProof="0" dirty="0"/>
              <a:t>Otherwise,</a:t>
            </a:r>
            <a:r>
              <a:rPr lang="en-US" b="0" kern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0" kern="0" noProof="0" dirty="0"/>
              <a:t>prices</a:t>
            </a:r>
            <a:r>
              <a:rPr lang="en-US" b="0" kern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0" kern="0" noProof="0" dirty="0"/>
              <a:t>are downloaded from the shop pricelist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8FE6FDB5-F18C-110E-3E2A-54BDFB7810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523805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0876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04528" y="304800"/>
            <a:ext cx="8170863" cy="914400"/>
          </a:xfrm>
        </p:spPr>
        <p:txBody>
          <a:bodyPr/>
          <a:lstStyle/>
          <a:p>
            <a:r>
              <a:rPr lang="en-US" noProof="0" dirty="0"/>
              <a:t>Shop : prices:</a:t>
            </a:r>
            <a:br>
              <a:rPr lang="en-US" noProof="0" dirty="0"/>
            </a:br>
            <a:r>
              <a:rPr lang="en-US" noProof="0" dirty="0"/>
              <a:t>option 2 barcode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340768"/>
            <a:ext cx="3850010" cy="521243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salesperson gets on the smartphone the barcodes of the  cart items  </a:t>
            </a:r>
          </a:p>
          <a:p>
            <a:r>
              <a:rPr lang="en-US" b="0" kern="0" noProof="0" dirty="0"/>
              <a:t>The salesperson loads the  prices of the items e.g.  from the cash barcodes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94794"/>
            <a:ext cx="2891487" cy="5140421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1E70CAF7-F171-1050-4E93-863F1886AD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01251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3144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item list for the customer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340768"/>
            <a:ext cx="3850010" cy="521243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 customer receives the priced item list with associated pics </a:t>
            </a:r>
          </a:p>
          <a:p>
            <a:r>
              <a:rPr lang="en-US" b="0" kern="0" noProof="0" dirty="0"/>
              <a:t>The customer confirms, changes, or delete the items in the cart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19" y="1219202"/>
            <a:ext cx="2891486" cy="5140419"/>
          </a:xfrm>
          <a:prstGeom prst="rect">
            <a:avLst/>
          </a:prstGeom>
        </p:spPr>
      </p:pic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D8B6F87D-8709-4D49-8BE2-2A219C509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58842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21798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5DF4F5-5843-4C07-AABE-D8DD35C2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paying options 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457200"/>
            <a:r>
              <a:rPr lang="en-US" noProof="0" dirty="0"/>
              <a:t>EXX receives the payment</a:t>
            </a:r>
          </a:p>
          <a:p>
            <a:pPr marL="514350" indent="-457200"/>
            <a:r>
              <a:rPr lang="en-US" noProof="0" dirty="0"/>
              <a:t>EXX charges its fees and transfers the payment to the shop </a:t>
            </a:r>
          </a:p>
          <a:p>
            <a:pPr marL="514350" indent="-457200"/>
            <a:r>
              <a:rPr lang="en-US" noProof="0" dirty="0"/>
              <a:t>The customer can save the cart and decide later what  to buy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981" y="1524000"/>
            <a:ext cx="2571750" cy="4572000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EEF85C28-AB91-309E-824C-2F282F1D3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944417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4567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 (Organization Breakdown Structure)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B69641B-C355-4B9E-912E-49AFF02B9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825541"/>
              </p:ext>
            </p:extLst>
          </p:nvPr>
        </p:nvGraphicFramePr>
        <p:xfrm>
          <a:off x="2000250" y="1524000"/>
          <a:ext cx="71628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1C7D1E1D-0A5A-A53B-2431-C8BFDC2995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135295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53780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Work Packages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2EF52A8-835E-410A-B31C-35472C1EDA33}"/>
              </a:ext>
            </a:extLst>
          </p:cNvPr>
          <p:cNvSpPr/>
          <p:nvPr/>
        </p:nvSpPr>
        <p:spPr bwMode="auto">
          <a:xfrm>
            <a:off x="3013949" y="2019744"/>
            <a:ext cx="1687451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WP3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Personal   Shopper 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00B61D3-2F73-4F2D-B653-30D52455B5AF}"/>
              </a:ext>
            </a:extLst>
          </p:cNvPr>
          <p:cNvSpPr/>
          <p:nvPr/>
        </p:nvSpPr>
        <p:spPr bwMode="auto">
          <a:xfrm>
            <a:off x="3013950" y="4259433"/>
            <a:ext cx="1687451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0" noProof="0" dirty="0"/>
              <a:t>WP5 </a:t>
            </a:r>
          </a:p>
          <a:p>
            <a:pPr algn="ctr"/>
            <a:r>
              <a:rPr lang="en-US" sz="1800" b="0" noProof="0" dirty="0"/>
              <a:t>Payment Management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F9AB877-0099-494D-AF4E-23BEBA68FEC4}"/>
              </a:ext>
            </a:extLst>
          </p:cNvPr>
          <p:cNvSpPr/>
          <p:nvPr/>
        </p:nvSpPr>
        <p:spPr bwMode="auto">
          <a:xfrm>
            <a:off x="6873900" y="2019744"/>
            <a:ext cx="1603502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WP4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Remote Consumer 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F2C244A-A25C-481F-AA94-1392D3C510C0}"/>
              </a:ext>
            </a:extLst>
          </p:cNvPr>
          <p:cNvSpPr/>
          <p:nvPr/>
        </p:nvSpPr>
        <p:spPr bwMode="auto">
          <a:xfrm>
            <a:off x="4995276" y="4259433"/>
            <a:ext cx="1603502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WP6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Shop Management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23B634B-59C0-443C-A128-F26247598887}"/>
              </a:ext>
            </a:extLst>
          </p:cNvPr>
          <p:cNvSpPr/>
          <p:nvPr/>
        </p:nvSpPr>
        <p:spPr bwMode="auto">
          <a:xfrm>
            <a:off x="6877889" y="4259433"/>
            <a:ext cx="1603502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WP7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Visit /Shop Analysis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8FE9B7CA-C888-418A-B39A-D157F94C36B2}"/>
              </a:ext>
            </a:extLst>
          </p:cNvPr>
          <p:cNvSpPr/>
          <p:nvPr/>
        </p:nvSpPr>
        <p:spPr bwMode="auto">
          <a:xfrm rot="16200000">
            <a:off x="7274193" y="3597392"/>
            <a:ext cx="3895875" cy="534753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0" noProof="0" dirty="0"/>
              <a:t>WP2 Communication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C8E8A55D-4209-F3C8-0286-0E0B60F4B2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15227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6D41338-5EE9-4469-286B-A939548FA627}"/>
              </a:ext>
            </a:extLst>
          </p:cNvPr>
          <p:cNvSpPr/>
          <p:nvPr/>
        </p:nvSpPr>
        <p:spPr bwMode="auto">
          <a:xfrm>
            <a:off x="4995276" y="2019744"/>
            <a:ext cx="1687451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WP1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Project Management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9B61BAD-5D17-6EFD-89B9-CDF3F7ED48D7}"/>
              </a:ext>
            </a:extLst>
          </p:cNvPr>
          <p:cNvSpPr/>
          <p:nvPr/>
        </p:nvSpPr>
        <p:spPr bwMode="auto">
          <a:xfrm rot="16200000">
            <a:off x="431548" y="3627861"/>
            <a:ext cx="3895875" cy="534753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0" i="1" noProof="0" dirty="0"/>
              <a:t>WP 9 Test / Pilot Deployment</a:t>
            </a:r>
          </a:p>
        </p:txBody>
      </p:sp>
    </p:spTree>
    <p:extLst>
      <p:ext uri="{BB962C8B-B14F-4D97-AF65-F5344CB8AC3E}">
        <p14:creationId xmlns:p14="http://schemas.microsoft.com/office/powerpoint/2010/main" val="3038627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WP1 – IT Project management (Project Office)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Duration: M1 to M12</a:t>
            </a:r>
          </a:p>
          <a:p>
            <a:r>
              <a:rPr lang="en-US" noProof="0" dirty="0"/>
              <a:t>Objective: Control the relevant issues of the IT project </a:t>
            </a:r>
          </a:p>
          <a:p>
            <a:r>
              <a:rPr lang="en-US" noProof="0" dirty="0"/>
              <a:t>Tasks:</a:t>
            </a:r>
          </a:p>
          <a:p>
            <a:pPr lvl="1"/>
            <a:r>
              <a:rPr lang="en-US" noProof="0" dirty="0"/>
              <a:t>Time and Cost Management </a:t>
            </a:r>
          </a:p>
          <a:p>
            <a:pPr lvl="2"/>
            <a:r>
              <a:rPr lang="en-US" noProof="0" dirty="0"/>
              <a:t>Project planning </a:t>
            </a:r>
          </a:p>
          <a:p>
            <a:pPr lvl="2"/>
            <a:r>
              <a:rPr lang="en-US" noProof="0" dirty="0"/>
              <a:t>Monthly Progress Report </a:t>
            </a:r>
          </a:p>
          <a:p>
            <a:pPr lvl="2"/>
            <a:r>
              <a:rPr lang="en-US" noProof="0" dirty="0"/>
              <a:t>Monthly Plan Review </a:t>
            </a:r>
          </a:p>
          <a:p>
            <a:pPr lvl="2"/>
            <a:r>
              <a:rPr lang="en-US" noProof="0" dirty="0"/>
              <a:t>Cost</a:t>
            </a:r>
          </a:p>
          <a:p>
            <a:pPr lvl="2"/>
            <a:r>
              <a:rPr lang="en-US" noProof="0" dirty="0"/>
              <a:t>Project Risk</a:t>
            </a:r>
          </a:p>
          <a:p>
            <a:pPr lvl="1"/>
            <a:r>
              <a:rPr lang="en-US" noProof="0" dirty="0"/>
              <a:t>Compliance Planning and Control</a:t>
            </a:r>
          </a:p>
          <a:p>
            <a:pPr lvl="2"/>
            <a:r>
              <a:rPr lang="en-US" noProof="0" dirty="0"/>
              <a:t>Software Quality</a:t>
            </a:r>
          </a:p>
          <a:p>
            <a:pPr lvl="2"/>
            <a:r>
              <a:rPr lang="en-US" noProof="0" dirty="0"/>
              <a:t>Privacy (GDPR) </a:t>
            </a:r>
          </a:p>
          <a:p>
            <a:pPr lvl="1"/>
            <a:r>
              <a:rPr lang="en-US" noProof="0" dirty="0"/>
              <a:t>Project Change Management </a:t>
            </a:r>
          </a:p>
          <a:p>
            <a:pPr lvl="1"/>
            <a:r>
              <a:rPr lang="en-US" noProof="0" dirty="0"/>
              <a:t>Documentation and communications support</a:t>
            </a:r>
          </a:p>
          <a:p>
            <a:r>
              <a:rPr lang="en-US" noProof="0" dirty="0"/>
              <a:t>Effort: 10% of development resources 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Remarks: Monthly cycle </a:t>
            </a:r>
          </a:p>
          <a:p>
            <a:endParaRPr lang="en-US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70A902D-F9FE-3CFE-791F-FDB5E7EE1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537606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3435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WP2 – Communications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Duration: M1 to </a:t>
            </a:r>
            <a:r>
              <a:rPr lang="en-US" noProof="0" dirty="0" err="1"/>
              <a:t>Mf</a:t>
            </a:r>
            <a:endParaRPr lang="en-US" noProof="0" dirty="0"/>
          </a:p>
          <a:p>
            <a:r>
              <a:rPr lang="en-US" noProof="0" dirty="0"/>
              <a:t>Objective: Make the project visible to consumers and  shops and assure GDPR (privacy) </a:t>
            </a:r>
          </a:p>
          <a:p>
            <a:r>
              <a:rPr lang="en-US" noProof="0" dirty="0"/>
              <a:t>WBE:</a:t>
            </a:r>
          </a:p>
          <a:p>
            <a:pPr lvl="1"/>
            <a:r>
              <a:rPr lang="en-US" noProof="0" dirty="0"/>
              <a:t>Plan and manage communication with brands</a:t>
            </a:r>
          </a:p>
          <a:p>
            <a:pPr lvl="1"/>
            <a:r>
              <a:rPr lang="en-US" noProof="0" dirty="0"/>
              <a:t>Identify influencers </a:t>
            </a:r>
          </a:p>
          <a:p>
            <a:pPr lvl="1"/>
            <a:r>
              <a:rPr lang="en-US" noProof="0" dirty="0"/>
              <a:t>Create and disseminate clip </a:t>
            </a:r>
          </a:p>
          <a:p>
            <a:pPr lvl="1"/>
            <a:r>
              <a:rPr lang="en-US" noProof="0" dirty="0"/>
              <a:t>Organize events </a:t>
            </a:r>
          </a:p>
          <a:p>
            <a:pPr lvl="1"/>
            <a:r>
              <a:rPr lang="en-US" noProof="0" dirty="0"/>
              <a:t>Publish on social networks</a:t>
            </a:r>
          </a:p>
          <a:p>
            <a:pPr lvl="1"/>
            <a:r>
              <a:rPr lang="en-US" noProof="0" dirty="0"/>
              <a:t>Advertise consumers </a:t>
            </a:r>
          </a:p>
          <a:p>
            <a:pPr lvl="1"/>
            <a:r>
              <a:rPr lang="en-US" noProof="0" dirty="0"/>
              <a:t>Define GDPR profile</a:t>
            </a:r>
          </a:p>
          <a:p>
            <a:r>
              <a:rPr lang="en-US" noProof="0" dirty="0"/>
              <a:t>Effort : TBD</a:t>
            </a:r>
          </a:p>
          <a:p>
            <a:r>
              <a:rPr lang="en-US" noProof="0" dirty="0"/>
              <a:t>Leader: TBD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C174527-3810-4C18-A523-104CB32B66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85000" lnSpcReduction="20000"/>
          </a:bodyPr>
          <a:lstStyle/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/>
              <a:t>Steering Committee</a:t>
            </a:r>
          </a:p>
          <a:p>
            <a:pPr lvl="1"/>
            <a:r>
              <a:rPr lang="en-US" noProof="0" dirty="0"/>
              <a:t>Chinese Partner </a:t>
            </a:r>
          </a:p>
          <a:p>
            <a:pPr lvl="1"/>
            <a:r>
              <a:rPr lang="en-US" noProof="0" dirty="0"/>
              <a:t>Italian Chamber of Commerce </a:t>
            </a:r>
          </a:p>
          <a:p>
            <a:pPr lvl="1"/>
            <a:r>
              <a:rPr lang="en-US" noProof="0" dirty="0"/>
              <a:t>Brand Partners 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Clip Italian / English/ Chinese </a:t>
            </a:r>
          </a:p>
          <a:p>
            <a:pPr lvl="1"/>
            <a:r>
              <a:rPr lang="en-US" noProof="0" dirty="0"/>
              <a:t>Contract with Influencers </a:t>
            </a:r>
          </a:p>
          <a:p>
            <a:pPr lvl="1"/>
            <a:r>
              <a:rPr lang="en-US" noProof="0" dirty="0"/>
              <a:t>Events </a:t>
            </a:r>
          </a:p>
          <a:p>
            <a:pPr lvl="1"/>
            <a:r>
              <a:rPr lang="en-US" noProof="0" dirty="0"/>
              <a:t>Newspapers article for brands 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1B4981BE-2B0B-FE0B-84CC-076C5E9228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743091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007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WP3 - Personal Shopper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Duration: M1 to M4</a:t>
            </a:r>
          </a:p>
          <a:p>
            <a:r>
              <a:rPr lang="en-US" noProof="0" dirty="0"/>
              <a:t>Objective: Minimum Viable Product (website, personal shopper app, personal shopper payment)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Streaming integration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Website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Creation of test environment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Payment system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System test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Field test with a multi-brand shop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 with a branded shop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Release to personal shoppers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CCC172F-2576-4184-B494-A9F8FC1C7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 anchor="ctr">
            <a:normAutofit fontScale="85000" lnSpcReduction="20000"/>
          </a:bodyPr>
          <a:lstStyle/>
          <a:p>
            <a:r>
              <a:rPr lang="en-US" noProof="0" dirty="0"/>
              <a:t>Effort: TBD </a:t>
            </a:r>
          </a:p>
          <a:p>
            <a:r>
              <a:rPr lang="en-US" noProof="0" dirty="0"/>
              <a:t>Leader: </a:t>
            </a:r>
            <a:r>
              <a:rPr lang="en-US" noProof="0" dirty="0" err="1"/>
              <a:t>xxxx</a:t>
            </a:r>
            <a:r>
              <a:rPr lang="en-US" noProof="0" dirty="0"/>
              <a:t> </a:t>
            </a:r>
          </a:p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/>
              <a:t>AA (streaming) </a:t>
            </a:r>
          </a:p>
          <a:p>
            <a:pPr lvl="1"/>
            <a:r>
              <a:rPr lang="en-US" noProof="0" dirty="0"/>
              <a:t>Personal Shopper (test) </a:t>
            </a:r>
          </a:p>
          <a:p>
            <a:pPr lvl="1"/>
            <a:r>
              <a:rPr lang="en-US" noProof="0" dirty="0"/>
              <a:t>Remote consumer (test) 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Downloadable Android App for Consumers and Operators </a:t>
            </a:r>
          </a:p>
          <a:p>
            <a:pPr lvl="1"/>
            <a:r>
              <a:rPr lang="en-US" noProof="0" dirty="0"/>
              <a:t>Directions and demo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Only English or Italian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0F1ABD19-098E-7B54-DDD8-32A1AA08A6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668173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6649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WP4 – International consumer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Duration: M4 to M8</a:t>
            </a:r>
          </a:p>
          <a:p>
            <a:r>
              <a:rPr lang="en-US" noProof="0" dirty="0"/>
              <a:t>Objective: finalize the software for visit management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Shop Selection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Visit Reservation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Scoring /back-end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 preparation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Consumer test</a:t>
            </a:r>
          </a:p>
          <a:p>
            <a:r>
              <a:rPr lang="en-US" noProof="0" dirty="0"/>
              <a:t>Effort: TBD</a:t>
            </a:r>
          </a:p>
          <a:p>
            <a:pPr lvl="1"/>
            <a:endParaRPr lang="en-US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C9B57EF-5D1A-482B-B791-F59B879D1A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Leader:  </a:t>
            </a:r>
            <a:r>
              <a:rPr lang="en-US" noProof="0" dirty="0" err="1"/>
              <a:t>xxxx</a:t>
            </a:r>
            <a:r>
              <a:rPr lang="en-US" noProof="0" dirty="0"/>
              <a:t> </a:t>
            </a:r>
          </a:p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 err="1"/>
              <a:t>bbbb</a:t>
            </a:r>
            <a:r>
              <a:rPr lang="en-US" noProof="0" dirty="0"/>
              <a:t> (streaming)</a:t>
            </a:r>
          </a:p>
          <a:p>
            <a:pPr lvl="1"/>
            <a:r>
              <a:rPr lang="en-US" noProof="0" dirty="0"/>
              <a:t>Chinese Consumers (test) </a:t>
            </a:r>
          </a:p>
          <a:p>
            <a:pPr lvl="1"/>
            <a:r>
              <a:rPr lang="en-US" noProof="0" dirty="0"/>
              <a:t>Partner Shops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IOS/Safari streaming </a:t>
            </a:r>
          </a:p>
          <a:p>
            <a:pPr lvl="1"/>
            <a:r>
              <a:rPr lang="en-US" noProof="0" dirty="0"/>
              <a:t>Multilingual downloadable App for Consumers and Operators </a:t>
            </a:r>
          </a:p>
          <a:p>
            <a:pPr lvl="1"/>
            <a:r>
              <a:rPr lang="en-US" noProof="0" dirty="0"/>
              <a:t>Multilingual directions and demo</a:t>
            </a:r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717A670-0899-4E23-8EF1-147552F61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14666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646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WP5 – Payment Management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Duration: TBD</a:t>
            </a:r>
          </a:p>
          <a:p>
            <a:r>
              <a:rPr lang="en-US" noProof="0" dirty="0"/>
              <a:t>Objective: finalize the payment system for  international consumers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Define payment systems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Check with payment institutions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Develop payment procedure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 preparation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Consumer test</a:t>
            </a:r>
          </a:p>
          <a:p>
            <a:r>
              <a:rPr lang="en-US" noProof="0" dirty="0"/>
              <a:t>Effort: TBD</a:t>
            </a:r>
          </a:p>
          <a:p>
            <a:pPr lvl="1"/>
            <a:endParaRPr lang="en-US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C9B57EF-5D1A-482B-B791-F59B879D1A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Leader: </a:t>
            </a:r>
            <a:r>
              <a:rPr lang="en-US" noProof="0" dirty="0" err="1"/>
              <a:t>xxxxx</a:t>
            </a:r>
            <a:r>
              <a:rPr lang="en-US" noProof="0" dirty="0"/>
              <a:t> </a:t>
            </a:r>
          </a:p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/>
              <a:t>Partner Shops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Add-on to App</a:t>
            </a:r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ED06149-7E1E-66F6-373C-2E8525AF38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983377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67576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WP6 – Shop Management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Duration: M1 to M5</a:t>
            </a:r>
          </a:p>
          <a:p>
            <a:r>
              <a:rPr lang="en-US" noProof="0" dirty="0"/>
              <a:t>Objective: develop the software by which the shop manages visits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Interface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Spec sprint (Product Backlog definition)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Reservation Management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Salespersons Management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  Scoring 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Effort: TBD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Agile approach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49EEB363-A17F-D702-5FE9-33EF9AF7E4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601628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3123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WP7 – Shop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Duration: TBD</a:t>
            </a:r>
          </a:p>
          <a:p>
            <a:r>
              <a:rPr lang="en-US" noProof="0" dirty="0"/>
              <a:t>Objective: develop the software to analyze visits by shop/location/item/customer region and alike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Service Architecture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Spec sprint (Product Backlog definition)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 Profiling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Customer’s Dashboard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Shop’s Dashboard</a:t>
            </a:r>
          </a:p>
          <a:p>
            <a:r>
              <a:rPr lang="en-US" noProof="0" dirty="0"/>
              <a:t>Effort :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Agile approach </a:t>
            </a:r>
          </a:p>
          <a:p>
            <a:pPr lvl="1"/>
            <a:r>
              <a:rPr lang="en-US" noProof="0" dirty="0"/>
              <a:t>BI application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92419B0-5D1C-4829-9159-3C0E5A719A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215683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84161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BA26-352E-544C-4EBD-F234AFDF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B2DDC9-1089-1A70-9A9E-AE1C82FA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WP7 – Shop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513437-913F-41B6-0006-3A2D0EF1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Duration: TBD</a:t>
            </a:r>
          </a:p>
          <a:p>
            <a:r>
              <a:rPr lang="en-US" noProof="0" dirty="0"/>
              <a:t>Objective: develop the software to analyze visits by shop/location/item/customer region and alike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Service Architecture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Spec sprint (Product Backlog definition)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 Profiling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Customer’s Dashboard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Shop’s Dashboard</a:t>
            </a:r>
          </a:p>
          <a:p>
            <a:r>
              <a:rPr lang="en-US" noProof="0" dirty="0"/>
              <a:t>Effort :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Agile approach 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4F392ADB-5B08-7229-C0DC-6869F86B68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64364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1519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BC0FD-2E4D-7A72-136B-CB5CA341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32E53-A0B5-64B3-200C-DCBDCAC4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REVIEW QUESTIONS: </a:t>
            </a:r>
            <a:br>
              <a:rPr lang="en-US" noProof="0" dirty="0"/>
            </a:br>
            <a:r>
              <a:rPr lang="en-US" noProof="0" dirty="0"/>
              <a:t>PROJECT CHARTER  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5670F345-4A7D-7DD1-A8EA-E688A0465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A feasibility study should be at least a project charter, i.e., a document that is complete and robust enough to launch a project </a:t>
            </a:r>
          </a:p>
          <a:p>
            <a:r>
              <a:rPr lang="en-US" dirty="0"/>
              <a:t>Use Project Integration of PMBOK 6 as a reference guide</a:t>
            </a:r>
            <a:endParaRPr lang="en-US" noProof="0" dirty="0"/>
          </a:p>
          <a:p>
            <a:r>
              <a:rPr lang="en-US" noProof="0" dirty="0"/>
              <a:t>With this objective, review each chapter of this feasibility draft in terms of  </a:t>
            </a:r>
          </a:p>
          <a:p>
            <a:pPr lvl="1"/>
            <a:r>
              <a:rPr lang="en-US" dirty="0"/>
              <a:t>Completeness: are significant points addressed?</a:t>
            </a:r>
          </a:p>
          <a:p>
            <a:pPr lvl="1"/>
            <a:r>
              <a:rPr lang="en-US" dirty="0"/>
              <a:t>Robustness and detail </a:t>
            </a:r>
          </a:p>
          <a:p>
            <a:r>
              <a:rPr lang="en-US" noProof="0" dirty="0"/>
              <a:t>Prepare a table with your comments </a:t>
            </a:r>
            <a:r>
              <a:rPr lang="en-US" dirty="0"/>
              <a:t>and suggestions </a:t>
            </a:r>
            <a:endParaRPr lang="en-US" noProof="0" dirty="0"/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06454A29-A45F-831C-EE0A-7ABEC85976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717780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Segnaposto contenuto 13">
            <a:extLst>
              <a:ext uri="{FF2B5EF4-FFF2-40B4-BE49-F238E27FC236}">
                <a16:creationId xmlns:a16="http://schemas.microsoft.com/office/drawing/2014/main" id="{18C8F382-3958-C926-DE80-573300897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4210050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5" name="Segnaposto contenuto 11">
            <a:extLst>
              <a:ext uri="{FF2B5EF4-FFF2-40B4-BE49-F238E27FC236}">
                <a16:creationId xmlns:a16="http://schemas.microsoft.com/office/drawing/2014/main" id="{2CFC3C5C-A855-12CB-F469-8CF9D4F288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483286"/>
              </p:ext>
            </p:extLst>
          </p:nvPr>
        </p:nvGraphicFramePr>
        <p:xfrm>
          <a:off x="5495924" y="1524000"/>
          <a:ext cx="3921570" cy="324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300">
                  <a:extLst>
                    <a:ext uri="{9D8B030D-6E8A-4147-A177-3AD203B41FA5}">
                      <a16:colId xmlns:a16="http://schemas.microsoft.com/office/drawing/2014/main" val="810319915"/>
                    </a:ext>
                  </a:extLst>
                </a:gridCol>
                <a:gridCol w="1141080">
                  <a:extLst>
                    <a:ext uri="{9D8B030D-6E8A-4147-A177-3AD203B41FA5}">
                      <a16:colId xmlns:a16="http://schemas.microsoft.com/office/drawing/2014/main" val="2699269692"/>
                    </a:ext>
                  </a:extLst>
                </a:gridCol>
                <a:gridCol w="1307190">
                  <a:extLst>
                    <a:ext uri="{9D8B030D-6E8A-4147-A177-3AD203B41FA5}">
                      <a16:colId xmlns:a16="http://schemas.microsoft.com/office/drawing/2014/main" val="2961029469"/>
                    </a:ext>
                  </a:extLst>
                </a:gridCol>
              </a:tblGrid>
              <a:tr h="32082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ysClr val="windowText" lastClr="000000"/>
                          </a:solidFill>
                        </a:rPr>
                        <a:t>Area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 err="1">
                          <a:solidFill>
                            <a:sysClr val="windowText" lastClr="000000"/>
                          </a:solidFill>
                        </a:rPr>
                        <a:t>Comments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 err="1">
                          <a:solidFill>
                            <a:sysClr val="windowText" lastClr="000000"/>
                          </a:solidFill>
                        </a:rPr>
                        <a:t>Suggestions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082857"/>
                  </a:ext>
                </a:extLst>
              </a:tr>
              <a:tr h="640684">
                <a:tc>
                  <a:txBody>
                    <a:bodyPr/>
                    <a:lstStyle/>
                    <a:p>
                      <a:r>
                        <a:rPr lang="it-IT" dirty="0"/>
                        <a:t>Scope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475207"/>
                  </a:ext>
                </a:extLst>
              </a:tr>
              <a:tr h="744520">
                <a:tc>
                  <a:txBody>
                    <a:bodyPr/>
                    <a:lstStyle/>
                    <a:p>
                      <a:r>
                        <a:rPr lang="it-IT" dirty="0"/>
                        <a:t>Architecture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758767"/>
                  </a:ext>
                </a:extLst>
              </a:tr>
              <a:tr h="760260">
                <a:tc>
                  <a:txBody>
                    <a:bodyPr/>
                    <a:lstStyle/>
                    <a:p>
                      <a:r>
                        <a:rPr lang="it-IT" dirty="0" err="1"/>
                        <a:t>Functions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812092"/>
                  </a:ext>
                </a:extLst>
              </a:tr>
              <a:tr h="760260">
                <a:tc>
                  <a:txBody>
                    <a:bodyPr/>
                    <a:lstStyle/>
                    <a:p>
                      <a:r>
                        <a:rPr lang="it-IT" dirty="0"/>
                        <a:t>Project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2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81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BADE-31E7-1C3C-8D04-2A96BB09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234244-EF51-7122-0B55-4117A2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REVIEW QUESTIONS;</a:t>
            </a:r>
            <a:br>
              <a:rPr lang="en-US" noProof="0" dirty="0"/>
            </a:br>
            <a:r>
              <a:rPr lang="en-US" noProof="0" dirty="0"/>
              <a:t>PROJECT MNGT KNOWLEDGE AREAS  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E5077B9-D690-C14F-BA56-B608BE06F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922018" cy="4572000"/>
          </a:xfrm>
        </p:spPr>
        <p:txBody>
          <a:bodyPr anchor="ctr">
            <a:normAutofit fontScale="85000" lnSpcReduction="10000"/>
          </a:bodyPr>
          <a:lstStyle/>
          <a:p>
            <a:r>
              <a:rPr lang="en-US" noProof="0" dirty="0"/>
              <a:t>According to PMBOK a project charter should  address 9 knowledge areas by subsidiary plans </a:t>
            </a:r>
          </a:p>
          <a:p>
            <a:r>
              <a:rPr lang="en-US" dirty="0"/>
              <a:t>Please review each chapter of this feasibility draft in terms of  </a:t>
            </a:r>
          </a:p>
          <a:p>
            <a:pPr lvl="1"/>
            <a:r>
              <a:rPr lang="en-US" dirty="0"/>
              <a:t>Completeness: are significant points addressed?</a:t>
            </a:r>
          </a:p>
          <a:p>
            <a:pPr lvl="1"/>
            <a:r>
              <a:rPr lang="en-US" dirty="0"/>
              <a:t>Robustness and detail </a:t>
            </a:r>
          </a:p>
          <a:p>
            <a:r>
              <a:rPr lang="en-US" dirty="0"/>
              <a:t>Prepare a table with your comments and suggestions </a:t>
            </a:r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1C16B9E5-ADD9-4BF6-B17D-002BD855511C}"/>
              </a:ext>
            </a:extLst>
          </p:cNvPr>
          <p:cNvGraphicFramePr>
            <a:graphicFrameLocks/>
          </p:cNvGraphicFramePr>
          <p:nvPr/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Segnaposto contenuto 12">
            <a:extLst>
              <a:ext uri="{FF2B5EF4-FFF2-40B4-BE49-F238E27FC236}">
                <a16:creationId xmlns:a16="http://schemas.microsoft.com/office/drawing/2014/main" id="{AC0F2C4E-63CF-375E-98E7-3CC942A6072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9802009"/>
              </p:ext>
            </p:extLst>
          </p:nvPr>
        </p:nvGraphicFramePr>
        <p:xfrm>
          <a:off x="6177136" y="1716752"/>
          <a:ext cx="3379467" cy="4160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6489">
                  <a:extLst>
                    <a:ext uri="{9D8B030D-6E8A-4147-A177-3AD203B41FA5}">
                      <a16:colId xmlns:a16="http://schemas.microsoft.com/office/drawing/2014/main" val="2999455238"/>
                    </a:ext>
                  </a:extLst>
                </a:gridCol>
                <a:gridCol w="1126489">
                  <a:extLst>
                    <a:ext uri="{9D8B030D-6E8A-4147-A177-3AD203B41FA5}">
                      <a16:colId xmlns:a16="http://schemas.microsoft.com/office/drawing/2014/main" val="2496987198"/>
                    </a:ext>
                  </a:extLst>
                </a:gridCol>
                <a:gridCol w="1126489">
                  <a:extLst>
                    <a:ext uri="{9D8B030D-6E8A-4147-A177-3AD203B41FA5}">
                      <a16:colId xmlns:a16="http://schemas.microsoft.com/office/drawing/2014/main" val="2962930130"/>
                    </a:ext>
                  </a:extLst>
                </a:gridCol>
              </a:tblGrid>
              <a:tr h="1220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Comments</a:t>
                      </a:r>
                      <a:r>
                        <a:rPr lang="it-IT" sz="1400" dirty="0"/>
                        <a:t>  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Suggestions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66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Integration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9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Scope 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5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Time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15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Cost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1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Quality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2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HR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061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Communi-cations 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9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Risk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31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Procurement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07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Stakeholder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62583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</TotalTime>
  <Words>2062</Words>
  <Application>Microsoft Office PowerPoint</Application>
  <PresentationFormat>A4 (21x29,7 cm)</PresentationFormat>
  <Paragraphs>613</Paragraphs>
  <Slides>49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3" baseType="lpstr">
      <vt:lpstr>Open Sans Semibold</vt:lpstr>
      <vt:lpstr>Times New Roman</vt:lpstr>
      <vt:lpstr>Blank Presentation</vt:lpstr>
      <vt:lpstr>Fotografia di Photo Editor</vt:lpstr>
      <vt:lpstr>VIRTUAL SHOPPING   A DRAFT </vt:lpstr>
      <vt:lpstr>Virtual shopping (VS)</vt:lpstr>
      <vt:lpstr>Remote  Shopping</vt:lpstr>
      <vt:lpstr>Virtual  Shopping:  Digital transformation areas</vt:lpstr>
      <vt:lpstr>Virtual visit process</vt:lpstr>
      <vt:lpstr>Streaming </vt:lpstr>
      <vt:lpstr>Smart Glass</vt:lpstr>
      <vt:lpstr>Streaming:  flow DB/smartphone salesperson </vt:lpstr>
      <vt:lpstr>Streaming:   call to the shopper</vt:lpstr>
      <vt:lpstr>Streaming: visione</vt:lpstr>
      <vt:lpstr>Database Conceptual Schema </vt:lpstr>
      <vt:lpstr>Database Conceptual Schema </vt:lpstr>
      <vt:lpstr>App download</vt:lpstr>
      <vt:lpstr>Remote consumer </vt:lpstr>
      <vt:lpstr>Remote consumer </vt:lpstr>
      <vt:lpstr>Remote consumer </vt:lpstr>
      <vt:lpstr>Remote consumer </vt:lpstr>
      <vt:lpstr>Remote consumer </vt:lpstr>
      <vt:lpstr>Remote Consumer</vt:lpstr>
      <vt:lpstr>Remote consumer</vt:lpstr>
      <vt:lpstr>Remote consumer</vt:lpstr>
      <vt:lpstr>Remote consumer</vt:lpstr>
      <vt:lpstr>Remote consumer</vt:lpstr>
      <vt:lpstr>Remote consumer</vt:lpstr>
      <vt:lpstr>Remote consumer</vt:lpstr>
      <vt:lpstr>Remote consumer</vt:lpstr>
      <vt:lpstr>Shop</vt:lpstr>
      <vt:lpstr>Shop</vt:lpstr>
      <vt:lpstr>Shop</vt:lpstr>
      <vt:lpstr>Shop</vt:lpstr>
      <vt:lpstr>Shop</vt:lpstr>
      <vt:lpstr>Shop : visit management</vt:lpstr>
      <vt:lpstr>Shop : cart </vt:lpstr>
      <vt:lpstr>Shop : prices: option 1 manual entry</vt:lpstr>
      <vt:lpstr>Shop : prices: option 2 barcode</vt:lpstr>
      <vt:lpstr>Shop : item list for the customer</vt:lpstr>
      <vt:lpstr>Shop : paying options </vt:lpstr>
      <vt:lpstr>OBS (Organization Breakdown Structure)</vt:lpstr>
      <vt:lpstr>Work Packages</vt:lpstr>
      <vt:lpstr>WP1 – IT Project management (Project Office)</vt:lpstr>
      <vt:lpstr>WP2 – Communications</vt:lpstr>
      <vt:lpstr>WP3 - Personal Shopper </vt:lpstr>
      <vt:lpstr>WP4 – International consumer</vt:lpstr>
      <vt:lpstr>WP5 – Payment Management</vt:lpstr>
      <vt:lpstr>WP6 – Shop Management</vt:lpstr>
      <vt:lpstr>WP7 – Shop Analysis</vt:lpstr>
      <vt:lpstr>WP7 – Shop Analysis</vt:lpstr>
      <vt:lpstr>REVIEW QUESTIONS:  PROJECT CHARTER  </vt:lpstr>
      <vt:lpstr>REVIEW QUESTIONS; PROJECT MNGT KNOWLEDGE AREAS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2116</cp:revision>
  <cp:lastPrinted>2019-04-04T09:53:34Z</cp:lastPrinted>
  <dcterms:created xsi:type="dcterms:W3CDTF">1998-09-05T08:17:15Z</dcterms:created>
  <dcterms:modified xsi:type="dcterms:W3CDTF">2025-10-12T09:32:06Z</dcterms:modified>
</cp:coreProperties>
</file>