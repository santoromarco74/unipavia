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02" r:id="rId2"/>
    <p:sldId id="403" r:id="rId3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0000"/>
    <a:srgbClr val="003366"/>
    <a:srgbClr val="000066"/>
    <a:srgbClr val="7030A0"/>
    <a:srgbClr val="000000"/>
    <a:srgbClr val="CC0000"/>
    <a:srgbClr val="CC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86" autoAdjust="0"/>
    <p:restoredTop sz="91826" autoAdjust="0"/>
  </p:normalViewPr>
  <p:slideViewPr>
    <p:cSldViewPr>
      <p:cViewPr varScale="1">
        <p:scale>
          <a:sx n="67" d="100"/>
          <a:sy n="67" d="100"/>
        </p:scale>
        <p:origin x="1358" y="2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1890" y="-102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374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99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09866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042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0199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61496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6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007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FB9F0-C7E1-4EB3-ABFA-DF281AB322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7916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04C78-4664-4215-8D7B-DEEDB8940D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30851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278641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8632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24368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44343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37069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17688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742950" y="38862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02935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097016" y="17526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97016" y="41148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17526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38918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097016" y="17526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97016" y="41148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/>
          <p:cNvSpPr>
            <a:spLocks noGrp="1"/>
          </p:cNvSpPr>
          <p:nvPr>
            <p:ph sz="quarter" idx="10"/>
          </p:nvPr>
        </p:nvSpPr>
        <p:spPr>
          <a:xfrm>
            <a:off x="742950" y="17526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/>
          <p:cNvSpPr>
            <a:spLocks noGrp="1"/>
          </p:cNvSpPr>
          <p:nvPr>
            <p:ph sz="quarter" idx="11"/>
          </p:nvPr>
        </p:nvSpPr>
        <p:spPr>
          <a:xfrm>
            <a:off x="742950" y="41148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2361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524000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1" imgW="5028571" imgH="4866667" progId="MSPhotoEd.3">
                  <p:embed/>
                </p:oleObj>
              </mc:Choice>
              <mc:Fallback>
                <p:oleObj name="Fotografia di Photo Editor" r:id="rId21" imgW="5028571" imgH="4866667" progId="MSPhotoEd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4" r:id="rId18"/>
    <p:sldLayoutId id="2147483705" r:id="rId1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RISK ASSESSMENT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702491B5-169E-29E9-23ED-EC62022B5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it-IT" b="1" dirty="0"/>
              <a:t>FOREWORD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5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E0F2-2ED7-E09D-CB28-17B51035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B16B39E-66F6-A3F9-857C-A3437133B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RISK ASSESSMENT OBJECTIVES  OF  THE  PROJECT RISK SESSION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29460EB7-BFC9-2504-31D8-E4628B027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Learn how to IDENTIFY project risks by addressing the risk factors</a:t>
            </a:r>
          </a:p>
          <a:p>
            <a:r>
              <a:rPr lang="en-US" dirty="0"/>
              <a:t>Learn how to MITIGATE /AVOID risks </a:t>
            </a:r>
          </a:p>
          <a:p>
            <a:r>
              <a:rPr lang="en-US" dirty="0"/>
              <a:t>Learn how to assign risk RESPONSIBILITY (map risks on the  project organization)</a:t>
            </a:r>
          </a:p>
          <a:p>
            <a:r>
              <a:rPr lang="en-US" dirty="0"/>
              <a:t>Learn how to MEASURE risks</a:t>
            </a:r>
          </a:p>
          <a:p>
            <a:r>
              <a:rPr lang="en-US" dirty="0"/>
              <a:t>Learn how to MONITOR and REPORT risks </a:t>
            </a:r>
          </a:p>
          <a:p>
            <a:r>
              <a:rPr lang="en-US" dirty="0"/>
              <a:t>Learn how to </a:t>
            </a:r>
            <a:r>
              <a:rPr lang="en-US"/>
              <a:t>identify SOCIETAL </a:t>
            </a:r>
            <a:r>
              <a:rPr lang="en-US" dirty="0"/>
              <a:t>IMPACT and potential project </a:t>
            </a:r>
            <a:r>
              <a:rPr lang="en-US"/>
              <a:t>refusal, plan </a:t>
            </a:r>
            <a:r>
              <a:rPr lang="en-US" dirty="0"/>
              <a:t>counter-measures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03429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1541</TotalTime>
  <Words>68</Words>
  <Application>Microsoft Office PowerPoint</Application>
  <PresentationFormat>A4 (21x29,7 cm)</PresentationFormat>
  <Paragraphs>9</Paragraphs>
  <Slides>2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Times New Roman</vt:lpstr>
      <vt:lpstr>Blank Presentation</vt:lpstr>
      <vt:lpstr>Fotografia di Photo Editor</vt:lpstr>
      <vt:lpstr>RISK ASSESSMENT</vt:lpstr>
      <vt:lpstr>RISK ASSESSMENT OBJECTIVES  OF  THE  PROJECT RISK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1907</cp:revision>
  <cp:lastPrinted>1999-09-25T10:12:07Z</cp:lastPrinted>
  <dcterms:created xsi:type="dcterms:W3CDTF">1998-09-05T08:17:15Z</dcterms:created>
  <dcterms:modified xsi:type="dcterms:W3CDTF">2025-11-17T20:44:52Z</dcterms:modified>
</cp:coreProperties>
</file>