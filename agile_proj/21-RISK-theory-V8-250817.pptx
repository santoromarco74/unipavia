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tags/tag1.xml" ContentType="application/vnd.openxmlformats-officedocument.presentationml.tags+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tags/tag2.xml" ContentType="application/vnd.openxmlformats-officedocument.presentationml.tags+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10.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11.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2.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71"/>
  </p:notesMasterIdLst>
  <p:handoutMasterIdLst>
    <p:handoutMasterId r:id="rId72"/>
  </p:handoutMasterIdLst>
  <p:sldIdLst>
    <p:sldId id="351" r:id="rId2"/>
    <p:sldId id="445" r:id="rId3"/>
    <p:sldId id="397" r:id="rId4"/>
    <p:sldId id="399" r:id="rId5"/>
    <p:sldId id="415" r:id="rId6"/>
    <p:sldId id="446" r:id="rId7"/>
    <p:sldId id="290" r:id="rId8"/>
    <p:sldId id="441" r:id="rId9"/>
    <p:sldId id="438" r:id="rId10"/>
    <p:sldId id="443" r:id="rId11"/>
    <p:sldId id="444" r:id="rId12"/>
    <p:sldId id="414" r:id="rId13"/>
    <p:sldId id="437" r:id="rId14"/>
    <p:sldId id="447" r:id="rId15"/>
    <p:sldId id="432" r:id="rId16"/>
    <p:sldId id="398" r:id="rId17"/>
    <p:sldId id="410" r:id="rId18"/>
    <p:sldId id="449" r:id="rId19"/>
    <p:sldId id="453" r:id="rId20"/>
    <p:sldId id="362" r:id="rId21"/>
    <p:sldId id="411" r:id="rId22"/>
    <p:sldId id="364" r:id="rId23"/>
    <p:sldId id="377" r:id="rId24"/>
    <p:sldId id="374" r:id="rId25"/>
    <p:sldId id="376" r:id="rId26"/>
    <p:sldId id="313" r:id="rId27"/>
    <p:sldId id="378" r:id="rId28"/>
    <p:sldId id="379" r:id="rId29"/>
    <p:sldId id="418" r:id="rId30"/>
    <p:sldId id="380" r:id="rId31"/>
    <p:sldId id="381" r:id="rId32"/>
    <p:sldId id="433" r:id="rId33"/>
    <p:sldId id="382" r:id="rId34"/>
    <p:sldId id="383" r:id="rId35"/>
    <p:sldId id="440" r:id="rId36"/>
    <p:sldId id="430" r:id="rId37"/>
    <p:sldId id="384" r:id="rId38"/>
    <p:sldId id="385" r:id="rId39"/>
    <p:sldId id="408" r:id="rId40"/>
    <p:sldId id="409" r:id="rId41"/>
    <p:sldId id="396" r:id="rId42"/>
    <p:sldId id="387" r:id="rId43"/>
    <p:sldId id="388" r:id="rId44"/>
    <p:sldId id="389" r:id="rId45"/>
    <p:sldId id="390" r:id="rId46"/>
    <p:sldId id="392" r:id="rId47"/>
    <p:sldId id="452" r:id="rId48"/>
    <p:sldId id="391" r:id="rId49"/>
    <p:sldId id="451" r:id="rId50"/>
    <p:sldId id="402" r:id="rId51"/>
    <p:sldId id="413" r:id="rId52"/>
    <p:sldId id="412" r:id="rId53"/>
    <p:sldId id="455" r:id="rId54"/>
    <p:sldId id="471" r:id="rId55"/>
    <p:sldId id="456" r:id="rId56"/>
    <p:sldId id="473" r:id="rId57"/>
    <p:sldId id="360" r:id="rId58"/>
    <p:sldId id="474" r:id="rId59"/>
    <p:sldId id="472" r:id="rId60"/>
    <p:sldId id="375" r:id="rId61"/>
    <p:sldId id="461" r:id="rId62"/>
    <p:sldId id="462" r:id="rId63"/>
    <p:sldId id="463" r:id="rId64"/>
    <p:sldId id="464" r:id="rId65"/>
    <p:sldId id="466" r:id="rId66"/>
    <p:sldId id="467" r:id="rId67"/>
    <p:sldId id="468" r:id="rId68"/>
    <p:sldId id="469" r:id="rId69"/>
    <p:sldId id="470" r:id="rId70"/>
  </p:sldIdLst>
  <p:sldSz cx="9906000" cy="6858000" type="A4"/>
  <p:notesSz cx="6858000" cy="9945688"/>
  <p:kinsoku lang="ja-JP" invalStChars="、。，．・：；？！゛゜ヽヾゝゞ々ー’”）〕］｝〉》」』】°‰′″℃￠％ぁぃぅぇぉっゃゅょゎァィゥェォッャュョヮヵヶ!%),.:;?]}｡｣､･ｧｨｩｪｫｬｭｮｯｰﾞﾟ" invalEndChars="‘“（〔［｛〈《「『【￥＄$([\{｢￡"/>
  <p:defaultTextStyle>
    <a:defPPr>
      <a:defRPr lang="it-IT"/>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32">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FF0000"/>
    <a:srgbClr val="003366"/>
    <a:srgbClr val="000066"/>
    <a:srgbClr val="7030A0"/>
    <a:srgbClr val="000000"/>
    <a:srgbClr val="CC0000"/>
    <a:srgbClr val="CC33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Stile con tema 1 - Color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86" autoAdjust="0"/>
    <p:restoredTop sz="91826" autoAdjust="0"/>
  </p:normalViewPr>
  <p:slideViewPr>
    <p:cSldViewPr>
      <p:cViewPr varScale="1">
        <p:scale>
          <a:sx n="90" d="100"/>
          <a:sy n="90" d="100"/>
        </p:scale>
        <p:origin x="1434" y="306"/>
      </p:cViewPr>
      <p:guideLst>
        <p:guide orient="horz" pos="2160"/>
        <p:guide pos="312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9150"/>
    </p:cViewPr>
  </p:sorterViewPr>
  <p:notesViewPr>
    <p:cSldViewPr>
      <p:cViewPr varScale="1">
        <p:scale>
          <a:sx n="49" d="100"/>
          <a:sy n="49" d="100"/>
        </p:scale>
        <p:origin x="-1890" y="-102"/>
      </p:cViewPr>
      <p:guideLst>
        <p:guide orient="horz" pos="3132"/>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radarChart>
        <c:radarStyle val="filled"/>
        <c:varyColors val="0"/>
        <c:ser>
          <c:idx val="0"/>
          <c:order val="0"/>
          <c:tx>
            <c:strRef>
              <c:f>Foglio1!$B$1</c:f>
              <c:strCache>
                <c:ptCount val="1"/>
                <c:pt idx="0">
                  <c:v>A</c:v>
                </c:pt>
              </c:strCache>
            </c:strRef>
          </c:tx>
          <c:spPr>
            <a:solidFill>
              <a:schemeClr val="accent1">
                <a:alpha val="50196"/>
              </a:schemeClr>
            </a:solidFill>
            <a:ln w="25400">
              <a:solidFill>
                <a:schemeClr val="accent1"/>
              </a:solidFill>
              <a:prstDash val="sysDot"/>
            </a:ln>
            <a:effectLst/>
          </c:spPr>
          <c:cat>
            <c:strRef>
              <c:f>Foglio1!$A$2:$A$4</c:f>
              <c:strCache>
                <c:ptCount val="3"/>
                <c:pt idx="0">
                  <c:v>Inn</c:v>
                </c:pt>
                <c:pt idx="1">
                  <c:v>Size</c:v>
                </c:pt>
                <c:pt idx="2">
                  <c:v>Uncer</c:v>
                </c:pt>
              </c:strCache>
            </c:strRef>
          </c:cat>
          <c:val>
            <c:numRef>
              <c:f>Foglio1!$B$2:$B$4</c:f>
              <c:numCache>
                <c:formatCode>General</c:formatCode>
                <c:ptCount val="3"/>
                <c:pt idx="0">
                  <c:v>100</c:v>
                </c:pt>
                <c:pt idx="1">
                  <c:v>32</c:v>
                </c:pt>
                <c:pt idx="2">
                  <c:v>20</c:v>
                </c:pt>
              </c:numCache>
            </c:numRef>
          </c:val>
          <c:extLst>
            <c:ext xmlns:c16="http://schemas.microsoft.com/office/drawing/2014/chart" uri="{C3380CC4-5D6E-409C-BE32-E72D297353CC}">
              <c16:uniqueId val="{00000000-FB55-4841-A760-A8E6B97B198A}"/>
            </c:ext>
          </c:extLst>
        </c:ser>
        <c:ser>
          <c:idx val="1"/>
          <c:order val="1"/>
          <c:tx>
            <c:strRef>
              <c:f>Foglio1!$C$1</c:f>
              <c:strCache>
                <c:ptCount val="1"/>
                <c:pt idx="0">
                  <c:v>B </c:v>
                </c:pt>
              </c:strCache>
            </c:strRef>
          </c:tx>
          <c:spPr>
            <a:solidFill>
              <a:schemeClr val="accent2">
                <a:alpha val="50196"/>
              </a:schemeClr>
            </a:solidFill>
            <a:ln w="25400">
              <a:solidFill>
                <a:schemeClr val="accent2"/>
              </a:solidFill>
              <a:prstDash val="sysDot"/>
            </a:ln>
            <a:effectLst/>
          </c:spPr>
          <c:cat>
            <c:strRef>
              <c:f>Foglio1!$A$2:$A$4</c:f>
              <c:strCache>
                <c:ptCount val="3"/>
                <c:pt idx="0">
                  <c:v>Inn</c:v>
                </c:pt>
                <c:pt idx="1">
                  <c:v>Size</c:v>
                </c:pt>
                <c:pt idx="2">
                  <c:v>Uncer</c:v>
                </c:pt>
              </c:strCache>
            </c:strRef>
          </c:cat>
          <c:val>
            <c:numRef>
              <c:f>Foglio1!$C$2:$C$4</c:f>
              <c:numCache>
                <c:formatCode>General</c:formatCode>
                <c:ptCount val="3"/>
                <c:pt idx="0">
                  <c:v>40</c:v>
                </c:pt>
                <c:pt idx="1">
                  <c:v>90</c:v>
                </c:pt>
                <c:pt idx="2">
                  <c:v>70</c:v>
                </c:pt>
              </c:numCache>
            </c:numRef>
          </c:val>
          <c:extLst>
            <c:ext xmlns:c16="http://schemas.microsoft.com/office/drawing/2014/chart" uri="{C3380CC4-5D6E-409C-BE32-E72D297353CC}">
              <c16:uniqueId val="{00000001-FB55-4841-A760-A8E6B97B198A}"/>
            </c:ext>
          </c:extLst>
        </c:ser>
        <c:dLbls>
          <c:showLegendKey val="0"/>
          <c:showVal val="0"/>
          <c:showCatName val="0"/>
          <c:showSerName val="0"/>
          <c:showPercent val="0"/>
          <c:showBubbleSize val="0"/>
        </c:dLbls>
        <c:axId val="271743232"/>
        <c:axId val="277401600"/>
      </c:radarChart>
      <c:catAx>
        <c:axId val="271743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it-IT"/>
          </a:p>
        </c:txPr>
        <c:crossAx val="277401600"/>
        <c:crosses val="autoZero"/>
        <c:auto val="1"/>
        <c:lblAlgn val="ctr"/>
        <c:lblOffset val="100"/>
        <c:noMultiLvlLbl val="0"/>
      </c:catAx>
      <c:valAx>
        <c:axId val="27740160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7174323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4000"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10"/>
    </mc:Choice>
    <mc:Fallback>
      <c:style val="10"/>
    </mc:Fallback>
  </mc:AlternateContent>
  <c:chart>
    <c:autoTitleDeleted val="1"/>
    <c:plotArea>
      <c:layout/>
      <c:radarChart>
        <c:radarStyle val="marker"/>
        <c:varyColors val="0"/>
        <c:ser>
          <c:idx val="0"/>
          <c:order val="0"/>
          <c:tx>
            <c:strRef>
              <c:f>Foglio1!$B$1</c:f>
              <c:strCache>
                <c:ptCount val="1"/>
                <c:pt idx="0">
                  <c:v>Information Sharing</c:v>
                </c:pt>
              </c:strCache>
            </c:strRef>
          </c:tx>
          <c:marker>
            <c:symbol val="none"/>
          </c:marker>
          <c:cat>
            <c:strRef>
              <c:f>Foglio1!$A$2:$A$4</c:f>
              <c:strCache>
                <c:ptCount val="3"/>
                <c:pt idx="0">
                  <c:v>Innovation</c:v>
                </c:pt>
                <c:pt idx="1">
                  <c:v>Size</c:v>
                </c:pt>
                <c:pt idx="2">
                  <c:v>Uncertainty</c:v>
                </c:pt>
              </c:strCache>
            </c:strRef>
          </c:cat>
          <c:val>
            <c:numRef>
              <c:f>Foglio1!$B$2:$B$4</c:f>
              <c:numCache>
                <c:formatCode>General</c:formatCode>
                <c:ptCount val="3"/>
                <c:pt idx="0">
                  <c:v>21</c:v>
                </c:pt>
                <c:pt idx="1">
                  <c:v>24</c:v>
                </c:pt>
                <c:pt idx="2">
                  <c:v>25</c:v>
                </c:pt>
              </c:numCache>
            </c:numRef>
          </c:val>
          <c:extLst>
            <c:ext xmlns:c16="http://schemas.microsoft.com/office/drawing/2014/chart" uri="{C3380CC4-5D6E-409C-BE32-E72D297353CC}">
              <c16:uniqueId val="{00000000-B4BE-40C5-938E-9AC456681985}"/>
            </c:ext>
          </c:extLst>
        </c:ser>
        <c:ser>
          <c:idx val="1"/>
          <c:order val="1"/>
          <c:tx>
            <c:strRef>
              <c:f>Foglio1!$C$1</c:f>
              <c:strCache>
                <c:ptCount val="1"/>
                <c:pt idx="0">
                  <c:v>Maximum</c:v>
                </c:pt>
              </c:strCache>
            </c:strRef>
          </c:tx>
          <c:marker>
            <c:symbol val="none"/>
          </c:marker>
          <c:cat>
            <c:strRef>
              <c:f>Foglio1!$A$2:$A$4</c:f>
              <c:strCache>
                <c:ptCount val="3"/>
                <c:pt idx="0">
                  <c:v>Innovation</c:v>
                </c:pt>
                <c:pt idx="1">
                  <c:v>Size</c:v>
                </c:pt>
                <c:pt idx="2">
                  <c:v>Uncertainty</c:v>
                </c:pt>
              </c:strCache>
            </c:strRef>
          </c:cat>
          <c:val>
            <c:numRef>
              <c:f>Foglio1!$C$2:$C$4</c:f>
              <c:numCache>
                <c:formatCode>General</c:formatCode>
                <c:ptCount val="3"/>
                <c:pt idx="0">
                  <c:v>35</c:v>
                </c:pt>
                <c:pt idx="1">
                  <c:v>30</c:v>
                </c:pt>
                <c:pt idx="2">
                  <c:v>35</c:v>
                </c:pt>
              </c:numCache>
            </c:numRef>
          </c:val>
          <c:extLst>
            <c:ext xmlns:c16="http://schemas.microsoft.com/office/drawing/2014/chart" uri="{C3380CC4-5D6E-409C-BE32-E72D297353CC}">
              <c16:uniqueId val="{00000001-B4BE-40C5-938E-9AC456681985}"/>
            </c:ext>
          </c:extLst>
        </c:ser>
        <c:ser>
          <c:idx val="2"/>
          <c:order val="2"/>
          <c:tx>
            <c:strRef>
              <c:f>Foglio1!$D$1</c:f>
              <c:strCache>
                <c:ptCount val="1"/>
                <c:pt idx="0">
                  <c:v>Acceptable values</c:v>
                </c:pt>
              </c:strCache>
            </c:strRef>
          </c:tx>
          <c:marker>
            <c:symbol val="none"/>
          </c:marker>
          <c:cat>
            <c:strRef>
              <c:f>Foglio1!$A$2:$A$4</c:f>
              <c:strCache>
                <c:ptCount val="3"/>
                <c:pt idx="0">
                  <c:v>Innovation</c:v>
                </c:pt>
                <c:pt idx="1">
                  <c:v>Size</c:v>
                </c:pt>
                <c:pt idx="2">
                  <c:v>Uncertainty</c:v>
                </c:pt>
              </c:strCache>
            </c:strRef>
          </c:cat>
          <c:val>
            <c:numRef>
              <c:f>Foglio1!$D$2:$D$4</c:f>
              <c:numCache>
                <c:formatCode>General</c:formatCode>
                <c:ptCount val="3"/>
                <c:pt idx="0">
                  <c:v>0</c:v>
                </c:pt>
                <c:pt idx="1">
                  <c:v>0</c:v>
                </c:pt>
                <c:pt idx="2">
                  <c:v>0</c:v>
                </c:pt>
              </c:numCache>
            </c:numRef>
          </c:val>
          <c:extLst>
            <c:ext xmlns:c16="http://schemas.microsoft.com/office/drawing/2014/chart" uri="{C3380CC4-5D6E-409C-BE32-E72D297353CC}">
              <c16:uniqueId val="{00000002-B4BE-40C5-938E-9AC456681985}"/>
            </c:ext>
          </c:extLst>
        </c:ser>
        <c:dLbls>
          <c:showLegendKey val="0"/>
          <c:showVal val="0"/>
          <c:showCatName val="0"/>
          <c:showSerName val="0"/>
          <c:showPercent val="0"/>
          <c:showBubbleSize val="0"/>
        </c:dLbls>
        <c:axId val="187785600"/>
        <c:axId val="187787136"/>
      </c:radarChart>
      <c:catAx>
        <c:axId val="187785600"/>
        <c:scaling>
          <c:orientation val="minMax"/>
        </c:scaling>
        <c:delete val="0"/>
        <c:axPos val="b"/>
        <c:majorGridlines/>
        <c:numFmt formatCode="General" sourceLinked="1"/>
        <c:majorTickMark val="none"/>
        <c:minorTickMark val="none"/>
        <c:tickLblPos val="nextTo"/>
        <c:txPr>
          <a:bodyPr/>
          <a:lstStyle/>
          <a:p>
            <a:pPr>
              <a:defRPr sz="2400"/>
            </a:pPr>
            <a:endParaRPr lang="en-US"/>
          </a:p>
        </c:txPr>
        <c:crossAx val="187787136"/>
        <c:crosses val="autoZero"/>
        <c:auto val="1"/>
        <c:lblAlgn val="ctr"/>
        <c:lblOffset val="100"/>
        <c:noMultiLvlLbl val="0"/>
      </c:catAx>
      <c:valAx>
        <c:axId val="187787136"/>
        <c:scaling>
          <c:orientation val="minMax"/>
        </c:scaling>
        <c:delete val="0"/>
        <c:axPos val="l"/>
        <c:majorGridlines/>
        <c:numFmt formatCode="General" sourceLinked="1"/>
        <c:majorTickMark val="out"/>
        <c:minorTickMark val="none"/>
        <c:tickLblPos val="nextTo"/>
        <c:crossAx val="187785600"/>
        <c:crosses val="autoZero"/>
        <c:crossBetween val="between"/>
      </c:valAx>
    </c:plotArea>
    <c:plotVisOnly val="1"/>
    <c:dispBlanksAs val="gap"/>
    <c:showDLblsOverMax val="0"/>
  </c:chart>
  <c:txPr>
    <a:bodyPr/>
    <a:lstStyle/>
    <a:p>
      <a:pPr>
        <a:defRPr sz="12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EAA2AB-85B3-4CDD-9870-EAA41AA3E736}" type="doc">
      <dgm:prSet loTypeId="urn:microsoft.com/office/officeart/2005/8/layout/matrix3" loCatId="matrix" qsTypeId="urn:microsoft.com/office/officeart/2005/8/quickstyle/simple1" qsCatId="simple" csTypeId="urn:microsoft.com/office/officeart/2005/8/colors/accent0_1" csCatId="mainScheme" phldr="1"/>
      <dgm:spPr/>
      <dgm:t>
        <a:bodyPr/>
        <a:lstStyle/>
        <a:p>
          <a:endParaRPr lang="en-US"/>
        </a:p>
      </dgm:t>
    </dgm:pt>
    <dgm:pt modelId="{0F06E698-B7B4-4487-A2C0-9C9F3E35B8C5}">
      <dgm:prSet phldrT="[Testo]"/>
      <dgm:spPr>
        <a:solidFill>
          <a:schemeClr val="bg1">
            <a:lumMod val="95000"/>
          </a:schemeClr>
        </a:solidFill>
      </dgm:spPr>
      <dgm:t>
        <a:bodyPr/>
        <a:lstStyle/>
        <a:p>
          <a:r>
            <a:rPr lang="en-US" noProof="0" dirty="0"/>
            <a:t>Risk Management </a:t>
          </a:r>
        </a:p>
      </dgm:t>
    </dgm:pt>
    <dgm:pt modelId="{8F6C8DD8-496F-4AFF-8555-5D6D94124A10}" type="parTrans" cxnId="{B38CEBE1-D49C-45FA-A386-978D59C4EC74}">
      <dgm:prSet/>
      <dgm:spPr/>
      <dgm:t>
        <a:bodyPr/>
        <a:lstStyle/>
        <a:p>
          <a:endParaRPr lang="en-US"/>
        </a:p>
      </dgm:t>
    </dgm:pt>
    <dgm:pt modelId="{A96E5A11-0B16-4000-B322-3F2BF139C3C9}" type="sibTrans" cxnId="{B38CEBE1-D49C-45FA-A386-978D59C4EC74}">
      <dgm:prSet/>
      <dgm:spPr/>
      <dgm:t>
        <a:bodyPr/>
        <a:lstStyle/>
        <a:p>
          <a:endParaRPr lang="en-US"/>
        </a:p>
      </dgm:t>
    </dgm:pt>
    <dgm:pt modelId="{88E7F5E9-1296-485A-8CE1-E9AEC82941C5}">
      <dgm:prSet phldrT="[Testo]"/>
      <dgm:spPr>
        <a:solidFill>
          <a:srgbClr val="FF0000"/>
        </a:solidFill>
      </dgm:spPr>
      <dgm:t>
        <a:bodyPr/>
        <a:lstStyle/>
        <a:p>
          <a:r>
            <a:rPr lang="en-US" noProof="0" dirty="0">
              <a:solidFill>
                <a:schemeClr val="bg1"/>
              </a:solidFill>
            </a:rPr>
            <a:t>Risk Mitigation/ reduction </a:t>
          </a:r>
        </a:p>
      </dgm:t>
    </dgm:pt>
    <dgm:pt modelId="{8451FE29-25FD-413A-A728-5510EE9842AC}" type="parTrans" cxnId="{0CCC1045-AF47-466A-BD67-7A92EF0C1E0A}">
      <dgm:prSet/>
      <dgm:spPr/>
      <dgm:t>
        <a:bodyPr/>
        <a:lstStyle/>
        <a:p>
          <a:endParaRPr lang="en-US"/>
        </a:p>
      </dgm:t>
    </dgm:pt>
    <dgm:pt modelId="{E8DFF8C0-FF7E-4BF9-9174-82D85AC045C9}" type="sibTrans" cxnId="{0CCC1045-AF47-466A-BD67-7A92EF0C1E0A}">
      <dgm:prSet/>
      <dgm:spPr/>
      <dgm:t>
        <a:bodyPr/>
        <a:lstStyle/>
        <a:p>
          <a:endParaRPr lang="en-US"/>
        </a:p>
      </dgm:t>
    </dgm:pt>
    <dgm:pt modelId="{A3A14EC2-3F9F-4917-80BA-2BB117575DD7}">
      <dgm:prSet phldrT="[Testo]"/>
      <dgm:spPr>
        <a:solidFill>
          <a:srgbClr val="00B050"/>
        </a:solidFill>
      </dgm:spPr>
      <dgm:t>
        <a:bodyPr/>
        <a:lstStyle/>
        <a:p>
          <a:r>
            <a:rPr lang="en-US" b="0" i="0" noProof="0" dirty="0">
              <a:solidFill>
                <a:schemeClr val="bg1"/>
              </a:solidFill>
            </a:rPr>
            <a:t>Negligible</a:t>
          </a:r>
          <a:r>
            <a:rPr lang="en-US" b="0" noProof="0" dirty="0">
              <a:solidFill>
                <a:schemeClr val="bg1"/>
              </a:solidFill>
            </a:rPr>
            <a:t>   Risk</a:t>
          </a:r>
        </a:p>
      </dgm:t>
    </dgm:pt>
    <dgm:pt modelId="{F2025CEC-BCFE-4CCA-BA91-86B7E34E8CA1}" type="parTrans" cxnId="{1207BE92-390E-48D5-8BF1-E7F16E1F013D}">
      <dgm:prSet/>
      <dgm:spPr/>
      <dgm:t>
        <a:bodyPr/>
        <a:lstStyle/>
        <a:p>
          <a:endParaRPr lang="en-US"/>
        </a:p>
      </dgm:t>
    </dgm:pt>
    <dgm:pt modelId="{B989EAFC-C66D-45B2-8FDB-87C839FBD8E9}" type="sibTrans" cxnId="{1207BE92-390E-48D5-8BF1-E7F16E1F013D}">
      <dgm:prSet/>
      <dgm:spPr/>
      <dgm:t>
        <a:bodyPr/>
        <a:lstStyle/>
        <a:p>
          <a:endParaRPr lang="en-US"/>
        </a:p>
      </dgm:t>
    </dgm:pt>
    <dgm:pt modelId="{B828649E-5DD7-40D8-821C-DA05AFF7350D}">
      <dgm:prSet phldrT="[Testo]"/>
      <dgm:spPr>
        <a:solidFill>
          <a:schemeClr val="bg1">
            <a:lumMod val="95000"/>
          </a:schemeClr>
        </a:solidFill>
      </dgm:spPr>
      <dgm:t>
        <a:bodyPr/>
        <a:lstStyle/>
        <a:p>
          <a:r>
            <a:rPr lang="en-US" noProof="0" dirty="0"/>
            <a:t>Risk Management</a:t>
          </a:r>
        </a:p>
      </dgm:t>
    </dgm:pt>
    <dgm:pt modelId="{AB4F72AE-0C0C-4A8C-9781-6915BCEAFBDD}" type="parTrans" cxnId="{EFD11B60-FB57-4EC2-B6A2-836208FD7B94}">
      <dgm:prSet/>
      <dgm:spPr/>
      <dgm:t>
        <a:bodyPr/>
        <a:lstStyle/>
        <a:p>
          <a:endParaRPr lang="en-US"/>
        </a:p>
      </dgm:t>
    </dgm:pt>
    <dgm:pt modelId="{9A7C8FA7-D2E4-4464-9404-EC4FDAA5F73D}" type="sibTrans" cxnId="{EFD11B60-FB57-4EC2-B6A2-836208FD7B94}">
      <dgm:prSet/>
      <dgm:spPr/>
      <dgm:t>
        <a:bodyPr/>
        <a:lstStyle/>
        <a:p>
          <a:endParaRPr lang="en-US"/>
        </a:p>
      </dgm:t>
    </dgm:pt>
    <dgm:pt modelId="{8908BE8C-8C73-4E8D-81D4-ECE15DA0DD79}" type="pres">
      <dgm:prSet presAssocID="{81EAA2AB-85B3-4CDD-9870-EAA41AA3E736}" presName="matrix" presStyleCnt="0">
        <dgm:presLayoutVars>
          <dgm:chMax val="1"/>
          <dgm:dir/>
          <dgm:resizeHandles val="exact"/>
        </dgm:presLayoutVars>
      </dgm:prSet>
      <dgm:spPr/>
    </dgm:pt>
    <dgm:pt modelId="{815102A3-322D-4CA7-B249-AEEA9F027F8A}" type="pres">
      <dgm:prSet presAssocID="{81EAA2AB-85B3-4CDD-9870-EAA41AA3E736}" presName="diamond" presStyleLbl="bgShp" presStyleIdx="0" presStyleCnt="1"/>
      <dgm:spPr/>
    </dgm:pt>
    <dgm:pt modelId="{73AB0AF2-639A-44BA-AD39-3187C016BBFF}" type="pres">
      <dgm:prSet presAssocID="{81EAA2AB-85B3-4CDD-9870-EAA41AA3E736}" presName="quad1" presStyleLbl="node1" presStyleIdx="0" presStyleCnt="4">
        <dgm:presLayoutVars>
          <dgm:chMax val="0"/>
          <dgm:chPref val="0"/>
          <dgm:bulletEnabled val="1"/>
        </dgm:presLayoutVars>
      </dgm:prSet>
      <dgm:spPr/>
    </dgm:pt>
    <dgm:pt modelId="{FE4A703C-44BD-4604-9ABB-1F89B29139D7}" type="pres">
      <dgm:prSet presAssocID="{81EAA2AB-85B3-4CDD-9870-EAA41AA3E736}" presName="quad2" presStyleLbl="node1" presStyleIdx="1" presStyleCnt="4">
        <dgm:presLayoutVars>
          <dgm:chMax val="0"/>
          <dgm:chPref val="0"/>
          <dgm:bulletEnabled val="1"/>
        </dgm:presLayoutVars>
      </dgm:prSet>
      <dgm:spPr/>
    </dgm:pt>
    <dgm:pt modelId="{B37C9DAF-8F9F-421C-95EE-68232EEEC250}" type="pres">
      <dgm:prSet presAssocID="{81EAA2AB-85B3-4CDD-9870-EAA41AA3E736}" presName="quad3" presStyleLbl="node1" presStyleIdx="2" presStyleCnt="4">
        <dgm:presLayoutVars>
          <dgm:chMax val="0"/>
          <dgm:chPref val="0"/>
          <dgm:bulletEnabled val="1"/>
        </dgm:presLayoutVars>
      </dgm:prSet>
      <dgm:spPr/>
    </dgm:pt>
    <dgm:pt modelId="{E9C51CFF-163D-49A5-888A-A101CA4C6296}" type="pres">
      <dgm:prSet presAssocID="{81EAA2AB-85B3-4CDD-9870-EAA41AA3E736}" presName="quad4" presStyleLbl="node1" presStyleIdx="3" presStyleCnt="4">
        <dgm:presLayoutVars>
          <dgm:chMax val="0"/>
          <dgm:chPref val="0"/>
          <dgm:bulletEnabled val="1"/>
        </dgm:presLayoutVars>
      </dgm:prSet>
      <dgm:spPr/>
    </dgm:pt>
  </dgm:ptLst>
  <dgm:cxnLst>
    <dgm:cxn modelId="{EFD11B60-FB57-4EC2-B6A2-836208FD7B94}" srcId="{81EAA2AB-85B3-4CDD-9870-EAA41AA3E736}" destId="{B828649E-5DD7-40D8-821C-DA05AFF7350D}" srcOrd="3" destOrd="0" parTransId="{AB4F72AE-0C0C-4A8C-9781-6915BCEAFBDD}" sibTransId="{9A7C8FA7-D2E4-4464-9404-EC4FDAA5F73D}"/>
    <dgm:cxn modelId="{D16AF962-BDDC-4CB8-8637-1791F85412D3}" type="presOf" srcId="{81EAA2AB-85B3-4CDD-9870-EAA41AA3E736}" destId="{8908BE8C-8C73-4E8D-81D4-ECE15DA0DD79}" srcOrd="0" destOrd="0" presId="urn:microsoft.com/office/officeart/2005/8/layout/matrix3"/>
    <dgm:cxn modelId="{0CCC1045-AF47-466A-BD67-7A92EF0C1E0A}" srcId="{81EAA2AB-85B3-4CDD-9870-EAA41AA3E736}" destId="{88E7F5E9-1296-485A-8CE1-E9AEC82941C5}" srcOrd="1" destOrd="0" parTransId="{8451FE29-25FD-413A-A728-5510EE9842AC}" sibTransId="{E8DFF8C0-FF7E-4BF9-9174-82D85AC045C9}"/>
    <dgm:cxn modelId="{F9D89274-150D-4DD8-BFDA-D41658E5B837}" type="presOf" srcId="{0F06E698-B7B4-4487-A2C0-9C9F3E35B8C5}" destId="{73AB0AF2-639A-44BA-AD39-3187C016BBFF}" srcOrd="0" destOrd="0" presId="urn:microsoft.com/office/officeart/2005/8/layout/matrix3"/>
    <dgm:cxn modelId="{BD59E583-A41C-4189-B7E3-93C275F443B1}" type="presOf" srcId="{A3A14EC2-3F9F-4917-80BA-2BB117575DD7}" destId="{B37C9DAF-8F9F-421C-95EE-68232EEEC250}" srcOrd="0" destOrd="0" presId="urn:microsoft.com/office/officeart/2005/8/layout/matrix3"/>
    <dgm:cxn modelId="{1207BE92-390E-48D5-8BF1-E7F16E1F013D}" srcId="{81EAA2AB-85B3-4CDD-9870-EAA41AA3E736}" destId="{A3A14EC2-3F9F-4917-80BA-2BB117575DD7}" srcOrd="2" destOrd="0" parTransId="{F2025CEC-BCFE-4CCA-BA91-86B7E34E8CA1}" sibTransId="{B989EAFC-C66D-45B2-8FDB-87C839FBD8E9}"/>
    <dgm:cxn modelId="{01593CC9-3828-497E-BD96-0C76A7BCBC98}" type="presOf" srcId="{B828649E-5DD7-40D8-821C-DA05AFF7350D}" destId="{E9C51CFF-163D-49A5-888A-A101CA4C6296}" srcOrd="0" destOrd="0" presId="urn:microsoft.com/office/officeart/2005/8/layout/matrix3"/>
    <dgm:cxn modelId="{B38CEBE1-D49C-45FA-A386-978D59C4EC74}" srcId="{81EAA2AB-85B3-4CDD-9870-EAA41AA3E736}" destId="{0F06E698-B7B4-4487-A2C0-9C9F3E35B8C5}" srcOrd="0" destOrd="0" parTransId="{8F6C8DD8-496F-4AFF-8555-5D6D94124A10}" sibTransId="{A96E5A11-0B16-4000-B322-3F2BF139C3C9}"/>
    <dgm:cxn modelId="{4EDDF9E8-A6D7-4757-A390-2ECD8B8F90C9}" type="presOf" srcId="{88E7F5E9-1296-485A-8CE1-E9AEC82941C5}" destId="{FE4A703C-44BD-4604-9ABB-1F89B29139D7}" srcOrd="0" destOrd="0" presId="urn:microsoft.com/office/officeart/2005/8/layout/matrix3"/>
    <dgm:cxn modelId="{5E64F360-860C-43F0-9D88-2EEDE1D0E60D}" type="presParOf" srcId="{8908BE8C-8C73-4E8D-81D4-ECE15DA0DD79}" destId="{815102A3-322D-4CA7-B249-AEEA9F027F8A}" srcOrd="0" destOrd="0" presId="urn:microsoft.com/office/officeart/2005/8/layout/matrix3"/>
    <dgm:cxn modelId="{1CA815CD-BE6E-482E-82E9-EB081A1201ED}" type="presParOf" srcId="{8908BE8C-8C73-4E8D-81D4-ECE15DA0DD79}" destId="{73AB0AF2-639A-44BA-AD39-3187C016BBFF}" srcOrd="1" destOrd="0" presId="urn:microsoft.com/office/officeart/2005/8/layout/matrix3"/>
    <dgm:cxn modelId="{A29E72A5-CFD0-4BE7-AE8C-9DE10DC030D0}" type="presParOf" srcId="{8908BE8C-8C73-4E8D-81D4-ECE15DA0DD79}" destId="{FE4A703C-44BD-4604-9ABB-1F89B29139D7}" srcOrd="2" destOrd="0" presId="urn:microsoft.com/office/officeart/2005/8/layout/matrix3"/>
    <dgm:cxn modelId="{0A9E59E4-479A-49E6-85A3-B84A1E92805E}" type="presParOf" srcId="{8908BE8C-8C73-4E8D-81D4-ECE15DA0DD79}" destId="{B37C9DAF-8F9F-421C-95EE-68232EEEC250}" srcOrd="3" destOrd="0" presId="urn:microsoft.com/office/officeart/2005/8/layout/matrix3"/>
    <dgm:cxn modelId="{D4169BDB-4CE0-4B25-80AC-8EDCF12AE8D5}" type="presParOf" srcId="{8908BE8C-8C73-4E8D-81D4-ECE15DA0DD79}" destId="{E9C51CFF-163D-49A5-888A-A101CA4C629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EAA2AB-85B3-4CDD-9870-EAA41AA3E736}" type="doc">
      <dgm:prSet loTypeId="urn:microsoft.com/office/officeart/2005/8/layout/matrix3" loCatId="matrix" qsTypeId="urn:microsoft.com/office/officeart/2005/8/quickstyle/simple1" qsCatId="simple" csTypeId="urn:microsoft.com/office/officeart/2005/8/colors/accent0_1" csCatId="mainScheme" phldr="1"/>
      <dgm:spPr/>
      <dgm:t>
        <a:bodyPr/>
        <a:lstStyle/>
        <a:p>
          <a:endParaRPr lang="en-US"/>
        </a:p>
      </dgm:t>
    </dgm:pt>
    <dgm:pt modelId="{0F06E698-B7B4-4487-A2C0-9C9F3E35B8C5}">
      <dgm:prSet phldrT="[Testo]"/>
      <dgm:spPr>
        <a:solidFill>
          <a:schemeClr val="bg1">
            <a:lumMod val="95000"/>
          </a:schemeClr>
        </a:solidFill>
      </dgm:spPr>
      <dgm:t>
        <a:bodyPr/>
        <a:lstStyle/>
        <a:p>
          <a:r>
            <a:rPr lang="en-US" noProof="0" dirty="0"/>
            <a:t>Poor Analysis </a:t>
          </a:r>
        </a:p>
      </dgm:t>
    </dgm:pt>
    <dgm:pt modelId="{8F6C8DD8-496F-4AFF-8555-5D6D94124A10}" type="parTrans" cxnId="{B38CEBE1-D49C-45FA-A386-978D59C4EC74}">
      <dgm:prSet/>
      <dgm:spPr/>
      <dgm:t>
        <a:bodyPr/>
        <a:lstStyle/>
        <a:p>
          <a:endParaRPr lang="en-US"/>
        </a:p>
      </dgm:t>
    </dgm:pt>
    <dgm:pt modelId="{A96E5A11-0B16-4000-B322-3F2BF139C3C9}" type="sibTrans" cxnId="{B38CEBE1-D49C-45FA-A386-978D59C4EC74}">
      <dgm:prSet/>
      <dgm:spPr/>
      <dgm:t>
        <a:bodyPr/>
        <a:lstStyle/>
        <a:p>
          <a:endParaRPr lang="en-US"/>
        </a:p>
      </dgm:t>
    </dgm:pt>
    <dgm:pt modelId="{88E7F5E9-1296-485A-8CE1-E9AEC82941C5}">
      <dgm:prSet phldrT="[Testo]"/>
      <dgm:spPr>
        <a:solidFill>
          <a:srgbClr val="00B050"/>
        </a:solidFill>
      </dgm:spPr>
      <dgm:t>
        <a:bodyPr/>
        <a:lstStyle/>
        <a:p>
          <a:r>
            <a:rPr lang="en-US" noProof="0" dirty="0">
              <a:solidFill>
                <a:schemeClr val="bg1"/>
              </a:solidFill>
            </a:rPr>
            <a:t>Complete Success </a:t>
          </a:r>
        </a:p>
      </dgm:t>
    </dgm:pt>
    <dgm:pt modelId="{8451FE29-25FD-413A-A728-5510EE9842AC}" type="parTrans" cxnId="{0CCC1045-AF47-466A-BD67-7A92EF0C1E0A}">
      <dgm:prSet/>
      <dgm:spPr/>
      <dgm:t>
        <a:bodyPr/>
        <a:lstStyle/>
        <a:p>
          <a:endParaRPr lang="en-US"/>
        </a:p>
      </dgm:t>
    </dgm:pt>
    <dgm:pt modelId="{E8DFF8C0-FF7E-4BF9-9174-82D85AC045C9}" type="sibTrans" cxnId="{0CCC1045-AF47-466A-BD67-7A92EF0C1E0A}">
      <dgm:prSet/>
      <dgm:spPr/>
      <dgm:t>
        <a:bodyPr/>
        <a:lstStyle/>
        <a:p>
          <a:endParaRPr lang="en-US"/>
        </a:p>
      </dgm:t>
    </dgm:pt>
    <dgm:pt modelId="{A3A14EC2-3F9F-4917-80BA-2BB117575DD7}">
      <dgm:prSet phldrT="[Testo]"/>
      <dgm:spPr>
        <a:solidFill>
          <a:srgbClr val="FF0000"/>
        </a:solidFill>
      </dgm:spPr>
      <dgm:t>
        <a:bodyPr/>
        <a:lstStyle/>
        <a:p>
          <a:r>
            <a:rPr lang="en-US" noProof="0" dirty="0">
              <a:solidFill>
                <a:schemeClr val="bg1"/>
              </a:solidFill>
            </a:rPr>
            <a:t>Failure </a:t>
          </a:r>
        </a:p>
      </dgm:t>
    </dgm:pt>
    <dgm:pt modelId="{F2025CEC-BCFE-4CCA-BA91-86B7E34E8CA1}" type="parTrans" cxnId="{1207BE92-390E-48D5-8BF1-E7F16E1F013D}">
      <dgm:prSet/>
      <dgm:spPr/>
      <dgm:t>
        <a:bodyPr/>
        <a:lstStyle/>
        <a:p>
          <a:endParaRPr lang="en-US"/>
        </a:p>
      </dgm:t>
    </dgm:pt>
    <dgm:pt modelId="{B989EAFC-C66D-45B2-8FDB-87C839FBD8E9}" type="sibTrans" cxnId="{1207BE92-390E-48D5-8BF1-E7F16E1F013D}">
      <dgm:prSet/>
      <dgm:spPr/>
      <dgm:t>
        <a:bodyPr/>
        <a:lstStyle/>
        <a:p>
          <a:endParaRPr lang="en-US"/>
        </a:p>
      </dgm:t>
    </dgm:pt>
    <dgm:pt modelId="{B828649E-5DD7-40D8-821C-DA05AFF7350D}">
      <dgm:prSet phldrT="[Testo]"/>
      <dgm:spPr>
        <a:solidFill>
          <a:schemeClr val="bg1">
            <a:lumMod val="95000"/>
          </a:schemeClr>
        </a:solidFill>
      </dgm:spPr>
      <dgm:t>
        <a:bodyPr/>
        <a:lstStyle/>
        <a:p>
          <a:r>
            <a:rPr lang="en-US" noProof="0" dirty="0"/>
            <a:t>Poor Planning </a:t>
          </a:r>
        </a:p>
      </dgm:t>
    </dgm:pt>
    <dgm:pt modelId="{AB4F72AE-0C0C-4A8C-9781-6915BCEAFBDD}" type="parTrans" cxnId="{EFD11B60-FB57-4EC2-B6A2-836208FD7B94}">
      <dgm:prSet/>
      <dgm:spPr/>
      <dgm:t>
        <a:bodyPr/>
        <a:lstStyle/>
        <a:p>
          <a:endParaRPr lang="en-US"/>
        </a:p>
      </dgm:t>
    </dgm:pt>
    <dgm:pt modelId="{9A7C8FA7-D2E4-4464-9404-EC4FDAA5F73D}" type="sibTrans" cxnId="{EFD11B60-FB57-4EC2-B6A2-836208FD7B94}">
      <dgm:prSet/>
      <dgm:spPr/>
      <dgm:t>
        <a:bodyPr/>
        <a:lstStyle/>
        <a:p>
          <a:endParaRPr lang="en-US"/>
        </a:p>
      </dgm:t>
    </dgm:pt>
    <dgm:pt modelId="{8908BE8C-8C73-4E8D-81D4-ECE15DA0DD79}" type="pres">
      <dgm:prSet presAssocID="{81EAA2AB-85B3-4CDD-9870-EAA41AA3E736}" presName="matrix" presStyleCnt="0">
        <dgm:presLayoutVars>
          <dgm:chMax val="1"/>
          <dgm:dir/>
          <dgm:resizeHandles val="exact"/>
        </dgm:presLayoutVars>
      </dgm:prSet>
      <dgm:spPr/>
    </dgm:pt>
    <dgm:pt modelId="{815102A3-322D-4CA7-B249-AEEA9F027F8A}" type="pres">
      <dgm:prSet presAssocID="{81EAA2AB-85B3-4CDD-9870-EAA41AA3E736}" presName="diamond" presStyleLbl="bgShp" presStyleIdx="0" presStyleCnt="1"/>
      <dgm:spPr/>
    </dgm:pt>
    <dgm:pt modelId="{73AB0AF2-639A-44BA-AD39-3187C016BBFF}" type="pres">
      <dgm:prSet presAssocID="{81EAA2AB-85B3-4CDD-9870-EAA41AA3E736}" presName="quad1" presStyleLbl="node1" presStyleIdx="0" presStyleCnt="4">
        <dgm:presLayoutVars>
          <dgm:chMax val="0"/>
          <dgm:chPref val="0"/>
          <dgm:bulletEnabled val="1"/>
        </dgm:presLayoutVars>
      </dgm:prSet>
      <dgm:spPr/>
    </dgm:pt>
    <dgm:pt modelId="{FE4A703C-44BD-4604-9ABB-1F89B29139D7}" type="pres">
      <dgm:prSet presAssocID="{81EAA2AB-85B3-4CDD-9870-EAA41AA3E736}" presName="quad2" presStyleLbl="node1" presStyleIdx="1" presStyleCnt="4">
        <dgm:presLayoutVars>
          <dgm:chMax val="0"/>
          <dgm:chPref val="0"/>
          <dgm:bulletEnabled val="1"/>
        </dgm:presLayoutVars>
      </dgm:prSet>
      <dgm:spPr/>
    </dgm:pt>
    <dgm:pt modelId="{B37C9DAF-8F9F-421C-95EE-68232EEEC250}" type="pres">
      <dgm:prSet presAssocID="{81EAA2AB-85B3-4CDD-9870-EAA41AA3E736}" presName="quad3" presStyleLbl="node1" presStyleIdx="2" presStyleCnt="4">
        <dgm:presLayoutVars>
          <dgm:chMax val="0"/>
          <dgm:chPref val="0"/>
          <dgm:bulletEnabled val="1"/>
        </dgm:presLayoutVars>
      </dgm:prSet>
      <dgm:spPr/>
    </dgm:pt>
    <dgm:pt modelId="{E9C51CFF-163D-49A5-888A-A101CA4C6296}" type="pres">
      <dgm:prSet presAssocID="{81EAA2AB-85B3-4CDD-9870-EAA41AA3E736}" presName="quad4" presStyleLbl="node1" presStyleIdx="3" presStyleCnt="4">
        <dgm:presLayoutVars>
          <dgm:chMax val="0"/>
          <dgm:chPref val="0"/>
          <dgm:bulletEnabled val="1"/>
        </dgm:presLayoutVars>
      </dgm:prSet>
      <dgm:spPr/>
    </dgm:pt>
  </dgm:ptLst>
  <dgm:cxnLst>
    <dgm:cxn modelId="{EFD11B60-FB57-4EC2-B6A2-836208FD7B94}" srcId="{81EAA2AB-85B3-4CDD-9870-EAA41AA3E736}" destId="{B828649E-5DD7-40D8-821C-DA05AFF7350D}" srcOrd="3" destOrd="0" parTransId="{AB4F72AE-0C0C-4A8C-9781-6915BCEAFBDD}" sibTransId="{9A7C8FA7-D2E4-4464-9404-EC4FDAA5F73D}"/>
    <dgm:cxn modelId="{D16AF962-BDDC-4CB8-8637-1791F85412D3}" type="presOf" srcId="{81EAA2AB-85B3-4CDD-9870-EAA41AA3E736}" destId="{8908BE8C-8C73-4E8D-81D4-ECE15DA0DD79}" srcOrd="0" destOrd="0" presId="urn:microsoft.com/office/officeart/2005/8/layout/matrix3"/>
    <dgm:cxn modelId="{0CCC1045-AF47-466A-BD67-7A92EF0C1E0A}" srcId="{81EAA2AB-85B3-4CDD-9870-EAA41AA3E736}" destId="{88E7F5E9-1296-485A-8CE1-E9AEC82941C5}" srcOrd="1" destOrd="0" parTransId="{8451FE29-25FD-413A-A728-5510EE9842AC}" sibTransId="{E8DFF8C0-FF7E-4BF9-9174-82D85AC045C9}"/>
    <dgm:cxn modelId="{F9D89274-150D-4DD8-BFDA-D41658E5B837}" type="presOf" srcId="{0F06E698-B7B4-4487-A2C0-9C9F3E35B8C5}" destId="{73AB0AF2-639A-44BA-AD39-3187C016BBFF}" srcOrd="0" destOrd="0" presId="urn:microsoft.com/office/officeart/2005/8/layout/matrix3"/>
    <dgm:cxn modelId="{BD59E583-A41C-4189-B7E3-93C275F443B1}" type="presOf" srcId="{A3A14EC2-3F9F-4917-80BA-2BB117575DD7}" destId="{B37C9DAF-8F9F-421C-95EE-68232EEEC250}" srcOrd="0" destOrd="0" presId="urn:microsoft.com/office/officeart/2005/8/layout/matrix3"/>
    <dgm:cxn modelId="{1207BE92-390E-48D5-8BF1-E7F16E1F013D}" srcId="{81EAA2AB-85B3-4CDD-9870-EAA41AA3E736}" destId="{A3A14EC2-3F9F-4917-80BA-2BB117575DD7}" srcOrd="2" destOrd="0" parTransId="{F2025CEC-BCFE-4CCA-BA91-86B7E34E8CA1}" sibTransId="{B989EAFC-C66D-45B2-8FDB-87C839FBD8E9}"/>
    <dgm:cxn modelId="{01593CC9-3828-497E-BD96-0C76A7BCBC98}" type="presOf" srcId="{B828649E-5DD7-40D8-821C-DA05AFF7350D}" destId="{E9C51CFF-163D-49A5-888A-A101CA4C6296}" srcOrd="0" destOrd="0" presId="urn:microsoft.com/office/officeart/2005/8/layout/matrix3"/>
    <dgm:cxn modelId="{B38CEBE1-D49C-45FA-A386-978D59C4EC74}" srcId="{81EAA2AB-85B3-4CDD-9870-EAA41AA3E736}" destId="{0F06E698-B7B4-4487-A2C0-9C9F3E35B8C5}" srcOrd="0" destOrd="0" parTransId="{8F6C8DD8-496F-4AFF-8555-5D6D94124A10}" sibTransId="{A96E5A11-0B16-4000-B322-3F2BF139C3C9}"/>
    <dgm:cxn modelId="{4EDDF9E8-A6D7-4757-A390-2ECD8B8F90C9}" type="presOf" srcId="{88E7F5E9-1296-485A-8CE1-E9AEC82941C5}" destId="{FE4A703C-44BD-4604-9ABB-1F89B29139D7}" srcOrd="0" destOrd="0" presId="urn:microsoft.com/office/officeart/2005/8/layout/matrix3"/>
    <dgm:cxn modelId="{5E64F360-860C-43F0-9D88-2EEDE1D0E60D}" type="presParOf" srcId="{8908BE8C-8C73-4E8D-81D4-ECE15DA0DD79}" destId="{815102A3-322D-4CA7-B249-AEEA9F027F8A}" srcOrd="0" destOrd="0" presId="urn:microsoft.com/office/officeart/2005/8/layout/matrix3"/>
    <dgm:cxn modelId="{1CA815CD-BE6E-482E-82E9-EB081A1201ED}" type="presParOf" srcId="{8908BE8C-8C73-4E8D-81D4-ECE15DA0DD79}" destId="{73AB0AF2-639A-44BA-AD39-3187C016BBFF}" srcOrd="1" destOrd="0" presId="urn:microsoft.com/office/officeart/2005/8/layout/matrix3"/>
    <dgm:cxn modelId="{A29E72A5-CFD0-4BE7-AE8C-9DE10DC030D0}" type="presParOf" srcId="{8908BE8C-8C73-4E8D-81D4-ECE15DA0DD79}" destId="{FE4A703C-44BD-4604-9ABB-1F89B29139D7}" srcOrd="2" destOrd="0" presId="urn:microsoft.com/office/officeart/2005/8/layout/matrix3"/>
    <dgm:cxn modelId="{0A9E59E4-479A-49E6-85A3-B84A1E92805E}" type="presParOf" srcId="{8908BE8C-8C73-4E8D-81D4-ECE15DA0DD79}" destId="{B37C9DAF-8F9F-421C-95EE-68232EEEC250}" srcOrd="3" destOrd="0" presId="urn:microsoft.com/office/officeart/2005/8/layout/matrix3"/>
    <dgm:cxn modelId="{D4169BDB-4CE0-4B25-80AC-8EDCF12AE8D5}" type="presParOf" srcId="{8908BE8C-8C73-4E8D-81D4-ECE15DA0DD79}" destId="{E9C51CFF-163D-49A5-888A-A101CA4C6296}"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EA58A0-5AC6-4647-9239-25DD9B14C75A}" type="doc">
      <dgm:prSet loTypeId="urn:microsoft.com/office/officeart/2005/8/layout/bProcess3" loCatId="process" qsTypeId="urn:microsoft.com/office/officeart/2005/8/quickstyle/simple3" qsCatId="simple" csTypeId="urn:microsoft.com/office/officeart/2005/8/colors/accent1_2" csCatId="accent1" phldr="1"/>
      <dgm:spPr/>
      <dgm:t>
        <a:bodyPr/>
        <a:lstStyle/>
        <a:p>
          <a:endParaRPr lang="en-US"/>
        </a:p>
      </dgm:t>
    </dgm:pt>
    <dgm:pt modelId="{7F42E583-81DE-470A-A03E-97DC9E536184}">
      <dgm:prSet phldrT="[Testo]"/>
      <dgm:spPr>
        <a:solidFill>
          <a:schemeClr val="bg1"/>
        </a:solidFill>
      </dgm:spPr>
      <dgm:t>
        <a:bodyPr/>
        <a:lstStyle/>
        <a:p>
          <a:r>
            <a:rPr lang="en-US" b="1" noProof="0" dirty="0"/>
            <a:t>Design models</a:t>
          </a:r>
        </a:p>
      </dgm:t>
    </dgm:pt>
    <dgm:pt modelId="{65DDF7A3-D3AD-482E-AE70-B7DEEDCB7E14}" type="parTrans" cxnId="{72095F1E-50E8-4752-A68A-771DD9EB0EDD}">
      <dgm:prSet/>
      <dgm:spPr/>
      <dgm:t>
        <a:bodyPr/>
        <a:lstStyle/>
        <a:p>
          <a:endParaRPr lang="en-US" b="1"/>
        </a:p>
      </dgm:t>
    </dgm:pt>
    <dgm:pt modelId="{A8461056-033F-4717-8978-37075F3E2F26}" type="sibTrans" cxnId="{72095F1E-50E8-4752-A68A-771DD9EB0EDD}">
      <dgm:prSet/>
      <dgm:spPr/>
      <dgm:t>
        <a:bodyPr/>
        <a:lstStyle/>
        <a:p>
          <a:endParaRPr lang="en-US" b="1" noProof="0" dirty="0"/>
        </a:p>
      </dgm:t>
    </dgm:pt>
    <dgm:pt modelId="{46A2B14B-32DE-48A1-AD39-FCB8BC010863}">
      <dgm:prSet phldrT="[Testo]"/>
      <dgm:spPr>
        <a:solidFill>
          <a:schemeClr val="bg1"/>
        </a:solidFill>
      </dgm:spPr>
      <dgm:t>
        <a:bodyPr/>
        <a:lstStyle/>
        <a:p>
          <a:r>
            <a:rPr lang="en-US" b="1" noProof="0" dirty="0"/>
            <a:t>Order to suppliers </a:t>
          </a:r>
        </a:p>
      </dgm:t>
    </dgm:pt>
    <dgm:pt modelId="{6B2A1998-F1AF-4B4E-99EC-CBEF91E0643B}" type="parTrans" cxnId="{280843E6-2279-4652-BAE0-57CF47C13187}">
      <dgm:prSet/>
      <dgm:spPr/>
      <dgm:t>
        <a:bodyPr/>
        <a:lstStyle/>
        <a:p>
          <a:endParaRPr lang="en-US" b="1"/>
        </a:p>
      </dgm:t>
    </dgm:pt>
    <dgm:pt modelId="{226EBC75-8478-42CB-A97F-EFE0D1AEF74B}" type="sibTrans" cxnId="{280843E6-2279-4652-BAE0-57CF47C13187}">
      <dgm:prSet/>
      <dgm:spPr/>
      <dgm:t>
        <a:bodyPr/>
        <a:lstStyle/>
        <a:p>
          <a:endParaRPr lang="en-US" b="1" noProof="0" dirty="0"/>
        </a:p>
      </dgm:t>
    </dgm:pt>
    <dgm:pt modelId="{B6224CB5-C9AC-43B6-BECF-1203A3356588}">
      <dgm:prSet phldrT="[Testo]"/>
      <dgm:spPr>
        <a:solidFill>
          <a:schemeClr val="bg1"/>
        </a:solidFill>
      </dgm:spPr>
      <dgm:t>
        <a:bodyPr/>
        <a:lstStyle/>
        <a:p>
          <a:r>
            <a:rPr lang="en-US" b="1" noProof="0" dirty="0"/>
            <a:t>Store in warehouse </a:t>
          </a:r>
        </a:p>
      </dgm:t>
    </dgm:pt>
    <dgm:pt modelId="{C212F86B-D8FE-4CE0-B8C0-E2C55DBB4777}" type="parTrans" cxnId="{080C7116-24D3-4139-8E49-373CB5C0CEE0}">
      <dgm:prSet/>
      <dgm:spPr/>
      <dgm:t>
        <a:bodyPr/>
        <a:lstStyle/>
        <a:p>
          <a:endParaRPr lang="en-US" b="1"/>
        </a:p>
      </dgm:t>
    </dgm:pt>
    <dgm:pt modelId="{26A362D6-7CE6-4CFC-B7FD-EDE2012D5452}" type="sibTrans" cxnId="{080C7116-24D3-4139-8E49-373CB5C0CEE0}">
      <dgm:prSet/>
      <dgm:spPr/>
      <dgm:t>
        <a:bodyPr/>
        <a:lstStyle/>
        <a:p>
          <a:endParaRPr lang="en-US" b="1" noProof="0" dirty="0"/>
        </a:p>
      </dgm:t>
    </dgm:pt>
    <dgm:pt modelId="{8E506142-B6F9-4277-B6A7-FD743FA1984D}">
      <dgm:prSet phldrT="[Testo]"/>
      <dgm:spPr>
        <a:solidFill>
          <a:srgbClr val="C00000"/>
        </a:solidFill>
        <a:ln>
          <a:solidFill>
            <a:schemeClr val="tx1"/>
          </a:solidFill>
        </a:ln>
      </dgm:spPr>
      <dgm:t>
        <a:bodyPr/>
        <a:lstStyle/>
        <a:p>
          <a:r>
            <a:rPr lang="en-US" b="1" noProof="0" dirty="0">
              <a:solidFill>
                <a:schemeClr val="bg1"/>
              </a:solidFill>
            </a:rPr>
            <a:t>Process customer orders</a:t>
          </a:r>
        </a:p>
      </dgm:t>
    </dgm:pt>
    <dgm:pt modelId="{7EE950F1-A64F-41FE-A985-133A4A7F3F94}" type="parTrans" cxnId="{A95D41E1-A906-4F01-A307-3C3B31FB7EEC}">
      <dgm:prSet/>
      <dgm:spPr/>
      <dgm:t>
        <a:bodyPr/>
        <a:lstStyle/>
        <a:p>
          <a:endParaRPr lang="en-US" b="1"/>
        </a:p>
      </dgm:t>
    </dgm:pt>
    <dgm:pt modelId="{8A30DC93-190F-4D3A-ABD9-C97301BED3EF}" type="sibTrans" cxnId="{A95D41E1-A906-4F01-A307-3C3B31FB7EEC}">
      <dgm:prSet/>
      <dgm:spPr/>
      <dgm:t>
        <a:bodyPr/>
        <a:lstStyle/>
        <a:p>
          <a:endParaRPr lang="en-US" b="1" noProof="0" dirty="0"/>
        </a:p>
      </dgm:t>
    </dgm:pt>
    <dgm:pt modelId="{82BF1198-958E-45A5-8549-F4E8FEE9E671}">
      <dgm:prSet phldrT="[Testo]"/>
      <dgm:spPr>
        <a:solidFill>
          <a:schemeClr val="bg1"/>
        </a:solidFill>
      </dgm:spPr>
      <dgm:t>
        <a:bodyPr/>
        <a:lstStyle/>
        <a:p>
          <a:r>
            <a:rPr lang="en-US" b="1" noProof="0" dirty="0"/>
            <a:t>Ship to shops</a:t>
          </a:r>
        </a:p>
      </dgm:t>
    </dgm:pt>
    <dgm:pt modelId="{05E8C541-4DC3-4B2E-9892-10D4AAC6BE5A}" type="parTrans" cxnId="{6CDD7CAE-046E-4021-B63C-942050A121DC}">
      <dgm:prSet/>
      <dgm:spPr/>
      <dgm:t>
        <a:bodyPr/>
        <a:lstStyle/>
        <a:p>
          <a:endParaRPr lang="en-US" b="1"/>
        </a:p>
      </dgm:t>
    </dgm:pt>
    <dgm:pt modelId="{769117CC-8A40-47AC-AFC9-B2C5807016AC}" type="sibTrans" cxnId="{6CDD7CAE-046E-4021-B63C-942050A121DC}">
      <dgm:prSet/>
      <dgm:spPr/>
      <dgm:t>
        <a:bodyPr/>
        <a:lstStyle/>
        <a:p>
          <a:endParaRPr lang="en-US" b="1"/>
        </a:p>
      </dgm:t>
    </dgm:pt>
    <dgm:pt modelId="{C9FE3B36-3DD2-47A0-8722-700EFB5D4070}">
      <dgm:prSet phldrT="[Testo]"/>
      <dgm:spPr>
        <a:solidFill>
          <a:schemeClr val="bg1"/>
        </a:solidFill>
      </dgm:spPr>
      <dgm:t>
        <a:bodyPr/>
        <a:lstStyle/>
        <a:p>
          <a:pPr>
            <a:lnSpc>
              <a:spcPct val="100000"/>
            </a:lnSpc>
            <a:spcAft>
              <a:spcPts val="0"/>
            </a:spcAft>
          </a:pPr>
          <a:r>
            <a:rPr lang="en-US" b="1" noProof="0" dirty="0"/>
            <a:t>Present to shops </a:t>
          </a:r>
        </a:p>
        <a:p>
          <a:pPr>
            <a:lnSpc>
              <a:spcPct val="100000"/>
            </a:lnSpc>
            <a:spcAft>
              <a:spcPts val="0"/>
            </a:spcAft>
          </a:pPr>
          <a:r>
            <a:rPr lang="en-US" b="1" noProof="0" dirty="0"/>
            <a:t>(catwalk and web) </a:t>
          </a:r>
        </a:p>
      </dgm:t>
    </dgm:pt>
    <dgm:pt modelId="{E935B446-5036-40DD-B014-39A6F87B14E1}" type="parTrans" cxnId="{0B45E6E6-2F20-4CEB-878A-942817B4C999}">
      <dgm:prSet/>
      <dgm:spPr/>
      <dgm:t>
        <a:bodyPr/>
        <a:lstStyle/>
        <a:p>
          <a:endParaRPr lang="en-US" b="1"/>
        </a:p>
      </dgm:t>
    </dgm:pt>
    <dgm:pt modelId="{0D0D87D3-115B-402A-8961-65E517CF2065}" type="sibTrans" cxnId="{0B45E6E6-2F20-4CEB-878A-942817B4C999}">
      <dgm:prSet/>
      <dgm:spPr/>
      <dgm:t>
        <a:bodyPr/>
        <a:lstStyle/>
        <a:p>
          <a:endParaRPr lang="en-US" b="1" noProof="0" dirty="0"/>
        </a:p>
      </dgm:t>
    </dgm:pt>
    <dgm:pt modelId="{CD38BF72-AED8-40EE-8852-C681F64ED9B9}" type="pres">
      <dgm:prSet presAssocID="{21EA58A0-5AC6-4647-9239-25DD9B14C75A}" presName="Name0" presStyleCnt="0">
        <dgm:presLayoutVars>
          <dgm:dir/>
          <dgm:resizeHandles val="exact"/>
        </dgm:presLayoutVars>
      </dgm:prSet>
      <dgm:spPr/>
    </dgm:pt>
    <dgm:pt modelId="{A11FBF23-F2E0-4A23-8B82-FF003CC906C3}" type="pres">
      <dgm:prSet presAssocID="{7F42E583-81DE-470A-A03E-97DC9E536184}" presName="node" presStyleLbl="node1" presStyleIdx="0" presStyleCnt="6">
        <dgm:presLayoutVars>
          <dgm:bulletEnabled val="1"/>
        </dgm:presLayoutVars>
      </dgm:prSet>
      <dgm:spPr/>
    </dgm:pt>
    <dgm:pt modelId="{2F748A3F-EC34-42FD-B39F-B628554D7786}" type="pres">
      <dgm:prSet presAssocID="{A8461056-033F-4717-8978-37075F3E2F26}" presName="sibTrans" presStyleLbl="sibTrans1D1" presStyleIdx="0" presStyleCnt="5"/>
      <dgm:spPr/>
    </dgm:pt>
    <dgm:pt modelId="{52636ED4-F179-4A8B-8860-DDBEEB2C60B3}" type="pres">
      <dgm:prSet presAssocID="{A8461056-033F-4717-8978-37075F3E2F26}" presName="connectorText" presStyleLbl="sibTrans1D1" presStyleIdx="0" presStyleCnt="5"/>
      <dgm:spPr/>
    </dgm:pt>
    <dgm:pt modelId="{8E41A6D7-B782-4260-82C4-C6009C46A504}" type="pres">
      <dgm:prSet presAssocID="{C9FE3B36-3DD2-47A0-8722-700EFB5D4070}" presName="node" presStyleLbl="node1" presStyleIdx="1" presStyleCnt="6">
        <dgm:presLayoutVars>
          <dgm:bulletEnabled val="1"/>
        </dgm:presLayoutVars>
      </dgm:prSet>
      <dgm:spPr/>
    </dgm:pt>
    <dgm:pt modelId="{EE5F2B88-B2E9-453A-B039-10117FB8EC16}" type="pres">
      <dgm:prSet presAssocID="{0D0D87D3-115B-402A-8961-65E517CF2065}" presName="sibTrans" presStyleLbl="sibTrans1D1" presStyleIdx="1" presStyleCnt="5"/>
      <dgm:spPr/>
    </dgm:pt>
    <dgm:pt modelId="{C4AB7E3C-2951-4DD7-A8D2-3BE38CF4E716}" type="pres">
      <dgm:prSet presAssocID="{0D0D87D3-115B-402A-8961-65E517CF2065}" presName="connectorText" presStyleLbl="sibTrans1D1" presStyleIdx="1" presStyleCnt="5"/>
      <dgm:spPr/>
    </dgm:pt>
    <dgm:pt modelId="{CC01A901-C159-43C4-A67F-FCE8524B050C}" type="pres">
      <dgm:prSet presAssocID="{46A2B14B-32DE-48A1-AD39-FCB8BC010863}" presName="node" presStyleLbl="node1" presStyleIdx="2" presStyleCnt="6">
        <dgm:presLayoutVars>
          <dgm:bulletEnabled val="1"/>
        </dgm:presLayoutVars>
      </dgm:prSet>
      <dgm:spPr/>
    </dgm:pt>
    <dgm:pt modelId="{4B5A09B0-A78F-457A-8468-CA1318547A15}" type="pres">
      <dgm:prSet presAssocID="{226EBC75-8478-42CB-A97F-EFE0D1AEF74B}" presName="sibTrans" presStyleLbl="sibTrans1D1" presStyleIdx="2" presStyleCnt="5"/>
      <dgm:spPr/>
    </dgm:pt>
    <dgm:pt modelId="{E6B94DF6-1739-4194-86A0-2B061A85FA3F}" type="pres">
      <dgm:prSet presAssocID="{226EBC75-8478-42CB-A97F-EFE0D1AEF74B}" presName="connectorText" presStyleLbl="sibTrans1D1" presStyleIdx="2" presStyleCnt="5"/>
      <dgm:spPr/>
    </dgm:pt>
    <dgm:pt modelId="{55DD60BF-0634-4DFC-9147-E9421348B37C}" type="pres">
      <dgm:prSet presAssocID="{B6224CB5-C9AC-43B6-BECF-1203A3356588}" presName="node" presStyleLbl="node1" presStyleIdx="3" presStyleCnt="6">
        <dgm:presLayoutVars>
          <dgm:bulletEnabled val="1"/>
        </dgm:presLayoutVars>
      </dgm:prSet>
      <dgm:spPr/>
    </dgm:pt>
    <dgm:pt modelId="{508989D0-17F1-453D-8A8B-6C97A4B01816}" type="pres">
      <dgm:prSet presAssocID="{26A362D6-7CE6-4CFC-B7FD-EDE2012D5452}" presName="sibTrans" presStyleLbl="sibTrans1D1" presStyleIdx="3" presStyleCnt="5"/>
      <dgm:spPr/>
    </dgm:pt>
    <dgm:pt modelId="{973581E9-844F-4F86-8971-78EEFFE1F864}" type="pres">
      <dgm:prSet presAssocID="{26A362D6-7CE6-4CFC-B7FD-EDE2012D5452}" presName="connectorText" presStyleLbl="sibTrans1D1" presStyleIdx="3" presStyleCnt="5"/>
      <dgm:spPr/>
    </dgm:pt>
    <dgm:pt modelId="{FFC0BD99-4238-4B2C-8E03-84148B91E2E6}" type="pres">
      <dgm:prSet presAssocID="{8E506142-B6F9-4277-B6A7-FD743FA1984D}" presName="node" presStyleLbl="node1" presStyleIdx="4" presStyleCnt="6">
        <dgm:presLayoutVars>
          <dgm:bulletEnabled val="1"/>
        </dgm:presLayoutVars>
      </dgm:prSet>
      <dgm:spPr/>
    </dgm:pt>
    <dgm:pt modelId="{4F376546-972D-4A1D-8DA9-81C8F3FEE636}" type="pres">
      <dgm:prSet presAssocID="{8A30DC93-190F-4D3A-ABD9-C97301BED3EF}" presName="sibTrans" presStyleLbl="sibTrans1D1" presStyleIdx="4" presStyleCnt="5"/>
      <dgm:spPr/>
    </dgm:pt>
    <dgm:pt modelId="{05075BF9-8BCE-4A12-86AE-03B64B4E0146}" type="pres">
      <dgm:prSet presAssocID="{8A30DC93-190F-4D3A-ABD9-C97301BED3EF}" presName="connectorText" presStyleLbl="sibTrans1D1" presStyleIdx="4" presStyleCnt="5"/>
      <dgm:spPr/>
    </dgm:pt>
    <dgm:pt modelId="{082BCAA8-3B51-43B4-AA39-190F0D058F9A}" type="pres">
      <dgm:prSet presAssocID="{82BF1198-958E-45A5-8549-F4E8FEE9E671}" presName="node" presStyleLbl="node1" presStyleIdx="5" presStyleCnt="6">
        <dgm:presLayoutVars>
          <dgm:bulletEnabled val="1"/>
        </dgm:presLayoutVars>
      </dgm:prSet>
      <dgm:spPr/>
    </dgm:pt>
  </dgm:ptLst>
  <dgm:cxnLst>
    <dgm:cxn modelId="{CFF64203-2C27-44CE-B2F5-A9FD87D10A86}" type="presOf" srcId="{226EBC75-8478-42CB-A97F-EFE0D1AEF74B}" destId="{4B5A09B0-A78F-457A-8468-CA1318547A15}" srcOrd="0" destOrd="0" presId="urn:microsoft.com/office/officeart/2005/8/layout/bProcess3"/>
    <dgm:cxn modelId="{4759D50C-3432-43AF-A3D3-BFFC44E0A6FD}" type="presOf" srcId="{8A30DC93-190F-4D3A-ABD9-C97301BED3EF}" destId="{05075BF9-8BCE-4A12-86AE-03B64B4E0146}" srcOrd="1" destOrd="0" presId="urn:microsoft.com/office/officeart/2005/8/layout/bProcess3"/>
    <dgm:cxn modelId="{080C7116-24D3-4139-8E49-373CB5C0CEE0}" srcId="{21EA58A0-5AC6-4647-9239-25DD9B14C75A}" destId="{B6224CB5-C9AC-43B6-BECF-1203A3356588}" srcOrd="3" destOrd="0" parTransId="{C212F86B-D8FE-4CE0-B8C0-E2C55DBB4777}" sibTransId="{26A362D6-7CE6-4CFC-B7FD-EDE2012D5452}"/>
    <dgm:cxn modelId="{97C3CF17-709A-4013-AFA6-2C99E45E1D5E}" type="presOf" srcId="{26A362D6-7CE6-4CFC-B7FD-EDE2012D5452}" destId="{973581E9-844F-4F86-8971-78EEFFE1F864}" srcOrd="1" destOrd="0" presId="urn:microsoft.com/office/officeart/2005/8/layout/bProcess3"/>
    <dgm:cxn modelId="{72095F1E-50E8-4752-A68A-771DD9EB0EDD}" srcId="{21EA58A0-5AC6-4647-9239-25DD9B14C75A}" destId="{7F42E583-81DE-470A-A03E-97DC9E536184}" srcOrd="0" destOrd="0" parTransId="{65DDF7A3-D3AD-482E-AE70-B7DEEDCB7E14}" sibTransId="{A8461056-033F-4717-8978-37075F3E2F26}"/>
    <dgm:cxn modelId="{53B4255B-6E6B-4213-BD3B-C6C24DCA3C4A}" type="presOf" srcId="{A8461056-033F-4717-8978-37075F3E2F26}" destId="{52636ED4-F179-4A8B-8860-DDBEEB2C60B3}" srcOrd="1" destOrd="0" presId="urn:microsoft.com/office/officeart/2005/8/layout/bProcess3"/>
    <dgm:cxn modelId="{C0E6074C-C458-4BFB-A558-A9A29A7A2CE0}" type="presOf" srcId="{7F42E583-81DE-470A-A03E-97DC9E536184}" destId="{A11FBF23-F2E0-4A23-8B82-FF003CC906C3}" srcOrd="0" destOrd="0" presId="urn:microsoft.com/office/officeart/2005/8/layout/bProcess3"/>
    <dgm:cxn modelId="{F2E2616F-2520-4871-BED4-ACEFE6351B15}" type="presOf" srcId="{21EA58A0-5AC6-4647-9239-25DD9B14C75A}" destId="{CD38BF72-AED8-40EE-8852-C681F64ED9B9}" srcOrd="0" destOrd="0" presId="urn:microsoft.com/office/officeart/2005/8/layout/bProcess3"/>
    <dgm:cxn modelId="{E2411D5A-A0FF-46BD-A337-7FD5C116E725}" type="presOf" srcId="{226EBC75-8478-42CB-A97F-EFE0D1AEF74B}" destId="{E6B94DF6-1739-4194-86A0-2B061A85FA3F}" srcOrd="1" destOrd="0" presId="urn:microsoft.com/office/officeart/2005/8/layout/bProcess3"/>
    <dgm:cxn modelId="{0C365E7F-E9D1-48A4-B43B-323005F56585}" type="presOf" srcId="{C9FE3B36-3DD2-47A0-8722-700EFB5D4070}" destId="{8E41A6D7-B782-4260-82C4-C6009C46A504}" srcOrd="0" destOrd="0" presId="urn:microsoft.com/office/officeart/2005/8/layout/bProcess3"/>
    <dgm:cxn modelId="{74BE8C9A-49F8-4239-B463-3E531458F023}" type="presOf" srcId="{A8461056-033F-4717-8978-37075F3E2F26}" destId="{2F748A3F-EC34-42FD-B39F-B628554D7786}" srcOrd="0" destOrd="0" presId="urn:microsoft.com/office/officeart/2005/8/layout/bProcess3"/>
    <dgm:cxn modelId="{EBAB339B-9551-4EF1-9470-06443D47F839}" type="presOf" srcId="{82BF1198-958E-45A5-8549-F4E8FEE9E671}" destId="{082BCAA8-3B51-43B4-AA39-190F0D058F9A}" srcOrd="0" destOrd="0" presId="urn:microsoft.com/office/officeart/2005/8/layout/bProcess3"/>
    <dgm:cxn modelId="{93C3199D-572A-4F5A-A584-7575694EC6DE}" type="presOf" srcId="{0D0D87D3-115B-402A-8961-65E517CF2065}" destId="{C4AB7E3C-2951-4DD7-A8D2-3BE38CF4E716}" srcOrd="1" destOrd="0" presId="urn:microsoft.com/office/officeart/2005/8/layout/bProcess3"/>
    <dgm:cxn modelId="{0F42C7A7-7442-4582-A082-009D9E4B6C46}" type="presOf" srcId="{26A362D6-7CE6-4CFC-B7FD-EDE2012D5452}" destId="{508989D0-17F1-453D-8A8B-6C97A4B01816}" srcOrd="0" destOrd="0" presId="urn:microsoft.com/office/officeart/2005/8/layout/bProcess3"/>
    <dgm:cxn modelId="{B6B12EAC-0293-4B84-B4F9-753F694A32BF}" type="presOf" srcId="{8A30DC93-190F-4D3A-ABD9-C97301BED3EF}" destId="{4F376546-972D-4A1D-8DA9-81C8F3FEE636}" srcOrd="0" destOrd="0" presId="urn:microsoft.com/office/officeart/2005/8/layout/bProcess3"/>
    <dgm:cxn modelId="{6CDD7CAE-046E-4021-B63C-942050A121DC}" srcId="{21EA58A0-5AC6-4647-9239-25DD9B14C75A}" destId="{82BF1198-958E-45A5-8549-F4E8FEE9E671}" srcOrd="5" destOrd="0" parTransId="{05E8C541-4DC3-4B2E-9892-10D4AAC6BE5A}" sibTransId="{769117CC-8A40-47AC-AFC9-B2C5807016AC}"/>
    <dgm:cxn modelId="{EB7313D5-4C30-4E7A-9EE1-A59B4E0428EF}" type="presOf" srcId="{B6224CB5-C9AC-43B6-BECF-1203A3356588}" destId="{55DD60BF-0634-4DFC-9147-E9421348B37C}" srcOrd="0" destOrd="0" presId="urn:microsoft.com/office/officeart/2005/8/layout/bProcess3"/>
    <dgm:cxn modelId="{53A1DAD8-9559-45E5-8593-841EF3CA08AB}" type="presOf" srcId="{8E506142-B6F9-4277-B6A7-FD743FA1984D}" destId="{FFC0BD99-4238-4B2C-8E03-84148B91E2E6}" srcOrd="0" destOrd="0" presId="urn:microsoft.com/office/officeart/2005/8/layout/bProcess3"/>
    <dgm:cxn modelId="{A95D41E1-A906-4F01-A307-3C3B31FB7EEC}" srcId="{21EA58A0-5AC6-4647-9239-25DD9B14C75A}" destId="{8E506142-B6F9-4277-B6A7-FD743FA1984D}" srcOrd="4" destOrd="0" parTransId="{7EE950F1-A64F-41FE-A985-133A4A7F3F94}" sibTransId="{8A30DC93-190F-4D3A-ABD9-C97301BED3EF}"/>
    <dgm:cxn modelId="{280843E6-2279-4652-BAE0-57CF47C13187}" srcId="{21EA58A0-5AC6-4647-9239-25DD9B14C75A}" destId="{46A2B14B-32DE-48A1-AD39-FCB8BC010863}" srcOrd="2" destOrd="0" parTransId="{6B2A1998-F1AF-4B4E-99EC-CBEF91E0643B}" sibTransId="{226EBC75-8478-42CB-A97F-EFE0D1AEF74B}"/>
    <dgm:cxn modelId="{0B45E6E6-2F20-4CEB-878A-942817B4C999}" srcId="{21EA58A0-5AC6-4647-9239-25DD9B14C75A}" destId="{C9FE3B36-3DD2-47A0-8722-700EFB5D4070}" srcOrd="1" destOrd="0" parTransId="{E935B446-5036-40DD-B014-39A6F87B14E1}" sibTransId="{0D0D87D3-115B-402A-8961-65E517CF2065}"/>
    <dgm:cxn modelId="{A69B74EC-7457-461C-8C42-A9FA28C74958}" type="presOf" srcId="{46A2B14B-32DE-48A1-AD39-FCB8BC010863}" destId="{CC01A901-C159-43C4-A67F-FCE8524B050C}" srcOrd="0" destOrd="0" presId="urn:microsoft.com/office/officeart/2005/8/layout/bProcess3"/>
    <dgm:cxn modelId="{60429CF0-58F5-4DBF-A30E-B66FC1A9EA5D}" type="presOf" srcId="{0D0D87D3-115B-402A-8961-65E517CF2065}" destId="{EE5F2B88-B2E9-453A-B039-10117FB8EC16}" srcOrd="0" destOrd="0" presId="urn:microsoft.com/office/officeart/2005/8/layout/bProcess3"/>
    <dgm:cxn modelId="{EB7C0829-45EB-4FF4-B7D0-65503E97F9AB}" type="presParOf" srcId="{CD38BF72-AED8-40EE-8852-C681F64ED9B9}" destId="{A11FBF23-F2E0-4A23-8B82-FF003CC906C3}" srcOrd="0" destOrd="0" presId="urn:microsoft.com/office/officeart/2005/8/layout/bProcess3"/>
    <dgm:cxn modelId="{2EE1601D-BA55-4F6B-83EA-C30F84EBFB20}" type="presParOf" srcId="{CD38BF72-AED8-40EE-8852-C681F64ED9B9}" destId="{2F748A3F-EC34-42FD-B39F-B628554D7786}" srcOrd="1" destOrd="0" presId="urn:microsoft.com/office/officeart/2005/8/layout/bProcess3"/>
    <dgm:cxn modelId="{D3BD3546-C7EE-45AF-80D9-073FD50F23D7}" type="presParOf" srcId="{2F748A3F-EC34-42FD-B39F-B628554D7786}" destId="{52636ED4-F179-4A8B-8860-DDBEEB2C60B3}" srcOrd="0" destOrd="0" presId="urn:microsoft.com/office/officeart/2005/8/layout/bProcess3"/>
    <dgm:cxn modelId="{CC048F60-6DB2-4FA8-8CA9-F9EBC162E09A}" type="presParOf" srcId="{CD38BF72-AED8-40EE-8852-C681F64ED9B9}" destId="{8E41A6D7-B782-4260-82C4-C6009C46A504}" srcOrd="2" destOrd="0" presId="urn:microsoft.com/office/officeart/2005/8/layout/bProcess3"/>
    <dgm:cxn modelId="{6A8313A5-7DD6-4037-8FC8-EE1EEBD9840E}" type="presParOf" srcId="{CD38BF72-AED8-40EE-8852-C681F64ED9B9}" destId="{EE5F2B88-B2E9-453A-B039-10117FB8EC16}" srcOrd="3" destOrd="0" presId="urn:microsoft.com/office/officeart/2005/8/layout/bProcess3"/>
    <dgm:cxn modelId="{AAEF19A1-123F-4991-ACCA-F2E7E06BAFB2}" type="presParOf" srcId="{EE5F2B88-B2E9-453A-B039-10117FB8EC16}" destId="{C4AB7E3C-2951-4DD7-A8D2-3BE38CF4E716}" srcOrd="0" destOrd="0" presId="urn:microsoft.com/office/officeart/2005/8/layout/bProcess3"/>
    <dgm:cxn modelId="{703F4DF9-B522-47F5-BB86-08D456DA41DC}" type="presParOf" srcId="{CD38BF72-AED8-40EE-8852-C681F64ED9B9}" destId="{CC01A901-C159-43C4-A67F-FCE8524B050C}" srcOrd="4" destOrd="0" presId="urn:microsoft.com/office/officeart/2005/8/layout/bProcess3"/>
    <dgm:cxn modelId="{04D93C6F-9637-46D4-A944-FAA96A15D707}" type="presParOf" srcId="{CD38BF72-AED8-40EE-8852-C681F64ED9B9}" destId="{4B5A09B0-A78F-457A-8468-CA1318547A15}" srcOrd="5" destOrd="0" presId="urn:microsoft.com/office/officeart/2005/8/layout/bProcess3"/>
    <dgm:cxn modelId="{D77FD27E-E01C-4DCF-98D4-0009051DDBBB}" type="presParOf" srcId="{4B5A09B0-A78F-457A-8468-CA1318547A15}" destId="{E6B94DF6-1739-4194-86A0-2B061A85FA3F}" srcOrd="0" destOrd="0" presId="urn:microsoft.com/office/officeart/2005/8/layout/bProcess3"/>
    <dgm:cxn modelId="{D8A075D2-D31F-4043-8EF4-9434E373FB4C}" type="presParOf" srcId="{CD38BF72-AED8-40EE-8852-C681F64ED9B9}" destId="{55DD60BF-0634-4DFC-9147-E9421348B37C}" srcOrd="6" destOrd="0" presId="urn:microsoft.com/office/officeart/2005/8/layout/bProcess3"/>
    <dgm:cxn modelId="{08544410-46DE-4533-B313-E52EDDC13757}" type="presParOf" srcId="{CD38BF72-AED8-40EE-8852-C681F64ED9B9}" destId="{508989D0-17F1-453D-8A8B-6C97A4B01816}" srcOrd="7" destOrd="0" presId="urn:microsoft.com/office/officeart/2005/8/layout/bProcess3"/>
    <dgm:cxn modelId="{3750A0BA-D228-4985-A0B7-F7F1ACB851E5}" type="presParOf" srcId="{508989D0-17F1-453D-8A8B-6C97A4B01816}" destId="{973581E9-844F-4F86-8971-78EEFFE1F864}" srcOrd="0" destOrd="0" presId="urn:microsoft.com/office/officeart/2005/8/layout/bProcess3"/>
    <dgm:cxn modelId="{570F0034-28E3-4986-9637-954B791E1056}" type="presParOf" srcId="{CD38BF72-AED8-40EE-8852-C681F64ED9B9}" destId="{FFC0BD99-4238-4B2C-8E03-84148B91E2E6}" srcOrd="8" destOrd="0" presId="urn:microsoft.com/office/officeart/2005/8/layout/bProcess3"/>
    <dgm:cxn modelId="{B797C32E-3F9C-4881-BB61-F1043E5B9603}" type="presParOf" srcId="{CD38BF72-AED8-40EE-8852-C681F64ED9B9}" destId="{4F376546-972D-4A1D-8DA9-81C8F3FEE636}" srcOrd="9" destOrd="0" presId="urn:microsoft.com/office/officeart/2005/8/layout/bProcess3"/>
    <dgm:cxn modelId="{07D23563-100E-462E-AD5A-B3DC7D78F111}" type="presParOf" srcId="{4F376546-972D-4A1D-8DA9-81C8F3FEE636}" destId="{05075BF9-8BCE-4A12-86AE-03B64B4E0146}" srcOrd="0" destOrd="0" presId="urn:microsoft.com/office/officeart/2005/8/layout/bProcess3"/>
    <dgm:cxn modelId="{9C64D96B-3688-47CC-A19C-4DFF21537886}" type="presParOf" srcId="{CD38BF72-AED8-40EE-8852-C681F64ED9B9}" destId="{082BCAA8-3B51-43B4-AA39-190F0D058F9A}"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EA58A0-5AC6-4647-9239-25DD9B14C75A}" type="doc">
      <dgm:prSet loTypeId="urn:microsoft.com/office/officeart/2005/8/layout/bProcess3" loCatId="process" qsTypeId="urn:microsoft.com/office/officeart/2005/8/quickstyle/simple3" qsCatId="simple" csTypeId="urn:microsoft.com/office/officeart/2005/8/colors/accent1_2" csCatId="accent1" phldr="1"/>
      <dgm:spPr/>
      <dgm:t>
        <a:bodyPr/>
        <a:lstStyle/>
        <a:p>
          <a:endParaRPr lang="en-US"/>
        </a:p>
      </dgm:t>
    </dgm:pt>
    <dgm:pt modelId="{7F42E583-81DE-470A-A03E-97DC9E536184}">
      <dgm:prSet phldrT="[Testo]"/>
      <dgm:spPr>
        <a:solidFill>
          <a:schemeClr val="bg1">
            <a:lumMod val="95000"/>
          </a:schemeClr>
        </a:solidFill>
        <a:ln w="57150">
          <a:solidFill>
            <a:schemeClr val="tx1"/>
          </a:solidFill>
        </a:ln>
        <a:scene3d>
          <a:camera prst="orthographicFront"/>
          <a:lightRig rig="flat" dir="t"/>
        </a:scene3d>
      </dgm:spPr>
      <dgm:t>
        <a:bodyPr/>
        <a:lstStyle/>
        <a:p>
          <a:r>
            <a:rPr lang="en-US" b="1" noProof="0" dirty="0"/>
            <a:t>Open order &amp; select colors </a:t>
          </a:r>
        </a:p>
      </dgm:t>
    </dgm:pt>
    <dgm:pt modelId="{65DDF7A3-D3AD-482E-AE70-B7DEEDCB7E14}" type="parTrans" cxnId="{72095F1E-50E8-4752-A68A-771DD9EB0EDD}">
      <dgm:prSet/>
      <dgm:spPr/>
      <dgm:t>
        <a:bodyPr/>
        <a:lstStyle/>
        <a:p>
          <a:endParaRPr lang="en-US" b="1"/>
        </a:p>
      </dgm:t>
    </dgm:pt>
    <dgm:pt modelId="{A8461056-033F-4717-8978-37075F3E2F26}" type="sibTrans" cxnId="{72095F1E-50E8-4752-A68A-771DD9EB0EDD}">
      <dgm:prSet/>
      <dgm:spPr>
        <a:ln w="6350"/>
      </dgm:spPr>
      <dgm:t>
        <a:bodyPr/>
        <a:lstStyle/>
        <a:p>
          <a:endParaRPr lang="en-US" b="1" noProof="0" dirty="0"/>
        </a:p>
      </dgm:t>
    </dgm:pt>
    <dgm:pt modelId="{46A2B14B-32DE-48A1-AD39-FCB8BC010863}">
      <dgm:prSet phldrT="[Testo]"/>
      <dgm:spPr>
        <a:solidFill>
          <a:schemeClr val="bg1"/>
        </a:solidFill>
        <a:ln w="6350"/>
        <a:scene3d>
          <a:camera prst="orthographicFront"/>
          <a:lightRig rig="flat" dir="t"/>
        </a:scene3d>
      </dgm:spPr>
      <dgm:t>
        <a:bodyPr/>
        <a:lstStyle/>
        <a:p>
          <a:r>
            <a:rPr lang="en-US" b="1" noProof="0" dirty="0"/>
            <a:t>Sky Blue </a:t>
          </a:r>
        </a:p>
      </dgm:t>
    </dgm:pt>
    <dgm:pt modelId="{6B2A1998-F1AF-4B4E-99EC-CBEF91E0643B}" type="parTrans" cxnId="{280843E6-2279-4652-BAE0-57CF47C13187}">
      <dgm:prSet/>
      <dgm:spPr/>
      <dgm:t>
        <a:bodyPr/>
        <a:lstStyle/>
        <a:p>
          <a:endParaRPr lang="en-US" b="1"/>
        </a:p>
      </dgm:t>
    </dgm:pt>
    <dgm:pt modelId="{226EBC75-8478-42CB-A97F-EFE0D1AEF74B}" type="sibTrans" cxnId="{280843E6-2279-4652-BAE0-57CF47C13187}">
      <dgm:prSet/>
      <dgm:spPr>
        <a:ln w="6350"/>
      </dgm:spPr>
      <dgm:t>
        <a:bodyPr/>
        <a:lstStyle/>
        <a:p>
          <a:endParaRPr lang="en-US" b="1" noProof="0" dirty="0"/>
        </a:p>
      </dgm:t>
    </dgm:pt>
    <dgm:pt modelId="{B6224CB5-C9AC-43B6-BECF-1203A3356588}">
      <dgm:prSet phldrT="[Testo]"/>
      <dgm:spPr>
        <a:solidFill>
          <a:schemeClr val="bg1"/>
        </a:solidFill>
        <a:ln w="6350"/>
        <a:scene3d>
          <a:camera prst="orthographicFront"/>
          <a:lightRig rig="flat" dir="t"/>
        </a:scene3d>
      </dgm:spPr>
      <dgm:t>
        <a:bodyPr/>
        <a:lstStyle/>
        <a:p>
          <a:r>
            <a:rPr lang="en-US" b="1" noProof="0" dirty="0"/>
            <a:t>Ferrari red</a:t>
          </a:r>
        </a:p>
      </dgm:t>
    </dgm:pt>
    <dgm:pt modelId="{C212F86B-D8FE-4CE0-B8C0-E2C55DBB4777}" type="parTrans" cxnId="{080C7116-24D3-4139-8E49-373CB5C0CEE0}">
      <dgm:prSet/>
      <dgm:spPr/>
      <dgm:t>
        <a:bodyPr/>
        <a:lstStyle/>
        <a:p>
          <a:endParaRPr lang="en-US" b="1"/>
        </a:p>
      </dgm:t>
    </dgm:pt>
    <dgm:pt modelId="{26A362D6-7CE6-4CFC-B7FD-EDE2012D5452}" type="sibTrans" cxnId="{080C7116-24D3-4139-8E49-373CB5C0CEE0}">
      <dgm:prSet/>
      <dgm:spPr>
        <a:ln w="6350"/>
      </dgm:spPr>
      <dgm:t>
        <a:bodyPr/>
        <a:lstStyle/>
        <a:p>
          <a:endParaRPr lang="en-US" b="1" noProof="0" dirty="0"/>
        </a:p>
      </dgm:t>
    </dgm:pt>
    <dgm:pt modelId="{8E506142-B6F9-4277-B6A7-FD743FA1984D}">
      <dgm:prSet phldrT="[Testo]"/>
      <dgm:spPr>
        <a:noFill/>
        <a:ln w="6350">
          <a:solidFill>
            <a:schemeClr val="tx1"/>
          </a:solidFill>
        </a:ln>
        <a:scene3d>
          <a:camera prst="orthographicFront"/>
          <a:lightRig rig="flat" dir="t"/>
        </a:scene3d>
      </dgm:spPr>
      <dgm:t>
        <a:bodyPr/>
        <a:lstStyle/>
        <a:p>
          <a:r>
            <a:rPr lang="en-US" b="1" noProof="0" dirty="0">
              <a:solidFill>
                <a:schemeClr val="tx1"/>
              </a:solidFill>
            </a:rPr>
            <a:t>Rose</a:t>
          </a:r>
        </a:p>
      </dgm:t>
    </dgm:pt>
    <dgm:pt modelId="{7EE950F1-A64F-41FE-A985-133A4A7F3F94}" type="parTrans" cxnId="{A95D41E1-A906-4F01-A307-3C3B31FB7EEC}">
      <dgm:prSet/>
      <dgm:spPr/>
      <dgm:t>
        <a:bodyPr/>
        <a:lstStyle/>
        <a:p>
          <a:endParaRPr lang="en-US" b="1"/>
        </a:p>
      </dgm:t>
    </dgm:pt>
    <dgm:pt modelId="{8A30DC93-190F-4D3A-ABD9-C97301BED3EF}" type="sibTrans" cxnId="{A95D41E1-A906-4F01-A307-3C3B31FB7EEC}">
      <dgm:prSet/>
      <dgm:spPr>
        <a:ln w="6350"/>
      </dgm:spPr>
      <dgm:t>
        <a:bodyPr/>
        <a:lstStyle/>
        <a:p>
          <a:endParaRPr lang="en-US" b="1" noProof="0" dirty="0"/>
        </a:p>
      </dgm:t>
    </dgm:pt>
    <dgm:pt modelId="{82BF1198-958E-45A5-8549-F4E8FEE9E671}">
      <dgm:prSet phldrT="[Testo]"/>
      <dgm:spPr>
        <a:solidFill>
          <a:schemeClr val="bg1"/>
        </a:solidFill>
        <a:ln w="6350"/>
        <a:scene3d>
          <a:camera prst="orthographicFront"/>
          <a:lightRig rig="flat" dir="t"/>
        </a:scene3d>
      </dgm:spPr>
      <dgm:t>
        <a:bodyPr/>
        <a:lstStyle/>
        <a:p>
          <a:r>
            <a:rPr lang="en-US" b="1" noProof="0" dirty="0"/>
            <a:t>Ice  white </a:t>
          </a:r>
        </a:p>
      </dgm:t>
    </dgm:pt>
    <dgm:pt modelId="{05E8C541-4DC3-4B2E-9892-10D4AAC6BE5A}" type="parTrans" cxnId="{6CDD7CAE-046E-4021-B63C-942050A121DC}">
      <dgm:prSet/>
      <dgm:spPr/>
      <dgm:t>
        <a:bodyPr/>
        <a:lstStyle/>
        <a:p>
          <a:endParaRPr lang="en-US" b="1"/>
        </a:p>
      </dgm:t>
    </dgm:pt>
    <dgm:pt modelId="{769117CC-8A40-47AC-AFC9-B2C5807016AC}" type="sibTrans" cxnId="{6CDD7CAE-046E-4021-B63C-942050A121DC}">
      <dgm:prSet/>
      <dgm:spPr>
        <a:ln w="6350"/>
      </dgm:spPr>
      <dgm:t>
        <a:bodyPr/>
        <a:lstStyle/>
        <a:p>
          <a:endParaRPr lang="en-US" b="1" noProof="0" dirty="0"/>
        </a:p>
      </dgm:t>
    </dgm:pt>
    <dgm:pt modelId="{C9FE3B36-3DD2-47A0-8722-700EFB5D4070}">
      <dgm:prSet phldrT="[Testo]"/>
      <dgm:spPr>
        <a:solidFill>
          <a:schemeClr val="bg1"/>
        </a:solidFill>
        <a:ln w="6350"/>
        <a:scene3d>
          <a:camera prst="orthographicFront"/>
          <a:lightRig rig="flat" dir="t"/>
        </a:scene3d>
      </dgm:spPr>
      <dgm:t>
        <a:bodyPr/>
        <a:lstStyle/>
        <a:p>
          <a:r>
            <a:rPr lang="en-US" b="1" noProof="0" dirty="0"/>
            <a:t>Blue Navy  </a:t>
          </a:r>
        </a:p>
      </dgm:t>
    </dgm:pt>
    <dgm:pt modelId="{E935B446-5036-40DD-B014-39A6F87B14E1}" type="parTrans" cxnId="{0B45E6E6-2F20-4CEB-878A-942817B4C999}">
      <dgm:prSet/>
      <dgm:spPr/>
      <dgm:t>
        <a:bodyPr/>
        <a:lstStyle/>
        <a:p>
          <a:endParaRPr lang="en-US" b="1"/>
        </a:p>
      </dgm:t>
    </dgm:pt>
    <dgm:pt modelId="{0D0D87D3-115B-402A-8961-65E517CF2065}" type="sibTrans" cxnId="{0B45E6E6-2F20-4CEB-878A-942817B4C999}">
      <dgm:prSet/>
      <dgm:spPr>
        <a:ln w="6350"/>
      </dgm:spPr>
      <dgm:t>
        <a:bodyPr/>
        <a:lstStyle/>
        <a:p>
          <a:endParaRPr lang="en-US" b="1" noProof="0" dirty="0"/>
        </a:p>
      </dgm:t>
    </dgm:pt>
    <dgm:pt modelId="{B0F1DF7A-EE6E-4AF0-A1B7-0BCD62D6EF5B}">
      <dgm:prSet phldrT="[Testo]"/>
      <dgm:spPr>
        <a:solidFill>
          <a:schemeClr val="bg1"/>
        </a:solidFill>
        <a:ln w="6350"/>
        <a:scene3d>
          <a:camera prst="orthographicFront"/>
          <a:lightRig rig="flat" dir="t"/>
        </a:scene3d>
      </dgm:spPr>
      <dgm:t>
        <a:bodyPr/>
        <a:lstStyle/>
        <a:p>
          <a:r>
            <a:rPr lang="en-US" b="1" noProof="0" dirty="0"/>
            <a:t>Orchid </a:t>
          </a:r>
        </a:p>
      </dgm:t>
    </dgm:pt>
    <dgm:pt modelId="{02D12EB7-49AB-4120-8FE6-248E53320680}" type="parTrans" cxnId="{17539D39-B2EC-4C8C-BCD3-99633B5BFF02}">
      <dgm:prSet/>
      <dgm:spPr/>
      <dgm:t>
        <a:bodyPr/>
        <a:lstStyle/>
        <a:p>
          <a:endParaRPr lang="en-US"/>
        </a:p>
      </dgm:t>
    </dgm:pt>
    <dgm:pt modelId="{D4375EB0-7E0A-4308-8EDF-14F99CAF49EB}" type="sibTrans" cxnId="{17539D39-B2EC-4C8C-BCD3-99633B5BFF02}">
      <dgm:prSet/>
      <dgm:spPr>
        <a:ln w="6350"/>
      </dgm:spPr>
      <dgm:t>
        <a:bodyPr/>
        <a:lstStyle/>
        <a:p>
          <a:endParaRPr lang="en-US" b="1" noProof="0" dirty="0"/>
        </a:p>
      </dgm:t>
    </dgm:pt>
    <dgm:pt modelId="{1D407D1E-9865-48F7-9C7C-A65D756FDA3C}">
      <dgm:prSet phldrT="[Testo]"/>
      <dgm:spPr>
        <a:solidFill>
          <a:schemeClr val="bg1"/>
        </a:solidFill>
        <a:ln w="6350"/>
        <a:scene3d>
          <a:camera prst="orthographicFront"/>
          <a:lightRig rig="flat" dir="t"/>
        </a:scene3d>
      </dgm:spPr>
      <dgm:t>
        <a:bodyPr/>
        <a:lstStyle/>
        <a:p>
          <a:r>
            <a:rPr lang="en-US" b="1" noProof="0" dirty="0"/>
            <a:t>Fuchsia </a:t>
          </a:r>
        </a:p>
      </dgm:t>
    </dgm:pt>
    <dgm:pt modelId="{654764FB-33A7-4351-8F5D-C56C74512B07}" type="parTrans" cxnId="{5E3DEB6E-C26F-45D3-B80B-4B7F8C4D8EB4}">
      <dgm:prSet/>
      <dgm:spPr/>
      <dgm:t>
        <a:bodyPr/>
        <a:lstStyle/>
        <a:p>
          <a:endParaRPr lang="en-US"/>
        </a:p>
      </dgm:t>
    </dgm:pt>
    <dgm:pt modelId="{715FFA83-2212-48CC-94FF-4A2409715015}" type="sibTrans" cxnId="{5E3DEB6E-C26F-45D3-B80B-4B7F8C4D8EB4}">
      <dgm:prSet/>
      <dgm:spPr>
        <a:ln w="6350"/>
      </dgm:spPr>
      <dgm:t>
        <a:bodyPr/>
        <a:lstStyle/>
        <a:p>
          <a:endParaRPr lang="en-US" b="1" noProof="0" dirty="0"/>
        </a:p>
      </dgm:t>
    </dgm:pt>
    <dgm:pt modelId="{35F0A33C-5DEB-47DF-82C1-CD8A5E1B8604}">
      <dgm:prSet phldrT="[Testo]"/>
      <dgm:spPr>
        <a:noFill/>
        <a:ln w="6350">
          <a:solidFill>
            <a:schemeClr val="tx1"/>
          </a:solidFill>
        </a:ln>
        <a:scene3d>
          <a:camera prst="orthographicFront"/>
          <a:lightRig rig="flat" dir="t"/>
        </a:scene3d>
      </dgm:spPr>
      <dgm:t>
        <a:bodyPr/>
        <a:lstStyle/>
        <a:p>
          <a:r>
            <a:rPr lang="en-US" b="1" noProof="0" dirty="0">
              <a:solidFill>
                <a:schemeClr val="tx1"/>
              </a:solidFill>
            </a:rPr>
            <a:t>Sulphur Yellow  </a:t>
          </a:r>
        </a:p>
      </dgm:t>
    </dgm:pt>
    <dgm:pt modelId="{16957D3B-853D-4489-BE5B-8D19FA379329}" type="parTrans" cxnId="{986FE147-E0D1-40F8-950A-2E7B1DF3A2B1}">
      <dgm:prSet/>
      <dgm:spPr/>
      <dgm:t>
        <a:bodyPr/>
        <a:lstStyle/>
        <a:p>
          <a:endParaRPr lang="en-US"/>
        </a:p>
      </dgm:t>
    </dgm:pt>
    <dgm:pt modelId="{8FEAC0DF-1E1A-4B55-9553-AA8BF10132E1}" type="sibTrans" cxnId="{986FE147-E0D1-40F8-950A-2E7B1DF3A2B1}">
      <dgm:prSet/>
      <dgm:spPr>
        <a:ln w="6350"/>
      </dgm:spPr>
      <dgm:t>
        <a:bodyPr/>
        <a:lstStyle/>
        <a:p>
          <a:endParaRPr lang="en-US" b="1" noProof="0" dirty="0"/>
        </a:p>
      </dgm:t>
    </dgm:pt>
    <dgm:pt modelId="{C206FA5A-F0A3-4E6C-A184-70FA85F427E9}">
      <dgm:prSet phldrT="[Testo]"/>
      <dgm:spPr>
        <a:solidFill>
          <a:schemeClr val="bg1"/>
        </a:solidFill>
        <a:ln w="6350"/>
        <a:scene3d>
          <a:camera prst="orthographicFront"/>
          <a:lightRig rig="flat" dir="t"/>
        </a:scene3d>
      </dgm:spPr>
      <dgm:t>
        <a:bodyPr/>
        <a:lstStyle/>
        <a:p>
          <a:r>
            <a:rPr lang="en-US" b="1" noProof="0" dirty="0"/>
            <a:t>Pompei red</a:t>
          </a:r>
        </a:p>
      </dgm:t>
    </dgm:pt>
    <dgm:pt modelId="{58283B72-6298-4B3B-9F05-C7B84769D49E}" type="parTrans" cxnId="{3A0C4FFA-A316-4642-8AC8-09420C823895}">
      <dgm:prSet/>
      <dgm:spPr/>
      <dgm:t>
        <a:bodyPr/>
        <a:lstStyle/>
        <a:p>
          <a:endParaRPr lang="en-US"/>
        </a:p>
      </dgm:t>
    </dgm:pt>
    <dgm:pt modelId="{18C3C8AF-F894-4222-B208-1CF723A1EA50}" type="sibTrans" cxnId="{3A0C4FFA-A316-4642-8AC8-09420C823895}">
      <dgm:prSet/>
      <dgm:spPr>
        <a:ln w="6350"/>
      </dgm:spPr>
      <dgm:t>
        <a:bodyPr/>
        <a:lstStyle/>
        <a:p>
          <a:endParaRPr lang="en-US" b="1" noProof="0" dirty="0"/>
        </a:p>
      </dgm:t>
    </dgm:pt>
    <dgm:pt modelId="{2A599192-3D7D-4E92-ABA3-02DAD7B97425}">
      <dgm:prSet phldrT="[Testo]"/>
      <dgm:spPr>
        <a:solidFill>
          <a:schemeClr val="bg1"/>
        </a:solidFill>
        <a:ln w="6350"/>
        <a:scene3d>
          <a:camera prst="orthographicFront"/>
          <a:lightRig rig="flat" dir="t"/>
        </a:scene3d>
      </dgm:spPr>
      <dgm:t>
        <a:bodyPr/>
        <a:lstStyle/>
        <a:p>
          <a:r>
            <a:rPr lang="en-US" b="1" noProof="0" dirty="0"/>
            <a:t>Black</a:t>
          </a:r>
        </a:p>
      </dgm:t>
    </dgm:pt>
    <dgm:pt modelId="{0C2A5BC8-A1AB-47F5-8B9A-376A9E687CAE}" type="parTrans" cxnId="{7FBCA104-A331-46A3-8DF4-25F045CB98F1}">
      <dgm:prSet/>
      <dgm:spPr/>
      <dgm:t>
        <a:bodyPr/>
        <a:lstStyle/>
        <a:p>
          <a:endParaRPr lang="en-US"/>
        </a:p>
      </dgm:t>
    </dgm:pt>
    <dgm:pt modelId="{C14A214C-7EF5-49C3-B61F-FBA785E7849C}" type="sibTrans" cxnId="{7FBCA104-A331-46A3-8DF4-25F045CB98F1}">
      <dgm:prSet/>
      <dgm:spPr>
        <a:ln w="6350"/>
      </dgm:spPr>
      <dgm:t>
        <a:bodyPr/>
        <a:lstStyle/>
        <a:p>
          <a:endParaRPr lang="en-US" b="1" noProof="0" dirty="0"/>
        </a:p>
      </dgm:t>
    </dgm:pt>
    <dgm:pt modelId="{082CF7C4-BB90-4611-9C19-BC2516F144CC}">
      <dgm:prSet phldrT="[Testo]"/>
      <dgm:spPr>
        <a:solidFill>
          <a:schemeClr val="bg1">
            <a:lumMod val="95000"/>
          </a:schemeClr>
        </a:solidFill>
        <a:ln w="57150">
          <a:solidFill>
            <a:schemeClr val="tx1"/>
          </a:solidFill>
        </a:ln>
        <a:scene3d>
          <a:camera prst="orthographicFront"/>
          <a:lightRig rig="flat" dir="t"/>
        </a:scene3d>
      </dgm:spPr>
      <dgm:t>
        <a:bodyPr/>
        <a:lstStyle/>
        <a:p>
          <a:r>
            <a:rPr lang="en-US" b="1" noProof="0" dirty="0"/>
            <a:t>Close order</a:t>
          </a:r>
        </a:p>
      </dgm:t>
    </dgm:pt>
    <dgm:pt modelId="{8CF0D568-4C64-4F81-B01B-74D0787BB172}" type="parTrans" cxnId="{28F64559-BC23-40A0-A9BA-1F5D9F115E41}">
      <dgm:prSet/>
      <dgm:spPr/>
      <dgm:t>
        <a:bodyPr/>
        <a:lstStyle/>
        <a:p>
          <a:endParaRPr lang="en-US"/>
        </a:p>
      </dgm:t>
    </dgm:pt>
    <dgm:pt modelId="{BD8899D1-A063-490C-9D5A-0929FEA89990}" type="sibTrans" cxnId="{28F64559-BC23-40A0-A9BA-1F5D9F115E41}">
      <dgm:prSet/>
      <dgm:spPr/>
      <dgm:t>
        <a:bodyPr/>
        <a:lstStyle/>
        <a:p>
          <a:endParaRPr lang="en-US"/>
        </a:p>
      </dgm:t>
    </dgm:pt>
    <dgm:pt modelId="{CD38BF72-AED8-40EE-8852-C681F64ED9B9}" type="pres">
      <dgm:prSet presAssocID="{21EA58A0-5AC6-4647-9239-25DD9B14C75A}" presName="Name0" presStyleCnt="0">
        <dgm:presLayoutVars>
          <dgm:dir/>
          <dgm:resizeHandles val="exact"/>
        </dgm:presLayoutVars>
      </dgm:prSet>
      <dgm:spPr/>
    </dgm:pt>
    <dgm:pt modelId="{A11FBF23-F2E0-4A23-8B82-FF003CC906C3}" type="pres">
      <dgm:prSet presAssocID="{7F42E583-81DE-470A-A03E-97DC9E536184}" presName="node" presStyleLbl="node1" presStyleIdx="0" presStyleCnt="12">
        <dgm:presLayoutVars>
          <dgm:bulletEnabled val="1"/>
        </dgm:presLayoutVars>
      </dgm:prSet>
      <dgm:spPr/>
    </dgm:pt>
    <dgm:pt modelId="{2F748A3F-EC34-42FD-B39F-B628554D7786}" type="pres">
      <dgm:prSet presAssocID="{A8461056-033F-4717-8978-37075F3E2F26}" presName="sibTrans" presStyleLbl="sibTrans1D1" presStyleIdx="0" presStyleCnt="11"/>
      <dgm:spPr/>
    </dgm:pt>
    <dgm:pt modelId="{52636ED4-F179-4A8B-8860-DDBEEB2C60B3}" type="pres">
      <dgm:prSet presAssocID="{A8461056-033F-4717-8978-37075F3E2F26}" presName="connectorText" presStyleLbl="sibTrans1D1" presStyleIdx="0" presStyleCnt="11"/>
      <dgm:spPr/>
    </dgm:pt>
    <dgm:pt modelId="{8E41A6D7-B782-4260-82C4-C6009C46A504}" type="pres">
      <dgm:prSet presAssocID="{C9FE3B36-3DD2-47A0-8722-700EFB5D4070}" presName="node" presStyleLbl="node1" presStyleIdx="1" presStyleCnt="12">
        <dgm:presLayoutVars>
          <dgm:bulletEnabled val="1"/>
        </dgm:presLayoutVars>
      </dgm:prSet>
      <dgm:spPr/>
    </dgm:pt>
    <dgm:pt modelId="{EE5F2B88-B2E9-453A-B039-10117FB8EC16}" type="pres">
      <dgm:prSet presAssocID="{0D0D87D3-115B-402A-8961-65E517CF2065}" presName="sibTrans" presStyleLbl="sibTrans1D1" presStyleIdx="1" presStyleCnt="11"/>
      <dgm:spPr/>
    </dgm:pt>
    <dgm:pt modelId="{C4AB7E3C-2951-4DD7-A8D2-3BE38CF4E716}" type="pres">
      <dgm:prSet presAssocID="{0D0D87D3-115B-402A-8961-65E517CF2065}" presName="connectorText" presStyleLbl="sibTrans1D1" presStyleIdx="1" presStyleCnt="11"/>
      <dgm:spPr/>
    </dgm:pt>
    <dgm:pt modelId="{CC01A901-C159-43C4-A67F-FCE8524B050C}" type="pres">
      <dgm:prSet presAssocID="{46A2B14B-32DE-48A1-AD39-FCB8BC010863}" presName="node" presStyleLbl="node1" presStyleIdx="2" presStyleCnt="12">
        <dgm:presLayoutVars>
          <dgm:bulletEnabled val="1"/>
        </dgm:presLayoutVars>
      </dgm:prSet>
      <dgm:spPr/>
    </dgm:pt>
    <dgm:pt modelId="{4B5A09B0-A78F-457A-8468-CA1318547A15}" type="pres">
      <dgm:prSet presAssocID="{226EBC75-8478-42CB-A97F-EFE0D1AEF74B}" presName="sibTrans" presStyleLbl="sibTrans1D1" presStyleIdx="2" presStyleCnt="11"/>
      <dgm:spPr/>
    </dgm:pt>
    <dgm:pt modelId="{E6B94DF6-1739-4194-86A0-2B061A85FA3F}" type="pres">
      <dgm:prSet presAssocID="{226EBC75-8478-42CB-A97F-EFE0D1AEF74B}" presName="connectorText" presStyleLbl="sibTrans1D1" presStyleIdx="2" presStyleCnt="11"/>
      <dgm:spPr/>
    </dgm:pt>
    <dgm:pt modelId="{9BE3604A-EF5D-426A-9E11-DD6B45DD6D4E}" type="pres">
      <dgm:prSet presAssocID="{B0F1DF7A-EE6E-4AF0-A1B7-0BCD62D6EF5B}" presName="node" presStyleLbl="node1" presStyleIdx="3" presStyleCnt="12">
        <dgm:presLayoutVars>
          <dgm:bulletEnabled val="1"/>
        </dgm:presLayoutVars>
      </dgm:prSet>
      <dgm:spPr/>
    </dgm:pt>
    <dgm:pt modelId="{422F8F70-B0FA-4645-9B3D-F860C86095F4}" type="pres">
      <dgm:prSet presAssocID="{D4375EB0-7E0A-4308-8EDF-14F99CAF49EB}" presName="sibTrans" presStyleLbl="sibTrans1D1" presStyleIdx="3" presStyleCnt="11"/>
      <dgm:spPr/>
    </dgm:pt>
    <dgm:pt modelId="{E806137D-1DD5-43AF-85F8-055AF0520F92}" type="pres">
      <dgm:prSet presAssocID="{D4375EB0-7E0A-4308-8EDF-14F99CAF49EB}" presName="connectorText" presStyleLbl="sibTrans1D1" presStyleIdx="3" presStyleCnt="11"/>
      <dgm:spPr/>
    </dgm:pt>
    <dgm:pt modelId="{22E09ECC-0FCD-47FC-8AEE-D954B9C36E96}" type="pres">
      <dgm:prSet presAssocID="{1D407D1E-9865-48F7-9C7C-A65D756FDA3C}" presName="node" presStyleLbl="node1" presStyleIdx="4" presStyleCnt="12">
        <dgm:presLayoutVars>
          <dgm:bulletEnabled val="1"/>
        </dgm:presLayoutVars>
      </dgm:prSet>
      <dgm:spPr/>
    </dgm:pt>
    <dgm:pt modelId="{874EBED3-2277-4E64-AB74-5FE397BFCE0B}" type="pres">
      <dgm:prSet presAssocID="{715FFA83-2212-48CC-94FF-4A2409715015}" presName="sibTrans" presStyleLbl="sibTrans1D1" presStyleIdx="4" presStyleCnt="11"/>
      <dgm:spPr/>
    </dgm:pt>
    <dgm:pt modelId="{95050C9A-6B0B-4CF2-94B4-904B11C7D7B3}" type="pres">
      <dgm:prSet presAssocID="{715FFA83-2212-48CC-94FF-4A2409715015}" presName="connectorText" presStyleLbl="sibTrans1D1" presStyleIdx="4" presStyleCnt="11"/>
      <dgm:spPr/>
    </dgm:pt>
    <dgm:pt modelId="{3E2100D6-E6EC-4C48-95EE-13ED75D63E90}" type="pres">
      <dgm:prSet presAssocID="{C206FA5A-F0A3-4E6C-A184-70FA85F427E9}" presName="node" presStyleLbl="node1" presStyleIdx="5" presStyleCnt="12">
        <dgm:presLayoutVars>
          <dgm:bulletEnabled val="1"/>
        </dgm:presLayoutVars>
      </dgm:prSet>
      <dgm:spPr/>
    </dgm:pt>
    <dgm:pt modelId="{B54FCF32-9471-43F2-89DA-F008894780FA}" type="pres">
      <dgm:prSet presAssocID="{18C3C8AF-F894-4222-B208-1CF723A1EA50}" presName="sibTrans" presStyleLbl="sibTrans1D1" presStyleIdx="5" presStyleCnt="11"/>
      <dgm:spPr/>
    </dgm:pt>
    <dgm:pt modelId="{631495D2-9C72-4E5B-8C51-952D93506B9F}" type="pres">
      <dgm:prSet presAssocID="{18C3C8AF-F894-4222-B208-1CF723A1EA50}" presName="connectorText" presStyleLbl="sibTrans1D1" presStyleIdx="5" presStyleCnt="11"/>
      <dgm:spPr/>
    </dgm:pt>
    <dgm:pt modelId="{55DD60BF-0634-4DFC-9147-E9421348B37C}" type="pres">
      <dgm:prSet presAssocID="{B6224CB5-C9AC-43B6-BECF-1203A3356588}" presName="node" presStyleLbl="node1" presStyleIdx="6" presStyleCnt="12">
        <dgm:presLayoutVars>
          <dgm:bulletEnabled val="1"/>
        </dgm:presLayoutVars>
      </dgm:prSet>
      <dgm:spPr/>
    </dgm:pt>
    <dgm:pt modelId="{508989D0-17F1-453D-8A8B-6C97A4B01816}" type="pres">
      <dgm:prSet presAssocID="{26A362D6-7CE6-4CFC-B7FD-EDE2012D5452}" presName="sibTrans" presStyleLbl="sibTrans1D1" presStyleIdx="6" presStyleCnt="11"/>
      <dgm:spPr/>
    </dgm:pt>
    <dgm:pt modelId="{973581E9-844F-4F86-8971-78EEFFE1F864}" type="pres">
      <dgm:prSet presAssocID="{26A362D6-7CE6-4CFC-B7FD-EDE2012D5452}" presName="connectorText" presStyleLbl="sibTrans1D1" presStyleIdx="6" presStyleCnt="11"/>
      <dgm:spPr/>
    </dgm:pt>
    <dgm:pt modelId="{FFC0BD99-4238-4B2C-8E03-84148B91E2E6}" type="pres">
      <dgm:prSet presAssocID="{8E506142-B6F9-4277-B6A7-FD743FA1984D}" presName="node" presStyleLbl="node1" presStyleIdx="7" presStyleCnt="12">
        <dgm:presLayoutVars>
          <dgm:bulletEnabled val="1"/>
        </dgm:presLayoutVars>
      </dgm:prSet>
      <dgm:spPr/>
    </dgm:pt>
    <dgm:pt modelId="{4F376546-972D-4A1D-8DA9-81C8F3FEE636}" type="pres">
      <dgm:prSet presAssocID="{8A30DC93-190F-4D3A-ABD9-C97301BED3EF}" presName="sibTrans" presStyleLbl="sibTrans1D1" presStyleIdx="7" presStyleCnt="11"/>
      <dgm:spPr/>
    </dgm:pt>
    <dgm:pt modelId="{05075BF9-8BCE-4A12-86AE-03B64B4E0146}" type="pres">
      <dgm:prSet presAssocID="{8A30DC93-190F-4D3A-ABD9-C97301BED3EF}" presName="connectorText" presStyleLbl="sibTrans1D1" presStyleIdx="7" presStyleCnt="11"/>
      <dgm:spPr/>
    </dgm:pt>
    <dgm:pt modelId="{E5EFCE35-A556-4074-A1EA-3A8A7E945CC7}" type="pres">
      <dgm:prSet presAssocID="{35F0A33C-5DEB-47DF-82C1-CD8A5E1B8604}" presName="node" presStyleLbl="node1" presStyleIdx="8" presStyleCnt="12">
        <dgm:presLayoutVars>
          <dgm:bulletEnabled val="1"/>
        </dgm:presLayoutVars>
      </dgm:prSet>
      <dgm:spPr/>
    </dgm:pt>
    <dgm:pt modelId="{9BCD5661-E2E5-4945-A279-1F5A58AC671F}" type="pres">
      <dgm:prSet presAssocID="{8FEAC0DF-1E1A-4B55-9553-AA8BF10132E1}" presName="sibTrans" presStyleLbl="sibTrans1D1" presStyleIdx="8" presStyleCnt="11"/>
      <dgm:spPr/>
    </dgm:pt>
    <dgm:pt modelId="{222D12D6-109E-4E08-A235-F3236389097C}" type="pres">
      <dgm:prSet presAssocID="{8FEAC0DF-1E1A-4B55-9553-AA8BF10132E1}" presName="connectorText" presStyleLbl="sibTrans1D1" presStyleIdx="8" presStyleCnt="11"/>
      <dgm:spPr/>
    </dgm:pt>
    <dgm:pt modelId="{082BCAA8-3B51-43B4-AA39-190F0D058F9A}" type="pres">
      <dgm:prSet presAssocID="{82BF1198-958E-45A5-8549-F4E8FEE9E671}" presName="node" presStyleLbl="node1" presStyleIdx="9" presStyleCnt="12">
        <dgm:presLayoutVars>
          <dgm:bulletEnabled val="1"/>
        </dgm:presLayoutVars>
      </dgm:prSet>
      <dgm:spPr/>
    </dgm:pt>
    <dgm:pt modelId="{0827A355-711A-4F83-825A-AC15A83A8CE3}" type="pres">
      <dgm:prSet presAssocID="{769117CC-8A40-47AC-AFC9-B2C5807016AC}" presName="sibTrans" presStyleLbl="sibTrans1D1" presStyleIdx="9" presStyleCnt="11"/>
      <dgm:spPr/>
    </dgm:pt>
    <dgm:pt modelId="{2DD7E2B0-39F2-46E8-8B92-A695E7021771}" type="pres">
      <dgm:prSet presAssocID="{769117CC-8A40-47AC-AFC9-B2C5807016AC}" presName="connectorText" presStyleLbl="sibTrans1D1" presStyleIdx="9" presStyleCnt="11"/>
      <dgm:spPr/>
    </dgm:pt>
    <dgm:pt modelId="{1602D21A-850F-4F3B-8219-14C476DF0DC5}" type="pres">
      <dgm:prSet presAssocID="{2A599192-3D7D-4E92-ABA3-02DAD7B97425}" presName="node" presStyleLbl="node1" presStyleIdx="10" presStyleCnt="12">
        <dgm:presLayoutVars>
          <dgm:bulletEnabled val="1"/>
        </dgm:presLayoutVars>
      </dgm:prSet>
      <dgm:spPr/>
    </dgm:pt>
    <dgm:pt modelId="{2238ED93-A4C1-45EE-857E-9C87944F5CC6}" type="pres">
      <dgm:prSet presAssocID="{C14A214C-7EF5-49C3-B61F-FBA785E7849C}" presName="sibTrans" presStyleLbl="sibTrans1D1" presStyleIdx="10" presStyleCnt="11"/>
      <dgm:spPr/>
    </dgm:pt>
    <dgm:pt modelId="{5275BE2D-10F3-4F30-8CCA-07D38EBFFD14}" type="pres">
      <dgm:prSet presAssocID="{C14A214C-7EF5-49C3-B61F-FBA785E7849C}" presName="connectorText" presStyleLbl="sibTrans1D1" presStyleIdx="10" presStyleCnt="11"/>
      <dgm:spPr/>
    </dgm:pt>
    <dgm:pt modelId="{BD063C87-8451-42B8-947C-60AD0BEB17CF}" type="pres">
      <dgm:prSet presAssocID="{082CF7C4-BB90-4611-9C19-BC2516F144CC}" presName="node" presStyleLbl="node1" presStyleIdx="11" presStyleCnt="12">
        <dgm:presLayoutVars>
          <dgm:bulletEnabled val="1"/>
        </dgm:presLayoutVars>
      </dgm:prSet>
      <dgm:spPr/>
    </dgm:pt>
  </dgm:ptLst>
  <dgm:cxnLst>
    <dgm:cxn modelId="{CFF64203-2C27-44CE-B2F5-A9FD87D10A86}" type="presOf" srcId="{226EBC75-8478-42CB-A97F-EFE0D1AEF74B}" destId="{4B5A09B0-A78F-457A-8468-CA1318547A15}" srcOrd="0" destOrd="0" presId="urn:microsoft.com/office/officeart/2005/8/layout/bProcess3"/>
    <dgm:cxn modelId="{7FBCA104-A331-46A3-8DF4-25F045CB98F1}" srcId="{21EA58A0-5AC6-4647-9239-25DD9B14C75A}" destId="{2A599192-3D7D-4E92-ABA3-02DAD7B97425}" srcOrd="10" destOrd="0" parTransId="{0C2A5BC8-A1AB-47F5-8B9A-376A9E687CAE}" sibTransId="{C14A214C-7EF5-49C3-B61F-FBA785E7849C}"/>
    <dgm:cxn modelId="{4759D50C-3432-43AF-A3D3-BFFC44E0A6FD}" type="presOf" srcId="{8A30DC93-190F-4D3A-ABD9-C97301BED3EF}" destId="{05075BF9-8BCE-4A12-86AE-03B64B4E0146}" srcOrd="1" destOrd="0" presId="urn:microsoft.com/office/officeart/2005/8/layout/bProcess3"/>
    <dgm:cxn modelId="{DE862C12-760C-4713-BD09-7132E753A183}" type="presOf" srcId="{35F0A33C-5DEB-47DF-82C1-CD8A5E1B8604}" destId="{E5EFCE35-A556-4074-A1EA-3A8A7E945CC7}" srcOrd="0" destOrd="0" presId="urn:microsoft.com/office/officeart/2005/8/layout/bProcess3"/>
    <dgm:cxn modelId="{080C7116-24D3-4139-8E49-373CB5C0CEE0}" srcId="{21EA58A0-5AC6-4647-9239-25DD9B14C75A}" destId="{B6224CB5-C9AC-43B6-BECF-1203A3356588}" srcOrd="6" destOrd="0" parTransId="{C212F86B-D8FE-4CE0-B8C0-E2C55DBB4777}" sibTransId="{26A362D6-7CE6-4CFC-B7FD-EDE2012D5452}"/>
    <dgm:cxn modelId="{97C3CF17-709A-4013-AFA6-2C99E45E1D5E}" type="presOf" srcId="{26A362D6-7CE6-4CFC-B7FD-EDE2012D5452}" destId="{973581E9-844F-4F86-8971-78EEFFE1F864}" srcOrd="1" destOrd="0" presId="urn:microsoft.com/office/officeart/2005/8/layout/bProcess3"/>
    <dgm:cxn modelId="{3988721D-4525-42F8-B4A2-5E962ADA41AB}" type="presOf" srcId="{082CF7C4-BB90-4611-9C19-BC2516F144CC}" destId="{BD063C87-8451-42B8-947C-60AD0BEB17CF}" srcOrd="0" destOrd="0" presId="urn:microsoft.com/office/officeart/2005/8/layout/bProcess3"/>
    <dgm:cxn modelId="{72095F1E-50E8-4752-A68A-771DD9EB0EDD}" srcId="{21EA58A0-5AC6-4647-9239-25DD9B14C75A}" destId="{7F42E583-81DE-470A-A03E-97DC9E536184}" srcOrd="0" destOrd="0" parTransId="{65DDF7A3-D3AD-482E-AE70-B7DEEDCB7E14}" sibTransId="{A8461056-033F-4717-8978-37075F3E2F26}"/>
    <dgm:cxn modelId="{73590E24-B996-4D72-AACC-A4EE21F9D13E}" type="presOf" srcId="{8FEAC0DF-1E1A-4B55-9553-AA8BF10132E1}" destId="{222D12D6-109E-4E08-A235-F3236389097C}" srcOrd="1" destOrd="0" presId="urn:microsoft.com/office/officeart/2005/8/layout/bProcess3"/>
    <dgm:cxn modelId="{A544B233-005C-407B-A71D-2FEEE0DACD3C}" type="presOf" srcId="{D4375EB0-7E0A-4308-8EDF-14F99CAF49EB}" destId="{E806137D-1DD5-43AF-85F8-055AF0520F92}" srcOrd="1" destOrd="0" presId="urn:microsoft.com/office/officeart/2005/8/layout/bProcess3"/>
    <dgm:cxn modelId="{17539D39-B2EC-4C8C-BCD3-99633B5BFF02}" srcId="{21EA58A0-5AC6-4647-9239-25DD9B14C75A}" destId="{B0F1DF7A-EE6E-4AF0-A1B7-0BCD62D6EF5B}" srcOrd="3" destOrd="0" parTransId="{02D12EB7-49AB-4120-8FE6-248E53320680}" sibTransId="{D4375EB0-7E0A-4308-8EDF-14F99CAF49EB}"/>
    <dgm:cxn modelId="{53B4255B-6E6B-4213-BD3B-C6C24DCA3C4A}" type="presOf" srcId="{A8461056-033F-4717-8978-37075F3E2F26}" destId="{52636ED4-F179-4A8B-8860-DDBEEB2C60B3}" srcOrd="1" destOrd="0" presId="urn:microsoft.com/office/officeart/2005/8/layout/bProcess3"/>
    <dgm:cxn modelId="{95FA475C-B72F-4DCA-A825-A1035ECB689B}" type="presOf" srcId="{D4375EB0-7E0A-4308-8EDF-14F99CAF49EB}" destId="{422F8F70-B0FA-4645-9B3D-F860C86095F4}" srcOrd="0" destOrd="0" presId="urn:microsoft.com/office/officeart/2005/8/layout/bProcess3"/>
    <dgm:cxn modelId="{986FE147-E0D1-40F8-950A-2E7B1DF3A2B1}" srcId="{21EA58A0-5AC6-4647-9239-25DD9B14C75A}" destId="{35F0A33C-5DEB-47DF-82C1-CD8A5E1B8604}" srcOrd="8" destOrd="0" parTransId="{16957D3B-853D-4489-BE5B-8D19FA379329}" sibTransId="{8FEAC0DF-1E1A-4B55-9553-AA8BF10132E1}"/>
    <dgm:cxn modelId="{C0E6074C-C458-4BFB-A558-A9A29A7A2CE0}" type="presOf" srcId="{7F42E583-81DE-470A-A03E-97DC9E536184}" destId="{A11FBF23-F2E0-4A23-8B82-FF003CC906C3}" srcOrd="0" destOrd="0" presId="urn:microsoft.com/office/officeart/2005/8/layout/bProcess3"/>
    <dgm:cxn modelId="{5E3DEB6E-C26F-45D3-B80B-4B7F8C4D8EB4}" srcId="{21EA58A0-5AC6-4647-9239-25DD9B14C75A}" destId="{1D407D1E-9865-48F7-9C7C-A65D756FDA3C}" srcOrd="4" destOrd="0" parTransId="{654764FB-33A7-4351-8F5D-C56C74512B07}" sibTransId="{715FFA83-2212-48CC-94FF-4A2409715015}"/>
    <dgm:cxn modelId="{F2E2616F-2520-4871-BED4-ACEFE6351B15}" type="presOf" srcId="{21EA58A0-5AC6-4647-9239-25DD9B14C75A}" destId="{CD38BF72-AED8-40EE-8852-C681F64ED9B9}" srcOrd="0" destOrd="0" presId="urn:microsoft.com/office/officeart/2005/8/layout/bProcess3"/>
    <dgm:cxn modelId="{6ACA2557-CFD8-4B8B-9F27-7F94388AE701}" type="presOf" srcId="{769117CC-8A40-47AC-AFC9-B2C5807016AC}" destId="{0827A355-711A-4F83-825A-AC15A83A8CE3}" srcOrd="0" destOrd="0" presId="urn:microsoft.com/office/officeart/2005/8/layout/bProcess3"/>
    <dgm:cxn modelId="{28F64559-BC23-40A0-A9BA-1F5D9F115E41}" srcId="{21EA58A0-5AC6-4647-9239-25DD9B14C75A}" destId="{082CF7C4-BB90-4611-9C19-BC2516F144CC}" srcOrd="11" destOrd="0" parTransId="{8CF0D568-4C64-4F81-B01B-74D0787BB172}" sibTransId="{BD8899D1-A063-490C-9D5A-0929FEA89990}"/>
    <dgm:cxn modelId="{15D4B759-3A2F-4B34-A1A1-3DF73C2D22CD}" type="presOf" srcId="{B0F1DF7A-EE6E-4AF0-A1B7-0BCD62D6EF5B}" destId="{9BE3604A-EF5D-426A-9E11-DD6B45DD6D4E}" srcOrd="0" destOrd="0" presId="urn:microsoft.com/office/officeart/2005/8/layout/bProcess3"/>
    <dgm:cxn modelId="{E2411D5A-A0FF-46BD-A337-7FD5C116E725}" type="presOf" srcId="{226EBC75-8478-42CB-A97F-EFE0D1AEF74B}" destId="{E6B94DF6-1739-4194-86A0-2B061A85FA3F}" srcOrd="1" destOrd="0" presId="urn:microsoft.com/office/officeart/2005/8/layout/bProcess3"/>
    <dgm:cxn modelId="{9E80627D-262B-4402-95E2-B262AFF4D684}" type="presOf" srcId="{2A599192-3D7D-4E92-ABA3-02DAD7B97425}" destId="{1602D21A-850F-4F3B-8219-14C476DF0DC5}" srcOrd="0" destOrd="0" presId="urn:microsoft.com/office/officeart/2005/8/layout/bProcess3"/>
    <dgm:cxn modelId="{0C365E7F-E9D1-48A4-B43B-323005F56585}" type="presOf" srcId="{C9FE3B36-3DD2-47A0-8722-700EFB5D4070}" destId="{8E41A6D7-B782-4260-82C4-C6009C46A504}" srcOrd="0" destOrd="0" presId="urn:microsoft.com/office/officeart/2005/8/layout/bProcess3"/>
    <dgm:cxn modelId="{7D908683-2FC0-4A63-B88A-FD7078EEAABE}" type="presOf" srcId="{1D407D1E-9865-48F7-9C7C-A65D756FDA3C}" destId="{22E09ECC-0FCD-47FC-8AEE-D954B9C36E96}" srcOrd="0" destOrd="0" presId="urn:microsoft.com/office/officeart/2005/8/layout/bProcess3"/>
    <dgm:cxn modelId="{16C07485-5364-4243-B502-FE1BF1F02AD4}" type="presOf" srcId="{C206FA5A-F0A3-4E6C-A184-70FA85F427E9}" destId="{3E2100D6-E6EC-4C48-95EE-13ED75D63E90}" srcOrd="0" destOrd="0" presId="urn:microsoft.com/office/officeart/2005/8/layout/bProcess3"/>
    <dgm:cxn modelId="{F152648C-7BDF-47E1-A106-C4E993BB179A}" type="presOf" srcId="{C14A214C-7EF5-49C3-B61F-FBA785E7849C}" destId="{5275BE2D-10F3-4F30-8CCA-07D38EBFFD14}" srcOrd="1" destOrd="0" presId="urn:microsoft.com/office/officeart/2005/8/layout/bProcess3"/>
    <dgm:cxn modelId="{74BE8C9A-49F8-4239-B463-3E531458F023}" type="presOf" srcId="{A8461056-033F-4717-8978-37075F3E2F26}" destId="{2F748A3F-EC34-42FD-B39F-B628554D7786}" srcOrd="0" destOrd="0" presId="urn:microsoft.com/office/officeart/2005/8/layout/bProcess3"/>
    <dgm:cxn modelId="{EBAB339B-9551-4EF1-9470-06443D47F839}" type="presOf" srcId="{82BF1198-958E-45A5-8549-F4E8FEE9E671}" destId="{082BCAA8-3B51-43B4-AA39-190F0D058F9A}" srcOrd="0" destOrd="0" presId="urn:microsoft.com/office/officeart/2005/8/layout/bProcess3"/>
    <dgm:cxn modelId="{93C3199D-572A-4F5A-A584-7575694EC6DE}" type="presOf" srcId="{0D0D87D3-115B-402A-8961-65E517CF2065}" destId="{C4AB7E3C-2951-4DD7-A8D2-3BE38CF4E716}" srcOrd="1" destOrd="0" presId="urn:microsoft.com/office/officeart/2005/8/layout/bProcess3"/>
    <dgm:cxn modelId="{371D2A9D-BC3C-4C8A-ABEE-2D981FF268FA}" type="presOf" srcId="{769117CC-8A40-47AC-AFC9-B2C5807016AC}" destId="{2DD7E2B0-39F2-46E8-8B92-A695E7021771}" srcOrd="1" destOrd="0" presId="urn:microsoft.com/office/officeart/2005/8/layout/bProcess3"/>
    <dgm:cxn modelId="{0F42C7A7-7442-4582-A082-009D9E4B6C46}" type="presOf" srcId="{26A362D6-7CE6-4CFC-B7FD-EDE2012D5452}" destId="{508989D0-17F1-453D-8A8B-6C97A4B01816}" srcOrd="0" destOrd="0" presId="urn:microsoft.com/office/officeart/2005/8/layout/bProcess3"/>
    <dgm:cxn modelId="{B6B12EAC-0293-4B84-B4F9-753F694A32BF}" type="presOf" srcId="{8A30DC93-190F-4D3A-ABD9-C97301BED3EF}" destId="{4F376546-972D-4A1D-8DA9-81C8F3FEE636}" srcOrd="0" destOrd="0" presId="urn:microsoft.com/office/officeart/2005/8/layout/bProcess3"/>
    <dgm:cxn modelId="{6CDD7CAE-046E-4021-B63C-942050A121DC}" srcId="{21EA58A0-5AC6-4647-9239-25DD9B14C75A}" destId="{82BF1198-958E-45A5-8549-F4E8FEE9E671}" srcOrd="9" destOrd="0" parTransId="{05E8C541-4DC3-4B2E-9892-10D4AAC6BE5A}" sibTransId="{769117CC-8A40-47AC-AFC9-B2C5807016AC}"/>
    <dgm:cxn modelId="{404ECAB6-5F48-4CC4-B8E0-B2816FE00D81}" type="presOf" srcId="{18C3C8AF-F894-4222-B208-1CF723A1EA50}" destId="{B54FCF32-9471-43F2-89DA-F008894780FA}" srcOrd="0" destOrd="0" presId="urn:microsoft.com/office/officeart/2005/8/layout/bProcess3"/>
    <dgm:cxn modelId="{7B99F0B6-F3D9-4C02-8AF6-5DA11AA5CA47}" type="presOf" srcId="{715FFA83-2212-48CC-94FF-4A2409715015}" destId="{874EBED3-2277-4E64-AB74-5FE397BFCE0B}" srcOrd="0" destOrd="0" presId="urn:microsoft.com/office/officeart/2005/8/layout/bProcess3"/>
    <dgm:cxn modelId="{9FEFB6C4-B907-428B-B0D5-28A0288C0C7E}" type="presOf" srcId="{8FEAC0DF-1E1A-4B55-9553-AA8BF10132E1}" destId="{9BCD5661-E2E5-4945-A279-1F5A58AC671F}" srcOrd="0" destOrd="0" presId="urn:microsoft.com/office/officeart/2005/8/layout/bProcess3"/>
    <dgm:cxn modelId="{EB7313D5-4C30-4E7A-9EE1-A59B4E0428EF}" type="presOf" srcId="{B6224CB5-C9AC-43B6-BECF-1203A3356588}" destId="{55DD60BF-0634-4DFC-9147-E9421348B37C}" srcOrd="0" destOrd="0" presId="urn:microsoft.com/office/officeart/2005/8/layout/bProcess3"/>
    <dgm:cxn modelId="{8DC485D5-6E99-47E4-9C81-5BB15357C492}" type="presOf" srcId="{18C3C8AF-F894-4222-B208-1CF723A1EA50}" destId="{631495D2-9C72-4E5B-8C51-952D93506B9F}" srcOrd="1" destOrd="0" presId="urn:microsoft.com/office/officeart/2005/8/layout/bProcess3"/>
    <dgm:cxn modelId="{1440C5D8-B621-48CC-B901-9ED41341AC95}" type="presOf" srcId="{C14A214C-7EF5-49C3-B61F-FBA785E7849C}" destId="{2238ED93-A4C1-45EE-857E-9C87944F5CC6}" srcOrd="0" destOrd="0" presId="urn:microsoft.com/office/officeart/2005/8/layout/bProcess3"/>
    <dgm:cxn modelId="{53A1DAD8-9559-45E5-8593-841EF3CA08AB}" type="presOf" srcId="{8E506142-B6F9-4277-B6A7-FD743FA1984D}" destId="{FFC0BD99-4238-4B2C-8E03-84148B91E2E6}" srcOrd="0" destOrd="0" presId="urn:microsoft.com/office/officeart/2005/8/layout/bProcess3"/>
    <dgm:cxn modelId="{36DEE6D8-3DED-4E43-BA16-E08C33876A4D}" type="presOf" srcId="{715FFA83-2212-48CC-94FF-4A2409715015}" destId="{95050C9A-6B0B-4CF2-94B4-904B11C7D7B3}" srcOrd="1" destOrd="0" presId="urn:microsoft.com/office/officeart/2005/8/layout/bProcess3"/>
    <dgm:cxn modelId="{A95D41E1-A906-4F01-A307-3C3B31FB7EEC}" srcId="{21EA58A0-5AC6-4647-9239-25DD9B14C75A}" destId="{8E506142-B6F9-4277-B6A7-FD743FA1984D}" srcOrd="7" destOrd="0" parTransId="{7EE950F1-A64F-41FE-A985-133A4A7F3F94}" sibTransId="{8A30DC93-190F-4D3A-ABD9-C97301BED3EF}"/>
    <dgm:cxn modelId="{280843E6-2279-4652-BAE0-57CF47C13187}" srcId="{21EA58A0-5AC6-4647-9239-25DD9B14C75A}" destId="{46A2B14B-32DE-48A1-AD39-FCB8BC010863}" srcOrd="2" destOrd="0" parTransId="{6B2A1998-F1AF-4B4E-99EC-CBEF91E0643B}" sibTransId="{226EBC75-8478-42CB-A97F-EFE0D1AEF74B}"/>
    <dgm:cxn modelId="{0B45E6E6-2F20-4CEB-878A-942817B4C999}" srcId="{21EA58A0-5AC6-4647-9239-25DD9B14C75A}" destId="{C9FE3B36-3DD2-47A0-8722-700EFB5D4070}" srcOrd="1" destOrd="0" parTransId="{E935B446-5036-40DD-B014-39A6F87B14E1}" sibTransId="{0D0D87D3-115B-402A-8961-65E517CF2065}"/>
    <dgm:cxn modelId="{A69B74EC-7457-461C-8C42-A9FA28C74958}" type="presOf" srcId="{46A2B14B-32DE-48A1-AD39-FCB8BC010863}" destId="{CC01A901-C159-43C4-A67F-FCE8524B050C}" srcOrd="0" destOrd="0" presId="urn:microsoft.com/office/officeart/2005/8/layout/bProcess3"/>
    <dgm:cxn modelId="{60429CF0-58F5-4DBF-A30E-B66FC1A9EA5D}" type="presOf" srcId="{0D0D87D3-115B-402A-8961-65E517CF2065}" destId="{EE5F2B88-B2E9-453A-B039-10117FB8EC16}" srcOrd="0" destOrd="0" presId="urn:microsoft.com/office/officeart/2005/8/layout/bProcess3"/>
    <dgm:cxn modelId="{3A0C4FFA-A316-4642-8AC8-09420C823895}" srcId="{21EA58A0-5AC6-4647-9239-25DD9B14C75A}" destId="{C206FA5A-F0A3-4E6C-A184-70FA85F427E9}" srcOrd="5" destOrd="0" parTransId="{58283B72-6298-4B3B-9F05-C7B84769D49E}" sibTransId="{18C3C8AF-F894-4222-B208-1CF723A1EA50}"/>
    <dgm:cxn modelId="{EB7C0829-45EB-4FF4-B7D0-65503E97F9AB}" type="presParOf" srcId="{CD38BF72-AED8-40EE-8852-C681F64ED9B9}" destId="{A11FBF23-F2E0-4A23-8B82-FF003CC906C3}" srcOrd="0" destOrd="0" presId="urn:microsoft.com/office/officeart/2005/8/layout/bProcess3"/>
    <dgm:cxn modelId="{2EE1601D-BA55-4F6B-83EA-C30F84EBFB20}" type="presParOf" srcId="{CD38BF72-AED8-40EE-8852-C681F64ED9B9}" destId="{2F748A3F-EC34-42FD-B39F-B628554D7786}" srcOrd="1" destOrd="0" presId="urn:microsoft.com/office/officeart/2005/8/layout/bProcess3"/>
    <dgm:cxn modelId="{D3BD3546-C7EE-45AF-80D9-073FD50F23D7}" type="presParOf" srcId="{2F748A3F-EC34-42FD-B39F-B628554D7786}" destId="{52636ED4-F179-4A8B-8860-DDBEEB2C60B3}" srcOrd="0" destOrd="0" presId="urn:microsoft.com/office/officeart/2005/8/layout/bProcess3"/>
    <dgm:cxn modelId="{CC048F60-6DB2-4FA8-8CA9-F9EBC162E09A}" type="presParOf" srcId="{CD38BF72-AED8-40EE-8852-C681F64ED9B9}" destId="{8E41A6D7-B782-4260-82C4-C6009C46A504}" srcOrd="2" destOrd="0" presId="urn:microsoft.com/office/officeart/2005/8/layout/bProcess3"/>
    <dgm:cxn modelId="{6A8313A5-7DD6-4037-8FC8-EE1EEBD9840E}" type="presParOf" srcId="{CD38BF72-AED8-40EE-8852-C681F64ED9B9}" destId="{EE5F2B88-B2E9-453A-B039-10117FB8EC16}" srcOrd="3" destOrd="0" presId="urn:microsoft.com/office/officeart/2005/8/layout/bProcess3"/>
    <dgm:cxn modelId="{AAEF19A1-123F-4991-ACCA-F2E7E06BAFB2}" type="presParOf" srcId="{EE5F2B88-B2E9-453A-B039-10117FB8EC16}" destId="{C4AB7E3C-2951-4DD7-A8D2-3BE38CF4E716}" srcOrd="0" destOrd="0" presId="urn:microsoft.com/office/officeart/2005/8/layout/bProcess3"/>
    <dgm:cxn modelId="{703F4DF9-B522-47F5-BB86-08D456DA41DC}" type="presParOf" srcId="{CD38BF72-AED8-40EE-8852-C681F64ED9B9}" destId="{CC01A901-C159-43C4-A67F-FCE8524B050C}" srcOrd="4" destOrd="0" presId="urn:microsoft.com/office/officeart/2005/8/layout/bProcess3"/>
    <dgm:cxn modelId="{04D93C6F-9637-46D4-A944-FAA96A15D707}" type="presParOf" srcId="{CD38BF72-AED8-40EE-8852-C681F64ED9B9}" destId="{4B5A09B0-A78F-457A-8468-CA1318547A15}" srcOrd="5" destOrd="0" presId="urn:microsoft.com/office/officeart/2005/8/layout/bProcess3"/>
    <dgm:cxn modelId="{D77FD27E-E01C-4DCF-98D4-0009051DDBBB}" type="presParOf" srcId="{4B5A09B0-A78F-457A-8468-CA1318547A15}" destId="{E6B94DF6-1739-4194-86A0-2B061A85FA3F}" srcOrd="0" destOrd="0" presId="urn:microsoft.com/office/officeart/2005/8/layout/bProcess3"/>
    <dgm:cxn modelId="{A978BA68-6A3B-483A-A4E7-DCB586946F9D}" type="presParOf" srcId="{CD38BF72-AED8-40EE-8852-C681F64ED9B9}" destId="{9BE3604A-EF5D-426A-9E11-DD6B45DD6D4E}" srcOrd="6" destOrd="0" presId="urn:microsoft.com/office/officeart/2005/8/layout/bProcess3"/>
    <dgm:cxn modelId="{BFC19E01-C521-4CAA-BB02-A8401940E19F}" type="presParOf" srcId="{CD38BF72-AED8-40EE-8852-C681F64ED9B9}" destId="{422F8F70-B0FA-4645-9B3D-F860C86095F4}" srcOrd="7" destOrd="0" presId="urn:microsoft.com/office/officeart/2005/8/layout/bProcess3"/>
    <dgm:cxn modelId="{76191D53-72FC-41EE-83B1-EE60EDC9F455}" type="presParOf" srcId="{422F8F70-B0FA-4645-9B3D-F860C86095F4}" destId="{E806137D-1DD5-43AF-85F8-055AF0520F92}" srcOrd="0" destOrd="0" presId="urn:microsoft.com/office/officeart/2005/8/layout/bProcess3"/>
    <dgm:cxn modelId="{85123369-FDDC-45D1-BAD3-F0DECBD3147C}" type="presParOf" srcId="{CD38BF72-AED8-40EE-8852-C681F64ED9B9}" destId="{22E09ECC-0FCD-47FC-8AEE-D954B9C36E96}" srcOrd="8" destOrd="0" presId="urn:microsoft.com/office/officeart/2005/8/layout/bProcess3"/>
    <dgm:cxn modelId="{32941AE7-A083-4693-9932-7F24FD407372}" type="presParOf" srcId="{CD38BF72-AED8-40EE-8852-C681F64ED9B9}" destId="{874EBED3-2277-4E64-AB74-5FE397BFCE0B}" srcOrd="9" destOrd="0" presId="urn:microsoft.com/office/officeart/2005/8/layout/bProcess3"/>
    <dgm:cxn modelId="{BF877FC2-BD68-4453-83CD-35C80DBA54E2}" type="presParOf" srcId="{874EBED3-2277-4E64-AB74-5FE397BFCE0B}" destId="{95050C9A-6B0B-4CF2-94B4-904B11C7D7B3}" srcOrd="0" destOrd="0" presId="urn:microsoft.com/office/officeart/2005/8/layout/bProcess3"/>
    <dgm:cxn modelId="{063BA05B-C835-4617-A6FE-341BEAAC870F}" type="presParOf" srcId="{CD38BF72-AED8-40EE-8852-C681F64ED9B9}" destId="{3E2100D6-E6EC-4C48-95EE-13ED75D63E90}" srcOrd="10" destOrd="0" presId="urn:microsoft.com/office/officeart/2005/8/layout/bProcess3"/>
    <dgm:cxn modelId="{D58BFEB4-4682-45DE-BFD3-5404456F027B}" type="presParOf" srcId="{CD38BF72-AED8-40EE-8852-C681F64ED9B9}" destId="{B54FCF32-9471-43F2-89DA-F008894780FA}" srcOrd="11" destOrd="0" presId="urn:microsoft.com/office/officeart/2005/8/layout/bProcess3"/>
    <dgm:cxn modelId="{6C76FBC2-8FBA-4E56-A453-4327059A4A2F}" type="presParOf" srcId="{B54FCF32-9471-43F2-89DA-F008894780FA}" destId="{631495D2-9C72-4E5B-8C51-952D93506B9F}" srcOrd="0" destOrd="0" presId="urn:microsoft.com/office/officeart/2005/8/layout/bProcess3"/>
    <dgm:cxn modelId="{D8A075D2-D31F-4043-8EF4-9434E373FB4C}" type="presParOf" srcId="{CD38BF72-AED8-40EE-8852-C681F64ED9B9}" destId="{55DD60BF-0634-4DFC-9147-E9421348B37C}" srcOrd="12" destOrd="0" presId="urn:microsoft.com/office/officeart/2005/8/layout/bProcess3"/>
    <dgm:cxn modelId="{08544410-46DE-4533-B313-E52EDDC13757}" type="presParOf" srcId="{CD38BF72-AED8-40EE-8852-C681F64ED9B9}" destId="{508989D0-17F1-453D-8A8B-6C97A4B01816}" srcOrd="13" destOrd="0" presId="urn:microsoft.com/office/officeart/2005/8/layout/bProcess3"/>
    <dgm:cxn modelId="{3750A0BA-D228-4985-A0B7-F7F1ACB851E5}" type="presParOf" srcId="{508989D0-17F1-453D-8A8B-6C97A4B01816}" destId="{973581E9-844F-4F86-8971-78EEFFE1F864}" srcOrd="0" destOrd="0" presId="urn:microsoft.com/office/officeart/2005/8/layout/bProcess3"/>
    <dgm:cxn modelId="{570F0034-28E3-4986-9637-954B791E1056}" type="presParOf" srcId="{CD38BF72-AED8-40EE-8852-C681F64ED9B9}" destId="{FFC0BD99-4238-4B2C-8E03-84148B91E2E6}" srcOrd="14" destOrd="0" presId="urn:microsoft.com/office/officeart/2005/8/layout/bProcess3"/>
    <dgm:cxn modelId="{B797C32E-3F9C-4881-BB61-F1043E5B9603}" type="presParOf" srcId="{CD38BF72-AED8-40EE-8852-C681F64ED9B9}" destId="{4F376546-972D-4A1D-8DA9-81C8F3FEE636}" srcOrd="15" destOrd="0" presId="urn:microsoft.com/office/officeart/2005/8/layout/bProcess3"/>
    <dgm:cxn modelId="{07D23563-100E-462E-AD5A-B3DC7D78F111}" type="presParOf" srcId="{4F376546-972D-4A1D-8DA9-81C8F3FEE636}" destId="{05075BF9-8BCE-4A12-86AE-03B64B4E0146}" srcOrd="0" destOrd="0" presId="urn:microsoft.com/office/officeart/2005/8/layout/bProcess3"/>
    <dgm:cxn modelId="{FCE6FBAC-04C7-415A-B5E2-2CDAC47F4D55}" type="presParOf" srcId="{CD38BF72-AED8-40EE-8852-C681F64ED9B9}" destId="{E5EFCE35-A556-4074-A1EA-3A8A7E945CC7}" srcOrd="16" destOrd="0" presId="urn:microsoft.com/office/officeart/2005/8/layout/bProcess3"/>
    <dgm:cxn modelId="{05E6806E-8B73-4571-B610-9CDDDB4D0D80}" type="presParOf" srcId="{CD38BF72-AED8-40EE-8852-C681F64ED9B9}" destId="{9BCD5661-E2E5-4945-A279-1F5A58AC671F}" srcOrd="17" destOrd="0" presId="urn:microsoft.com/office/officeart/2005/8/layout/bProcess3"/>
    <dgm:cxn modelId="{5E0E4399-E919-4272-A1B5-C859E79BDE3A}" type="presParOf" srcId="{9BCD5661-E2E5-4945-A279-1F5A58AC671F}" destId="{222D12D6-109E-4E08-A235-F3236389097C}" srcOrd="0" destOrd="0" presId="urn:microsoft.com/office/officeart/2005/8/layout/bProcess3"/>
    <dgm:cxn modelId="{9C64D96B-3688-47CC-A19C-4DFF21537886}" type="presParOf" srcId="{CD38BF72-AED8-40EE-8852-C681F64ED9B9}" destId="{082BCAA8-3B51-43B4-AA39-190F0D058F9A}" srcOrd="18" destOrd="0" presId="urn:microsoft.com/office/officeart/2005/8/layout/bProcess3"/>
    <dgm:cxn modelId="{B19F0593-D914-443B-B1D1-1E61614D359D}" type="presParOf" srcId="{CD38BF72-AED8-40EE-8852-C681F64ED9B9}" destId="{0827A355-711A-4F83-825A-AC15A83A8CE3}" srcOrd="19" destOrd="0" presId="urn:microsoft.com/office/officeart/2005/8/layout/bProcess3"/>
    <dgm:cxn modelId="{5022E78C-11D4-44DA-B29B-1B8A79631A72}" type="presParOf" srcId="{0827A355-711A-4F83-825A-AC15A83A8CE3}" destId="{2DD7E2B0-39F2-46E8-8B92-A695E7021771}" srcOrd="0" destOrd="0" presId="urn:microsoft.com/office/officeart/2005/8/layout/bProcess3"/>
    <dgm:cxn modelId="{19BB6EA7-1D1A-41D1-86F9-7704938FA71E}" type="presParOf" srcId="{CD38BF72-AED8-40EE-8852-C681F64ED9B9}" destId="{1602D21A-850F-4F3B-8219-14C476DF0DC5}" srcOrd="20" destOrd="0" presId="urn:microsoft.com/office/officeart/2005/8/layout/bProcess3"/>
    <dgm:cxn modelId="{FD0A4323-D842-4EB5-8E2A-DB28A2E58C38}" type="presParOf" srcId="{CD38BF72-AED8-40EE-8852-C681F64ED9B9}" destId="{2238ED93-A4C1-45EE-857E-9C87944F5CC6}" srcOrd="21" destOrd="0" presId="urn:microsoft.com/office/officeart/2005/8/layout/bProcess3"/>
    <dgm:cxn modelId="{2810B41B-9F78-4B2D-8286-5E7500D492AA}" type="presParOf" srcId="{2238ED93-A4C1-45EE-857E-9C87944F5CC6}" destId="{5275BE2D-10F3-4F30-8CCA-07D38EBFFD14}" srcOrd="0" destOrd="0" presId="urn:microsoft.com/office/officeart/2005/8/layout/bProcess3"/>
    <dgm:cxn modelId="{89A80624-A068-423F-922D-8DC00FDC5821}" type="presParOf" srcId="{CD38BF72-AED8-40EE-8852-C681F64ED9B9}" destId="{BD063C87-8451-42B8-947C-60AD0BEB17CF}" srcOrd="22"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rgbClr val="FF0000"/>
        </a:solidFill>
      </dgm:spPr>
      <dgm:t>
        <a:bodyPr/>
        <a:lstStyle/>
        <a:p>
          <a:r>
            <a:rPr lang="en-US" b="1" noProof="0" dirty="0">
              <a:solidFill>
                <a:schemeClr val="bg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tx2">
            <a:lumMod val="75000"/>
            <a:lumOff val="25000"/>
          </a:schemeClr>
        </a:solidFill>
      </dgm:spPr>
      <dgm:t>
        <a:bodyPr/>
        <a:lstStyle/>
        <a:p>
          <a:r>
            <a:rPr lang="en-US" b="1" noProof="0" dirty="0">
              <a:solidFill>
                <a:schemeClr val="bg1"/>
              </a:solidFill>
            </a:rPr>
            <a:t>Integration </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25416BC1-0119-4912-942D-E5ADFE4D8E3E}">
      <dgm:prSet phldrT="[Testo]"/>
      <dgm:spPr>
        <a:solidFill>
          <a:schemeClr val="tx1">
            <a:lumMod val="75000"/>
            <a:lumOff val="25000"/>
          </a:schemeClr>
        </a:solidFill>
      </dgm:spPr>
      <dgm:t>
        <a:bodyPr/>
        <a:lstStyle/>
        <a:p>
          <a:r>
            <a:rPr lang="en-US" b="1" noProof="0" dirty="0">
              <a:solidFill>
                <a:schemeClr val="bg1"/>
              </a:solidFill>
            </a:rPr>
            <a:t>Scope </a:t>
          </a:r>
        </a:p>
      </dgm:t>
    </dgm:pt>
    <dgm:pt modelId="{1FD68696-64AD-4AB9-8E21-CD537A81B5E0}" type="parTrans" cxnId="{BBA2F907-E8EE-4057-870C-9D3842E35C95}">
      <dgm:prSet/>
      <dgm:spPr/>
      <dgm:t>
        <a:bodyPr/>
        <a:lstStyle/>
        <a:p>
          <a:endParaRPr lang="it-IT" b="1"/>
        </a:p>
      </dgm:t>
    </dgm:pt>
    <dgm:pt modelId="{74BEDB9E-5CB5-4ECC-A2E0-9D1E7988A3CF}" type="sibTrans" cxnId="{BBA2F907-E8EE-4057-870C-9D3842E35C95}">
      <dgm:prSet/>
      <dgm:spPr/>
      <dgm:t>
        <a:bodyPr/>
        <a:lstStyle/>
        <a:p>
          <a:endParaRPr lang="it-IT" b="1"/>
        </a:p>
      </dgm:t>
    </dgm:pt>
    <dgm:pt modelId="{151CF22A-93AC-456D-9917-9FCB505565B3}">
      <dgm:prSet phldrT="[Testo]"/>
      <dgm:spPr>
        <a:solidFill>
          <a:schemeClr val="tx1">
            <a:lumMod val="75000"/>
            <a:lumOff val="25000"/>
          </a:schemeClr>
        </a:solidFill>
      </dgm:spPr>
      <dgm:t>
        <a:bodyPr/>
        <a:lstStyle/>
        <a:p>
          <a:r>
            <a:rPr lang="en-US" b="1" noProof="0" dirty="0">
              <a:solidFill>
                <a:schemeClr val="bg1"/>
              </a:solidFill>
            </a:rPr>
            <a:t>Time</a:t>
          </a:r>
        </a:p>
      </dgm:t>
    </dgm:pt>
    <dgm:pt modelId="{DC83B96A-93F5-4642-B4CC-71F089848312}" type="parTrans" cxnId="{36164AFD-7FAF-4200-B591-35B621E3F092}">
      <dgm:prSet/>
      <dgm:spPr/>
      <dgm:t>
        <a:bodyPr/>
        <a:lstStyle/>
        <a:p>
          <a:endParaRPr lang="it-IT" b="1"/>
        </a:p>
      </dgm:t>
    </dgm:pt>
    <dgm:pt modelId="{26B22C44-C8FB-4E5B-9867-C4BE8F1F6ED6}" type="sibTrans" cxnId="{36164AFD-7FAF-4200-B591-35B621E3F092}">
      <dgm:prSet/>
      <dgm:spPr/>
      <dgm:t>
        <a:bodyPr/>
        <a:lstStyle/>
        <a:p>
          <a:endParaRPr lang="it-IT" b="1"/>
        </a:p>
      </dgm:t>
    </dgm:pt>
    <dgm:pt modelId="{6B2DDC6C-17D3-44CC-8605-725332F797F1}">
      <dgm:prSet phldrT="[Testo]"/>
      <dgm:spPr>
        <a:solidFill>
          <a:schemeClr val="tx1">
            <a:lumMod val="75000"/>
            <a:lumOff val="25000"/>
          </a:schemeClr>
        </a:solidFill>
      </dgm:spPr>
      <dgm:t>
        <a:bodyPr/>
        <a:lstStyle/>
        <a:p>
          <a:r>
            <a:rPr lang="en-US" b="1" noProof="0" dirty="0">
              <a:solidFill>
                <a:schemeClr val="bg1"/>
              </a:solidFill>
            </a:rPr>
            <a:t>Cost</a:t>
          </a:r>
        </a:p>
      </dgm:t>
    </dgm:pt>
    <dgm:pt modelId="{E3ADB4D4-357F-4EC4-9C78-0CBDB7F17F20}" type="parTrans" cxnId="{0458E0B0-9D86-4FC9-83E6-F7391F3253D8}">
      <dgm:prSet/>
      <dgm:spPr/>
      <dgm:t>
        <a:bodyPr/>
        <a:lstStyle/>
        <a:p>
          <a:endParaRPr lang="it-IT" b="1"/>
        </a:p>
      </dgm:t>
    </dgm:pt>
    <dgm:pt modelId="{7A6894BA-E00E-4053-91FD-6717E615F2B2}" type="sibTrans" cxnId="{0458E0B0-9D86-4FC9-83E6-F7391F3253D8}">
      <dgm:prSet/>
      <dgm:spPr/>
      <dgm:t>
        <a:bodyPr/>
        <a:lstStyle/>
        <a:p>
          <a:endParaRPr lang="it-IT" b="1"/>
        </a:p>
      </dgm:t>
    </dgm:pt>
    <dgm:pt modelId="{E67B98AD-FCE9-43BE-A9C8-EAB775586CB8}">
      <dgm:prSet phldrT="[Testo]"/>
      <dgm:spPr>
        <a:solidFill>
          <a:schemeClr val="tx1">
            <a:lumMod val="75000"/>
            <a:lumOff val="25000"/>
          </a:schemeClr>
        </a:solidFill>
      </dgm:spPr>
      <dgm:t>
        <a:bodyPr/>
        <a:lstStyle/>
        <a:p>
          <a:r>
            <a:rPr lang="en-US" b="1" noProof="0" dirty="0">
              <a:solidFill>
                <a:schemeClr val="bg1"/>
              </a:solidFill>
            </a:rPr>
            <a:t>Quality</a:t>
          </a:r>
        </a:p>
      </dgm:t>
    </dgm:pt>
    <dgm:pt modelId="{F9B7CFE7-7DEC-43AC-8075-FB647A40CE06}" type="parTrans" cxnId="{DB224818-045E-4874-84DA-205447D14FBB}">
      <dgm:prSet/>
      <dgm:spPr/>
      <dgm:t>
        <a:bodyPr/>
        <a:lstStyle/>
        <a:p>
          <a:endParaRPr lang="it-IT" b="1"/>
        </a:p>
      </dgm:t>
    </dgm:pt>
    <dgm:pt modelId="{4D0F2B04-BF4A-4DDD-84CE-98F1A92C563F}" type="sibTrans" cxnId="{DB224818-045E-4874-84DA-205447D14FBB}">
      <dgm:prSet/>
      <dgm:spPr/>
      <dgm:t>
        <a:bodyPr/>
        <a:lstStyle/>
        <a:p>
          <a:endParaRPr lang="it-IT" b="1"/>
        </a:p>
      </dgm:t>
    </dgm:pt>
    <dgm:pt modelId="{B1D967C3-4045-4B54-98C2-4E3FEFCC013C}">
      <dgm:prSet phldrT="[Testo]"/>
      <dgm:spPr>
        <a:solidFill>
          <a:schemeClr val="tx2">
            <a:lumMod val="75000"/>
            <a:lumOff val="25000"/>
          </a:schemeClr>
        </a:solidFill>
      </dgm:spPr>
      <dgm:t>
        <a:bodyPr/>
        <a:lstStyle/>
        <a:p>
          <a:r>
            <a:rPr lang="en-US" b="1" noProof="0" dirty="0">
              <a:solidFill>
                <a:schemeClr val="bg1"/>
              </a:solidFill>
            </a:rPr>
            <a:t>HR</a:t>
          </a:r>
        </a:p>
      </dgm:t>
    </dgm:pt>
    <dgm:pt modelId="{373E0FD8-81CC-4998-9B48-509F8EEFDB1C}" type="parTrans" cxnId="{D8A0F9EB-C355-4D92-8B14-84377264F898}">
      <dgm:prSet/>
      <dgm:spPr/>
      <dgm:t>
        <a:bodyPr/>
        <a:lstStyle/>
        <a:p>
          <a:endParaRPr lang="it-IT" b="1"/>
        </a:p>
      </dgm:t>
    </dgm:pt>
    <dgm:pt modelId="{E010F1FA-7246-454A-B233-09E72F87C4A1}" type="sibTrans" cxnId="{D8A0F9EB-C355-4D92-8B14-84377264F898}">
      <dgm:prSet/>
      <dgm:spPr/>
      <dgm:t>
        <a:bodyPr/>
        <a:lstStyle/>
        <a:p>
          <a:endParaRPr lang="it-IT" b="1"/>
        </a:p>
      </dgm:t>
    </dgm:pt>
    <dgm:pt modelId="{E4D56822-C302-473A-BC9A-1694BEDC39C9}">
      <dgm:prSet phldrT="[Testo]"/>
      <dgm:spPr>
        <a:solidFill>
          <a:schemeClr val="tx1">
            <a:lumMod val="75000"/>
            <a:lumOff val="25000"/>
          </a:schemeClr>
        </a:solidFill>
      </dgm:spPr>
      <dgm:t>
        <a:bodyPr/>
        <a:lstStyle/>
        <a:p>
          <a:r>
            <a:rPr lang="en-US" b="1" noProof="0" dirty="0" err="1">
              <a:solidFill>
                <a:schemeClr val="bg1"/>
              </a:solidFill>
            </a:rPr>
            <a:t>Communi</a:t>
          </a:r>
          <a:r>
            <a:rPr lang="en-US" b="1" noProof="0" dirty="0">
              <a:solidFill>
                <a:schemeClr val="bg1"/>
              </a:solidFill>
            </a:rPr>
            <a:t>-cations</a:t>
          </a:r>
        </a:p>
      </dgm:t>
    </dgm:pt>
    <dgm:pt modelId="{DA0686AD-C694-475F-850D-27204A1BF519}" type="parTrans" cxnId="{6FA44973-A8D4-4A20-A5CD-BBF4C6D43734}">
      <dgm:prSet/>
      <dgm:spPr/>
      <dgm:t>
        <a:bodyPr/>
        <a:lstStyle/>
        <a:p>
          <a:endParaRPr lang="it-IT" b="1"/>
        </a:p>
      </dgm:t>
    </dgm:pt>
    <dgm:pt modelId="{58F2BFAB-468D-4DB0-B3A4-AF315E16D051}" type="sibTrans" cxnId="{6FA44973-A8D4-4A20-A5CD-BBF4C6D43734}">
      <dgm:prSet/>
      <dgm:spPr/>
      <dgm:t>
        <a:bodyPr/>
        <a:lstStyle/>
        <a:p>
          <a:endParaRPr lang="it-IT" b="1"/>
        </a:p>
      </dgm:t>
    </dgm:pt>
    <dgm:pt modelId="{05634182-2E72-43F2-BB99-D3DB32FB4EC8}">
      <dgm:prSet phldrT="[Testo]"/>
      <dgm:spPr>
        <a:solidFill>
          <a:schemeClr val="tx1">
            <a:lumMod val="75000"/>
            <a:lumOff val="25000"/>
          </a:schemeClr>
        </a:solidFill>
      </dgm:spPr>
      <dgm:t>
        <a:bodyPr/>
        <a:lstStyle/>
        <a:p>
          <a:r>
            <a:rPr lang="en-US" b="1" noProof="0" dirty="0">
              <a:solidFill>
                <a:schemeClr val="bg1"/>
              </a:solidFill>
            </a:rPr>
            <a:t>Stakeholder</a:t>
          </a:r>
        </a:p>
      </dgm:t>
    </dgm:pt>
    <dgm:pt modelId="{1BF415DB-9581-4AE0-B8C1-11F5ADFEE6AF}" type="parTrans" cxnId="{207C451C-CB66-4AF2-AC7D-63D8CDCB16BF}">
      <dgm:prSet/>
      <dgm:spPr/>
      <dgm:t>
        <a:bodyPr/>
        <a:lstStyle/>
        <a:p>
          <a:endParaRPr lang="it-IT" b="1"/>
        </a:p>
      </dgm:t>
    </dgm:pt>
    <dgm:pt modelId="{6736EAE9-D421-43BB-9C1D-3774CFD07AC7}" type="sibTrans" cxnId="{207C451C-CB66-4AF2-AC7D-63D8CDCB16BF}">
      <dgm:prSet/>
      <dgm:spPr/>
      <dgm:t>
        <a:bodyPr/>
        <a:lstStyle/>
        <a:p>
          <a:endParaRPr lang="it-IT" b="1"/>
        </a:p>
      </dgm:t>
    </dgm:pt>
    <dgm:pt modelId="{2891C0E4-3E93-43DF-A50C-7D18ACE9A978}">
      <dgm:prSet phldrT="[Testo]"/>
      <dgm:spPr>
        <a:solidFill>
          <a:srgbClr val="FF0000"/>
        </a:solidFill>
      </dgm:spPr>
      <dgm:t>
        <a:bodyPr/>
        <a:lstStyle/>
        <a:p>
          <a:r>
            <a:rPr lang="en-US" b="1" noProof="0" dirty="0">
              <a:solidFill>
                <a:schemeClr val="bg1"/>
              </a:solidFill>
            </a:rPr>
            <a:t>Risk</a:t>
          </a:r>
        </a:p>
      </dgm:t>
    </dgm:pt>
    <dgm:pt modelId="{D9F5BF35-9658-403E-A33D-B6857D278EF1}" type="parTrans" cxnId="{A910714C-9275-4E74-B761-16A5F327872B}">
      <dgm:prSet/>
      <dgm:spPr/>
      <dgm:t>
        <a:bodyPr/>
        <a:lstStyle/>
        <a:p>
          <a:endParaRPr lang="it-IT" b="1"/>
        </a:p>
      </dgm:t>
    </dgm:pt>
    <dgm:pt modelId="{C847D2AF-471D-4469-BCFD-9EF1F53B42C0}" type="sibTrans" cxnId="{A910714C-9275-4E74-B761-16A5F327872B}">
      <dgm:prSet/>
      <dgm:spPr/>
      <dgm:t>
        <a:bodyPr/>
        <a:lstStyle/>
        <a:p>
          <a:endParaRPr lang="it-IT" b="1"/>
        </a:p>
      </dgm:t>
    </dgm:pt>
    <dgm:pt modelId="{A7E6193B-8485-44AA-ADB8-8962E0A755A5}">
      <dgm:prSet phldrT="[Testo]"/>
      <dgm:spPr>
        <a:solidFill>
          <a:schemeClr val="tx1">
            <a:lumMod val="75000"/>
            <a:lumOff val="25000"/>
          </a:schemeClr>
        </a:solidFill>
      </dgm:spPr>
      <dgm:t>
        <a:bodyPr/>
        <a:lstStyle/>
        <a:p>
          <a:r>
            <a:rPr lang="en-US" b="1" noProof="0" dirty="0">
              <a:solidFill>
                <a:schemeClr val="bg1"/>
              </a:solidFill>
            </a:rPr>
            <a:t>Procurement</a:t>
          </a:r>
        </a:p>
      </dgm:t>
    </dgm:pt>
    <dgm:pt modelId="{1AEDF436-4529-42E3-962C-6CCE925FCFC7}" type="parTrans" cxnId="{EE617C9F-BE63-40F6-B3DB-16ACF9D78AA3}">
      <dgm:prSet/>
      <dgm:spPr/>
      <dgm:t>
        <a:bodyPr/>
        <a:lstStyle/>
        <a:p>
          <a:endParaRPr lang="it-IT" b="1"/>
        </a:p>
      </dgm:t>
    </dgm:pt>
    <dgm:pt modelId="{451309E3-A64B-411F-874D-941B76ADE933}" type="sibTrans" cxnId="{EE617C9F-BE63-40F6-B3DB-16ACF9D78AA3}">
      <dgm:prSet/>
      <dgm:spPr/>
      <dgm:t>
        <a:bodyPr/>
        <a:lstStyle/>
        <a:p>
          <a:endParaRPr lang="it-IT" b="1"/>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val="hang"/>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301070F8-9CDB-49D1-9D66-5B08AFA10B0E}" type="pres">
      <dgm:prSet presAssocID="{1B1AC38C-8E1D-4D15-97EB-5AB2E357526A}" presName="Name48" presStyleLbl="parChTrans1D2" presStyleIdx="0" presStyleCnt="10"/>
      <dgm:spPr/>
    </dgm:pt>
    <dgm:pt modelId="{19AABB88-5723-4DF7-B513-C52C6D48C029}" type="pres">
      <dgm:prSet presAssocID="{3F64DD8B-D8A1-4FEC-BE6C-DAE71BED4B23}" presName="hierRoot2" presStyleCnt="0">
        <dgm:presLayoutVars>
          <dgm:hierBranch val="init"/>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0">
        <dgm:presLayoutVars>
          <dgm:chPref val="3"/>
        </dgm:presLayoutVars>
      </dgm:prSet>
      <dgm:spPr/>
    </dgm:pt>
    <dgm:pt modelId="{000F4AD4-046D-4206-95A7-9833B6F682CA}" type="pres">
      <dgm:prSet presAssocID="{3F64DD8B-D8A1-4FEC-BE6C-DAE71BED4B23}" presName="rootConnector" presStyleLbl="node2" presStyleIdx="0" presStyleCnt="10"/>
      <dgm:spPr/>
    </dgm:pt>
    <dgm:pt modelId="{02D75F8B-D540-444F-902E-7F83EF6C108F}" type="pres">
      <dgm:prSet presAssocID="{3F64DD8B-D8A1-4FEC-BE6C-DAE71BED4B23}" presName="hierChild4" presStyleCnt="0"/>
      <dgm:spPr/>
    </dgm:pt>
    <dgm:pt modelId="{E11A6F86-315D-407F-BC9F-E52937751E6F}" type="pres">
      <dgm:prSet presAssocID="{3F64DD8B-D8A1-4FEC-BE6C-DAE71BED4B23}" presName="hierChild5" presStyleCnt="0"/>
      <dgm:spPr/>
    </dgm:pt>
    <dgm:pt modelId="{4919AD0A-4022-49EE-A006-EDBA2DE548BF}" type="pres">
      <dgm:prSet presAssocID="{1FD68696-64AD-4AB9-8E21-CD537A81B5E0}" presName="Name48" presStyleLbl="parChTrans1D2" presStyleIdx="1" presStyleCnt="10"/>
      <dgm:spPr/>
    </dgm:pt>
    <dgm:pt modelId="{54E662C4-DBC2-4EF5-B369-0CAC57ACE02A}" type="pres">
      <dgm:prSet presAssocID="{25416BC1-0119-4912-942D-E5ADFE4D8E3E}" presName="hierRoot2" presStyleCnt="0">
        <dgm:presLayoutVars>
          <dgm:hierBranch val="init"/>
        </dgm:presLayoutVars>
      </dgm:prSet>
      <dgm:spPr/>
    </dgm:pt>
    <dgm:pt modelId="{41DDE19C-4175-4D59-AF17-952E50994047}" type="pres">
      <dgm:prSet presAssocID="{25416BC1-0119-4912-942D-E5ADFE4D8E3E}" presName="rootComposite" presStyleCnt="0"/>
      <dgm:spPr/>
    </dgm:pt>
    <dgm:pt modelId="{ADD4CCD9-33A0-41B8-9B7E-175F0C40B65D}" type="pres">
      <dgm:prSet presAssocID="{25416BC1-0119-4912-942D-E5ADFE4D8E3E}" presName="rootText" presStyleLbl="node2" presStyleIdx="1" presStyleCnt="10">
        <dgm:presLayoutVars>
          <dgm:chPref val="3"/>
        </dgm:presLayoutVars>
      </dgm:prSet>
      <dgm:spPr/>
    </dgm:pt>
    <dgm:pt modelId="{43FBC2CF-413F-49A3-83A5-F33FBD6FA7C4}" type="pres">
      <dgm:prSet presAssocID="{25416BC1-0119-4912-942D-E5ADFE4D8E3E}" presName="rootConnector" presStyleLbl="node2" presStyleIdx="1" presStyleCnt="10"/>
      <dgm:spPr/>
    </dgm:pt>
    <dgm:pt modelId="{CE1E9D18-304E-48E0-BB38-AC69187D1D5B}" type="pres">
      <dgm:prSet presAssocID="{25416BC1-0119-4912-942D-E5ADFE4D8E3E}" presName="hierChild4" presStyleCnt="0"/>
      <dgm:spPr/>
    </dgm:pt>
    <dgm:pt modelId="{43452069-9BC5-48A7-BC14-D0F4B21864D6}" type="pres">
      <dgm:prSet presAssocID="{25416BC1-0119-4912-942D-E5ADFE4D8E3E}" presName="hierChild5" presStyleCnt="0"/>
      <dgm:spPr/>
    </dgm:pt>
    <dgm:pt modelId="{8FBFA513-24B8-4AA6-BC71-18229DE7475D}" type="pres">
      <dgm:prSet presAssocID="{DC83B96A-93F5-4642-B4CC-71F089848312}" presName="Name48" presStyleLbl="parChTrans1D2" presStyleIdx="2" presStyleCnt="10"/>
      <dgm:spPr/>
    </dgm:pt>
    <dgm:pt modelId="{C13ECCB0-9D27-4F82-A484-A318C2C860FC}" type="pres">
      <dgm:prSet presAssocID="{151CF22A-93AC-456D-9917-9FCB505565B3}" presName="hierRoot2" presStyleCnt="0">
        <dgm:presLayoutVars>
          <dgm:hierBranch val="init"/>
        </dgm:presLayoutVars>
      </dgm:prSet>
      <dgm:spPr/>
    </dgm:pt>
    <dgm:pt modelId="{838EC29D-2495-43A5-AA84-4BDD0286E6B8}" type="pres">
      <dgm:prSet presAssocID="{151CF22A-93AC-456D-9917-9FCB505565B3}" presName="rootComposite" presStyleCnt="0"/>
      <dgm:spPr/>
    </dgm:pt>
    <dgm:pt modelId="{58D3C7D4-607A-4D37-89EA-0F40C864D3E3}" type="pres">
      <dgm:prSet presAssocID="{151CF22A-93AC-456D-9917-9FCB505565B3}" presName="rootText" presStyleLbl="node2" presStyleIdx="2" presStyleCnt="10">
        <dgm:presLayoutVars>
          <dgm:chPref val="3"/>
        </dgm:presLayoutVars>
      </dgm:prSet>
      <dgm:spPr/>
    </dgm:pt>
    <dgm:pt modelId="{5F7AF024-6EFC-47AE-91E0-08343650E8D5}" type="pres">
      <dgm:prSet presAssocID="{151CF22A-93AC-456D-9917-9FCB505565B3}" presName="rootConnector" presStyleLbl="node2" presStyleIdx="2" presStyleCnt="10"/>
      <dgm:spPr/>
    </dgm:pt>
    <dgm:pt modelId="{5946D333-8C20-4206-AAB4-CEE3023C6B28}" type="pres">
      <dgm:prSet presAssocID="{151CF22A-93AC-456D-9917-9FCB505565B3}" presName="hierChild4" presStyleCnt="0"/>
      <dgm:spPr/>
    </dgm:pt>
    <dgm:pt modelId="{5587CA53-41E2-4D3C-9FE4-196BD38A407E}" type="pres">
      <dgm:prSet presAssocID="{151CF22A-93AC-456D-9917-9FCB505565B3}" presName="hierChild5" presStyleCnt="0"/>
      <dgm:spPr/>
    </dgm:pt>
    <dgm:pt modelId="{6EFB8696-2CC0-49FA-8282-A3F3F6CD3AB0}" type="pres">
      <dgm:prSet presAssocID="{E3ADB4D4-357F-4EC4-9C78-0CBDB7F17F20}" presName="Name48" presStyleLbl="parChTrans1D2" presStyleIdx="3" presStyleCnt="10"/>
      <dgm:spPr/>
    </dgm:pt>
    <dgm:pt modelId="{A60908D7-9805-450C-88F9-9D03385B0790}" type="pres">
      <dgm:prSet presAssocID="{6B2DDC6C-17D3-44CC-8605-725332F797F1}" presName="hierRoot2" presStyleCnt="0">
        <dgm:presLayoutVars>
          <dgm:hierBranch val="init"/>
        </dgm:presLayoutVars>
      </dgm:prSet>
      <dgm:spPr/>
    </dgm:pt>
    <dgm:pt modelId="{AD672FC8-F04D-4F17-9EEA-09CE15324128}" type="pres">
      <dgm:prSet presAssocID="{6B2DDC6C-17D3-44CC-8605-725332F797F1}" presName="rootComposite" presStyleCnt="0"/>
      <dgm:spPr/>
    </dgm:pt>
    <dgm:pt modelId="{A710A47D-F782-40CF-A6F9-02AE62C145BF}" type="pres">
      <dgm:prSet presAssocID="{6B2DDC6C-17D3-44CC-8605-725332F797F1}" presName="rootText" presStyleLbl="node2" presStyleIdx="3" presStyleCnt="10">
        <dgm:presLayoutVars>
          <dgm:chPref val="3"/>
        </dgm:presLayoutVars>
      </dgm:prSet>
      <dgm:spPr/>
    </dgm:pt>
    <dgm:pt modelId="{4C61D1E5-AFEE-4E4D-B53A-DBA79B759CE6}" type="pres">
      <dgm:prSet presAssocID="{6B2DDC6C-17D3-44CC-8605-725332F797F1}" presName="rootConnector" presStyleLbl="node2" presStyleIdx="3" presStyleCnt="10"/>
      <dgm:spPr/>
    </dgm:pt>
    <dgm:pt modelId="{0716B188-787F-46EE-B1B7-8E9BE786BD41}" type="pres">
      <dgm:prSet presAssocID="{6B2DDC6C-17D3-44CC-8605-725332F797F1}" presName="hierChild4" presStyleCnt="0"/>
      <dgm:spPr/>
    </dgm:pt>
    <dgm:pt modelId="{C7B60E2D-AAA9-441B-AFC1-0BC59B9757F0}" type="pres">
      <dgm:prSet presAssocID="{6B2DDC6C-17D3-44CC-8605-725332F797F1}" presName="hierChild5" presStyleCnt="0"/>
      <dgm:spPr/>
    </dgm:pt>
    <dgm:pt modelId="{B320C936-7FCE-4417-B5EF-D42C08D8D883}" type="pres">
      <dgm:prSet presAssocID="{F9B7CFE7-7DEC-43AC-8075-FB647A40CE06}" presName="Name48" presStyleLbl="parChTrans1D2" presStyleIdx="4" presStyleCnt="10"/>
      <dgm:spPr/>
    </dgm:pt>
    <dgm:pt modelId="{4FA4D120-E7AC-4B20-A6BA-B7CA8E854828}" type="pres">
      <dgm:prSet presAssocID="{E67B98AD-FCE9-43BE-A9C8-EAB775586CB8}" presName="hierRoot2" presStyleCnt="0">
        <dgm:presLayoutVars>
          <dgm:hierBranch val="init"/>
        </dgm:presLayoutVars>
      </dgm:prSet>
      <dgm:spPr/>
    </dgm:pt>
    <dgm:pt modelId="{AB66A912-E9F5-4E77-A0F6-2D489A786741}" type="pres">
      <dgm:prSet presAssocID="{E67B98AD-FCE9-43BE-A9C8-EAB775586CB8}" presName="rootComposite" presStyleCnt="0"/>
      <dgm:spPr/>
    </dgm:pt>
    <dgm:pt modelId="{F6018D94-3CC2-4B68-AC67-06662CA37B13}" type="pres">
      <dgm:prSet presAssocID="{E67B98AD-FCE9-43BE-A9C8-EAB775586CB8}" presName="rootText" presStyleLbl="node2" presStyleIdx="4" presStyleCnt="10">
        <dgm:presLayoutVars>
          <dgm:chPref val="3"/>
        </dgm:presLayoutVars>
      </dgm:prSet>
      <dgm:spPr/>
    </dgm:pt>
    <dgm:pt modelId="{7B3B685C-DAFB-4816-8F36-4EBD1557F139}" type="pres">
      <dgm:prSet presAssocID="{E67B98AD-FCE9-43BE-A9C8-EAB775586CB8}" presName="rootConnector" presStyleLbl="node2" presStyleIdx="4" presStyleCnt="10"/>
      <dgm:spPr/>
    </dgm:pt>
    <dgm:pt modelId="{057EEA77-C459-4025-9CC3-6614E6269287}" type="pres">
      <dgm:prSet presAssocID="{E67B98AD-FCE9-43BE-A9C8-EAB775586CB8}" presName="hierChild4" presStyleCnt="0"/>
      <dgm:spPr/>
    </dgm:pt>
    <dgm:pt modelId="{7A0F1235-35AD-498C-B5A9-FDC218C90E7E}" type="pres">
      <dgm:prSet presAssocID="{E67B98AD-FCE9-43BE-A9C8-EAB775586CB8}" presName="hierChild5" presStyleCnt="0"/>
      <dgm:spPr/>
    </dgm:pt>
    <dgm:pt modelId="{C4F06FA8-8928-473E-82A9-2C7641A12BC0}" type="pres">
      <dgm:prSet presAssocID="{373E0FD8-81CC-4998-9B48-509F8EEFDB1C}" presName="Name48" presStyleLbl="parChTrans1D2" presStyleIdx="5" presStyleCnt="10"/>
      <dgm:spPr/>
    </dgm:pt>
    <dgm:pt modelId="{BE39A12A-D8DD-4C60-851F-139E2D075886}" type="pres">
      <dgm:prSet presAssocID="{B1D967C3-4045-4B54-98C2-4E3FEFCC013C}" presName="hierRoot2" presStyleCnt="0">
        <dgm:presLayoutVars>
          <dgm:hierBranch val="init"/>
        </dgm:presLayoutVars>
      </dgm:prSet>
      <dgm:spPr/>
    </dgm:pt>
    <dgm:pt modelId="{C7B8C484-7B24-4B05-896C-0989EE122B6B}" type="pres">
      <dgm:prSet presAssocID="{B1D967C3-4045-4B54-98C2-4E3FEFCC013C}" presName="rootComposite" presStyleCnt="0"/>
      <dgm:spPr/>
    </dgm:pt>
    <dgm:pt modelId="{133FD590-ED41-44F2-B497-27EAA26D5FD2}" type="pres">
      <dgm:prSet presAssocID="{B1D967C3-4045-4B54-98C2-4E3FEFCC013C}" presName="rootText" presStyleLbl="node2" presStyleIdx="5" presStyleCnt="10">
        <dgm:presLayoutVars>
          <dgm:chPref val="3"/>
        </dgm:presLayoutVars>
      </dgm:prSet>
      <dgm:spPr/>
    </dgm:pt>
    <dgm:pt modelId="{1C19AA98-EFD2-4C0A-888D-CFC9945F79B2}" type="pres">
      <dgm:prSet presAssocID="{B1D967C3-4045-4B54-98C2-4E3FEFCC013C}" presName="rootConnector" presStyleLbl="node2" presStyleIdx="5" presStyleCnt="10"/>
      <dgm:spPr/>
    </dgm:pt>
    <dgm:pt modelId="{F6893354-929A-4785-A9F1-17BD0A6DFFD0}" type="pres">
      <dgm:prSet presAssocID="{B1D967C3-4045-4B54-98C2-4E3FEFCC013C}" presName="hierChild4" presStyleCnt="0"/>
      <dgm:spPr/>
    </dgm:pt>
    <dgm:pt modelId="{A68895B9-0C39-43CC-B934-159F7EC80A5E}" type="pres">
      <dgm:prSet presAssocID="{B1D967C3-4045-4B54-98C2-4E3FEFCC013C}" presName="hierChild5" presStyleCnt="0"/>
      <dgm:spPr/>
    </dgm:pt>
    <dgm:pt modelId="{181741B4-175D-462C-AF13-09E6178CD143}" type="pres">
      <dgm:prSet presAssocID="{DA0686AD-C694-475F-850D-27204A1BF519}" presName="Name48" presStyleLbl="parChTrans1D2" presStyleIdx="6" presStyleCnt="10"/>
      <dgm:spPr/>
    </dgm:pt>
    <dgm:pt modelId="{6A3911C3-F1D8-481E-A10E-EBB7462C475E}" type="pres">
      <dgm:prSet presAssocID="{E4D56822-C302-473A-BC9A-1694BEDC39C9}" presName="hierRoot2" presStyleCnt="0">
        <dgm:presLayoutVars>
          <dgm:hierBranch val="init"/>
        </dgm:presLayoutVars>
      </dgm:prSet>
      <dgm:spPr/>
    </dgm:pt>
    <dgm:pt modelId="{4B1E4F5B-1C35-417D-AF0B-CF08BD79643D}" type="pres">
      <dgm:prSet presAssocID="{E4D56822-C302-473A-BC9A-1694BEDC39C9}" presName="rootComposite" presStyleCnt="0"/>
      <dgm:spPr/>
    </dgm:pt>
    <dgm:pt modelId="{ED4DCE71-8F27-42A2-A018-11819778DC71}" type="pres">
      <dgm:prSet presAssocID="{E4D56822-C302-473A-BC9A-1694BEDC39C9}" presName="rootText" presStyleLbl="node2" presStyleIdx="6" presStyleCnt="10">
        <dgm:presLayoutVars>
          <dgm:chPref val="3"/>
        </dgm:presLayoutVars>
      </dgm:prSet>
      <dgm:spPr/>
    </dgm:pt>
    <dgm:pt modelId="{08198726-A7B1-439A-9F9C-BCF6B4B694F1}" type="pres">
      <dgm:prSet presAssocID="{E4D56822-C302-473A-BC9A-1694BEDC39C9}" presName="rootConnector" presStyleLbl="node2" presStyleIdx="6" presStyleCnt="10"/>
      <dgm:spPr/>
    </dgm:pt>
    <dgm:pt modelId="{853109B6-6D2B-42B4-9BA6-BE410728855E}" type="pres">
      <dgm:prSet presAssocID="{E4D56822-C302-473A-BC9A-1694BEDC39C9}" presName="hierChild4" presStyleCnt="0"/>
      <dgm:spPr/>
    </dgm:pt>
    <dgm:pt modelId="{157F1042-4028-40FE-8A51-CA54B8A8D919}" type="pres">
      <dgm:prSet presAssocID="{E4D56822-C302-473A-BC9A-1694BEDC39C9}" presName="hierChild5" presStyleCnt="0"/>
      <dgm:spPr/>
    </dgm:pt>
    <dgm:pt modelId="{01934B58-3C24-41C3-8D99-47E5CDF3F832}" type="pres">
      <dgm:prSet presAssocID="{D9F5BF35-9658-403E-A33D-B6857D278EF1}" presName="Name48" presStyleLbl="parChTrans1D2" presStyleIdx="7" presStyleCnt="10"/>
      <dgm:spPr/>
    </dgm:pt>
    <dgm:pt modelId="{0F010C7C-C4D9-409E-A2AE-3D88DB2334DC}" type="pres">
      <dgm:prSet presAssocID="{2891C0E4-3E93-43DF-A50C-7D18ACE9A978}" presName="hierRoot2" presStyleCnt="0">
        <dgm:presLayoutVars>
          <dgm:hierBranch val="init"/>
        </dgm:presLayoutVars>
      </dgm:prSet>
      <dgm:spPr/>
    </dgm:pt>
    <dgm:pt modelId="{00B5AEF6-539D-46EF-B9F1-5F7FFC5CE497}" type="pres">
      <dgm:prSet presAssocID="{2891C0E4-3E93-43DF-A50C-7D18ACE9A978}" presName="rootComposite" presStyleCnt="0"/>
      <dgm:spPr/>
    </dgm:pt>
    <dgm:pt modelId="{6AC821F4-E876-4B8B-BDCC-688A88B2EC0F}" type="pres">
      <dgm:prSet presAssocID="{2891C0E4-3E93-43DF-A50C-7D18ACE9A978}" presName="rootText" presStyleLbl="node2" presStyleIdx="7" presStyleCnt="10">
        <dgm:presLayoutVars>
          <dgm:chPref val="3"/>
        </dgm:presLayoutVars>
      </dgm:prSet>
      <dgm:spPr/>
    </dgm:pt>
    <dgm:pt modelId="{95A98197-8CDD-4A6A-A9A1-32D71E333DE0}" type="pres">
      <dgm:prSet presAssocID="{2891C0E4-3E93-43DF-A50C-7D18ACE9A978}" presName="rootConnector" presStyleLbl="node2" presStyleIdx="7" presStyleCnt="10"/>
      <dgm:spPr/>
    </dgm:pt>
    <dgm:pt modelId="{7C7E7EB7-D473-4678-9C2B-93841B4BA571}" type="pres">
      <dgm:prSet presAssocID="{2891C0E4-3E93-43DF-A50C-7D18ACE9A978}" presName="hierChild4" presStyleCnt="0"/>
      <dgm:spPr/>
    </dgm:pt>
    <dgm:pt modelId="{0B38E467-5F69-4AC7-8533-DD18D52135CC}" type="pres">
      <dgm:prSet presAssocID="{2891C0E4-3E93-43DF-A50C-7D18ACE9A978}" presName="hierChild5" presStyleCnt="0"/>
      <dgm:spPr/>
    </dgm:pt>
    <dgm:pt modelId="{FA5E6BEC-E532-4808-AE23-F52D1ED9738B}" type="pres">
      <dgm:prSet presAssocID="{1AEDF436-4529-42E3-962C-6CCE925FCFC7}" presName="Name48" presStyleLbl="parChTrans1D2" presStyleIdx="8" presStyleCnt="10"/>
      <dgm:spPr/>
    </dgm:pt>
    <dgm:pt modelId="{BC148B26-D791-4A99-B36A-95A4980F1860}" type="pres">
      <dgm:prSet presAssocID="{A7E6193B-8485-44AA-ADB8-8962E0A755A5}" presName="hierRoot2" presStyleCnt="0">
        <dgm:presLayoutVars>
          <dgm:hierBranch val="init"/>
        </dgm:presLayoutVars>
      </dgm:prSet>
      <dgm:spPr/>
    </dgm:pt>
    <dgm:pt modelId="{D6477994-E72B-4958-8E93-8E8D1CFECCD4}" type="pres">
      <dgm:prSet presAssocID="{A7E6193B-8485-44AA-ADB8-8962E0A755A5}" presName="rootComposite" presStyleCnt="0"/>
      <dgm:spPr/>
    </dgm:pt>
    <dgm:pt modelId="{580AF43A-ABAC-4BDD-933E-69229E5EBCA6}" type="pres">
      <dgm:prSet presAssocID="{A7E6193B-8485-44AA-ADB8-8962E0A755A5}" presName="rootText" presStyleLbl="node2" presStyleIdx="8" presStyleCnt="10">
        <dgm:presLayoutVars>
          <dgm:chPref val="3"/>
        </dgm:presLayoutVars>
      </dgm:prSet>
      <dgm:spPr/>
    </dgm:pt>
    <dgm:pt modelId="{63282C3D-1F4A-4D44-9A3E-D2E1F1EA71B7}" type="pres">
      <dgm:prSet presAssocID="{A7E6193B-8485-44AA-ADB8-8962E0A755A5}" presName="rootConnector" presStyleLbl="node2" presStyleIdx="8" presStyleCnt="10"/>
      <dgm:spPr/>
    </dgm:pt>
    <dgm:pt modelId="{E86740B5-4322-40DD-837B-4329AD6BAFA3}" type="pres">
      <dgm:prSet presAssocID="{A7E6193B-8485-44AA-ADB8-8962E0A755A5}" presName="hierChild4" presStyleCnt="0"/>
      <dgm:spPr/>
    </dgm:pt>
    <dgm:pt modelId="{1DA8AB91-D4DC-463C-8E1B-06FB48DF2B05}" type="pres">
      <dgm:prSet presAssocID="{A7E6193B-8485-44AA-ADB8-8962E0A755A5}" presName="hierChild5" presStyleCnt="0"/>
      <dgm:spPr/>
    </dgm:pt>
    <dgm:pt modelId="{60BC4E4F-A016-47AE-B218-DFA5D0BBF8D5}" type="pres">
      <dgm:prSet presAssocID="{1BF415DB-9581-4AE0-B8C1-11F5ADFEE6AF}" presName="Name48" presStyleLbl="parChTrans1D2" presStyleIdx="9" presStyleCnt="10"/>
      <dgm:spPr/>
    </dgm:pt>
    <dgm:pt modelId="{56034553-0D0C-4395-BB71-67160199BE86}" type="pres">
      <dgm:prSet presAssocID="{05634182-2E72-43F2-BB99-D3DB32FB4EC8}" presName="hierRoot2" presStyleCnt="0">
        <dgm:presLayoutVars>
          <dgm:hierBranch val="init"/>
        </dgm:presLayoutVars>
      </dgm:prSet>
      <dgm:spPr/>
    </dgm:pt>
    <dgm:pt modelId="{6F4E0EF6-8E96-458B-9034-7B0A37E3E826}" type="pres">
      <dgm:prSet presAssocID="{05634182-2E72-43F2-BB99-D3DB32FB4EC8}" presName="rootComposite" presStyleCnt="0"/>
      <dgm:spPr/>
    </dgm:pt>
    <dgm:pt modelId="{2E47B61D-0459-4918-B82F-44168E5CDA8E}" type="pres">
      <dgm:prSet presAssocID="{05634182-2E72-43F2-BB99-D3DB32FB4EC8}" presName="rootText" presStyleLbl="node2" presStyleIdx="9" presStyleCnt="10">
        <dgm:presLayoutVars>
          <dgm:chPref val="3"/>
        </dgm:presLayoutVars>
      </dgm:prSet>
      <dgm:spPr/>
    </dgm:pt>
    <dgm:pt modelId="{1BC26005-93DF-424A-8F65-D8939B06316D}" type="pres">
      <dgm:prSet presAssocID="{05634182-2E72-43F2-BB99-D3DB32FB4EC8}" presName="rootConnector" presStyleLbl="node2" presStyleIdx="9" presStyleCnt="10"/>
      <dgm:spPr/>
    </dgm:pt>
    <dgm:pt modelId="{C6FF703C-F996-49BB-8E76-08A11924D51B}" type="pres">
      <dgm:prSet presAssocID="{05634182-2E72-43F2-BB99-D3DB32FB4EC8}" presName="hierChild4" presStyleCnt="0"/>
      <dgm:spPr/>
    </dgm:pt>
    <dgm:pt modelId="{CD6E6A2A-DC72-41E3-9F37-0187428D6AF8}" type="pres">
      <dgm:prSet presAssocID="{05634182-2E72-43F2-BB99-D3DB32FB4EC8}" presName="hierChild5" presStyleCnt="0"/>
      <dgm:spPr/>
    </dgm:pt>
    <dgm:pt modelId="{860A0585-128A-4107-B174-C8FB96DF05FE}" type="pres">
      <dgm:prSet presAssocID="{910CEB26-5683-4E54-8BF2-717468D36E57}" presName="hierChild3" presStyleCnt="0"/>
      <dgm:spPr/>
    </dgm:pt>
  </dgm:ptLst>
  <dgm:cxnLst>
    <dgm:cxn modelId="{D22AF004-8F87-4D40-8525-A97D60D18FB0}" type="presOf" srcId="{05634182-2E72-43F2-BB99-D3DB32FB4EC8}" destId="{1BC26005-93DF-424A-8F65-D8939B06316D}" srcOrd="1" destOrd="0" presId="urn:microsoft.com/office/officeart/2005/8/layout/orgChart1"/>
    <dgm:cxn modelId="{BBA2F907-E8EE-4057-870C-9D3842E35C95}" srcId="{910CEB26-5683-4E54-8BF2-717468D36E57}" destId="{25416BC1-0119-4912-942D-E5ADFE4D8E3E}" srcOrd="1" destOrd="0" parTransId="{1FD68696-64AD-4AB9-8E21-CD537A81B5E0}" sibTransId="{74BEDB9E-5CB5-4ECC-A2E0-9D1E7988A3CF}"/>
    <dgm:cxn modelId="{152B2B10-3165-41D1-A243-A4CDFD1F41F6}" type="presOf" srcId="{3F64DD8B-D8A1-4FEC-BE6C-DAE71BED4B23}" destId="{23BC9DEC-491D-4FB7-A841-E6D19B57FCD7}" srcOrd="0"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DB224818-045E-4874-84DA-205447D14FBB}" srcId="{910CEB26-5683-4E54-8BF2-717468D36E57}" destId="{E67B98AD-FCE9-43BE-A9C8-EAB775586CB8}" srcOrd="4" destOrd="0" parTransId="{F9B7CFE7-7DEC-43AC-8075-FB647A40CE06}" sibTransId="{4D0F2B04-BF4A-4DDD-84CE-98F1A92C563F}"/>
    <dgm:cxn modelId="{CCE67A18-863C-43C1-BFD5-7C4F899D3790}" type="presOf" srcId="{A7E6193B-8485-44AA-ADB8-8962E0A755A5}" destId="{580AF43A-ABAC-4BDD-933E-69229E5EBCA6}" srcOrd="0" destOrd="0" presId="urn:microsoft.com/office/officeart/2005/8/layout/orgChart1"/>
    <dgm:cxn modelId="{207C451C-CB66-4AF2-AC7D-63D8CDCB16BF}" srcId="{910CEB26-5683-4E54-8BF2-717468D36E57}" destId="{05634182-2E72-43F2-BB99-D3DB32FB4EC8}" srcOrd="9" destOrd="0" parTransId="{1BF415DB-9581-4AE0-B8C1-11F5ADFEE6AF}" sibTransId="{6736EAE9-D421-43BB-9C1D-3774CFD07AC7}"/>
    <dgm:cxn modelId="{3C3DA51C-77F5-4071-A898-E910BEDE353C}" type="presOf" srcId="{A7E6193B-8485-44AA-ADB8-8962E0A755A5}" destId="{63282C3D-1F4A-4D44-9A3E-D2E1F1EA71B7}" srcOrd="1" destOrd="0" presId="urn:microsoft.com/office/officeart/2005/8/layout/orgChart1"/>
    <dgm:cxn modelId="{EB719028-5ED5-4B5A-B8A2-131164C08162}" type="presOf" srcId="{E67B98AD-FCE9-43BE-A9C8-EAB775586CB8}" destId="{F6018D94-3CC2-4B68-AC67-06662CA37B13}" srcOrd="0" destOrd="0" presId="urn:microsoft.com/office/officeart/2005/8/layout/orgChart1"/>
    <dgm:cxn modelId="{48FF302E-C842-440F-9D81-AC9966B7984F}" type="presOf" srcId="{05634182-2E72-43F2-BB99-D3DB32FB4EC8}" destId="{2E47B61D-0459-4918-B82F-44168E5CDA8E}" srcOrd="0" destOrd="0" presId="urn:microsoft.com/office/officeart/2005/8/layout/orgChart1"/>
    <dgm:cxn modelId="{36DAD05D-A675-435E-9BE0-E4A8F29C3978}" type="presOf" srcId="{E4D56822-C302-473A-BC9A-1694BEDC39C9}" destId="{ED4DCE71-8F27-42A2-A018-11819778DC71}" srcOrd="0" destOrd="0" presId="urn:microsoft.com/office/officeart/2005/8/layout/orgChart1"/>
    <dgm:cxn modelId="{8705A35E-6DC1-4AE3-8681-A90173235D74}" type="presOf" srcId="{E3ADB4D4-357F-4EC4-9C78-0CBDB7F17F20}" destId="{6EFB8696-2CC0-49FA-8282-A3F3F6CD3AB0}" srcOrd="0" destOrd="0" presId="urn:microsoft.com/office/officeart/2005/8/layout/orgChart1"/>
    <dgm:cxn modelId="{89264243-9664-49B8-A7C9-86E52F6FB8C6}" type="presOf" srcId="{2891C0E4-3E93-43DF-A50C-7D18ACE9A978}" destId="{6AC821F4-E876-4B8B-BDCC-688A88B2EC0F}" srcOrd="0" destOrd="0" presId="urn:microsoft.com/office/officeart/2005/8/layout/orgChart1"/>
    <dgm:cxn modelId="{DB4EE544-F4D8-42E9-9ED1-8FBA29D91A40}" type="presOf" srcId="{B1D967C3-4045-4B54-98C2-4E3FEFCC013C}" destId="{1C19AA98-EFD2-4C0A-888D-CFC9945F79B2}" srcOrd="1" destOrd="0" presId="urn:microsoft.com/office/officeart/2005/8/layout/orgChart1"/>
    <dgm:cxn modelId="{713E016B-F5F3-44F3-BB42-0EFBDF0FB77E}" type="presOf" srcId="{3F64DD8B-D8A1-4FEC-BE6C-DAE71BED4B23}" destId="{000F4AD4-046D-4206-95A7-9833B6F682CA}" srcOrd="1" destOrd="0" presId="urn:microsoft.com/office/officeart/2005/8/layout/orgChart1"/>
    <dgm:cxn modelId="{4F34A94B-837B-4A28-BFF9-741E2491E876}" type="presOf" srcId="{B1D967C3-4045-4B54-98C2-4E3FEFCC013C}" destId="{133FD590-ED41-44F2-B497-27EAA26D5FD2}" srcOrd="0" destOrd="0" presId="urn:microsoft.com/office/officeart/2005/8/layout/orgChart1"/>
    <dgm:cxn modelId="{7F61024C-2A63-4DE7-B347-BC63D42D5F76}" type="presOf" srcId="{6B2DDC6C-17D3-44CC-8605-725332F797F1}" destId="{4C61D1E5-AFEE-4E4D-B53A-DBA79B759CE6}" srcOrd="1" destOrd="0" presId="urn:microsoft.com/office/officeart/2005/8/layout/orgChart1"/>
    <dgm:cxn modelId="{A910714C-9275-4E74-B761-16A5F327872B}" srcId="{910CEB26-5683-4E54-8BF2-717468D36E57}" destId="{2891C0E4-3E93-43DF-A50C-7D18ACE9A978}" srcOrd="7" destOrd="0" parTransId="{D9F5BF35-9658-403E-A33D-B6857D278EF1}" sibTransId="{C847D2AF-471D-4469-BCFD-9EF1F53B42C0}"/>
    <dgm:cxn modelId="{D5F0834E-4963-45AE-ABEB-070B5F00B825}" type="presOf" srcId="{1BF415DB-9581-4AE0-B8C1-11F5ADFEE6AF}" destId="{60BC4E4F-A016-47AE-B218-DFA5D0BBF8D5}" srcOrd="0" destOrd="0" presId="urn:microsoft.com/office/officeart/2005/8/layout/orgChart1"/>
    <dgm:cxn modelId="{5C50184F-8F44-467E-A7C1-602E85920306}" type="presOf" srcId="{E67B98AD-FCE9-43BE-A9C8-EAB775586CB8}" destId="{7B3B685C-DAFB-4816-8F36-4EBD1557F139}" srcOrd="1" destOrd="0" presId="urn:microsoft.com/office/officeart/2005/8/layout/orgChart1"/>
    <dgm:cxn modelId="{B6EE184F-48AD-4049-811F-1AB1DFD04B43}" type="presOf" srcId="{373E0FD8-81CC-4998-9B48-509F8EEFDB1C}" destId="{C4F06FA8-8928-473E-82A9-2C7641A12BC0}" srcOrd="0" destOrd="0" presId="urn:microsoft.com/office/officeart/2005/8/layout/orgChart1"/>
    <dgm:cxn modelId="{AF96C870-E2AE-4B1C-B1FD-13F09A778406}" type="presOf" srcId="{1FD68696-64AD-4AB9-8E21-CD537A81B5E0}" destId="{4919AD0A-4022-49EE-A006-EDBA2DE548BF}" srcOrd="0" destOrd="0" presId="urn:microsoft.com/office/officeart/2005/8/layout/orgChart1"/>
    <dgm:cxn modelId="{6FA44973-A8D4-4A20-A5CD-BBF4C6D43734}" srcId="{910CEB26-5683-4E54-8BF2-717468D36E57}" destId="{E4D56822-C302-473A-BC9A-1694BEDC39C9}" srcOrd="6" destOrd="0" parTransId="{DA0686AD-C694-475F-850D-27204A1BF519}" sibTransId="{58F2BFAB-468D-4DB0-B3A4-AF315E16D051}"/>
    <dgm:cxn modelId="{793DE053-A9A5-4E3E-B50D-AA87E7382113}" type="presOf" srcId="{910CEB26-5683-4E54-8BF2-717468D36E57}" destId="{8168D708-111D-4BFD-A76B-53BE00A2051E}" srcOrd="0" destOrd="0" presId="urn:microsoft.com/office/officeart/2005/8/layout/orgChart1"/>
    <dgm:cxn modelId="{245A0F57-DFF3-47B1-9B37-F61D86D71B0E}" type="presOf" srcId="{F9B7CFE7-7DEC-43AC-8075-FB647A40CE06}" destId="{B320C936-7FCE-4417-B5EF-D42C08D8D883}" srcOrd="0" destOrd="0" presId="urn:microsoft.com/office/officeart/2005/8/layout/orgChart1"/>
    <dgm:cxn modelId="{6CF1FF80-3F66-4168-B463-2D9D270FA8A8}" type="presOf" srcId="{151CF22A-93AC-456D-9917-9FCB505565B3}" destId="{58D3C7D4-607A-4D37-89EA-0F40C864D3E3}" srcOrd="0" destOrd="0" presId="urn:microsoft.com/office/officeart/2005/8/layout/orgChart1"/>
    <dgm:cxn modelId="{6646F083-FDAF-4423-85B3-6121214288D2}" type="presOf" srcId="{25416BC1-0119-4912-942D-E5ADFE4D8E3E}" destId="{43FBC2CF-413F-49A3-83A5-F33FBD6FA7C4}" srcOrd="1" destOrd="0" presId="urn:microsoft.com/office/officeart/2005/8/layout/orgChart1"/>
    <dgm:cxn modelId="{EE617C9F-BE63-40F6-B3DB-16ACF9D78AA3}" srcId="{910CEB26-5683-4E54-8BF2-717468D36E57}" destId="{A7E6193B-8485-44AA-ADB8-8962E0A755A5}" srcOrd="8" destOrd="0" parTransId="{1AEDF436-4529-42E3-962C-6CCE925FCFC7}" sibTransId="{451309E3-A64B-411F-874D-941B76ADE933}"/>
    <dgm:cxn modelId="{955A7EAD-1705-4397-9DF1-6171006CC53C}" type="presOf" srcId="{DC83B96A-93F5-4642-B4CC-71F089848312}" destId="{8FBFA513-24B8-4AA6-BC71-18229DE7475D}" srcOrd="0" destOrd="0" presId="urn:microsoft.com/office/officeart/2005/8/layout/orgChart1"/>
    <dgm:cxn modelId="{0458E0B0-9D86-4FC9-83E6-F7391F3253D8}" srcId="{910CEB26-5683-4E54-8BF2-717468D36E57}" destId="{6B2DDC6C-17D3-44CC-8605-725332F797F1}" srcOrd="3" destOrd="0" parTransId="{E3ADB4D4-357F-4EC4-9C78-0CBDB7F17F20}" sibTransId="{7A6894BA-E00E-4053-91FD-6717E615F2B2}"/>
    <dgm:cxn modelId="{711299B2-BD54-452C-BDFA-967871C5E8E8}" type="presOf" srcId="{E4D56822-C302-473A-BC9A-1694BEDC39C9}" destId="{08198726-A7B1-439A-9F9C-BCF6B4B694F1}" srcOrd="1" destOrd="0" presId="urn:microsoft.com/office/officeart/2005/8/layout/orgChart1"/>
    <dgm:cxn modelId="{5FA31EB5-2A28-4654-96FF-B16C3E6CC49B}" type="presOf" srcId="{DA0686AD-C694-475F-850D-27204A1BF519}" destId="{181741B4-175D-462C-AF13-09E6178CD143}" srcOrd="0" destOrd="0" presId="urn:microsoft.com/office/officeart/2005/8/layout/orgChart1"/>
    <dgm:cxn modelId="{36C255B5-B326-442D-BA9C-1EE9A9C07119}" type="presOf" srcId="{D9F5BF35-9658-403E-A33D-B6857D278EF1}" destId="{01934B58-3C24-41C3-8D99-47E5CDF3F832}" srcOrd="0" destOrd="0" presId="urn:microsoft.com/office/officeart/2005/8/layout/orgChart1"/>
    <dgm:cxn modelId="{8AB8D6BE-C42F-432D-91E6-DF4799DA6B6E}" type="presOf" srcId="{1B1AC38C-8E1D-4D15-97EB-5AB2E357526A}" destId="{301070F8-9CDB-49D1-9D66-5B08AFA10B0E}" srcOrd="0" destOrd="0" presId="urn:microsoft.com/office/officeart/2005/8/layout/orgChart1"/>
    <dgm:cxn modelId="{3CD1B6C6-85F3-4920-ABCB-9882A0FA68FD}" type="presOf" srcId="{1AEDF436-4529-42E3-962C-6CCE925FCFC7}" destId="{FA5E6BEC-E532-4808-AE23-F52D1ED9738B}" srcOrd="0" destOrd="0" presId="urn:microsoft.com/office/officeart/2005/8/layout/orgChart1"/>
    <dgm:cxn modelId="{DFE5F5DB-FF97-41BF-90B1-5A87DA7B6D13}" type="presOf" srcId="{25416BC1-0119-4912-942D-E5ADFE4D8E3E}" destId="{ADD4CCD9-33A0-41B8-9B7E-175F0C40B65D}"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96576AE4-0FAB-4AE2-B1A6-92A01BF8D206}" type="presOf" srcId="{910CEB26-5683-4E54-8BF2-717468D36E57}" destId="{C541BE7D-C1EE-4D07-8020-0D2AEE3BC172}" srcOrd="1" destOrd="0" presId="urn:microsoft.com/office/officeart/2005/8/layout/orgChart1"/>
    <dgm:cxn modelId="{5F80F5E4-054B-442E-AADE-81CAA82BC20B}" type="presOf" srcId="{2891C0E4-3E93-43DF-A50C-7D18ACE9A978}" destId="{95A98197-8CDD-4A6A-A9A1-32D71E333DE0}" srcOrd="1" destOrd="0" presId="urn:microsoft.com/office/officeart/2005/8/layout/orgChart1"/>
    <dgm:cxn modelId="{1EEDECE8-CF91-427F-AB63-1AB2180CB1C9}" type="presOf" srcId="{151CF22A-93AC-456D-9917-9FCB505565B3}" destId="{5F7AF024-6EFC-47AE-91E0-08343650E8D5}" srcOrd="1" destOrd="0" presId="urn:microsoft.com/office/officeart/2005/8/layout/orgChart1"/>
    <dgm:cxn modelId="{D8A0F9EB-C355-4D92-8B14-84377264F898}" srcId="{910CEB26-5683-4E54-8BF2-717468D36E57}" destId="{B1D967C3-4045-4B54-98C2-4E3FEFCC013C}" srcOrd="5" destOrd="0" parTransId="{373E0FD8-81CC-4998-9B48-509F8EEFDB1C}" sibTransId="{E010F1FA-7246-454A-B233-09E72F87C4A1}"/>
    <dgm:cxn modelId="{2CF7CEEE-BFE9-4629-922B-11E7BFD9DB0D}" type="presOf" srcId="{5732FC7C-4D05-465A-8F87-65FADF2CF1F3}" destId="{B2DCE1C1-4CA4-47B1-B9E1-8761E3CD6C62}" srcOrd="0" destOrd="0" presId="urn:microsoft.com/office/officeart/2005/8/layout/orgChart1"/>
    <dgm:cxn modelId="{AF813CF6-8F22-4E27-90AF-9BF0DE4AD41F}" type="presOf" srcId="{6B2DDC6C-17D3-44CC-8605-725332F797F1}" destId="{A710A47D-F782-40CF-A6F9-02AE62C145BF}" srcOrd="0" destOrd="0" presId="urn:microsoft.com/office/officeart/2005/8/layout/orgChart1"/>
    <dgm:cxn modelId="{36164AFD-7FAF-4200-B591-35B621E3F092}" srcId="{910CEB26-5683-4E54-8BF2-717468D36E57}" destId="{151CF22A-93AC-456D-9917-9FCB505565B3}" srcOrd="2" destOrd="0" parTransId="{DC83B96A-93F5-4642-B4CC-71F089848312}" sibTransId="{26B22C44-C8FB-4E5B-9867-C4BE8F1F6ED6}"/>
    <dgm:cxn modelId="{A64442A7-9836-42D4-93CC-8AC652D92267}" type="presParOf" srcId="{B2DCE1C1-4CA4-47B1-B9E1-8761E3CD6C62}" destId="{DB645ACD-5B55-41EA-B1D3-8D86921AE2E6}" srcOrd="0" destOrd="0" presId="urn:microsoft.com/office/officeart/2005/8/layout/orgChart1"/>
    <dgm:cxn modelId="{04B00EF6-1A5E-42C6-9A48-6600808002C9}" type="presParOf" srcId="{DB645ACD-5B55-41EA-B1D3-8D86921AE2E6}" destId="{9932454F-CCE1-420C-8164-F95895ABC91E}" srcOrd="0" destOrd="0" presId="urn:microsoft.com/office/officeart/2005/8/layout/orgChart1"/>
    <dgm:cxn modelId="{97CC54D9-E3E7-41AE-B079-B725EF6A1B20}" type="presParOf" srcId="{9932454F-CCE1-420C-8164-F95895ABC91E}" destId="{8168D708-111D-4BFD-A76B-53BE00A2051E}" srcOrd="0" destOrd="0" presId="urn:microsoft.com/office/officeart/2005/8/layout/orgChart1"/>
    <dgm:cxn modelId="{62931CB3-F678-4F1E-9646-C6C2366DE86B}" type="presParOf" srcId="{9932454F-CCE1-420C-8164-F95895ABC91E}" destId="{C541BE7D-C1EE-4D07-8020-0D2AEE3BC172}" srcOrd="1" destOrd="0" presId="urn:microsoft.com/office/officeart/2005/8/layout/orgChart1"/>
    <dgm:cxn modelId="{DC2FC597-A3DF-48B6-89D3-0ECD7BCC5CB3}" type="presParOf" srcId="{DB645ACD-5B55-41EA-B1D3-8D86921AE2E6}" destId="{7F162232-1235-4DCE-9EDC-E1B61298E7A5}" srcOrd="1" destOrd="0" presId="urn:microsoft.com/office/officeart/2005/8/layout/orgChart1"/>
    <dgm:cxn modelId="{40DE035E-3B44-4E92-B781-64DEA55C61E2}" type="presParOf" srcId="{7F162232-1235-4DCE-9EDC-E1B61298E7A5}" destId="{301070F8-9CDB-49D1-9D66-5B08AFA10B0E}" srcOrd="0" destOrd="0" presId="urn:microsoft.com/office/officeart/2005/8/layout/orgChart1"/>
    <dgm:cxn modelId="{D813C2AF-E922-4DB1-A215-84F6C4A1937F}" type="presParOf" srcId="{7F162232-1235-4DCE-9EDC-E1B61298E7A5}" destId="{19AABB88-5723-4DF7-B513-C52C6D48C029}" srcOrd="1" destOrd="0" presId="urn:microsoft.com/office/officeart/2005/8/layout/orgChart1"/>
    <dgm:cxn modelId="{22547440-8D10-4A9D-9E17-2B5BC10A8AA0}" type="presParOf" srcId="{19AABB88-5723-4DF7-B513-C52C6D48C029}" destId="{123E00F8-9960-49F4-AC78-A55B68325C65}" srcOrd="0" destOrd="0" presId="urn:microsoft.com/office/officeart/2005/8/layout/orgChart1"/>
    <dgm:cxn modelId="{A13A0F22-D5EF-4C2F-A28B-175D350A84A5}" type="presParOf" srcId="{123E00F8-9960-49F4-AC78-A55B68325C65}" destId="{23BC9DEC-491D-4FB7-A841-E6D19B57FCD7}" srcOrd="0" destOrd="0" presId="urn:microsoft.com/office/officeart/2005/8/layout/orgChart1"/>
    <dgm:cxn modelId="{D42AC6D6-64A9-4DBA-A48E-BDE2EE9EC02F}" type="presParOf" srcId="{123E00F8-9960-49F4-AC78-A55B68325C65}" destId="{000F4AD4-046D-4206-95A7-9833B6F682CA}" srcOrd="1" destOrd="0" presId="urn:microsoft.com/office/officeart/2005/8/layout/orgChart1"/>
    <dgm:cxn modelId="{729499C3-68C4-41FB-BA8C-8757AE3A432A}" type="presParOf" srcId="{19AABB88-5723-4DF7-B513-C52C6D48C029}" destId="{02D75F8B-D540-444F-902E-7F83EF6C108F}" srcOrd="1" destOrd="0" presId="urn:microsoft.com/office/officeart/2005/8/layout/orgChart1"/>
    <dgm:cxn modelId="{82ED4E96-98F8-45CF-89CD-3A7D4B2CAD92}" type="presParOf" srcId="{19AABB88-5723-4DF7-B513-C52C6D48C029}" destId="{E11A6F86-315D-407F-BC9F-E52937751E6F}" srcOrd="2" destOrd="0" presId="urn:microsoft.com/office/officeart/2005/8/layout/orgChart1"/>
    <dgm:cxn modelId="{656B273D-3116-4D06-A9D0-8817D7307AC0}" type="presParOf" srcId="{7F162232-1235-4DCE-9EDC-E1B61298E7A5}" destId="{4919AD0A-4022-49EE-A006-EDBA2DE548BF}" srcOrd="2" destOrd="0" presId="urn:microsoft.com/office/officeart/2005/8/layout/orgChart1"/>
    <dgm:cxn modelId="{30A17B67-B0F4-4734-9D74-DA4AD4C7065B}" type="presParOf" srcId="{7F162232-1235-4DCE-9EDC-E1B61298E7A5}" destId="{54E662C4-DBC2-4EF5-B369-0CAC57ACE02A}" srcOrd="3" destOrd="0" presId="urn:microsoft.com/office/officeart/2005/8/layout/orgChart1"/>
    <dgm:cxn modelId="{2D48FED3-2E80-4518-9D0E-7DA936ADEE96}" type="presParOf" srcId="{54E662C4-DBC2-4EF5-B369-0CAC57ACE02A}" destId="{41DDE19C-4175-4D59-AF17-952E50994047}" srcOrd="0" destOrd="0" presId="urn:microsoft.com/office/officeart/2005/8/layout/orgChart1"/>
    <dgm:cxn modelId="{55512BC0-C022-44B9-A013-AB6C0AD77A1C}" type="presParOf" srcId="{41DDE19C-4175-4D59-AF17-952E50994047}" destId="{ADD4CCD9-33A0-41B8-9B7E-175F0C40B65D}" srcOrd="0" destOrd="0" presId="urn:microsoft.com/office/officeart/2005/8/layout/orgChart1"/>
    <dgm:cxn modelId="{E2D3643D-3687-41D6-B61B-E538A8554B7D}" type="presParOf" srcId="{41DDE19C-4175-4D59-AF17-952E50994047}" destId="{43FBC2CF-413F-49A3-83A5-F33FBD6FA7C4}" srcOrd="1" destOrd="0" presId="urn:microsoft.com/office/officeart/2005/8/layout/orgChart1"/>
    <dgm:cxn modelId="{D079C1BE-8A59-4B81-8340-1B764CF5585E}" type="presParOf" srcId="{54E662C4-DBC2-4EF5-B369-0CAC57ACE02A}" destId="{CE1E9D18-304E-48E0-BB38-AC69187D1D5B}" srcOrd="1" destOrd="0" presId="urn:microsoft.com/office/officeart/2005/8/layout/orgChart1"/>
    <dgm:cxn modelId="{9EE382B6-4146-492C-BE00-AF3B52BA93AE}" type="presParOf" srcId="{54E662C4-DBC2-4EF5-B369-0CAC57ACE02A}" destId="{43452069-9BC5-48A7-BC14-D0F4B21864D6}" srcOrd="2" destOrd="0" presId="urn:microsoft.com/office/officeart/2005/8/layout/orgChart1"/>
    <dgm:cxn modelId="{1F1C76A5-1F9C-4BD8-96A9-7ACAA0BE90AF}" type="presParOf" srcId="{7F162232-1235-4DCE-9EDC-E1B61298E7A5}" destId="{8FBFA513-24B8-4AA6-BC71-18229DE7475D}" srcOrd="4" destOrd="0" presId="urn:microsoft.com/office/officeart/2005/8/layout/orgChart1"/>
    <dgm:cxn modelId="{0BE11211-A895-4135-AFFF-4AB814B4FE13}" type="presParOf" srcId="{7F162232-1235-4DCE-9EDC-E1B61298E7A5}" destId="{C13ECCB0-9D27-4F82-A484-A318C2C860FC}" srcOrd="5" destOrd="0" presId="urn:microsoft.com/office/officeart/2005/8/layout/orgChart1"/>
    <dgm:cxn modelId="{BCFA895E-96E2-4590-B8D5-1DA2E8A9BA53}" type="presParOf" srcId="{C13ECCB0-9D27-4F82-A484-A318C2C860FC}" destId="{838EC29D-2495-43A5-AA84-4BDD0286E6B8}" srcOrd="0" destOrd="0" presId="urn:microsoft.com/office/officeart/2005/8/layout/orgChart1"/>
    <dgm:cxn modelId="{EB07B134-962A-4D6D-988C-5B8AFE27CF37}" type="presParOf" srcId="{838EC29D-2495-43A5-AA84-4BDD0286E6B8}" destId="{58D3C7D4-607A-4D37-89EA-0F40C864D3E3}" srcOrd="0" destOrd="0" presId="urn:microsoft.com/office/officeart/2005/8/layout/orgChart1"/>
    <dgm:cxn modelId="{FB1A3028-AEBE-4C77-A265-F2F64A652571}" type="presParOf" srcId="{838EC29D-2495-43A5-AA84-4BDD0286E6B8}" destId="{5F7AF024-6EFC-47AE-91E0-08343650E8D5}" srcOrd="1" destOrd="0" presId="urn:microsoft.com/office/officeart/2005/8/layout/orgChart1"/>
    <dgm:cxn modelId="{D699711A-9B44-4354-B47C-81D123B89224}" type="presParOf" srcId="{C13ECCB0-9D27-4F82-A484-A318C2C860FC}" destId="{5946D333-8C20-4206-AAB4-CEE3023C6B28}" srcOrd="1" destOrd="0" presId="urn:microsoft.com/office/officeart/2005/8/layout/orgChart1"/>
    <dgm:cxn modelId="{66EFEA36-5C95-4318-8F5F-BFB2BBD36775}" type="presParOf" srcId="{C13ECCB0-9D27-4F82-A484-A318C2C860FC}" destId="{5587CA53-41E2-4D3C-9FE4-196BD38A407E}" srcOrd="2" destOrd="0" presId="urn:microsoft.com/office/officeart/2005/8/layout/orgChart1"/>
    <dgm:cxn modelId="{1EE706E5-1504-4600-AEA0-CE3EC7B095F0}" type="presParOf" srcId="{7F162232-1235-4DCE-9EDC-E1B61298E7A5}" destId="{6EFB8696-2CC0-49FA-8282-A3F3F6CD3AB0}" srcOrd="6" destOrd="0" presId="urn:microsoft.com/office/officeart/2005/8/layout/orgChart1"/>
    <dgm:cxn modelId="{C21F9B18-CD01-4D74-BABB-5FDDC221712F}" type="presParOf" srcId="{7F162232-1235-4DCE-9EDC-E1B61298E7A5}" destId="{A60908D7-9805-450C-88F9-9D03385B0790}" srcOrd="7" destOrd="0" presId="urn:microsoft.com/office/officeart/2005/8/layout/orgChart1"/>
    <dgm:cxn modelId="{7D49D0BF-7FBE-4464-90D7-8B16D70FD353}" type="presParOf" srcId="{A60908D7-9805-450C-88F9-9D03385B0790}" destId="{AD672FC8-F04D-4F17-9EEA-09CE15324128}" srcOrd="0" destOrd="0" presId="urn:microsoft.com/office/officeart/2005/8/layout/orgChart1"/>
    <dgm:cxn modelId="{46873CFB-EC39-41FC-85D2-89AF154B9836}" type="presParOf" srcId="{AD672FC8-F04D-4F17-9EEA-09CE15324128}" destId="{A710A47D-F782-40CF-A6F9-02AE62C145BF}" srcOrd="0" destOrd="0" presId="urn:microsoft.com/office/officeart/2005/8/layout/orgChart1"/>
    <dgm:cxn modelId="{1CE1E752-C390-4043-A73C-E89F8DCD1947}" type="presParOf" srcId="{AD672FC8-F04D-4F17-9EEA-09CE15324128}" destId="{4C61D1E5-AFEE-4E4D-B53A-DBA79B759CE6}" srcOrd="1" destOrd="0" presId="urn:microsoft.com/office/officeart/2005/8/layout/orgChart1"/>
    <dgm:cxn modelId="{09B48617-0A9E-4D35-90C4-375C75256B3B}" type="presParOf" srcId="{A60908D7-9805-450C-88F9-9D03385B0790}" destId="{0716B188-787F-46EE-B1B7-8E9BE786BD41}" srcOrd="1" destOrd="0" presId="urn:microsoft.com/office/officeart/2005/8/layout/orgChart1"/>
    <dgm:cxn modelId="{D497295D-F11B-47C2-AC50-599DDA73F8DD}" type="presParOf" srcId="{A60908D7-9805-450C-88F9-9D03385B0790}" destId="{C7B60E2D-AAA9-441B-AFC1-0BC59B9757F0}" srcOrd="2" destOrd="0" presId="urn:microsoft.com/office/officeart/2005/8/layout/orgChart1"/>
    <dgm:cxn modelId="{E255C133-5729-4315-86D8-BF0D9CFCD2DA}" type="presParOf" srcId="{7F162232-1235-4DCE-9EDC-E1B61298E7A5}" destId="{B320C936-7FCE-4417-B5EF-D42C08D8D883}" srcOrd="8" destOrd="0" presId="urn:microsoft.com/office/officeart/2005/8/layout/orgChart1"/>
    <dgm:cxn modelId="{C188B4AF-97D3-4C91-9EA5-A59F8A9F0057}" type="presParOf" srcId="{7F162232-1235-4DCE-9EDC-E1B61298E7A5}" destId="{4FA4D120-E7AC-4B20-A6BA-B7CA8E854828}" srcOrd="9" destOrd="0" presId="urn:microsoft.com/office/officeart/2005/8/layout/orgChart1"/>
    <dgm:cxn modelId="{68B05E65-B663-4660-9DED-FD60A7367642}" type="presParOf" srcId="{4FA4D120-E7AC-4B20-A6BA-B7CA8E854828}" destId="{AB66A912-E9F5-4E77-A0F6-2D489A786741}" srcOrd="0" destOrd="0" presId="urn:microsoft.com/office/officeart/2005/8/layout/orgChart1"/>
    <dgm:cxn modelId="{01619317-BFB5-4630-B08E-5FA727E19CB7}" type="presParOf" srcId="{AB66A912-E9F5-4E77-A0F6-2D489A786741}" destId="{F6018D94-3CC2-4B68-AC67-06662CA37B13}" srcOrd="0" destOrd="0" presId="urn:microsoft.com/office/officeart/2005/8/layout/orgChart1"/>
    <dgm:cxn modelId="{DD776ECF-1E80-4734-80C2-57CFF9FA8130}" type="presParOf" srcId="{AB66A912-E9F5-4E77-A0F6-2D489A786741}" destId="{7B3B685C-DAFB-4816-8F36-4EBD1557F139}" srcOrd="1" destOrd="0" presId="urn:microsoft.com/office/officeart/2005/8/layout/orgChart1"/>
    <dgm:cxn modelId="{8CABCAA7-3FF2-480B-9B5E-0D985CD2A44E}" type="presParOf" srcId="{4FA4D120-E7AC-4B20-A6BA-B7CA8E854828}" destId="{057EEA77-C459-4025-9CC3-6614E6269287}" srcOrd="1" destOrd="0" presId="urn:microsoft.com/office/officeart/2005/8/layout/orgChart1"/>
    <dgm:cxn modelId="{62FA5EDD-E5BC-4580-A8BE-DC4CDDDA4589}" type="presParOf" srcId="{4FA4D120-E7AC-4B20-A6BA-B7CA8E854828}" destId="{7A0F1235-35AD-498C-B5A9-FDC218C90E7E}" srcOrd="2" destOrd="0" presId="urn:microsoft.com/office/officeart/2005/8/layout/orgChart1"/>
    <dgm:cxn modelId="{D10A17A0-320A-4116-87F9-A1D85E364AAB}" type="presParOf" srcId="{7F162232-1235-4DCE-9EDC-E1B61298E7A5}" destId="{C4F06FA8-8928-473E-82A9-2C7641A12BC0}" srcOrd="10" destOrd="0" presId="urn:microsoft.com/office/officeart/2005/8/layout/orgChart1"/>
    <dgm:cxn modelId="{6B3E406F-B1BE-47ED-8515-0882BDA36A26}" type="presParOf" srcId="{7F162232-1235-4DCE-9EDC-E1B61298E7A5}" destId="{BE39A12A-D8DD-4C60-851F-139E2D075886}" srcOrd="11" destOrd="0" presId="urn:microsoft.com/office/officeart/2005/8/layout/orgChart1"/>
    <dgm:cxn modelId="{C1B00673-61A7-421F-B2C0-764F45D73E3C}" type="presParOf" srcId="{BE39A12A-D8DD-4C60-851F-139E2D075886}" destId="{C7B8C484-7B24-4B05-896C-0989EE122B6B}" srcOrd="0" destOrd="0" presId="urn:microsoft.com/office/officeart/2005/8/layout/orgChart1"/>
    <dgm:cxn modelId="{89E59602-2D34-4E4C-8780-7150AF51D21C}" type="presParOf" srcId="{C7B8C484-7B24-4B05-896C-0989EE122B6B}" destId="{133FD590-ED41-44F2-B497-27EAA26D5FD2}" srcOrd="0" destOrd="0" presId="urn:microsoft.com/office/officeart/2005/8/layout/orgChart1"/>
    <dgm:cxn modelId="{D586C81A-B096-4084-BB43-7CCD83312F10}" type="presParOf" srcId="{C7B8C484-7B24-4B05-896C-0989EE122B6B}" destId="{1C19AA98-EFD2-4C0A-888D-CFC9945F79B2}" srcOrd="1" destOrd="0" presId="urn:microsoft.com/office/officeart/2005/8/layout/orgChart1"/>
    <dgm:cxn modelId="{AA1078C1-2638-4E1E-8180-E6D9221E4E5A}" type="presParOf" srcId="{BE39A12A-D8DD-4C60-851F-139E2D075886}" destId="{F6893354-929A-4785-A9F1-17BD0A6DFFD0}" srcOrd="1" destOrd="0" presId="urn:microsoft.com/office/officeart/2005/8/layout/orgChart1"/>
    <dgm:cxn modelId="{38490736-F9AD-4EB9-8F3A-B5E331A9957C}" type="presParOf" srcId="{BE39A12A-D8DD-4C60-851F-139E2D075886}" destId="{A68895B9-0C39-43CC-B934-159F7EC80A5E}" srcOrd="2" destOrd="0" presId="urn:microsoft.com/office/officeart/2005/8/layout/orgChart1"/>
    <dgm:cxn modelId="{0F7AECAF-C75C-4211-9684-5AEF8B03941A}" type="presParOf" srcId="{7F162232-1235-4DCE-9EDC-E1B61298E7A5}" destId="{181741B4-175D-462C-AF13-09E6178CD143}" srcOrd="12" destOrd="0" presId="urn:microsoft.com/office/officeart/2005/8/layout/orgChart1"/>
    <dgm:cxn modelId="{741967E5-3865-48C0-8693-2F33B05E8589}" type="presParOf" srcId="{7F162232-1235-4DCE-9EDC-E1B61298E7A5}" destId="{6A3911C3-F1D8-481E-A10E-EBB7462C475E}" srcOrd="13" destOrd="0" presId="urn:microsoft.com/office/officeart/2005/8/layout/orgChart1"/>
    <dgm:cxn modelId="{4F31B485-2EA9-4361-84D9-BB18F03EBABA}" type="presParOf" srcId="{6A3911C3-F1D8-481E-A10E-EBB7462C475E}" destId="{4B1E4F5B-1C35-417D-AF0B-CF08BD79643D}" srcOrd="0" destOrd="0" presId="urn:microsoft.com/office/officeart/2005/8/layout/orgChart1"/>
    <dgm:cxn modelId="{AC012EB8-276B-4803-BADA-AC9FC1BA9CCD}" type="presParOf" srcId="{4B1E4F5B-1C35-417D-AF0B-CF08BD79643D}" destId="{ED4DCE71-8F27-42A2-A018-11819778DC71}" srcOrd="0" destOrd="0" presId="urn:microsoft.com/office/officeart/2005/8/layout/orgChart1"/>
    <dgm:cxn modelId="{BB20835C-560D-4585-A5DC-5E5AF951D964}" type="presParOf" srcId="{4B1E4F5B-1C35-417D-AF0B-CF08BD79643D}" destId="{08198726-A7B1-439A-9F9C-BCF6B4B694F1}" srcOrd="1" destOrd="0" presId="urn:microsoft.com/office/officeart/2005/8/layout/orgChart1"/>
    <dgm:cxn modelId="{A2E1B2E6-6CC3-4A08-B7B9-F2B6B59911A7}" type="presParOf" srcId="{6A3911C3-F1D8-481E-A10E-EBB7462C475E}" destId="{853109B6-6D2B-42B4-9BA6-BE410728855E}" srcOrd="1" destOrd="0" presId="urn:microsoft.com/office/officeart/2005/8/layout/orgChart1"/>
    <dgm:cxn modelId="{FDD2CCFB-0026-4FD6-8BC6-66AE1500A3AC}" type="presParOf" srcId="{6A3911C3-F1D8-481E-A10E-EBB7462C475E}" destId="{157F1042-4028-40FE-8A51-CA54B8A8D919}" srcOrd="2" destOrd="0" presId="urn:microsoft.com/office/officeart/2005/8/layout/orgChart1"/>
    <dgm:cxn modelId="{9B005623-3016-49D1-85DD-7B961C94DDA2}" type="presParOf" srcId="{7F162232-1235-4DCE-9EDC-E1B61298E7A5}" destId="{01934B58-3C24-41C3-8D99-47E5CDF3F832}" srcOrd="14" destOrd="0" presId="urn:microsoft.com/office/officeart/2005/8/layout/orgChart1"/>
    <dgm:cxn modelId="{0EB06D60-026A-41A0-9950-58FED0646CDE}" type="presParOf" srcId="{7F162232-1235-4DCE-9EDC-E1B61298E7A5}" destId="{0F010C7C-C4D9-409E-A2AE-3D88DB2334DC}" srcOrd="15" destOrd="0" presId="urn:microsoft.com/office/officeart/2005/8/layout/orgChart1"/>
    <dgm:cxn modelId="{10FD6752-D936-4A3C-A4FD-AEE402B2837B}" type="presParOf" srcId="{0F010C7C-C4D9-409E-A2AE-3D88DB2334DC}" destId="{00B5AEF6-539D-46EF-B9F1-5F7FFC5CE497}" srcOrd="0" destOrd="0" presId="urn:microsoft.com/office/officeart/2005/8/layout/orgChart1"/>
    <dgm:cxn modelId="{EE311ACF-5C67-4400-B573-E302836799F8}" type="presParOf" srcId="{00B5AEF6-539D-46EF-B9F1-5F7FFC5CE497}" destId="{6AC821F4-E876-4B8B-BDCC-688A88B2EC0F}" srcOrd="0" destOrd="0" presId="urn:microsoft.com/office/officeart/2005/8/layout/orgChart1"/>
    <dgm:cxn modelId="{488B629A-4C63-4996-9F24-51B9FF95AF5D}" type="presParOf" srcId="{00B5AEF6-539D-46EF-B9F1-5F7FFC5CE497}" destId="{95A98197-8CDD-4A6A-A9A1-32D71E333DE0}" srcOrd="1" destOrd="0" presId="urn:microsoft.com/office/officeart/2005/8/layout/orgChart1"/>
    <dgm:cxn modelId="{B1C8D4CC-E0C5-433A-A784-6D28CEB0C59E}" type="presParOf" srcId="{0F010C7C-C4D9-409E-A2AE-3D88DB2334DC}" destId="{7C7E7EB7-D473-4678-9C2B-93841B4BA571}" srcOrd="1" destOrd="0" presId="urn:microsoft.com/office/officeart/2005/8/layout/orgChart1"/>
    <dgm:cxn modelId="{D687A916-8F44-4232-B507-5045D66BE849}" type="presParOf" srcId="{0F010C7C-C4D9-409E-A2AE-3D88DB2334DC}" destId="{0B38E467-5F69-4AC7-8533-DD18D52135CC}" srcOrd="2" destOrd="0" presId="urn:microsoft.com/office/officeart/2005/8/layout/orgChart1"/>
    <dgm:cxn modelId="{298CA2C4-D77C-4D56-849D-EF0428C10BE5}" type="presParOf" srcId="{7F162232-1235-4DCE-9EDC-E1B61298E7A5}" destId="{FA5E6BEC-E532-4808-AE23-F52D1ED9738B}" srcOrd="16" destOrd="0" presId="urn:microsoft.com/office/officeart/2005/8/layout/orgChart1"/>
    <dgm:cxn modelId="{B86CC84B-7BCC-4CB8-AA62-1CB96622B5EC}" type="presParOf" srcId="{7F162232-1235-4DCE-9EDC-E1B61298E7A5}" destId="{BC148B26-D791-4A99-B36A-95A4980F1860}" srcOrd="17" destOrd="0" presId="urn:microsoft.com/office/officeart/2005/8/layout/orgChart1"/>
    <dgm:cxn modelId="{1F78D083-3730-47A6-9C54-71531BB71660}" type="presParOf" srcId="{BC148B26-D791-4A99-B36A-95A4980F1860}" destId="{D6477994-E72B-4958-8E93-8E8D1CFECCD4}" srcOrd="0" destOrd="0" presId="urn:microsoft.com/office/officeart/2005/8/layout/orgChart1"/>
    <dgm:cxn modelId="{1B1F9670-8598-4195-8226-60960C778851}" type="presParOf" srcId="{D6477994-E72B-4958-8E93-8E8D1CFECCD4}" destId="{580AF43A-ABAC-4BDD-933E-69229E5EBCA6}" srcOrd="0" destOrd="0" presId="urn:microsoft.com/office/officeart/2005/8/layout/orgChart1"/>
    <dgm:cxn modelId="{DBD3FDAD-D0CA-4C31-B6A4-F3A31779802E}" type="presParOf" srcId="{D6477994-E72B-4958-8E93-8E8D1CFECCD4}" destId="{63282C3D-1F4A-4D44-9A3E-D2E1F1EA71B7}" srcOrd="1" destOrd="0" presId="urn:microsoft.com/office/officeart/2005/8/layout/orgChart1"/>
    <dgm:cxn modelId="{FAC68CA9-2203-436B-850A-7701C099ACB4}" type="presParOf" srcId="{BC148B26-D791-4A99-B36A-95A4980F1860}" destId="{E86740B5-4322-40DD-837B-4329AD6BAFA3}" srcOrd="1" destOrd="0" presId="urn:microsoft.com/office/officeart/2005/8/layout/orgChart1"/>
    <dgm:cxn modelId="{03DE3A86-A5BC-42BD-B257-D3B9C1A89F70}" type="presParOf" srcId="{BC148B26-D791-4A99-B36A-95A4980F1860}" destId="{1DA8AB91-D4DC-463C-8E1B-06FB48DF2B05}" srcOrd="2" destOrd="0" presId="urn:microsoft.com/office/officeart/2005/8/layout/orgChart1"/>
    <dgm:cxn modelId="{071DAFFC-D6A9-4CB2-B6C7-572720C7D0D2}" type="presParOf" srcId="{7F162232-1235-4DCE-9EDC-E1B61298E7A5}" destId="{60BC4E4F-A016-47AE-B218-DFA5D0BBF8D5}" srcOrd="18" destOrd="0" presId="urn:microsoft.com/office/officeart/2005/8/layout/orgChart1"/>
    <dgm:cxn modelId="{4FB24FEB-13D6-4841-B4C5-49C54AB3CE69}" type="presParOf" srcId="{7F162232-1235-4DCE-9EDC-E1B61298E7A5}" destId="{56034553-0D0C-4395-BB71-67160199BE86}" srcOrd="19" destOrd="0" presId="urn:microsoft.com/office/officeart/2005/8/layout/orgChart1"/>
    <dgm:cxn modelId="{10DBEE5E-E3B7-4DB9-91CC-551E892C1149}" type="presParOf" srcId="{56034553-0D0C-4395-BB71-67160199BE86}" destId="{6F4E0EF6-8E96-458B-9034-7B0A37E3E826}" srcOrd="0" destOrd="0" presId="urn:microsoft.com/office/officeart/2005/8/layout/orgChart1"/>
    <dgm:cxn modelId="{444131E9-B01B-4BDC-8523-9754A022DBF1}" type="presParOf" srcId="{6F4E0EF6-8E96-458B-9034-7B0A37E3E826}" destId="{2E47B61D-0459-4918-B82F-44168E5CDA8E}" srcOrd="0" destOrd="0" presId="urn:microsoft.com/office/officeart/2005/8/layout/orgChart1"/>
    <dgm:cxn modelId="{82F6FD3F-F5D5-4BCA-89E5-E97D6748C360}" type="presParOf" srcId="{6F4E0EF6-8E96-458B-9034-7B0A37E3E826}" destId="{1BC26005-93DF-424A-8F65-D8939B06316D}" srcOrd="1" destOrd="0" presId="urn:microsoft.com/office/officeart/2005/8/layout/orgChart1"/>
    <dgm:cxn modelId="{87B6376D-DD74-41FE-A86F-CB4AB51FFCE9}" type="presParOf" srcId="{56034553-0D0C-4395-BB71-67160199BE86}" destId="{C6FF703C-F996-49BB-8E76-08A11924D51B}" srcOrd="1" destOrd="0" presId="urn:microsoft.com/office/officeart/2005/8/layout/orgChart1"/>
    <dgm:cxn modelId="{AD095B0D-2558-4306-8164-278F945DBD8D}" type="presParOf" srcId="{56034553-0D0C-4395-BB71-67160199BE86}" destId="{CD6E6A2A-DC72-41E3-9F37-0187428D6AF8}" srcOrd="2" destOrd="0" presId="urn:microsoft.com/office/officeart/2005/8/layout/orgChart1"/>
    <dgm:cxn modelId="{9D52EEDF-1B17-4416-BB2C-94125CC8207C}"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3F64DD8B-D8A1-4FEC-BE6C-DAE71BED4B23}">
      <dgm:prSet phldrT="[Testo]"/>
      <dgm:spPr>
        <a:solidFill>
          <a:schemeClr val="bg1"/>
        </a:solidFill>
      </dgm:spPr>
      <dgm:t>
        <a:bodyPr/>
        <a:lstStyle/>
        <a:p>
          <a:r>
            <a:rPr lang="en-US" b="1" noProof="0" dirty="0">
              <a:solidFill>
                <a:schemeClr val="tx1"/>
              </a:solidFill>
            </a:rPr>
            <a:t>Risk</a:t>
          </a:r>
        </a:p>
        <a:p>
          <a:r>
            <a:rPr lang="en-US" b="1" noProof="0" dirty="0">
              <a:solidFill>
                <a:schemeClr val="tx1"/>
              </a:solidFill>
            </a:rPr>
            <a:t>Edition 6</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50955908-1694-482D-BD6F-C04C01D438DC}">
      <dgm:prSet/>
      <dgm:spPr>
        <a:solidFill>
          <a:schemeClr val="bg1">
            <a:lumMod val="75000"/>
          </a:schemeClr>
        </a:solidFill>
      </dgm:spPr>
      <dgm:t>
        <a:bodyPr/>
        <a:lstStyle/>
        <a:p>
          <a:r>
            <a:rPr lang="en-US" noProof="0" dirty="0"/>
            <a:t>Monitor Risks </a:t>
          </a:r>
        </a:p>
      </dgm:t>
    </dgm:pt>
    <dgm:pt modelId="{8DF1D480-9C53-4874-BC3C-EE918C131801}" type="sibTrans" cxnId="{B42DA488-59FA-4758-A44E-D3CB6454D9BE}">
      <dgm:prSet/>
      <dgm:spPr/>
      <dgm:t>
        <a:bodyPr/>
        <a:lstStyle/>
        <a:p>
          <a:endParaRPr lang="it-IT"/>
        </a:p>
      </dgm:t>
    </dgm:pt>
    <dgm:pt modelId="{42E9A6CC-FBDC-4FA5-8F60-EC35F72D7746}" type="parTrans" cxnId="{B42DA488-59FA-4758-A44E-D3CB6454D9BE}">
      <dgm:prSet/>
      <dgm:spPr/>
      <dgm:t>
        <a:bodyPr/>
        <a:lstStyle/>
        <a:p>
          <a:endParaRPr lang="it-IT"/>
        </a:p>
      </dgm:t>
    </dgm:pt>
    <dgm:pt modelId="{7C69A925-A39E-4BB5-B363-D96809E3EC1C}">
      <dgm:prSet phldrT="[Testo]" custT="1"/>
      <dgm:spPr>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gm:spPr>
      <dgm:t>
        <a:bodyPr spcFirstLastPara="0" vert="horz" wrap="square" lIns="8255" tIns="8255" rIns="8255" bIns="8255" numCol="1" spcCol="1270" anchor="ctr" anchorCtr="0"/>
        <a:lstStyle/>
        <a:p>
          <a:pPr marL="0" lvl="0" indent="0" algn="ctr" defTabSz="57785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Plan Risk Management</a:t>
          </a:r>
        </a:p>
      </dgm:t>
    </dgm:pt>
    <dgm:pt modelId="{6DE6FEB5-DE17-4548-9DA6-7C970C7B145D}" type="sibTrans" cxnId="{A9DAF23A-CF99-4696-B9C8-8BD4C16DE4C2}">
      <dgm:prSet/>
      <dgm:spPr/>
      <dgm:t>
        <a:bodyPr/>
        <a:lstStyle/>
        <a:p>
          <a:endParaRPr lang="it-IT"/>
        </a:p>
      </dgm:t>
    </dgm:pt>
    <dgm:pt modelId="{49E2CD8A-BB77-4314-A1E6-152F6F158413}" type="parTrans" cxnId="{A9DAF23A-CF99-4696-B9C8-8BD4C16DE4C2}">
      <dgm:prSet/>
      <dgm:spPr/>
      <dgm:t>
        <a:bodyPr/>
        <a:lstStyle/>
        <a:p>
          <a:endParaRPr lang="it-IT"/>
        </a:p>
      </dgm:t>
    </dgm:pt>
    <dgm:pt modelId="{0BED9D0E-4419-4707-89C0-033B2C08A8BA}">
      <dgm:prSet/>
      <dgm:spPr/>
      <dgm:t>
        <a:bodyPr/>
        <a:lstStyle/>
        <a:p>
          <a:r>
            <a:rPr lang="en-US" noProof="0" dirty="0"/>
            <a:t>Identify Risks</a:t>
          </a:r>
        </a:p>
      </dgm:t>
    </dgm:pt>
    <dgm:pt modelId="{1FA2456D-9DB0-466E-B89F-7210DFBB929A}" type="sibTrans" cxnId="{933D1285-3B9F-4446-9BB5-FA294C562CF6}">
      <dgm:prSet/>
      <dgm:spPr/>
      <dgm:t>
        <a:bodyPr/>
        <a:lstStyle/>
        <a:p>
          <a:endParaRPr lang="it-IT"/>
        </a:p>
      </dgm:t>
    </dgm:pt>
    <dgm:pt modelId="{F36CAF5D-5C5C-4E53-9C4B-9D7BA43D08CB}" type="parTrans" cxnId="{933D1285-3B9F-4446-9BB5-FA294C562CF6}">
      <dgm:prSet/>
      <dgm:spPr/>
      <dgm:t>
        <a:bodyPr/>
        <a:lstStyle/>
        <a:p>
          <a:endParaRPr lang="it-IT"/>
        </a:p>
      </dgm:t>
    </dgm:pt>
    <dgm:pt modelId="{DD5E7C8F-E225-4B9C-AD21-EA6BE6352751}">
      <dgm:prSet/>
      <dgm:spPr/>
      <dgm:t>
        <a:bodyPr/>
        <a:lstStyle/>
        <a:p>
          <a:r>
            <a:rPr lang="en-US" noProof="0" dirty="0"/>
            <a:t>Qualitative Risk Analysis</a:t>
          </a:r>
        </a:p>
      </dgm:t>
    </dgm:pt>
    <dgm:pt modelId="{4D4925AE-FAC2-4A31-8E19-C98746E38685}" type="sibTrans" cxnId="{213D908D-0DD6-43B7-BAE1-EED33485B963}">
      <dgm:prSet/>
      <dgm:spPr/>
      <dgm:t>
        <a:bodyPr/>
        <a:lstStyle/>
        <a:p>
          <a:endParaRPr lang="it-IT"/>
        </a:p>
      </dgm:t>
    </dgm:pt>
    <dgm:pt modelId="{A56BCF70-C320-495F-9D47-D102341DA2FB}" type="parTrans" cxnId="{213D908D-0DD6-43B7-BAE1-EED33485B963}">
      <dgm:prSet/>
      <dgm:spPr/>
      <dgm:t>
        <a:bodyPr/>
        <a:lstStyle/>
        <a:p>
          <a:endParaRPr lang="it-IT"/>
        </a:p>
      </dgm:t>
    </dgm:pt>
    <dgm:pt modelId="{0EB1F6BB-6BFD-47ED-9B03-CB660E4820A0}">
      <dgm:prSet/>
      <dgm:spPr/>
      <dgm:t>
        <a:bodyPr/>
        <a:lstStyle/>
        <a:p>
          <a:r>
            <a:rPr lang="en-US" noProof="0" dirty="0"/>
            <a:t>Quantitative Risk Analysis</a:t>
          </a:r>
        </a:p>
      </dgm:t>
    </dgm:pt>
    <dgm:pt modelId="{FC8C1FAE-CF53-4DF2-B8B6-3530A07A21BA}" type="sibTrans" cxnId="{1C24DBA2-91CA-4517-888D-41B78941CDAD}">
      <dgm:prSet/>
      <dgm:spPr/>
      <dgm:t>
        <a:bodyPr/>
        <a:lstStyle/>
        <a:p>
          <a:endParaRPr lang="it-IT"/>
        </a:p>
      </dgm:t>
    </dgm:pt>
    <dgm:pt modelId="{F8A19A4D-577C-45FD-BA30-8EFF44878AED}" type="par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B634F56B-B23D-492F-8EF4-C2546149CEDD}" type="sibTrans" cxnId="{3822A42A-AE5A-4DE8-961F-C2AE956461F5}">
      <dgm:prSet/>
      <dgm:spPr/>
      <dgm:t>
        <a:bodyPr/>
        <a:lstStyle/>
        <a:p>
          <a:endParaRPr lang="it-IT"/>
        </a:p>
      </dgm:t>
    </dgm:pt>
    <dgm:pt modelId="{A4D5C85F-2134-4863-BF03-B90ED721C422}" type="parTrans" cxnId="{3822A42A-AE5A-4DE8-961F-C2AE956461F5}">
      <dgm:prSet/>
      <dgm:spPr/>
      <dgm:t>
        <a:bodyPr/>
        <a:lstStyle/>
        <a:p>
          <a:endParaRPr lang="it-IT"/>
        </a:p>
      </dgm:t>
    </dgm:pt>
    <dgm:pt modelId="{CA6226D0-2105-4DBC-ABDE-162B9DB33010}">
      <dgm:prSet/>
      <dgm:spPr>
        <a:solidFill>
          <a:schemeClr val="bg1">
            <a:lumMod val="75000"/>
          </a:schemeClr>
        </a:solidFill>
      </dgm:spPr>
      <dgm:t>
        <a:bodyPr/>
        <a:lstStyle/>
        <a:p>
          <a:r>
            <a:rPr lang="en-US" noProof="0" dirty="0"/>
            <a:t>Implement Risk Responses</a:t>
          </a:r>
        </a:p>
      </dgm:t>
    </dgm:pt>
    <dgm:pt modelId="{E5B7C43D-0C89-44F2-9F65-CC0BF6BC43EA}" type="sibTrans" cxnId="{B2F9FBEB-D072-4C4A-85E0-E6E98143C067}">
      <dgm:prSet/>
      <dgm:spPr/>
      <dgm:t>
        <a:bodyPr/>
        <a:lstStyle/>
        <a:p>
          <a:endParaRPr lang="en-US"/>
        </a:p>
      </dgm:t>
    </dgm:pt>
    <dgm:pt modelId="{3F283C11-308E-42BE-B87D-373043D3FAF3}" type="parTrans" cxnId="{B2F9FBEB-D072-4C4A-85E0-E6E98143C067}">
      <dgm:prSet/>
      <dgm:spPr/>
      <dgm:t>
        <a:bodyPr/>
        <a:lstStyle/>
        <a:p>
          <a:endParaRPr lang="en-US"/>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633CC235-B044-4489-AE89-C42251E8B3A7}" type="pres">
      <dgm:prSet presAssocID="{3F64DD8B-D8A1-4FEC-BE6C-DAE71BED4B23}" presName="hierRoot1" presStyleCnt="0">
        <dgm:presLayoutVars>
          <dgm:hierBranch val="hang"/>
        </dgm:presLayoutVars>
      </dgm:prSet>
      <dgm:spPr/>
    </dgm:pt>
    <dgm:pt modelId="{56621D61-48DB-4872-8937-3A912654CB4A}" type="pres">
      <dgm:prSet presAssocID="{3F64DD8B-D8A1-4FEC-BE6C-DAE71BED4B23}" presName="rootComposite1" presStyleCnt="0"/>
      <dgm:spPr/>
    </dgm:pt>
    <dgm:pt modelId="{814D7D92-6E56-4203-9DEA-4DC2D55BC411}" type="pres">
      <dgm:prSet presAssocID="{3F64DD8B-D8A1-4FEC-BE6C-DAE71BED4B23}" presName="rootText1" presStyleLbl="node0" presStyleIdx="0" presStyleCnt="1">
        <dgm:presLayoutVars>
          <dgm:chPref val="3"/>
        </dgm:presLayoutVars>
      </dgm:prSet>
      <dgm:spPr/>
    </dgm:pt>
    <dgm:pt modelId="{07FBF71D-1E94-49F4-99F0-9443CCF2D482}" type="pres">
      <dgm:prSet presAssocID="{3F64DD8B-D8A1-4FEC-BE6C-DAE71BED4B23}" presName="rootConnector1" presStyleLbl="node1" presStyleIdx="0" presStyleCnt="0"/>
      <dgm:spPr/>
    </dgm:pt>
    <dgm:pt modelId="{A6BE4672-1CF5-4984-AEE6-30BD4E6F64B7}" type="pres">
      <dgm:prSet presAssocID="{3F64DD8B-D8A1-4FEC-BE6C-DAE71BED4B23}" presName="hierChild2" presStyleCnt="0"/>
      <dgm:spPr/>
    </dgm:pt>
    <dgm:pt modelId="{C614A974-81EA-4D1C-A45A-B620539E0827}" type="pres">
      <dgm:prSet presAssocID="{49E2CD8A-BB77-4314-A1E6-152F6F158413}" presName="Name48" presStyleLbl="parChTrans1D2" presStyleIdx="0" presStyleCnt="7"/>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2" presStyleIdx="0" presStyleCnt="7">
        <dgm:presLayoutVars>
          <dgm:chPref val="3"/>
        </dgm:presLayoutVars>
      </dgm:prSet>
      <dgm:spPr>
        <a:xfrm>
          <a:off x="820676" y="1603664"/>
          <a:ext cx="1127826" cy="563913"/>
        </a:xfrm>
        <a:prstGeom prst="rect">
          <a:avLst/>
        </a:prstGeom>
      </dgm:spPr>
    </dgm:pt>
    <dgm:pt modelId="{FBC8F129-5F57-4A1A-9A97-4EFE434EF3B4}" type="pres">
      <dgm:prSet presAssocID="{7C69A925-A39E-4BB5-B363-D96809E3EC1C}" presName="rootConnector" presStyleLbl="node2" presStyleIdx="0" presStyleCnt="7"/>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1A310FEE-6433-4899-88B0-6640BF307C70}" type="pres">
      <dgm:prSet presAssocID="{F36CAF5D-5C5C-4E53-9C4B-9D7BA43D08CB}" presName="Name48" presStyleLbl="parChTrans1D2" presStyleIdx="1" presStyleCnt="7"/>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2" presStyleIdx="1" presStyleCnt="7">
        <dgm:presLayoutVars>
          <dgm:chPref val="3"/>
        </dgm:presLayoutVars>
      </dgm:prSet>
      <dgm:spPr/>
    </dgm:pt>
    <dgm:pt modelId="{5304875E-6794-463B-8A38-2E1FDE5BABDB}" type="pres">
      <dgm:prSet presAssocID="{0BED9D0E-4419-4707-89C0-033B2C08A8BA}" presName="rootConnector" presStyleLbl="node2" presStyleIdx="1" presStyleCnt="7"/>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74CE37F4-404D-498D-A522-D45B9BB8E9A5}" type="pres">
      <dgm:prSet presAssocID="{A56BCF70-C320-495F-9D47-D102341DA2FB}" presName="Name48" presStyleLbl="parChTrans1D2" presStyleIdx="2" presStyleCnt="7"/>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2" presStyleIdx="2" presStyleCnt="7">
        <dgm:presLayoutVars>
          <dgm:chPref val="3"/>
        </dgm:presLayoutVars>
      </dgm:prSet>
      <dgm:spPr/>
    </dgm:pt>
    <dgm:pt modelId="{C03E6650-4F3F-4164-923F-64697DF8CDA9}" type="pres">
      <dgm:prSet presAssocID="{DD5E7C8F-E225-4B9C-AD21-EA6BE6352751}" presName="rootConnector" presStyleLbl="node2" presStyleIdx="2" presStyleCnt="7"/>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ECAE452D-E75D-49DD-811D-9DD421F47967}" type="pres">
      <dgm:prSet presAssocID="{F8A19A4D-577C-45FD-BA30-8EFF44878AED}" presName="Name48" presStyleLbl="parChTrans1D2" presStyleIdx="3" presStyleCnt="7"/>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2" presStyleIdx="3" presStyleCnt="7">
        <dgm:presLayoutVars>
          <dgm:chPref val="3"/>
        </dgm:presLayoutVars>
      </dgm:prSet>
      <dgm:spPr/>
    </dgm:pt>
    <dgm:pt modelId="{BB59B3FF-2CB2-4789-A023-7067EBB3985D}" type="pres">
      <dgm:prSet presAssocID="{0EB1F6BB-6BFD-47ED-9B03-CB660E4820A0}" presName="rootConnector" presStyleLbl="node2" presStyleIdx="3" presStyleCnt="7"/>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3DC69E02-AB14-4932-A0B2-C3819530E225}" type="pres">
      <dgm:prSet presAssocID="{A4D5C85F-2134-4863-BF03-B90ED721C422}" presName="Name48" presStyleLbl="parChTrans1D2" presStyleIdx="4" presStyleCnt="7"/>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2" presStyleIdx="4" presStyleCnt="7">
        <dgm:presLayoutVars>
          <dgm:chPref val="3"/>
        </dgm:presLayoutVars>
      </dgm:prSet>
      <dgm:spPr/>
    </dgm:pt>
    <dgm:pt modelId="{2B3A4619-B730-4CEA-BB65-7351646026B3}" type="pres">
      <dgm:prSet presAssocID="{6D951906-95CE-4054-B2EF-9AFA0DE76DD6}" presName="rootConnector" presStyleLbl="node2" presStyleIdx="4" presStyleCnt="7"/>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9E739553-DC65-4C51-BC0C-76481F5BBC9C}" type="pres">
      <dgm:prSet presAssocID="{3F283C11-308E-42BE-B87D-373043D3FAF3}" presName="Name48" presStyleLbl="parChTrans1D2" presStyleIdx="5" presStyleCnt="7"/>
      <dgm:spPr/>
    </dgm:pt>
    <dgm:pt modelId="{CFF569A6-1DE3-475A-99C3-501BA714DE46}" type="pres">
      <dgm:prSet presAssocID="{CA6226D0-2105-4DBC-ABDE-162B9DB33010}" presName="hierRoot2" presStyleCnt="0">
        <dgm:presLayoutVars>
          <dgm:hierBranch val="init"/>
        </dgm:presLayoutVars>
      </dgm:prSet>
      <dgm:spPr/>
    </dgm:pt>
    <dgm:pt modelId="{15408196-44F2-4528-AB5A-615903EEB413}" type="pres">
      <dgm:prSet presAssocID="{CA6226D0-2105-4DBC-ABDE-162B9DB33010}" presName="rootComposite" presStyleCnt="0"/>
      <dgm:spPr/>
    </dgm:pt>
    <dgm:pt modelId="{B6142DD5-E229-4E8F-BC5C-A07D94F4B24D}" type="pres">
      <dgm:prSet presAssocID="{CA6226D0-2105-4DBC-ABDE-162B9DB33010}" presName="rootText" presStyleLbl="node2" presStyleIdx="5" presStyleCnt="7">
        <dgm:presLayoutVars>
          <dgm:chPref val="3"/>
        </dgm:presLayoutVars>
      </dgm:prSet>
      <dgm:spPr/>
    </dgm:pt>
    <dgm:pt modelId="{36852CF6-73B9-4162-8B86-551A18E3FBD3}" type="pres">
      <dgm:prSet presAssocID="{CA6226D0-2105-4DBC-ABDE-162B9DB33010}" presName="rootConnector" presStyleLbl="node2" presStyleIdx="5" presStyleCnt="7"/>
      <dgm:spPr/>
    </dgm:pt>
    <dgm:pt modelId="{ABCEEA44-EEC2-433C-BA0A-16A80C80F919}" type="pres">
      <dgm:prSet presAssocID="{CA6226D0-2105-4DBC-ABDE-162B9DB33010}" presName="hierChild4" presStyleCnt="0"/>
      <dgm:spPr/>
    </dgm:pt>
    <dgm:pt modelId="{EC22D96C-3B08-4B99-8510-D27A843DFB98}" type="pres">
      <dgm:prSet presAssocID="{CA6226D0-2105-4DBC-ABDE-162B9DB33010}" presName="hierChild5" presStyleCnt="0"/>
      <dgm:spPr/>
    </dgm:pt>
    <dgm:pt modelId="{816D8165-61A1-40E0-ACA4-11DAE81E17BF}" type="pres">
      <dgm:prSet presAssocID="{42E9A6CC-FBDC-4FA5-8F60-EC35F72D7746}" presName="Name48" presStyleLbl="parChTrans1D2" presStyleIdx="6" presStyleCnt="7"/>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2" presStyleIdx="6" presStyleCnt="7">
        <dgm:presLayoutVars>
          <dgm:chPref val="3"/>
        </dgm:presLayoutVars>
      </dgm:prSet>
      <dgm:spPr/>
    </dgm:pt>
    <dgm:pt modelId="{CEBF9439-F4CD-4BDA-B24C-9F27DF4C47DB}" type="pres">
      <dgm:prSet presAssocID="{50955908-1694-482D-BD6F-C04C01D438DC}" presName="rootConnector" presStyleLbl="node2" presStyleIdx="6" presStyleCnt="7"/>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87A570AA-8E00-4BBF-B9B2-4BACD1B4A130}" type="pres">
      <dgm:prSet presAssocID="{3F64DD8B-D8A1-4FEC-BE6C-DAE71BED4B23}" presName="hierChild3" presStyleCnt="0"/>
      <dgm:spPr/>
    </dgm:pt>
  </dgm:ptLst>
  <dgm:cxnLst>
    <dgm:cxn modelId="{E186C50C-22F9-4779-9DAD-4A9E2E7758FC}" type="presOf" srcId="{A4D5C85F-2134-4863-BF03-B90ED721C422}" destId="{3DC69E02-AB14-4932-A0B2-C3819530E225}" srcOrd="0" destOrd="0" presId="urn:microsoft.com/office/officeart/2005/8/layout/orgChart1"/>
    <dgm:cxn modelId="{8209AF1B-BB0A-4AE2-B6DA-8AFF95E890C1}" type="presOf" srcId="{6D951906-95CE-4054-B2EF-9AFA0DE76DD6}" destId="{211B4F57-0A09-401B-B60A-0BA9C7DFC24D}" srcOrd="0" destOrd="0" presId="urn:microsoft.com/office/officeart/2005/8/layout/orgChart1"/>
    <dgm:cxn modelId="{B6ED4B1F-82B8-4496-BC2A-71F63898E561}" type="presOf" srcId="{7C69A925-A39E-4BB5-B363-D96809E3EC1C}" destId="{4B5389D9-B13C-48A2-B3BF-48F9B84F66F0}" srcOrd="0" destOrd="0" presId="urn:microsoft.com/office/officeart/2005/8/layout/orgChart1"/>
    <dgm:cxn modelId="{B7D0E723-B691-4236-B626-98CFD617363E}" type="presOf" srcId="{CA6226D0-2105-4DBC-ABDE-162B9DB33010}" destId="{36852CF6-73B9-4162-8B86-551A18E3FBD3}" srcOrd="1" destOrd="0" presId="urn:microsoft.com/office/officeart/2005/8/layout/orgChart1"/>
    <dgm:cxn modelId="{47972C27-784D-4931-B322-600309DFB754}" type="presOf" srcId="{3F64DD8B-D8A1-4FEC-BE6C-DAE71BED4B23}" destId="{814D7D92-6E56-4203-9DEA-4DC2D55BC411}"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48819034-C324-41BA-B85A-321BBA1F3AF0}" type="presOf" srcId="{DD5E7C8F-E225-4B9C-AD21-EA6BE6352751}" destId="{5ED4DB88-48D6-467D-9903-37C8BFA12080}" srcOrd="0"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BAA25F3D-1414-4016-ACD0-8F0B0F69A239}" type="presOf" srcId="{42E9A6CC-FBDC-4FA5-8F60-EC35F72D7746}" destId="{816D8165-61A1-40E0-ACA4-11DAE81E17BF}" srcOrd="0" destOrd="0" presId="urn:microsoft.com/office/officeart/2005/8/layout/orgChart1"/>
    <dgm:cxn modelId="{EBB7A23E-DE61-4EEF-AC38-4B154ABB1A0E}" type="presOf" srcId="{50955908-1694-482D-BD6F-C04C01D438DC}" destId="{85522D5B-892E-46EC-AFD0-8CF00F1ED0FC}" srcOrd="0" destOrd="0" presId="urn:microsoft.com/office/officeart/2005/8/layout/orgChart1"/>
    <dgm:cxn modelId="{7388BE41-B92E-4720-B9A8-028F14F155DB}" type="presOf" srcId="{F8A19A4D-577C-45FD-BA30-8EFF44878AED}" destId="{ECAE452D-E75D-49DD-811D-9DD421F47967}" srcOrd="0" destOrd="0" presId="urn:microsoft.com/office/officeart/2005/8/layout/orgChart1"/>
    <dgm:cxn modelId="{BC5EF745-F240-4F33-865D-164A557C657A}" type="presOf" srcId="{0BED9D0E-4419-4707-89C0-033B2C08A8BA}" destId="{E23A8842-47DB-472E-9463-9F6D26779072}" srcOrd="0" destOrd="0" presId="urn:microsoft.com/office/officeart/2005/8/layout/orgChart1"/>
    <dgm:cxn modelId="{EAAB4D49-30DA-482F-995A-61E1B906D434}" type="presOf" srcId="{A56BCF70-C320-495F-9D47-D102341DA2FB}" destId="{74CE37F4-404D-498D-A522-D45B9BB8E9A5}" srcOrd="0" destOrd="0" presId="urn:microsoft.com/office/officeart/2005/8/layout/orgChart1"/>
    <dgm:cxn modelId="{2FBBB771-F75B-45DE-8CED-8E0F43CEC467}" type="presOf" srcId="{0BED9D0E-4419-4707-89C0-033B2C08A8BA}" destId="{5304875E-6794-463B-8A38-2E1FDE5BABDB}" srcOrd="1" destOrd="0" presId="urn:microsoft.com/office/officeart/2005/8/layout/orgChart1"/>
    <dgm:cxn modelId="{5A172D79-BDEB-4FEB-8ACD-37E78AFB93B7}" type="presOf" srcId="{49E2CD8A-BB77-4314-A1E6-152F6F158413}" destId="{C614A974-81EA-4D1C-A45A-B620539E0827}" srcOrd="0" destOrd="0" presId="urn:microsoft.com/office/officeart/2005/8/layout/orgChart1"/>
    <dgm:cxn modelId="{CE38837A-4530-43AA-AA95-36B93A7E046B}" type="presOf" srcId="{0EB1F6BB-6BFD-47ED-9B03-CB660E4820A0}" destId="{BB59B3FF-2CB2-4789-A023-7067EBB3985D}" srcOrd="1"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939A1987-38A8-48F6-9160-A7DB70A2A98E}" type="presOf" srcId="{7C69A925-A39E-4BB5-B363-D96809E3EC1C}" destId="{FBC8F129-5F57-4A1A-9A97-4EFE434EF3B4}" srcOrd="1" destOrd="0" presId="urn:microsoft.com/office/officeart/2005/8/layout/orgChart1"/>
    <dgm:cxn modelId="{B42DA488-59FA-4758-A44E-D3CB6454D9BE}" srcId="{3F64DD8B-D8A1-4FEC-BE6C-DAE71BED4B23}" destId="{50955908-1694-482D-BD6F-C04C01D438DC}" srcOrd="6" destOrd="0" parTransId="{42E9A6CC-FBDC-4FA5-8F60-EC35F72D7746}" sibTransId="{8DF1D480-9C53-4874-BC3C-EE918C131801}"/>
    <dgm:cxn modelId="{213D908D-0DD6-43B7-BAE1-EED33485B963}" srcId="{3F64DD8B-D8A1-4FEC-BE6C-DAE71BED4B23}" destId="{DD5E7C8F-E225-4B9C-AD21-EA6BE6352751}" srcOrd="2" destOrd="0" parTransId="{A56BCF70-C320-495F-9D47-D102341DA2FB}" sibTransId="{4D4925AE-FAC2-4A31-8E19-C98746E38685}"/>
    <dgm:cxn modelId="{34C0CB92-020B-473F-AE65-A3C057DB9901}" type="presOf" srcId="{50955908-1694-482D-BD6F-C04C01D438DC}" destId="{CEBF9439-F4CD-4BDA-B24C-9F27DF4C47DB}" srcOrd="1"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77D150A8-3754-4CBB-BB3B-996900088EA9}" type="presOf" srcId="{5732FC7C-4D05-465A-8F87-65FADF2CF1F3}" destId="{B2DCE1C1-4CA4-47B1-B9E1-8761E3CD6C62}" srcOrd="0" destOrd="0" presId="urn:microsoft.com/office/officeart/2005/8/layout/orgChart1"/>
    <dgm:cxn modelId="{35C5B5B5-34CB-4AD5-AE09-F2D5EC1B5E7A}" type="presOf" srcId="{0EB1F6BB-6BFD-47ED-9B03-CB660E4820A0}" destId="{AB949CA5-5EEA-4A00-88EF-43885D56D765}" srcOrd="0" destOrd="0" presId="urn:microsoft.com/office/officeart/2005/8/layout/orgChart1"/>
    <dgm:cxn modelId="{32059BBA-FC91-4313-9462-21090D54249D}" type="presOf" srcId="{DD5E7C8F-E225-4B9C-AD21-EA6BE6352751}" destId="{C03E6650-4F3F-4164-923F-64697DF8CDA9}" srcOrd="1" destOrd="0" presId="urn:microsoft.com/office/officeart/2005/8/layout/orgChart1"/>
    <dgm:cxn modelId="{34DCE1BC-2FFA-4301-B27E-0D3E75460C95}" type="presOf" srcId="{CA6226D0-2105-4DBC-ABDE-162B9DB33010}" destId="{B6142DD5-E229-4E8F-BC5C-A07D94F4B24D}" srcOrd="0" destOrd="0" presId="urn:microsoft.com/office/officeart/2005/8/layout/orgChart1"/>
    <dgm:cxn modelId="{E0C6D5C4-5BF9-4795-9072-E7664D9CBA77}" type="presOf" srcId="{F36CAF5D-5C5C-4E53-9C4B-9D7BA43D08CB}" destId="{1A310FEE-6433-4899-88B0-6640BF307C70}" srcOrd="0" destOrd="0" presId="urn:microsoft.com/office/officeart/2005/8/layout/orgChart1"/>
    <dgm:cxn modelId="{6B1C55C6-4100-4AD8-94F8-9C5D82B3D910}" type="presOf" srcId="{3F64DD8B-D8A1-4FEC-BE6C-DAE71BED4B23}" destId="{07FBF71D-1E94-49F4-99F0-9443CCF2D482}" srcOrd="1" destOrd="0" presId="urn:microsoft.com/office/officeart/2005/8/layout/orgChart1"/>
    <dgm:cxn modelId="{55A03ECF-4092-405B-9A21-380BBD6C7A2D}" type="presOf" srcId="{3F283C11-308E-42BE-B87D-373043D3FAF3}" destId="{9E739553-DC65-4C51-BC0C-76481F5BBC9C}" srcOrd="0" destOrd="0" presId="urn:microsoft.com/office/officeart/2005/8/layout/orgChart1"/>
    <dgm:cxn modelId="{C8C3C3DD-ECB7-4079-B02E-2430977C0965}" srcId="{5732FC7C-4D05-465A-8F87-65FADF2CF1F3}" destId="{3F64DD8B-D8A1-4FEC-BE6C-DAE71BED4B23}" srcOrd="0" destOrd="0" parTransId="{1B1AC38C-8E1D-4D15-97EB-5AB2E357526A}" sibTransId="{AE06F3B6-D186-402F-9AEA-CE85EA27F63D}"/>
    <dgm:cxn modelId="{3BCE22E2-646B-41FF-8A40-A4431608A12E}" type="presOf" srcId="{6D951906-95CE-4054-B2EF-9AFA0DE76DD6}" destId="{2B3A4619-B730-4CEA-BB65-7351646026B3}" srcOrd="1" destOrd="0" presId="urn:microsoft.com/office/officeart/2005/8/layout/orgChart1"/>
    <dgm:cxn modelId="{B2F9FBEB-D072-4C4A-85E0-E6E98143C067}" srcId="{3F64DD8B-D8A1-4FEC-BE6C-DAE71BED4B23}" destId="{CA6226D0-2105-4DBC-ABDE-162B9DB33010}" srcOrd="5" destOrd="0" parTransId="{3F283C11-308E-42BE-B87D-373043D3FAF3}" sibTransId="{E5B7C43D-0C89-44F2-9F65-CC0BF6BC43EA}"/>
    <dgm:cxn modelId="{294DE4BE-9FBC-46D6-AB17-355CE4E83C09}" type="presParOf" srcId="{B2DCE1C1-4CA4-47B1-B9E1-8761E3CD6C62}" destId="{633CC235-B044-4489-AE89-C42251E8B3A7}" srcOrd="0" destOrd="0" presId="urn:microsoft.com/office/officeart/2005/8/layout/orgChart1"/>
    <dgm:cxn modelId="{4A1B717A-DAC5-4970-A9A8-BEC20E2D4227}" type="presParOf" srcId="{633CC235-B044-4489-AE89-C42251E8B3A7}" destId="{56621D61-48DB-4872-8937-3A912654CB4A}" srcOrd="0" destOrd="0" presId="urn:microsoft.com/office/officeart/2005/8/layout/orgChart1"/>
    <dgm:cxn modelId="{BD568B0D-D727-4F68-BE58-4622183F185E}" type="presParOf" srcId="{56621D61-48DB-4872-8937-3A912654CB4A}" destId="{814D7D92-6E56-4203-9DEA-4DC2D55BC411}" srcOrd="0" destOrd="0" presId="urn:microsoft.com/office/officeart/2005/8/layout/orgChart1"/>
    <dgm:cxn modelId="{5354C70A-594B-4BDE-A6BC-6383A051088B}" type="presParOf" srcId="{56621D61-48DB-4872-8937-3A912654CB4A}" destId="{07FBF71D-1E94-49F4-99F0-9443CCF2D482}" srcOrd="1" destOrd="0" presId="urn:microsoft.com/office/officeart/2005/8/layout/orgChart1"/>
    <dgm:cxn modelId="{0FBF74B7-D45F-408E-9193-E1D95F578A94}" type="presParOf" srcId="{633CC235-B044-4489-AE89-C42251E8B3A7}" destId="{A6BE4672-1CF5-4984-AEE6-30BD4E6F64B7}" srcOrd="1" destOrd="0" presId="urn:microsoft.com/office/officeart/2005/8/layout/orgChart1"/>
    <dgm:cxn modelId="{097CDA9D-AC02-420E-BA00-7E8FDA599DAF}" type="presParOf" srcId="{A6BE4672-1CF5-4984-AEE6-30BD4E6F64B7}" destId="{C614A974-81EA-4D1C-A45A-B620539E0827}" srcOrd="0" destOrd="0" presId="urn:microsoft.com/office/officeart/2005/8/layout/orgChart1"/>
    <dgm:cxn modelId="{439F4E3C-FD8D-400C-931E-3BC89A467CDE}" type="presParOf" srcId="{A6BE4672-1CF5-4984-AEE6-30BD4E6F64B7}" destId="{22347C40-84C7-403E-8689-A7B76C71821B}" srcOrd="1" destOrd="0" presId="urn:microsoft.com/office/officeart/2005/8/layout/orgChart1"/>
    <dgm:cxn modelId="{BF71DABB-820A-45FE-9F45-D6FE5AA7F234}" type="presParOf" srcId="{22347C40-84C7-403E-8689-A7B76C71821B}" destId="{E4C8EF38-B227-498D-BE48-2C1145A6A2C1}" srcOrd="0" destOrd="0" presId="urn:microsoft.com/office/officeart/2005/8/layout/orgChart1"/>
    <dgm:cxn modelId="{0BF13674-B79E-44BE-8DDD-08EA03298675}" type="presParOf" srcId="{E4C8EF38-B227-498D-BE48-2C1145A6A2C1}" destId="{4B5389D9-B13C-48A2-B3BF-48F9B84F66F0}" srcOrd="0" destOrd="0" presId="urn:microsoft.com/office/officeart/2005/8/layout/orgChart1"/>
    <dgm:cxn modelId="{0587B966-D070-4D78-882A-4F7CCE99DBBE}" type="presParOf" srcId="{E4C8EF38-B227-498D-BE48-2C1145A6A2C1}" destId="{FBC8F129-5F57-4A1A-9A97-4EFE434EF3B4}" srcOrd="1" destOrd="0" presId="urn:microsoft.com/office/officeart/2005/8/layout/orgChart1"/>
    <dgm:cxn modelId="{0BE95C7F-4EFE-43D0-880A-06B129F927F0}" type="presParOf" srcId="{22347C40-84C7-403E-8689-A7B76C71821B}" destId="{ECB3CCA3-3645-4034-A26F-810609C4CC5F}" srcOrd="1" destOrd="0" presId="urn:microsoft.com/office/officeart/2005/8/layout/orgChart1"/>
    <dgm:cxn modelId="{0D19DEE7-350B-4281-9BCD-1A2B79BBDA8C}" type="presParOf" srcId="{22347C40-84C7-403E-8689-A7B76C71821B}" destId="{17E02F64-CA2C-499A-86D2-2DF203D864AB}" srcOrd="2" destOrd="0" presId="urn:microsoft.com/office/officeart/2005/8/layout/orgChart1"/>
    <dgm:cxn modelId="{591CDDB2-9E81-485A-9643-E919C2EAFE4C}" type="presParOf" srcId="{A6BE4672-1CF5-4984-AEE6-30BD4E6F64B7}" destId="{1A310FEE-6433-4899-88B0-6640BF307C70}" srcOrd="2" destOrd="0" presId="urn:microsoft.com/office/officeart/2005/8/layout/orgChart1"/>
    <dgm:cxn modelId="{C364EBD8-DF32-42EC-AB52-2D26436897D0}" type="presParOf" srcId="{A6BE4672-1CF5-4984-AEE6-30BD4E6F64B7}" destId="{D8AE8DD5-02BC-48A6-855C-82C93635321D}" srcOrd="3" destOrd="0" presId="urn:microsoft.com/office/officeart/2005/8/layout/orgChart1"/>
    <dgm:cxn modelId="{D2E942EC-C425-4EC5-917C-0538AECD0CAC}" type="presParOf" srcId="{D8AE8DD5-02BC-48A6-855C-82C93635321D}" destId="{17804954-97F0-43C9-BE2F-0423A05E9DD2}" srcOrd="0" destOrd="0" presId="urn:microsoft.com/office/officeart/2005/8/layout/orgChart1"/>
    <dgm:cxn modelId="{4C9ABA86-4967-49DE-B29F-C2BF26E4A658}" type="presParOf" srcId="{17804954-97F0-43C9-BE2F-0423A05E9DD2}" destId="{E23A8842-47DB-472E-9463-9F6D26779072}" srcOrd="0" destOrd="0" presId="urn:microsoft.com/office/officeart/2005/8/layout/orgChart1"/>
    <dgm:cxn modelId="{5C76B931-D102-4DCD-AA7B-3A490DA163E5}" type="presParOf" srcId="{17804954-97F0-43C9-BE2F-0423A05E9DD2}" destId="{5304875E-6794-463B-8A38-2E1FDE5BABDB}" srcOrd="1" destOrd="0" presId="urn:microsoft.com/office/officeart/2005/8/layout/orgChart1"/>
    <dgm:cxn modelId="{23BA5BCD-D02D-4953-A8A9-4FE4CB22F11F}" type="presParOf" srcId="{D8AE8DD5-02BC-48A6-855C-82C93635321D}" destId="{177E710E-8994-4C18-845D-6FA283F3E677}" srcOrd="1" destOrd="0" presId="urn:microsoft.com/office/officeart/2005/8/layout/orgChart1"/>
    <dgm:cxn modelId="{BEDB8D65-1634-428B-AE55-4615440AD18C}" type="presParOf" srcId="{D8AE8DD5-02BC-48A6-855C-82C93635321D}" destId="{F3FA7754-03E1-4A7B-9784-39E0DECB25D9}" srcOrd="2" destOrd="0" presId="urn:microsoft.com/office/officeart/2005/8/layout/orgChart1"/>
    <dgm:cxn modelId="{83E8ADEC-A4DC-4087-8E5D-B95EFCC55B10}" type="presParOf" srcId="{A6BE4672-1CF5-4984-AEE6-30BD4E6F64B7}" destId="{74CE37F4-404D-498D-A522-D45B9BB8E9A5}" srcOrd="4" destOrd="0" presId="urn:microsoft.com/office/officeart/2005/8/layout/orgChart1"/>
    <dgm:cxn modelId="{9A626A4A-F16E-4A94-B897-BCEDBC8C4F07}" type="presParOf" srcId="{A6BE4672-1CF5-4984-AEE6-30BD4E6F64B7}" destId="{9B17FCAB-92EF-4C56-93AA-3668BFD5D295}" srcOrd="5" destOrd="0" presId="urn:microsoft.com/office/officeart/2005/8/layout/orgChart1"/>
    <dgm:cxn modelId="{E483843C-3418-4CFC-8A50-46D0364D88B2}" type="presParOf" srcId="{9B17FCAB-92EF-4C56-93AA-3668BFD5D295}" destId="{85F019C9-882A-469F-BE57-9FFA1EDB4653}" srcOrd="0" destOrd="0" presId="urn:microsoft.com/office/officeart/2005/8/layout/orgChart1"/>
    <dgm:cxn modelId="{0A5254F2-1E76-427F-965C-32BDAF6795FC}" type="presParOf" srcId="{85F019C9-882A-469F-BE57-9FFA1EDB4653}" destId="{5ED4DB88-48D6-467D-9903-37C8BFA12080}" srcOrd="0" destOrd="0" presId="urn:microsoft.com/office/officeart/2005/8/layout/orgChart1"/>
    <dgm:cxn modelId="{83A381FE-4446-4E57-93A8-4DEBE6C83404}" type="presParOf" srcId="{85F019C9-882A-469F-BE57-9FFA1EDB4653}" destId="{C03E6650-4F3F-4164-923F-64697DF8CDA9}" srcOrd="1" destOrd="0" presId="urn:microsoft.com/office/officeart/2005/8/layout/orgChart1"/>
    <dgm:cxn modelId="{9BC33DBA-1C42-4ED6-98C3-A3608A95958B}" type="presParOf" srcId="{9B17FCAB-92EF-4C56-93AA-3668BFD5D295}" destId="{70E52A3D-105B-4819-8718-FA3EF8A6DABD}" srcOrd="1" destOrd="0" presId="urn:microsoft.com/office/officeart/2005/8/layout/orgChart1"/>
    <dgm:cxn modelId="{3CAD391D-2588-4B47-B787-7EF626E7656D}" type="presParOf" srcId="{9B17FCAB-92EF-4C56-93AA-3668BFD5D295}" destId="{519EFB48-826B-4BE0-BBD9-682933AB9317}" srcOrd="2" destOrd="0" presId="urn:microsoft.com/office/officeart/2005/8/layout/orgChart1"/>
    <dgm:cxn modelId="{E172F8C5-E21B-4DD1-9B02-8343744D9BE8}" type="presParOf" srcId="{A6BE4672-1CF5-4984-AEE6-30BD4E6F64B7}" destId="{ECAE452D-E75D-49DD-811D-9DD421F47967}" srcOrd="6" destOrd="0" presId="urn:microsoft.com/office/officeart/2005/8/layout/orgChart1"/>
    <dgm:cxn modelId="{BC6B84CD-10AA-4FE9-9EE4-6731599E8A8A}" type="presParOf" srcId="{A6BE4672-1CF5-4984-AEE6-30BD4E6F64B7}" destId="{A617DCD9-7D5E-435F-8BBC-6D27ADA632D4}" srcOrd="7" destOrd="0" presId="urn:microsoft.com/office/officeart/2005/8/layout/orgChart1"/>
    <dgm:cxn modelId="{BCF1FED8-BA48-4127-8051-C9A042C3247D}" type="presParOf" srcId="{A617DCD9-7D5E-435F-8BBC-6D27ADA632D4}" destId="{0BAD7021-BFE7-4AA7-8D2F-09EC360E21EA}" srcOrd="0" destOrd="0" presId="urn:microsoft.com/office/officeart/2005/8/layout/orgChart1"/>
    <dgm:cxn modelId="{C37E86EA-0B83-474F-9C26-90156C33E737}" type="presParOf" srcId="{0BAD7021-BFE7-4AA7-8D2F-09EC360E21EA}" destId="{AB949CA5-5EEA-4A00-88EF-43885D56D765}" srcOrd="0" destOrd="0" presId="urn:microsoft.com/office/officeart/2005/8/layout/orgChart1"/>
    <dgm:cxn modelId="{51AAE0DA-CDCB-424A-9213-58DEEEE4D3D9}" type="presParOf" srcId="{0BAD7021-BFE7-4AA7-8D2F-09EC360E21EA}" destId="{BB59B3FF-2CB2-4789-A023-7067EBB3985D}" srcOrd="1" destOrd="0" presId="urn:microsoft.com/office/officeart/2005/8/layout/orgChart1"/>
    <dgm:cxn modelId="{73EF77F0-798D-43D8-A79C-C6EB2E081DBE}" type="presParOf" srcId="{A617DCD9-7D5E-435F-8BBC-6D27ADA632D4}" destId="{84469143-68D5-4FE6-B73F-796D5315EECC}" srcOrd="1" destOrd="0" presId="urn:microsoft.com/office/officeart/2005/8/layout/orgChart1"/>
    <dgm:cxn modelId="{75D9CFD0-3C99-4EB7-8002-1F9556500B8D}" type="presParOf" srcId="{A617DCD9-7D5E-435F-8BBC-6D27ADA632D4}" destId="{DEF83AD8-1256-4854-A423-479DD49A71B8}" srcOrd="2" destOrd="0" presId="urn:microsoft.com/office/officeart/2005/8/layout/orgChart1"/>
    <dgm:cxn modelId="{F3339390-62AB-4D9B-8605-8E7D7689E557}" type="presParOf" srcId="{A6BE4672-1CF5-4984-AEE6-30BD4E6F64B7}" destId="{3DC69E02-AB14-4932-A0B2-C3819530E225}" srcOrd="8" destOrd="0" presId="urn:microsoft.com/office/officeart/2005/8/layout/orgChart1"/>
    <dgm:cxn modelId="{3278E578-F90D-495A-AE9F-DA112FC55948}" type="presParOf" srcId="{A6BE4672-1CF5-4984-AEE6-30BD4E6F64B7}" destId="{7F9E4EFA-C772-40B6-8B5D-3C6F1B7E9BA8}" srcOrd="9" destOrd="0" presId="urn:microsoft.com/office/officeart/2005/8/layout/orgChart1"/>
    <dgm:cxn modelId="{DF0BBF58-180E-4BC7-82C0-4AD99B5BE5CB}" type="presParOf" srcId="{7F9E4EFA-C772-40B6-8B5D-3C6F1B7E9BA8}" destId="{AE76FFEF-725B-4962-BA08-202F8F0282C4}" srcOrd="0" destOrd="0" presId="urn:microsoft.com/office/officeart/2005/8/layout/orgChart1"/>
    <dgm:cxn modelId="{EF6E634F-B14D-4CED-9281-6988924F7171}" type="presParOf" srcId="{AE76FFEF-725B-4962-BA08-202F8F0282C4}" destId="{211B4F57-0A09-401B-B60A-0BA9C7DFC24D}" srcOrd="0" destOrd="0" presId="urn:microsoft.com/office/officeart/2005/8/layout/orgChart1"/>
    <dgm:cxn modelId="{F8A70B5E-59EC-4AD9-B3CD-75781A8D8D84}" type="presParOf" srcId="{AE76FFEF-725B-4962-BA08-202F8F0282C4}" destId="{2B3A4619-B730-4CEA-BB65-7351646026B3}" srcOrd="1" destOrd="0" presId="urn:microsoft.com/office/officeart/2005/8/layout/orgChart1"/>
    <dgm:cxn modelId="{893D87F8-12B1-4150-A726-5E2B9DD7AF18}" type="presParOf" srcId="{7F9E4EFA-C772-40B6-8B5D-3C6F1B7E9BA8}" destId="{D4C443E3-3DD7-4E2A-870F-A9FE716B5734}" srcOrd="1" destOrd="0" presId="urn:microsoft.com/office/officeart/2005/8/layout/orgChart1"/>
    <dgm:cxn modelId="{3C1EFD91-64E1-4D4E-AE6E-9F2712DB9E89}" type="presParOf" srcId="{7F9E4EFA-C772-40B6-8B5D-3C6F1B7E9BA8}" destId="{76D824E7-97C6-4E12-91EE-58E70C22A1D9}" srcOrd="2" destOrd="0" presId="urn:microsoft.com/office/officeart/2005/8/layout/orgChart1"/>
    <dgm:cxn modelId="{BA665DA8-2DC2-4BCF-8F72-F5B7B61B640F}" type="presParOf" srcId="{A6BE4672-1CF5-4984-AEE6-30BD4E6F64B7}" destId="{9E739553-DC65-4C51-BC0C-76481F5BBC9C}" srcOrd="10" destOrd="0" presId="urn:microsoft.com/office/officeart/2005/8/layout/orgChart1"/>
    <dgm:cxn modelId="{8C0B04B7-50D6-4383-A97D-EF604BD1B375}" type="presParOf" srcId="{A6BE4672-1CF5-4984-AEE6-30BD4E6F64B7}" destId="{CFF569A6-1DE3-475A-99C3-501BA714DE46}" srcOrd="11" destOrd="0" presId="urn:microsoft.com/office/officeart/2005/8/layout/orgChart1"/>
    <dgm:cxn modelId="{810BCE4B-8703-489D-A613-769F4AF97D0A}" type="presParOf" srcId="{CFF569A6-1DE3-475A-99C3-501BA714DE46}" destId="{15408196-44F2-4528-AB5A-615903EEB413}" srcOrd="0" destOrd="0" presId="urn:microsoft.com/office/officeart/2005/8/layout/orgChart1"/>
    <dgm:cxn modelId="{1C12C8A4-E46D-4C65-8D3E-2C2DDA9F7FA0}" type="presParOf" srcId="{15408196-44F2-4528-AB5A-615903EEB413}" destId="{B6142DD5-E229-4E8F-BC5C-A07D94F4B24D}" srcOrd="0" destOrd="0" presId="urn:microsoft.com/office/officeart/2005/8/layout/orgChart1"/>
    <dgm:cxn modelId="{6361D9F2-98B1-4BF5-B561-FE8DD50A63F5}" type="presParOf" srcId="{15408196-44F2-4528-AB5A-615903EEB413}" destId="{36852CF6-73B9-4162-8B86-551A18E3FBD3}" srcOrd="1" destOrd="0" presId="urn:microsoft.com/office/officeart/2005/8/layout/orgChart1"/>
    <dgm:cxn modelId="{274AD9F2-0AC1-4D23-8984-EF4820ECF4B6}" type="presParOf" srcId="{CFF569A6-1DE3-475A-99C3-501BA714DE46}" destId="{ABCEEA44-EEC2-433C-BA0A-16A80C80F919}" srcOrd="1" destOrd="0" presId="urn:microsoft.com/office/officeart/2005/8/layout/orgChart1"/>
    <dgm:cxn modelId="{6F879C55-CB8C-4B1F-8B90-2F0D8729AEB7}" type="presParOf" srcId="{CFF569A6-1DE3-475A-99C3-501BA714DE46}" destId="{EC22D96C-3B08-4B99-8510-D27A843DFB98}" srcOrd="2" destOrd="0" presId="urn:microsoft.com/office/officeart/2005/8/layout/orgChart1"/>
    <dgm:cxn modelId="{D373E838-5A79-4C22-8FAA-C84FEACD5053}" type="presParOf" srcId="{A6BE4672-1CF5-4984-AEE6-30BD4E6F64B7}" destId="{816D8165-61A1-40E0-ACA4-11DAE81E17BF}" srcOrd="12" destOrd="0" presId="urn:microsoft.com/office/officeart/2005/8/layout/orgChart1"/>
    <dgm:cxn modelId="{75CBF174-BC06-4641-AF67-C0730357CC8B}" type="presParOf" srcId="{A6BE4672-1CF5-4984-AEE6-30BD4E6F64B7}" destId="{967AC2DA-694B-4481-8E41-FDE625AD12B5}" srcOrd="13" destOrd="0" presId="urn:microsoft.com/office/officeart/2005/8/layout/orgChart1"/>
    <dgm:cxn modelId="{DE997066-D56E-472D-8A18-07AC8F50EC8E}" type="presParOf" srcId="{967AC2DA-694B-4481-8E41-FDE625AD12B5}" destId="{F0A4ED01-1CFE-4514-9008-9A1F63633484}" srcOrd="0" destOrd="0" presId="urn:microsoft.com/office/officeart/2005/8/layout/orgChart1"/>
    <dgm:cxn modelId="{A731DF39-2AF9-4DD8-A6A6-AA23FE9FC5B1}" type="presParOf" srcId="{F0A4ED01-1CFE-4514-9008-9A1F63633484}" destId="{85522D5B-892E-46EC-AFD0-8CF00F1ED0FC}" srcOrd="0" destOrd="0" presId="urn:microsoft.com/office/officeart/2005/8/layout/orgChart1"/>
    <dgm:cxn modelId="{3AADADDE-9698-4AB7-B2D0-490E869AD485}" type="presParOf" srcId="{F0A4ED01-1CFE-4514-9008-9A1F63633484}" destId="{CEBF9439-F4CD-4BDA-B24C-9F27DF4C47DB}" srcOrd="1" destOrd="0" presId="urn:microsoft.com/office/officeart/2005/8/layout/orgChart1"/>
    <dgm:cxn modelId="{40CE9D1F-842A-4E98-AFAC-154222812789}" type="presParOf" srcId="{967AC2DA-694B-4481-8E41-FDE625AD12B5}" destId="{3311D1DC-F884-4D40-BD56-3A271C867018}" srcOrd="1" destOrd="0" presId="urn:microsoft.com/office/officeart/2005/8/layout/orgChart1"/>
    <dgm:cxn modelId="{46CA7FB3-193D-4765-8239-4032AA843293}" type="presParOf" srcId="{967AC2DA-694B-4481-8E41-FDE625AD12B5}" destId="{07AF7CCA-56C3-42B7-B605-D2FD6AC8BF92}" srcOrd="2" destOrd="0" presId="urn:microsoft.com/office/officeart/2005/8/layout/orgChart1"/>
    <dgm:cxn modelId="{36B1F53E-17E2-435A-AE61-32EE699FE565}" type="presParOf" srcId="{633CC235-B044-4489-AE89-C42251E8B3A7}" destId="{87A570AA-8E00-4BBF-B9B2-4BACD1B4A13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3F64DD8B-D8A1-4FEC-BE6C-DAE71BED4B23}">
      <dgm:prSet phldrT="[Testo]"/>
      <dgm:spPr>
        <a:solidFill>
          <a:schemeClr val="bg1"/>
        </a:solidFill>
      </dgm:spPr>
      <dgm:t>
        <a:bodyPr/>
        <a:lstStyle/>
        <a:p>
          <a:r>
            <a:rPr lang="en-US" b="1" noProof="0" dirty="0">
              <a:solidFill>
                <a:schemeClr val="tx1"/>
              </a:solidFill>
            </a:rPr>
            <a:t>Risk</a:t>
          </a:r>
        </a:p>
        <a:p>
          <a:r>
            <a:rPr lang="en-US" b="1" noProof="0" dirty="0">
              <a:solidFill>
                <a:schemeClr val="tx1"/>
              </a:solidFill>
            </a:rPr>
            <a:t>Edition 5</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custT="1"/>
      <dgm:spPr>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gm:spPr>
      <dgm:t>
        <a:bodyPr spcFirstLastPara="0" vert="horz" wrap="square" lIns="13335" tIns="13335" rIns="13335" bIns="13335" numCol="1" spcCol="1270" anchor="ctr" anchorCtr="0"/>
        <a:lstStyle/>
        <a:p>
          <a:pPr marL="0" lvl="0" indent="0" algn="ctr" defTabSz="933450">
            <a:lnSpc>
              <a:spcPct val="90000"/>
            </a:lnSpc>
            <a:spcBef>
              <a:spcPct val="0"/>
            </a:spcBef>
            <a:spcAft>
              <a:spcPct val="35000"/>
            </a:spcAft>
            <a:buNone/>
          </a:pPr>
          <a:r>
            <a:rPr lang="en-US" sz="2100" kern="1200" noProof="0" dirty="0">
              <a:solidFill>
                <a:srgbClr val="000000">
                  <a:hueOff val="0"/>
                  <a:satOff val="0"/>
                  <a:lumOff val="0"/>
                  <a:alphaOff val="0"/>
                </a:srgbClr>
              </a:solidFill>
              <a:latin typeface="Times New Roman"/>
              <a:ea typeface="+mn-ea"/>
              <a:cs typeface="+mn-cs"/>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dgm:t>
        <a:bodyPr/>
        <a:lstStyle/>
        <a:p>
          <a:r>
            <a:rPr lang="en-US" noProof="0" dirty="0"/>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dgm:t>
        <a:bodyPr/>
        <a:lstStyle/>
        <a:p>
          <a:r>
            <a:rPr lang="en-US" noProof="0" dirty="0"/>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dgm:t>
        <a:bodyPr/>
        <a:lstStyle/>
        <a:p>
          <a:r>
            <a:rPr lang="en-US" noProof="0" dirty="0"/>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949FC47-5B23-45D1-B4D6-DD26B62BCB13}" type="pres">
      <dgm:prSet presAssocID="{3F64DD8B-D8A1-4FEC-BE6C-DAE71BED4B23}" presName="hierRoot1" presStyleCnt="0">
        <dgm:presLayoutVars>
          <dgm:hierBranch val="hang"/>
        </dgm:presLayoutVars>
      </dgm:prSet>
      <dgm:spPr/>
    </dgm:pt>
    <dgm:pt modelId="{3758943C-A578-4EC9-8AF6-1CF64A2A57E8}" type="pres">
      <dgm:prSet presAssocID="{3F64DD8B-D8A1-4FEC-BE6C-DAE71BED4B23}" presName="rootComposite1" presStyleCnt="0"/>
      <dgm:spPr/>
    </dgm:pt>
    <dgm:pt modelId="{A8D642D4-E643-46C9-9105-6A91243D4508}" type="pres">
      <dgm:prSet presAssocID="{3F64DD8B-D8A1-4FEC-BE6C-DAE71BED4B23}" presName="rootText1" presStyleLbl="node0" presStyleIdx="0" presStyleCnt="1">
        <dgm:presLayoutVars>
          <dgm:chPref val="3"/>
        </dgm:presLayoutVars>
      </dgm:prSet>
      <dgm:spPr/>
    </dgm:pt>
    <dgm:pt modelId="{B9909A79-7F74-4D3E-9BEB-160923104E15}" type="pres">
      <dgm:prSet presAssocID="{3F64DD8B-D8A1-4FEC-BE6C-DAE71BED4B23}" presName="rootConnector1" presStyleLbl="node1" presStyleIdx="0" presStyleCnt="0"/>
      <dgm:spPr/>
    </dgm:pt>
    <dgm:pt modelId="{DA59FE58-77B8-496E-AD6C-F9D6DD629E7F}" type="pres">
      <dgm:prSet presAssocID="{3F64DD8B-D8A1-4FEC-BE6C-DAE71BED4B23}" presName="hierChild2" presStyleCnt="0"/>
      <dgm:spPr/>
    </dgm:pt>
    <dgm:pt modelId="{ABF66D68-8217-485B-A2BD-AEA193219386}" type="pres">
      <dgm:prSet presAssocID="{49E2CD8A-BB77-4314-A1E6-152F6F158413}" presName="Name48" presStyleLbl="parChTrans1D2"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2" presStyleIdx="0" presStyleCnt="6">
        <dgm:presLayoutVars>
          <dgm:chPref val="3"/>
        </dgm:presLayoutVars>
      </dgm:prSet>
      <dgm:spPr>
        <a:xfrm>
          <a:off x="148762" y="1235784"/>
          <a:ext cx="1735894" cy="867947"/>
        </a:xfrm>
        <a:prstGeom prst="rect">
          <a:avLst/>
        </a:prstGeom>
      </dgm:spPr>
    </dgm:pt>
    <dgm:pt modelId="{FBC8F129-5F57-4A1A-9A97-4EFE434EF3B4}" type="pres">
      <dgm:prSet presAssocID="{7C69A925-A39E-4BB5-B363-D96809E3EC1C}" presName="rootConnector" presStyleLbl="node2"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265BB09B-FC22-4783-963B-A3B02626EB9B}" type="pres">
      <dgm:prSet presAssocID="{F36CAF5D-5C5C-4E53-9C4B-9D7BA43D08CB}" presName="Name48" presStyleLbl="parChTrans1D2"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2" presStyleIdx="1" presStyleCnt="6">
        <dgm:presLayoutVars>
          <dgm:chPref val="3"/>
        </dgm:presLayoutVars>
      </dgm:prSet>
      <dgm:spPr/>
    </dgm:pt>
    <dgm:pt modelId="{5304875E-6794-463B-8A38-2E1FDE5BABDB}" type="pres">
      <dgm:prSet presAssocID="{0BED9D0E-4419-4707-89C0-033B2C08A8BA}" presName="rootConnector" presStyleLbl="node2"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00273C80-701A-4FE0-9C3A-A281648B9D2B}" type="pres">
      <dgm:prSet presAssocID="{A56BCF70-C320-495F-9D47-D102341DA2FB}" presName="Name48" presStyleLbl="parChTrans1D2"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2" presStyleIdx="2" presStyleCnt="6">
        <dgm:presLayoutVars>
          <dgm:chPref val="3"/>
        </dgm:presLayoutVars>
      </dgm:prSet>
      <dgm:spPr/>
    </dgm:pt>
    <dgm:pt modelId="{C03E6650-4F3F-4164-923F-64697DF8CDA9}" type="pres">
      <dgm:prSet presAssocID="{DD5E7C8F-E225-4B9C-AD21-EA6BE6352751}" presName="rootConnector" presStyleLbl="node2"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091EEDFE-B655-4920-B301-44659706C6DD}" type="pres">
      <dgm:prSet presAssocID="{F8A19A4D-577C-45FD-BA30-8EFF44878AED}" presName="Name48" presStyleLbl="parChTrans1D2"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2" presStyleIdx="3" presStyleCnt="6">
        <dgm:presLayoutVars>
          <dgm:chPref val="3"/>
        </dgm:presLayoutVars>
      </dgm:prSet>
      <dgm:spPr/>
    </dgm:pt>
    <dgm:pt modelId="{BB59B3FF-2CB2-4789-A023-7067EBB3985D}" type="pres">
      <dgm:prSet presAssocID="{0EB1F6BB-6BFD-47ED-9B03-CB660E4820A0}" presName="rootConnector" presStyleLbl="node2"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B22E1ED-7BC9-41ED-9469-D28886EF9736}" type="pres">
      <dgm:prSet presAssocID="{A4D5C85F-2134-4863-BF03-B90ED721C422}" presName="Name48" presStyleLbl="parChTrans1D2"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2" presStyleIdx="4" presStyleCnt="6">
        <dgm:presLayoutVars>
          <dgm:chPref val="3"/>
        </dgm:presLayoutVars>
      </dgm:prSet>
      <dgm:spPr/>
    </dgm:pt>
    <dgm:pt modelId="{2B3A4619-B730-4CEA-BB65-7351646026B3}" type="pres">
      <dgm:prSet presAssocID="{6D951906-95CE-4054-B2EF-9AFA0DE76DD6}" presName="rootConnector" presStyleLbl="node2"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736E2488-FE59-4958-865A-932F87A3A277}" type="pres">
      <dgm:prSet presAssocID="{42E9A6CC-FBDC-4FA5-8F60-EC35F72D7746}" presName="Name48" presStyleLbl="parChTrans1D2"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2" presStyleIdx="5" presStyleCnt="6">
        <dgm:presLayoutVars>
          <dgm:chPref val="3"/>
        </dgm:presLayoutVars>
      </dgm:prSet>
      <dgm:spPr/>
    </dgm:pt>
    <dgm:pt modelId="{CEBF9439-F4CD-4BDA-B24C-9F27DF4C47DB}" type="pres">
      <dgm:prSet presAssocID="{50955908-1694-482D-BD6F-C04C01D438DC}" presName="rootConnector" presStyleLbl="node2"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A5245448-D77F-4B51-B05C-C5B0DAE0C2F7}" type="pres">
      <dgm:prSet presAssocID="{3F64DD8B-D8A1-4FEC-BE6C-DAE71BED4B23}" presName="hierChild3" presStyleCnt="0"/>
      <dgm:spPr/>
    </dgm:pt>
  </dgm:ptLst>
  <dgm:cxnLst>
    <dgm:cxn modelId="{ACB9F205-345E-4654-8425-1B343D4B2792}" type="presOf" srcId="{42E9A6CC-FBDC-4FA5-8F60-EC35F72D7746}" destId="{736E2488-FE59-4958-865A-932F87A3A277}"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A9DAF23A-CF99-4696-B9C8-8BD4C16DE4C2}" srcId="{3F64DD8B-D8A1-4FEC-BE6C-DAE71BED4B23}" destId="{7C69A925-A39E-4BB5-B363-D96809E3EC1C}" srcOrd="0" destOrd="0" parTransId="{49E2CD8A-BB77-4314-A1E6-152F6F158413}" sibTransId="{6DE6FEB5-DE17-4548-9DA6-7C970C7B145D}"/>
    <dgm:cxn modelId="{7D6A6569-78E6-4CDF-84B4-02CD7A54FC42}" type="presOf" srcId="{0EB1F6BB-6BFD-47ED-9B03-CB660E4820A0}" destId="{AB949CA5-5EEA-4A00-88EF-43885D56D765}" srcOrd="0" destOrd="0" presId="urn:microsoft.com/office/officeart/2005/8/layout/orgChart1"/>
    <dgm:cxn modelId="{32895850-A748-4F15-8D36-FB8548A4C354}" type="presOf" srcId="{F8A19A4D-577C-45FD-BA30-8EFF44878AED}" destId="{091EEDFE-B655-4920-B301-44659706C6DD}" srcOrd="0" destOrd="0" presId="urn:microsoft.com/office/officeart/2005/8/layout/orgChart1"/>
    <dgm:cxn modelId="{43E09D70-876E-4BF9-A9CA-E2C4C9F9DF62}" type="presOf" srcId="{F36CAF5D-5C5C-4E53-9C4B-9D7BA43D08CB}" destId="{265BB09B-FC22-4783-963B-A3B02626EB9B}" srcOrd="0" destOrd="0" presId="urn:microsoft.com/office/officeart/2005/8/layout/orgChart1"/>
    <dgm:cxn modelId="{2E4A5D71-7944-4BC3-AD49-7931AC3A7E5E}" type="presOf" srcId="{DD5E7C8F-E225-4B9C-AD21-EA6BE6352751}" destId="{C03E6650-4F3F-4164-923F-64697DF8CDA9}" srcOrd="1" destOrd="0" presId="urn:microsoft.com/office/officeart/2005/8/layout/orgChart1"/>
    <dgm:cxn modelId="{330B0172-E898-47A3-8EC6-FA619FD0F7A5}" type="presOf" srcId="{3F64DD8B-D8A1-4FEC-BE6C-DAE71BED4B23}" destId="{A8D642D4-E643-46C9-9105-6A91243D4508}" srcOrd="0" destOrd="0" presId="urn:microsoft.com/office/officeart/2005/8/layout/orgChart1"/>
    <dgm:cxn modelId="{6723BD56-C6B4-4A7A-8F1A-EF148988007A}" type="presOf" srcId="{DD5E7C8F-E225-4B9C-AD21-EA6BE6352751}" destId="{5ED4DB88-48D6-467D-9903-37C8BFA12080}" srcOrd="0" destOrd="0" presId="urn:microsoft.com/office/officeart/2005/8/layout/orgChart1"/>
    <dgm:cxn modelId="{19B6B17F-5D38-46F1-80A7-CC4A8B1AEB04}" type="presOf" srcId="{6D951906-95CE-4054-B2EF-9AFA0DE76DD6}" destId="{2B3A4619-B730-4CEA-BB65-7351646026B3}" srcOrd="1"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7FEB578B-CC80-4610-B09D-0FACF55DD037}" type="presOf" srcId="{A56BCF70-C320-495F-9D47-D102341DA2FB}" destId="{00273C80-701A-4FE0-9C3A-A281648B9D2B}" srcOrd="0" destOrd="0" presId="urn:microsoft.com/office/officeart/2005/8/layout/orgChart1"/>
    <dgm:cxn modelId="{213D908D-0DD6-43B7-BAE1-EED33485B963}" srcId="{3F64DD8B-D8A1-4FEC-BE6C-DAE71BED4B23}" destId="{DD5E7C8F-E225-4B9C-AD21-EA6BE6352751}" srcOrd="2" destOrd="0" parTransId="{A56BCF70-C320-495F-9D47-D102341DA2FB}" sibTransId="{4D4925AE-FAC2-4A31-8E19-C98746E38685}"/>
    <dgm:cxn modelId="{77F17E96-6841-4D95-9978-8062708097CD}" type="presOf" srcId="{50955908-1694-482D-BD6F-C04C01D438DC}" destId="{85522D5B-892E-46EC-AFD0-8CF00F1ED0FC}" srcOrd="0" destOrd="0" presId="urn:microsoft.com/office/officeart/2005/8/layout/orgChart1"/>
    <dgm:cxn modelId="{D900FBA1-16E3-4EFA-96A5-68FDDD86BE55}" type="presOf" srcId="{7C69A925-A39E-4BB5-B363-D96809E3EC1C}" destId="{4B5389D9-B13C-48A2-B3BF-48F9B84F66F0}" srcOrd="0"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77D150A8-3754-4CBB-BB3B-996900088EA9}" type="presOf" srcId="{5732FC7C-4D05-465A-8F87-65FADF2CF1F3}" destId="{B2DCE1C1-4CA4-47B1-B9E1-8761E3CD6C62}" srcOrd="0" destOrd="0" presId="urn:microsoft.com/office/officeart/2005/8/layout/orgChart1"/>
    <dgm:cxn modelId="{95595CB3-1C78-4ACF-B306-D6C600461ABF}" type="presOf" srcId="{6D951906-95CE-4054-B2EF-9AFA0DE76DD6}" destId="{211B4F57-0A09-401B-B60A-0BA9C7DFC24D}" srcOrd="0" destOrd="0" presId="urn:microsoft.com/office/officeart/2005/8/layout/orgChart1"/>
    <dgm:cxn modelId="{1ECF0BBF-D96A-48CB-A16B-B0E7935F0FA6}" type="presOf" srcId="{0BED9D0E-4419-4707-89C0-033B2C08A8BA}" destId="{5304875E-6794-463B-8A38-2E1FDE5BABDB}" srcOrd="1" destOrd="0" presId="urn:microsoft.com/office/officeart/2005/8/layout/orgChart1"/>
    <dgm:cxn modelId="{21EFA2C4-D489-4593-B218-7417AF77A29C}" type="presOf" srcId="{0BED9D0E-4419-4707-89C0-033B2C08A8BA}" destId="{E23A8842-47DB-472E-9463-9F6D26779072}" srcOrd="0" destOrd="0" presId="urn:microsoft.com/office/officeart/2005/8/layout/orgChart1"/>
    <dgm:cxn modelId="{E8CAC4C5-3120-4AF1-87D5-C366987B8D80}" type="presOf" srcId="{50955908-1694-482D-BD6F-C04C01D438DC}" destId="{CEBF9439-F4CD-4BDA-B24C-9F27DF4C47DB}" srcOrd="1" destOrd="0" presId="urn:microsoft.com/office/officeart/2005/8/layout/orgChart1"/>
    <dgm:cxn modelId="{C8C3C3DD-ECB7-4079-B02E-2430977C0965}" srcId="{5732FC7C-4D05-465A-8F87-65FADF2CF1F3}" destId="{3F64DD8B-D8A1-4FEC-BE6C-DAE71BED4B23}" srcOrd="0" destOrd="0" parTransId="{1B1AC38C-8E1D-4D15-97EB-5AB2E357526A}" sibTransId="{AE06F3B6-D186-402F-9AEA-CE85EA27F63D}"/>
    <dgm:cxn modelId="{FB7B3DDF-F01A-4A92-A2DA-F0D0B22A87DD}" type="presOf" srcId="{0EB1F6BB-6BFD-47ED-9B03-CB660E4820A0}" destId="{BB59B3FF-2CB2-4789-A023-7067EBB3985D}" srcOrd="1" destOrd="0" presId="urn:microsoft.com/office/officeart/2005/8/layout/orgChart1"/>
    <dgm:cxn modelId="{F56F77E8-DF83-4DEE-A904-C7EF10FFD704}" type="presOf" srcId="{7C69A925-A39E-4BB5-B363-D96809E3EC1C}" destId="{FBC8F129-5F57-4A1A-9A97-4EFE434EF3B4}" srcOrd="1" destOrd="0" presId="urn:microsoft.com/office/officeart/2005/8/layout/orgChart1"/>
    <dgm:cxn modelId="{62E325EB-69F3-4FF0-81E3-A8CE58050C6D}" type="presOf" srcId="{A4D5C85F-2134-4863-BF03-B90ED721C422}" destId="{7B22E1ED-7BC9-41ED-9469-D28886EF9736}" srcOrd="0" destOrd="0" presId="urn:microsoft.com/office/officeart/2005/8/layout/orgChart1"/>
    <dgm:cxn modelId="{FFEDD9F0-636F-49BE-BD6B-D96BDCE83E4A}" type="presOf" srcId="{3F64DD8B-D8A1-4FEC-BE6C-DAE71BED4B23}" destId="{B9909A79-7F74-4D3E-9BEB-160923104E15}" srcOrd="1" destOrd="0" presId="urn:microsoft.com/office/officeart/2005/8/layout/orgChart1"/>
    <dgm:cxn modelId="{320E79FA-6E4E-442F-A21F-4761861AFA0A}" type="presOf" srcId="{49E2CD8A-BB77-4314-A1E6-152F6F158413}" destId="{ABF66D68-8217-485B-A2BD-AEA193219386}" srcOrd="0" destOrd="0" presId="urn:microsoft.com/office/officeart/2005/8/layout/orgChart1"/>
    <dgm:cxn modelId="{ACEC9B2F-B550-4DB0-884E-2F335D5A3D65}" type="presParOf" srcId="{B2DCE1C1-4CA4-47B1-B9E1-8761E3CD6C62}" destId="{D949FC47-5B23-45D1-B4D6-DD26B62BCB13}" srcOrd="0" destOrd="0" presId="urn:microsoft.com/office/officeart/2005/8/layout/orgChart1"/>
    <dgm:cxn modelId="{890622B3-B0F3-4627-9F81-8E8F314A3228}" type="presParOf" srcId="{D949FC47-5B23-45D1-B4D6-DD26B62BCB13}" destId="{3758943C-A578-4EC9-8AF6-1CF64A2A57E8}" srcOrd="0" destOrd="0" presId="urn:microsoft.com/office/officeart/2005/8/layout/orgChart1"/>
    <dgm:cxn modelId="{A65B7C88-2907-403C-8A4D-292305BDE4AD}" type="presParOf" srcId="{3758943C-A578-4EC9-8AF6-1CF64A2A57E8}" destId="{A8D642D4-E643-46C9-9105-6A91243D4508}" srcOrd="0" destOrd="0" presId="urn:microsoft.com/office/officeart/2005/8/layout/orgChart1"/>
    <dgm:cxn modelId="{9C6EF8F3-4EF8-4F52-A99B-B96706AD2AC9}" type="presParOf" srcId="{3758943C-A578-4EC9-8AF6-1CF64A2A57E8}" destId="{B9909A79-7F74-4D3E-9BEB-160923104E15}" srcOrd="1" destOrd="0" presId="urn:microsoft.com/office/officeart/2005/8/layout/orgChart1"/>
    <dgm:cxn modelId="{F9C210AB-C272-495B-8DE3-BA281954D5D5}" type="presParOf" srcId="{D949FC47-5B23-45D1-B4D6-DD26B62BCB13}" destId="{DA59FE58-77B8-496E-AD6C-F9D6DD629E7F}" srcOrd="1" destOrd="0" presId="urn:microsoft.com/office/officeart/2005/8/layout/orgChart1"/>
    <dgm:cxn modelId="{9A2B43D3-ED82-4AD9-BB2C-FEAB7DDF4B22}" type="presParOf" srcId="{DA59FE58-77B8-496E-AD6C-F9D6DD629E7F}" destId="{ABF66D68-8217-485B-A2BD-AEA193219386}" srcOrd="0" destOrd="0" presId="urn:microsoft.com/office/officeart/2005/8/layout/orgChart1"/>
    <dgm:cxn modelId="{E12312FF-88F6-46D9-A3D0-C6A5F8D24414}" type="presParOf" srcId="{DA59FE58-77B8-496E-AD6C-F9D6DD629E7F}" destId="{22347C40-84C7-403E-8689-A7B76C71821B}" srcOrd="1" destOrd="0" presId="urn:microsoft.com/office/officeart/2005/8/layout/orgChart1"/>
    <dgm:cxn modelId="{0344E3C2-D693-41F2-84FE-E7E81B5E0693}" type="presParOf" srcId="{22347C40-84C7-403E-8689-A7B76C71821B}" destId="{E4C8EF38-B227-498D-BE48-2C1145A6A2C1}" srcOrd="0" destOrd="0" presId="urn:microsoft.com/office/officeart/2005/8/layout/orgChart1"/>
    <dgm:cxn modelId="{163C49DC-7C6C-4E35-97CE-8A97BC39625B}" type="presParOf" srcId="{E4C8EF38-B227-498D-BE48-2C1145A6A2C1}" destId="{4B5389D9-B13C-48A2-B3BF-48F9B84F66F0}" srcOrd="0" destOrd="0" presId="urn:microsoft.com/office/officeart/2005/8/layout/orgChart1"/>
    <dgm:cxn modelId="{9CE9EF55-AE60-493E-B851-D7358ADB8D74}" type="presParOf" srcId="{E4C8EF38-B227-498D-BE48-2C1145A6A2C1}" destId="{FBC8F129-5F57-4A1A-9A97-4EFE434EF3B4}" srcOrd="1" destOrd="0" presId="urn:microsoft.com/office/officeart/2005/8/layout/orgChart1"/>
    <dgm:cxn modelId="{3CAC334E-BB3E-4193-859E-B1F9FEDCED25}" type="presParOf" srcId="{22347C40-84C7-403E-8689-A7B76C71821B}" destId="{ECB3CCA3-3645-4034-A26F-810609C4CC5F}" srcOrd="1" destOrd="0" presId="urn:microsoft.com/office/officeart/2005/8/layout/orgChart1"/>
    <dgm:cxn modelId="{FF505AE6-09A2-4258-AE74-1A9567361D20}" type="presParOf" srcId="{22347C40-84C7-403E-8689-A7B76C71821B}" destId="{17E02F64-CA2C-499A-86D2-2DF203D864AB}" srcOrd="2" destOrd="0" presId="urn:microsoft.com/office/officeart/2005/8/layout/orgChart1"/>
    <dgm:cxn modelId="{A3FDAD24-0CBC-4337-A103-BDE985FBC46E}" type="presParOf" srcId="{DA59FE58-77B8-496E-AD6C-F9D6DD629E7F}" destId="{265BB09B-FC22-4783-963B-A3B02626EB9B}" srcOrd="2" destOrd="0" presId="urn:microsoft.com/office/officeart/2005/8/layout/orgChart1"/>
    <dgm:cxn modelId="{91BF0244-0521-4802-9BFC-D7BF462992ED}" type="presParOf" srcId="{DA59FE58-77B8-496E-AD6C-F9D6DD629E7F}" destId="{D8AE8DD5-02BC-48A6-855C-82C93635321D}" srcOrd="3" destOrd="0" presId="urn:microsoft.com/office/officeart/2005/8/layout/orgChart1"/>
    <dgm:cxn modelId="{BCA54B00-D94C-4D29-B3D0-82B9A222913E}" type="presParOf" srcId="{D8AE8DD5-02BC-48A6-855C-82C93635321D}" destId="{17804954-97F0-43C9-BE2F-0423A05E9DD2}" srcOrd="0" destOrd="0" presId="urn:microsoft.com/office/officeart/2005/8/layout/orgChart1"/>
    <dgm:cxn modelId="{3FC2AB8B-13D1-4AAA-A4BC-E001E21DB603}" type="presParOf" srcId="{17804954-97F0-43C9-BE2F-0423A05E9DD2}" destId="{E23A8842-47DB-472E-9463-9F6D26779072}" srcOrd="0" destOrd="0" presId="urn:microsoft.com/office/officeart/2005/8/layout/orgChart1"/>
    <dgm:cxn modelId="{C8067B73-E433-4EE2-BBF8-D0F25BF7AC70}" type="presParOf" srcId="{17804954-97F0-43C9-BE2F-0423A05E9DD2}" destId="{5304875E-6794-463B-8A38-2E1FDE5BABDB}" srcOrd="1" destOrd="0" presId="urn:microsoft.com/office/officeart/2005/8/layout/orgChart1"/>
    <dgm:cxn modelId="{E944A4E1-3B2B-4C1F-9449-6892408E7D89}" type="presParOf" srcId="{D8AE8DD5-02BC-48A6-855C-82C93635321D}" destId="{177E710E-8994-4C18-845D-6FA283F3E677}" srcOrd="1" destOrd="0" presId="urn:microsoft.com/office/officeart/2005/8/layout/orgChart1"/>
    <dgm:cxn modelId="{75331230-CA91-44E0-B47B-7FB9A0EAE725}" type="presParOf" srcId="{D8AE8DD5-02BC-48A6-855C-82C93635321D}" destId="{F3FA7754-03E1-4A7B-9784-39E0DECB25D9}" srcOrd="2" destOrd="0" presId="urn:microsoft.com/office/officeart/2005/8/layout/orgChart1"/>
    <dgm:cxn modelId="{EC59D003-A26C-47CC-9216-7A45678B92DB}" type="presParOf" srcId="{DA59FE58-77B8-496E-AD6C-F9D6DD629E7F}" destId="{00273C80-701A-4FE0-9C3A-A281648B9D2B}" srcOrd="4" destOrd="0" presId="urn:microsoft.com/office/officeart/2005/8/layout/orgChart1"/>
    <dgm:cxn modelId="{10E6DA1D-1258-4A5D-9230-27CA64917EFA}" type="presParOf" srcId="{DA59FE58-77B8-496E-AD6C-F9D6DD629E7F}" destId="{9B17FCAB-92EF-4C56-93AA-3668BFD5D295}" srcOrd="5" destOrd="0" presId="urn:microsoft.com/office/officeart/2005/8/layout/orgChart1"/>
    <dgm:cxn modelId="{9BCE55EC-1FA0-40A1-B610-A9B7EA5E6EC1}" type="presParOf" srcId="{9B17FCAB-92EF-4C56-93AA-3668BFD5D295}" destId="{85F019C9-882A-469F-BE57-9FFA1EDB4653}" srcOrd="0" destOrd="0" presId="urn:microsoft.com/office/officeart/2005/8/layout/orgChart1"/>
    <dgm:cxn modelId="{C83B95DA-0062-45A1-A68B-471D4DF80F80}" type="presParOf" srcId="{85F019C9-882A-469F-BE57-9FFA1EDB4653}" destId="{5ED4DB88-48D6-467D-9903-37C8BFA12080}" srcOrd="0" destOrd="0" presId="urn:microsoft.com/office/officeart/2005/8/layout/orgChart1"/>
    <dgm:cxn modelId="{CF8C1429-ADE4-492B-9DD0-FED540671F32}" type="presParOf" srcId="{85F019C9-882A-469F-BE57-9FFA1EDB4653}" destId="{C03E6650-4F3F-4164-923F-64697DF8CDA9}" srcOrd="1" destOrd="0" presId="urn:microsoft.com/office/officeart/2005/8/layout/orgChart1"/>
    <dgm:cxn modelId="{E98B79AB-C3FB-4209-8EDD-18B718ACBF96}" type="presParOf" srcId="{9B17FCAB-92EF-4C56-93AA-3668BFD5D295}" destId="{70E52A3D-105B-4819-8718-FA3EF8A6DABD}" srcOrd="1" destOrd="0" presId="urn:microsoft.com/office/officeart/2005/8/layout/orgChart1"/>
    <dgm:cxn modelId="{71731580-245C-4222-95A8-34AEDE6027C6}" type="presParOf" srcId="{9B17FCAB-92EF-4C56-93AA-3668BFD5D295}" destId="{519EFB48-826B-4BE0-BBD9-682933AB9317}" srcOrd="2" destOrd="0" presId="urn:microsoft.com/office/officeart/2005/8/layout/orgChart1"/>
    <dgm:cxn modelId="{0CAAD729-2C9A-40F1-94FC-D215172F3717}" type="presParOf" srcId="{DA59FE58-77B8-496E-AD6C-F9D6DD629E7F}" destId="{091EEDFE-B655-4920-B301-44659706C6DD}" srcOrd="6" destOrd="0" presId="urn:microsoft.com/office/officeart/2005/8/layout/orgChart1"/>
    <dgm:cxn modelId="{8B71B53B-8751-4FB2-8C55-DCDA8D5D3E21}" type="presParOf" srcId="{DA59FE58-77B8-496E-AD6C-F9D6DD629E7F}" destId="{A617DCD9-7D5E-435F-8BBC-6D27ADA632D4}" srcOrd="7" destOrd="0" presId="urn:microsoft.com/office/officeart/2005/8/layout/orgChart1"/>
    <dgm:cxn modelId="{A0C56492-CCE9-4346-B967-0E4FA8325032}" type="presParOf" srcId="{A617DCD9-7D5E-435F-8BBC-6D27ADA632D4}" destId="{0BAD7021-BFE7-4AA7-8D2F-09EC360E21EA}" srcOrd="0" destOrd="0" presId="urn:microsoft.com/office/officeart/2005/8/layout/orgChart1"/>
    <dgm:cxn modelId="{EDC0168A-FA4A-496D-88C5-F366E161AB86}" type="presParOf" srcId="{0BAD7021-BFE7-4AA7-8D2F-09EC360E21EA}" destId="{AB949CA5-5EEA-4A00-88EF-43885D56D765}" srcOrd="0" destOrd="0" presId="urn:microsoft.com/office/officeart/2005/8/layout/orgChart1"/>
    <dgm:cxn modelId="{D71D14FC-7634-4C96-926E-D4886278410B}" type="presParOf" srcId="{0BAD7021-BFE7-4AA7-8D2F-09EC360E21EA}" destId="{BB59B3FF-2CB2-4789-A023-7067EBB3985D}" srcOrd="1" destOrd="0" presId="urn:microsoft.com/office/officeart/2005/8/layout/orgChart1"/>
    <dgm:cxn modelId="{FE9D03DE-7B17-49D8-BFCC-30606395439C}" type="presParOf" srcId="{A617DCD9-7D5E-435F-8BBC-6D27ADA632D4}" destId="{84469143-68D5-4FE6-B73F-796D5315EECC}" srcOrd="1" destOrd="0" presId="urn:microsoft.com/office/officeart/2005/8/layout/orgChart1"/>
    <dgm:cxn modelId="{94E41E46-E764-4E08-81C2-6518DD1C95AD}" type="presParOf" srcId="{A617DCD9-7D5E-435F-8BBC-6D27ADA632D4}" destId="{DEF83AD8-1256-4854-A423-479DD49A71B8}" srcOrd="2" destOrd="0" presId="urn:microsoft.com/office/officeart/2005/8/layout/orgChart1"/>
    <dgm:cxn modelId="{A50B4E2D-E142-4B1F-88DB-AAD05E57EFFA}" type="presParOf" srcId="{DA59FE58-77B8-496E-AD6C-F9D6DD629E7F}" destId="{7B22E1ED-7BC9-41ED-9469-D28886EF9736}" srcOrd="8" destOrd="0" presId="urn:microsoft.com/office/officeart/2005/8/layout/orgChart1"/>
    <dgm:cxn modelId="{6F8F2655-8FE8-4F35-92D7-492481D42FBF}" type="presParOf" srcId="{DA59FE58-77B8-496E-AD6C-F9D6DD629E7F}" destId="{7F9E4EFA-C772-40B6-8B5D-3C6F1B7E9BA8}" srcOrd="9" destOrd="0" presId="urn:microsoft.com/office/officeart/2005/8/layout/orgChart1"/>
    <dgm:cxn modelId="{B67ABC71-3B8F-4877-A79E-E9EF9BE46E74}" type="presParOf" srcId="{7F9E4EFA-C772-40B6-8B5D-3C6F1B7E9BA8}" destId="{AE76FFEF-725B-4962-BA08-202F8F0282C4}" srcOrd="0" destOrd="0" presId="urn:microsoft.com/office/officeart/2005/8/layout/orgChart1"/>
    <dgm:cxn modelId="{61EBE7DF-1170-463B-8A53-C3489AE84A66}" type="presParOf" srcId="{AE76FFEF-725B-4962-BA08-202F8F0282C4}" destId="{211B4F57-0A09-401B-B60A-0BA9C7DFC24D}" srcOrd="0" destOrd="0" presId="urn:microsoft.com/office/officeart/2005/8/layout/orgChart1"/>
    <dgm:cxn modelId="{1E07FBBB-7F72-421C-99DC-A9AD3714FD11}" type="presParOf" srcId="{AE76FFEF-725B-4962-BA08-202F8F0282C4}" destId="{2B3A4619-B730-4CEA-BB65-7351646026B3}" srcOrd="1" destOrd="0" presId="urn:microsoft.com/office/officeart/2005/8/layout/orgChart1"/>
    <dgm:cxn modelId="{68339299-E3E0-4FC5-B7BE-236965AC447E}" type="presParOf" srcId="{7F9E4EFA-C772-40B6-8B5D-3C6F1B7E9BA8}" destId="{D4C443E3-3DD7-4E2A-870F-A9FE716B5734}" srcOrd="1" destOrd="0" presId="urn:microsoft.com/office/officeart/2005/8/layout/orgChart1"/>
    <dgm:cxn modelId="{C932879D-15C0-4DDF-BE19-4AD44529CEFE}" type="presParOf" srcId="{7F9E4EFA-C772-40B6-8B5D-3C6F1B7E9BA8}" destId="{76D824E7-97C6-4E12-91EE-58E70C22A1D9}" srcOrd="2" destOrd="0" presId="urn:microsoft.com/office/officeart/2005/8/layout/orgChart1"/>
    <dgm:cxn modelId="{20A9F433-E462-4C2F-961C-2BB87F4D4653}" type="presParOf" srcId="{DA59FE58-77B8-496E-AD6C-F9D6DD629E7F}" destId="{736E2488-FE59-4958-865A-932F87A3A277}" srcOrd="10" destOrd="0" presId="urn:microsoft.com/office/officeart/2005/8/layout/orgChart1"/>
    <dgm:cxn modelId="{08C0B944-F472-4AF6-95B9-9BF4DAC0C83B}" type="presParOf" srcId="{DA59FE58-77B8-496E-AD6C-F9D6DD629E7F}" destId="{967AC2DA-694B-4481-8E41-FDE625AD12B5}" srcOrd="11" destOrd="0" presId="urn:microsoft.com/office/officeart/2005/8/layout/orgChart1"/>
    <dgm:cxn modelId="{43D6AB68-8913-4F18-AE4E-FE146E08502C}" type="presParOf" srcId="{967AC2DA-694B-4481-8E41-FDE625AD12B5}" destId="{F0A4ED01-1CFE-4514-9008-9A1F63633484}" srcOrd="0" destOrd="0" presId="urn:microsoft.com/office/officeart/2005/8/layout/orgChart1"/>
    <dgm:cxn modelId="{E1AEFA6E-C486-45B9-8073-4E1F007E2189}" type="presParOf" srcId="{F0A4ED01-1CFE-4514-9008-9A1F63633484}" destId="{85522D5B-892E-46EC-AFD0-8CF00F1ED0FC}" srcOrd="0" destOrd="0" presId="urn:microsoft.com/office/officeart/2005/8/layout/orgChart1"/>
    <dgm:cxn modelId="{43EA60CE-FAA7-4B73-A73F-3C9793891BF0}" type="presParOf" srcId="{F0A4ED01-1CFE-4514-9008-9A1F63633484}" destId="{CEBF9439-F4CD-4BDA-B24C-9F27DF4C47DB}" srcOrd="1" destOrd="0" presId="urn:microsoft.com/office/officeart/2005/8/layout/orgChart1"/>
    <dgm:cxn modelId="{972891B6-C4D0-4696-8302-FE06707E5195}" type="presParOf" srcId="{967AC2DA-694B-4481-8E41-FDE625AD12B5}" destId="{3311D1DC-F884-4D40-BD56-3A271C867018}" srcOrd="1" destOrd="0" presId="urn:microsoft.com/office/officeart/2005/8/layout/orgChart1"/>
    <dgm:cxn modelId="{AEFE5D99-8B73-4E2F-9BD9-1F41F99050FD}" type="presParOf" srcId="{967AC2DA-694B-4481-8E41-FDE625AD12B5}" destId="{07AF7CCA-56C3-42B7-B605-D2FD6AC8BF92}" srcOrd="2" destOrd="0" presId="urn:microsoft.com/office/officeart/2005/8/layout/orgChart1"/>
    <dgm:cxn modelId="{7FB741C5-768C-4F96-B16C-E7EB91E7C9B4}" type="presParOf" srcId="{D949FC47-5B23-45D1-B4D6-DD26B62BCB13}" destId="{A5245448-D77F-4B51-B05C-C5B0DAE0C2F7}"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rgbClr val="FF0000"/>
        </a:solidFill>
      </dgm:spPr>
      <dgm:t>
        <a:bodyPr/>
        <a:lstStyle/>
        <a:p>
          <a:r>
            <a:rPr lang="en-US" b="1" noProof="0" dirty="0">
              <a:solidFill>
                <a:schemeClr val="bg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dgm:t>
        <a:bodyPr/>
        <a:lstStyle/>
        <a:p>
          <a:r>
            <a:rPr lang="en-US" noProof="0" dirty="0"/>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dgm:t>
        <a:bodyPr/>
        <a:lstStyle/>
        <a:p>
          <a:r>
            <a:rPr lang="en-US" noProof="0" dirty="0"/>
            <a:t>Perform 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dgm:t>
        <a:bodyPr/>
        <a:lstStyle/>
        <a:p>
          <a:r>
            <a:rPr lang="en-US" noProof="0" dirty="0"/>
            <a:t>Perform 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35384107-6AE4-4F98-BC42-4A4EF1137BD0}" type="presOf" srcId="{0BED9D0E-4419-4707-89C0-033B2C08A8BA}" destId="{E23A8842-47DB-472E-9463-9F6D26779072}" srcOrd="0" destOrd="0" presId="urn:microsoft.com/office/officeart/2005/8/layout/orgChart1"/>
    <dgm:cxn modelId="{88F5CB0B-E09C-459E-AF54-0F504B73AEBC}" type="presOf" srcId="{7C69A925-A39E-4BB5-B363-D96809E3EC1C}" destId="{4B5389D9-B13C-48A2-B3BF-48F9B84F66F0}" srcOrd="0" destOrd="0" presId="urn:microsoft.com/office/officeart/2005/8/layout/orgChart1"/>
    <dgm:cxn modelId="{D57E2614-1028-4059-A70A-7C428F62A595}" type="presOf" srcId="{6D951906-95CE-4054-B2EF-9AFA0DE76DD6}" destId="{211B4F57-0A09-401B-B60A-0BA9C7DFC24D}" srcOrd="0"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E9B22417-C13C-4E98-BE04-7F9791A04C26}" type="presOf" srcId="{0EB1F6BB-6BFD-47ED-9B03-CB660E4820A0}" destId="{BB59B3FF-2CB2-4789-A023-7067EBB3985D}" srcOrd="1"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B9E69030-EB35-4288-8BB5-0DA1F7F7B887}" type="presOf" srcId="{49E2CD8A-BB77-4314-A1E6-152F6F158413}" destId="{6C62C63C-2189-4BF9-9749-73C32BEF5B0B}" srcOrd="0"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D4B0523B-89B4-41E5-8A88-FA0A53F7D96E}" type="presOf" srcId="{3F64DD8B-D8A1-4FEC-BE6C-DAE71BED4B23}" destId="{000F4AD4-046D-4206-95A7-9833B6F682CA}" srcOrd="1" destOrd="0" presId="urn:microsoft.com/office/officeart/2005/8/layout/orgChart1"/>
    <dgm:cxn modelId="{7EF0573D-2AD6-41E7-B327-330848F06E2E}" type="presOf" srcId="{50955908-1694-482D-BD6F-C04C01D438DC}" destId="{CEBF9439-F4CD-4BDA-B24C-9F27DF4C47DB}" srcOrd="1" destOrd="0" presId="urn:microsoft.com/office/officeart/2005/8/layout/orgChart1"/>
    <dgm:cxn modelId="{3025D862-06B4-49C9-AFBF-87DE6510948D}" type="presOf" srcId="{910CEB26-5683-4E54-8BF2-717468D36E57}" destId="{C541BE7D-C1EE-4D07-8020-0D2AEE3BC172}" srcOrd="1" destOrd="0" presId="urn:microsoft.com/office/officeart/2005/8/layout/orgChart1"/>
    <dgm:cxn modelId="{49007750-A649-4722-BAE7-A3F97B47241D}" type="presOf" srcId="{42E9A6CC-FBDC-4FA5-8F60-EC35F72D7746}" destId="{8D05F1D0-1894-4299-B798-E8F274871921}" srcOrd="0" destOrd="0" presId="urn:microsoft.com/office/officeart/2005/8/layout/orgChart1"/>
    <dgm:cxn modelId="{DBAC3252-1E0B-415E-B938-96F5F55BDFB1}" type="presOf" srcId="{F8A19A4D-577C-45FD-BA30-8EFF44878AED}" destId="{A76680A0-D94C-4876-9425-BD2ACBE015EB}" srcOrd="0" destOrd="0" presId="urn:microsoft.com/office/officeart/2005/8/layout/orgChart1"/>
    <dgm:cxn modelId="{89F27858-5D8C-4812-B802-B6D9641EC467}" type="presOf" srcId="{910CEB26-5683-4E54-8BF2-717468D36E57}" destId="{8168D708-111D-4BFD-A76B-53BE00A2051E}" srcOrd="0" destOrd="0" presId="urn:microsoft.com/office/officeart/2005/8/layout/orgChart1"/>
    <dgm:cxn modelId="{9C81697D-C502-4E43-9B91-152D18E4710F}" type="presOf" srcId="{1B1AC38C-8E1D-4D15-97EB-5AB2E357526A}" destId="{7563B796-8385-456C-A9D1-80D29D1A2991}" srcOrd="0" destOrd="0" presId="urn:microsoft.com/office/officeart/2005/8/layout/orgChart1"/>
    <dgm:cxn modelId="{5D8AF77D-1661-43FD-BEE7-6232711A186A}" type="presOf" srcId="{0EB1F6BB-6BFD-47ED-9B03-CB660E4820A0}" destId="{AB949CA5-5EEA-4A00-88EF-43885D56D765}"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213D908D-0DD6-43B7-BAE1-EED33485B963}" srcId="{3F64DD8B-D8A1-4FEC-BE6C-DAE71BED4B23}" destId="{DD5E7C8F-E225-4B9C-AD21-EA6BE6352751}" srcOrd="2" destOrd="0" parTransId="{A56BCF70-C320-495F-9D47-D102341DA2FB}" sibTransId="{4D4925AE-FAC2-4A31-8E19-C98746E38685}"/>
    <dgm:cxn modelId="{56B53FA2-65DD-42F1-9003-96CEE8F7D0A5}" type="presOf" srcId="{DD5E7C8F-E225-4B9C-AD21-EA6BE6352751}" destId="{C03E6650-4F3F-4164-923F-64697DF8CDA9}" srcOrd="1"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77D150A8-3754-4CBB-BB3B-996900088EA9}" type="presOf" srcId="{5732FC7C-4D05-465A-8F87-65FADF2CF1F3}" destId="{B2DCE1C1-4CA4-47B1-B9E1-8761E3CD6C62}" srcOrd="0" destOrd="0" presId="urn:microsoft.com/office/officeart/2005/8/layout/orgChart1"/>
    <dgm:cxn modelId="{1B5BACC0-1607-4294-8D03-FB184373D5B8}" type="presOf" srcId="{6D951906-95CE-4054-B2EF-9AFA0DE76DD6}" destId="{2B3A4619-B730-4CEA-BB65-7351646026B3}" srcOrd="1" destOrd="0" presId="urn:microsoft.com/office/officeart/2005/8/layout/orgChart1"/>
    <dgm:cxn modelId="{DDCD6EC2-0B54-476F-B752-A29327614959}" type="presOf" srcId="{3F64DD8B-D8A1-4FEC-BE6C-DAE71BED4B23}" destId="{23BC9DEC-491D-4FB7-A841-E6D19B57FCD7}" srcOrd="0" destOrd="0" presId="urn:microsoft.com/office/officeart/2005/8/layout/orgChart1"/>
    <dgm:cxn modelId="{3928BECA-1C3D-40F4-B9CA-9B94404B144B}" type="presOf" srcId="{50955908-1694-482D-BD6F-C04C01D438DC}" destId="{85522D5B-892E-46EC-AFD0-8CF00F1ED0FC}" srcOrd="0" destOrd="0" presId="urn:microsoft.com/office/officeart/2005/8/layout/orgChart1"/>
    <dgm:cxn modelId="{792A68CD-CC8A-4BD6-BA8C-FEB947F34C8E}" type="presOf" srcId="{DD5E7C8F-E225-4B9C-AD21-EA6BE6352751}" destId="{5ED4DB88-48D6-467D-9903-37C8BFA12080}" srcOrd="0" destOrd="0" presId="urn:microsoft.com/office/officeart/2005/8/layout/orgChart1"/>
    <dgm:cxn modelId="{35DC07D1-410F-43C5-BAC7-68A6810AEEEC}" type="presOf" srcId="{A56BCF70-C320-495F-9D47-D102341DA2FB}" destId="{5E7D5EBB-7C5D-4E14-AAB8-BEB88A4A4B7F}"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03C84FE1-B6BB-411C-8358-D65A5F99DDE3}" type="presOf" srcId="{F36CAF5D-5C5C-4E53-9C4B-9D7BA43D08CB}" destId="{098F8F92-5D01-4829-BD12-20A4C33A56BA}" srcOrd="0" destOrd="0" presId="urn:microsoft.com/office/officeart/2005/8/layout/orgChart1"/>
    <dgm:cxn modelId="{4BED02E3-A64A-492A-8D5A-B14A6C4363D0}" type="presOf" srcId="{A4D5C85F-2134-4863-BF03-B90ED721C422}" destId="{73AA092C-F348-4D43-BA05-F3B93267D971}" srcOrd="0" destOrd="0" presId="urn:microsoft.com/office/officeart/2005/8/layout/orgChart1"/>
    <dgm:cxn modelId="{D142DBE3-811E-485E-9B4D-2F81B5A04350}" type="presOf" srcId="{0BED9D0E-4419-4707-89C0-033B2C08A8BA}" destId="{5304875E-6794-463B-8A38-2E1FDE5BABDB}" srcOrd="1" destOrd="0" presId="urn:microsoft.com/office/officeart/2005/8/layout/orgChart1"/>
    <dgm:cxn modelId="{616C22F8-B660-4DD8-B17F-F0C7C7C5747E}" type="presOf" srcId="{7C69A925-A39E-4BB5-B363-D96809E3EC1C}" destId="{FBC8F129-5F57-4A1A-9A97-4EFE434EF3B4}" srcOrd="1" destOrd="0" presId="urn:microsoft.com/office/officeart/2005/8/layout/orgChart1"/>
    <dgm:cxn modelId="{864A126D-A3C0-4D04-AE93-8B52384A496D}" type="presParOf" srcId="{B2DCE1C1-4CA4-47B1-B9E1-8761E3CD6C62}" destId="{DB645ACD-5B55-41EA-B1D3-8D86921AE2E6}" srcOrd="0" destOrd="0" presId="urn:microsoft.com/office/officeart/2005/8/layout/orgChart1"/>
    <dgm:cxn modelId="{B4D49DC0-401D-4DB6-AC1A-CF2F48741350}" type="presParOf" srcId="{DB645ACD-5B55-41EA-B1D3-8D86921AE2E6}" destId="{9932454F-CCE1-420C-8164-F95895ABC91E}" srcOrd="0" destOrd="0" presId="urn:microsoft.com/office/officeart/2005/8/layout/orgChart1"/>
    <dgm:cxn modelId="{59879444-EEAE-4A59-8B80-09610B75A95F}" type="presParOf" srcId="{9932454F-CCE1-420C-8164-F95895ABC91E}" destId="{8168D708-111D-4BFD-A76B-53BE00A2051E}" srcOrd="0" destOrd="0" presId="urn:microsoft.com/office/officeart/2005/8/layout/orgChart1"/>
    <dgm:cxn modelId="{FB60CAAE-A030-41D1-AA90-D82CA142F9A6}" type="presParOf" srcId="{9932454F-CCE1-420C-8164-F95895ABC91E}" destId="{C541BE7D-C1EE-4D07-8020-0D2AEE3BC172}" srcOrd="1" destOrd="0" presId="urn:microsoft.com/office/officeart/2005/8/layout/orgChart1"/>
    <dgm:cxn modelId="{562FD37B-878D-4DB6-B3C3-3E5B2CD74FE0}" type="presParOf" srcId="{DB645ACD-5B55-41EA-B1D3-8D86921AE2E6}" destId="{7F162232-1235-4DCE-9EDC-E1B61298E7A5}" srcOrd="1" destOrd="0" presId="urn:microsoft.com/office/officeart/2005/8/layout/orgChart1"/>
    <dgm:cxn modelId="{7684CCAF-4BFE-4E1C-A1E8-064F8D797EF6}" type="presParOf" srcId="{7F162232-1235-4DCE-9EDC-E1B61298E7A5}" destId="{7563B796-8385-456C-A9D1-80D29D1A2991}" srcOrd="0" destOrd="0" presId="urn:microsoft.com/office/officeart/2005/8/layout/orgChart1"/>
    <dgm:cxn modelId="{5EB4BBA3-F76F-4787-B850-35DA1651CD7C}" type="presParOf" srcId="{7F162232-1235-4DCE-9EDC-E1B61298E7A5}" destId="{19AABB88-5723-4DF7-B513-C52C6D48C029}" srcOrd="1" destOrd="0" presId="urn:microsoft.com/office/officeart/2005/8/layout/orgChart1"/>
    <dgm:cxn modelId="{625D56F3-EAC9-4C69-ACCD-8216E0171D35}" type="presParOf" srcId="{19AABB88-5723-4DF7-B513-C52C6D48C029}" destId="{123E00F8-9960-49F4-AC78-A55B68325C65}" srcOrd="0" destOrd="0" presId="urn:microsoft.com/office/officeart/2005/8/layout/orgChart1"/>
    <dgm:cxn modelId="{65C3FC5E-A50B-4527-B107-20A4D37A6E9D}" type="presParOf" srcId="{123E00F8-9960-49F4-AC78-A55B68325C65}" destId="{23BC9DEC-491D-4FB7-A841-E6D19B57FCD7}" srcOrd="0" destOrd="0" presId="urn:microsoft.com/office/officeart/2005/8/layout/orgChart1"/>
    <dgm:cxn modelId="{A098E537-4517-4A18-B203-F8510D20CFB7}" type="presParOf" srcId="{123E00F8-9960-49F4-AC78-A55B68325C65}" destId="{000F4AD4-046D-4206-95A7-9833B6F682CA}" srcOrd="1" destOrd="0" presId="urn:microsoft.com/office/officeart/2005/8/layout/orgChart1"/>
    <dgm:cxn modelId="{7165398C-4229-4CA9-A650-E4FC10AF5405}" type="presParOf" srcId="{19AABB88-5723-4DF7-B513-C52C6D48C029}" destId="{02D75F8B-D540-444F-902E-7F83EF6C108F}" srcOrd="1" destOrd="0" presId="urn:microsoft.com/office/officeart/2005/8/layout/orgChart1"/>
    <dgm:cxn modelId="{FE179DD8-F739-4632-ACA3-1C7C4EECE378}" type="presParOf" srcId="{02D75F8B-D540-444F-902E-7F83EF6C108F}" destId="{6C62C63C-2189-4BF9-9749-73C32BEF5B0B}" srcOrd="0" destOrd="0" presId="urn:microsoft.com/office/officeart/2005/8/layout/orgChart1"/>
    <dgm:cxn modelId="{D52B6A79-48F1-40F9-BF4D-419C2FD5968C}" type="presParOf" srcId="{02D75F8B-D540-444F-902E-7F83EF6C108F}" destId="{22347C40-84C7-403E-8689-A7B76C71821B}" srcOrd="1" destOrd="0" presId="urn:microsoft.com/office/officeart/2005/8/layout/orgChart1"/>
    <dgm:cxn modelId="{6B2B3496-82BA-40B6-B966-440387E98155}" type="presParOf" srcId="{22347C40-84C7-403E-8689-A7B76C71821B}" destId="{E4C8EF38-B227-498D-BE48-2C1145A6A2C1}" srcOrd="0" destOrd="0" presId="urn:microsoft.com/office/officeart/2005/8/layout/orgChart1"/>
    <dgm:cxn modelId="{9D89E548-6FA6-480A-9D4F-7712F48B8274}" type="presParOf" srcId="{E4C8EF38-B227-498D-BE48-2C1145A6A2C1}" destId="{4B5389D9-B13C-48A2-B3BF-48F9B84F66F0}" srcOrd="0" destOrd="0" presId="urn:microsoft.com/office/officeart/2005/8/layout/orgChart1"/>
    <dgm:cxn modelId="{36861C32-4939-404C-9C56-B4151679D839}" type="presParOf" srcId="{E4C8EF38-B227-498D-BE48-2C1145A6A2C1}" destId="{FBC8F129-5F57-4A1A-9A97-4EFE434EF3B4}" srcOrd="1" destOrd="0" presId="urn:microsoft.com/office/officeart/2005/8/layout/orgChart1"/>
    <dgm:cxn modelId="{4AEC2E8A-D75C-45A8-A6A2-B1BFE0A94BD2}" type="presParOf" srcId="{22347C40-84C7-403E-8689-A7B76C71821B}" destId="{ECB3CCA3-3645-4034-A26F-810609C4CC5F}" srcOrd="1" destOrd="0" presId="urn:microsoft.com/office/officeart/2005/8/layout/orgChart1"/>
    <dgm:cxn modelId="{1751D57F-5B0D-4CC9-B67C-ECE783D3E6F1}" type="presParOf" srcId="{22347C40-84C7-403E-8689-A7B76C71821B}" destId="{17E02F64-CA2C-499A-86D2-2DF203D864AB}" srcOrd="2" destOrd="0" presId="urn:microsoft.com/office/officeart/2005/8/layout/orgChart1"/>
    <dgm:cxn modelId="{77B342B7-9476-42F7-A303-B2A5077B2251}" type="presParOf" srcId="{02D75F8B-D540-444F-902E-7F83EF6C108F}" destId="{098F8F92-5D01-4829-BD12-20A4C33A56BA}" srcOrd="2" destOrd="0" presId="urn:microsoft.com/office/officeart/2005/8/layout/orgChart1"/>
    <dgm:cxn modelId="{A8E678ED-278A-45B3-B3FF-3AED2F11265C}" type="presParOf" srcId="{02D75F8B-D540-444F-902E-7F83EF6C108F}" destId="{D8AE8DD5-02BC-48A6-855C-82C93635321D}" srcOrd="3" destOrd="0" presId="urn:microsoft.com/office/officeart/2005/8/layout/orgChart1"/>
    <dgm:cxn modelId="{1BC71E2F-3ED1-4DBB-9C38-B320D79AD340}" type="presParOf" srcId="{D8AE8DD5-02BC-48A6-855C-82C93635321D}" destId="{17804954-97F0-43C9-BE2F-0423A05E9DD2}" srcOrd="0" destOrd="0" presId="urn:microsoft.com/office/officeart/2005/8/layout/orgChart1"/>
    <dgm:cxn modelId="{6ECBD6A9-C809-4650-A85D-526FFC9C36DD}" type="presParOf" srcId="{17804954-97F0-43C9-BE2F-0423A05E9DD2}" destId="{E23A8842-47DB-472E-9463-9F6D26779072}" srcOrd="0" destOrd="0" presId="urn:microsoft.com/office/officeart/2005/8/layout/orgChart1"/>
    <dgm:cxn modelId="{6C2FD962-E3A9-405A-9166-FA4E105C5153}" type="presParOf" srcId="{17804954-97F0-43C9-BE2F-0423A05E9DD2}" destId="{5304875E-6794-463B-8A38-2E1FDE5BABDB}" srcOrd="1" destOrd="0" presId="urn:microsoft.com/office/officeart/2005/8/layout/orgChart1"/>
    <dgm:cxn modelId="{00E5A80B-EFD0-4C65-86AD-B60AC50FA814}" type="presParOf" srcId="{D8AE8DD5-02BC-48A6-855C-82C93635321D}" destId="{177E710E-8994-4C18-845D-6FA283F3E677}" srcOrd="1" destOrd="0" presId="urn:microsoft.com/office/officeart/2005/8/layout/orgChart1"/>
    <dgm:cxn modelId="{57590A1D-04F5-4E51-9CF1-02B01079B063}" type="presParOf" srcId="{D8AE8DD5-02BC-48A6-855C-82C93635321D}" destId="{F3FA7754-03E1-4A7B-9784-39E0DECB25D9}" srcOrd="2" destOrd="0" presId="urn:microsoft.com/office/officeart/2005/8/layout/orgChart1"/>
    <dgm:cxn modelId="{DF472524-BFF5-4F7E-AA3A-E748550CDB7C}" type="presParOf" srcId="{02D75F8B-D540-444F-902E-7F83EF6C108F}" destId="{5E7D5EBB-7C5D-4E14-AAB8-BEB88A4A4B7F}" srcOrd="4" destOrd="0" presId="urn:microsoft.com/office/officeart/2005/8/layout/orgChart1"/>
    <dgm:cxn modelId="{81E60EBF-22B2-445C-8003-51A1AA814D26}" type="presParOf" srcId="{02D75F8B-D540-444F-902E-7F83EF6C108F}" destId="{9B17FCAB-92EF-4C56-93AA-3668BFD5D295}" srcOrd="5" destOrd="0" presId="urn:microsoft.com/office/officeart/2005/8/layout/orgChart1"/>
    <dgm:cxn modelId="{A161DC0F-0BFD-4F0B-9B65-B68156DE74AE}" type="presParOf" srcId="{9B17FCAB-92EF-4C56-93AA-3668BFD5D295}" destId="{85F019C9-882A-469F-BE57-9FFA1EDB4653}" srcOrd="0" destOrd="0" presId="urn:microsoft.com/office/officeart/2005/8/layout/orgChart1"/>
    <dgm:cxn modelId="{68857E0B-5887-4401-9AAE-CC1DB5245173}" type="presParOf" srcId="{85F019C9-882A-469F-BE57-9FFA1EDB4653}" destId="{5ED4DB88-48D6-467D-9903-37C8BFA12080}" srcOrd="0" destOrd="0" presId="urn:microsoft.com/office/officeart/2005/8/layout/orgChart1"/>
    <dgm:cxn modelId="{75550BEA-E412-419E-BE2E-E70BBB2248EA}" type="presParOf" srcId="{85F019C9-882A-469F-BE57-9FFA1EDB4653}" destId="{C03E6650-4F3F-4164-923F-64697DF8CDA9}" srcOrd="1" destOrd="0" presId="urn:microsoft.com/office/officeart/2005/8/layout/orgChart1"/>
    <dgm:cxn modelId="{9ADA48B7-EE1C-4C10-9DE8-48951C5AC134}" type="presParOf" srcId="{9B17FCAB-92EF-4C56-93AA-3668BFD5D295}" destId="{70E52A3D-105B-4819-8718-FA3EF8A6DABD}" srcOrd="1" destOrd="0" presId="urn:microsoft.com/office/officeart/2005/8/layout/orgChart1"/>
    <dgm:cxn modelId="{3E7D29CB-CB28-4369-922C-986CEA58D530}" type="presParOf" srcId="{9B17FCAB-92EF-4C56-93AA-3668BFD5D295}" destId="{519EFB48-826B-4BE0-BBD9-682933AB9317}" srcOrd="2" destOrd="0" presId="urn:microsoft.com/office/officeart/2005/8/layout/orgChart1"/>
    <dgm:cxn modelId="{0C73D1BC-E6BE-4E1A-A66D-002A4190CC0D}" type="presParOf" srcId="{02D75F8B-D540-444F-902E-7F83EF6C108F}" destId="{A76680A0-D94C-4876-9425-BD2ACBE015EB}" srcOrd="6" destOrd="0" presId="urn:microsoft.com/office/officeart/2005/8/layout/orgChart1"/>
    <dgm:cxn modelId="{FAF7EF31-71E2-4C6A-BA68-0821527C515C}" type="presParOf" srcId="{02D75F8B-D540-444F-902E-7F83EF6C108F}" destId="{A617DCD9-7D5E-435F-8BBC-6D27ADA632D4}" srcOrd="7" destOrd="0" presId="urn:microsoft.com/office/officeart/2005/8/layout/orgChart1"/>
    <dgm:cxn modelId="{DB9AA4B0-7973-41D7-8E8F-88E96F9362C3}" type="presParOf" srcId="{A617DCD9-7D5E-435F-8BBC-6D27ADA632D4}" destId="{0BAD7021-BFE7-4AA7-8D2F-09EC360E21EA}" srcOrd="0" destOrd="0" presId="urn:microsoft.com/office/officeart/2005/8/layout/orgChart1"/>
    <dgm:cxn modelId="{825D432A-D58A-440D-8717-299B2BE771A8}" type="presParOf" srcId="{0BAD7021-BFE7-4AA7-8D2F-09EC360E21EA}" destId="{AB949CA5-5EEA-4A00-88EF-43885D56D765}" srcOrd="0" destOrd="0" presId="urn:microsoft.com/office/officeart/2005/8/layout/orgChart1"/>
    <dgm:cxn modelId="{4E0CB59E-8130-4B47-810E-0816C4CC3536}" type="presParOf" srcId="{0BAD7021-BFE7-4AA7-8D2F-09EC360E21EA}" destId="{BB59B3FF-2CB2-4789-A023-7067EBB3985D}" srcOrd="1" destOrd="0" presId="urn:microsoft.com/office/officeart/2005/8/layout/orgChart1"/>
    <dgm:cxn modelId="{CBDD7459-D5AC-4561-B8D1-E160A1D83716}" type="presParOf" srcId="{A617DCD9-7D5E-435F-8BBC-6D27ADA632D4}" destId="{84469143-68D5-4FE6-B73F-796D5315EECC}" srcOrd="1" destOrd="0" presId="urn:microsoft.com/office/officeart/2005/8/layout/orgChart1"/>
    <dgm:cxn modelId="{1B2151C1-B289-4268-8AE9-90ED38EFD87A}" type="presParOf" srcId="{A617DCD9-7D5E-435F-8BBC-6D27ADA632D4}" destId="{DEF83AD8-1256-4854-A423-479DD49A71B8}" srcOrd="2" destOrd="0" presId="urn:microsoft.com/office/officeart/2005/8/layout/orgChart1"/>
    <dgm:cxn modelId="{336DE897-CBEA-4389-A161-59E97DA8C90B}" type="presParOf" srcId="{02D75F8B-D540-444F-902E-7F83EF6C108F}" destId="{73AA092C-F348-4D43-BA05-F3B93267D971}" srcOrd="8" destOrd="0" presId="urn:microsoft.com/office/officeart/2005/8/layout/orgChart1"/>
    <dgm:cxn modelId="{978F3CF4-C3D2-4F56-B061-C92D5CE36A36}" type="presParOf" srcId="{02D75F8B-D540-444F-902E-7F83EF6C108F}" destId="{7F9E4EFA-C772-40B6-8B5D-3C6F1B7E9BA8}" srcOrd="9" destOrd="0" presId="urn:microsoft.com/office/officeart/2005/8/layout/orgChart1"/>
    <dgm:cxn modelId="{CA2EEBE4-EF15-4D3B-AA56-4F5C15F7B440}" type="presParOf" srcId="{7F9E4EFA-C772-40B6-8B5D-3C6F1B7E9BA8}" destId="{AE76FFEF-725B-4962-BA08-202F8F0282C4}" srcOrd="0" destOrd="0" presId="urn:microsoft.com/office/officeart/2005/8/layout/orgChart1"/>
    <dgm:cxn modelId="{3747FB8B-79DD-439E-9969-5A4BA962767B}" type="presParOf" srcId="{AE76FFEF-725B-4962-BA08-202F8F0282C4}" destId="{211B4F57-0A09-401B-B60A-0BA9C7DFC24D}" srcOrd="0" destOrd="0" presId="urn:microsoft.com/office/officeart/2005/8/layout/orgChart1"/>
    <dgm:cxn modelId="{8BAB5C9A-6068-4EAA-BEE3-9E55461FB61D}" type="presParOf" srcId="{AE76FFEF-725B-4962-BA08-202F8F0282C4}" destId="{2B3A4619-B730-4CEA-BB65-7351646026B3}" srcOrd="1" destOrd="0" presId="urn:microsoft.com/office/officeart/2005/8/layout/orgChart1"/>
    <dgm:cxn modelId="{499004E7-E4EB-43A1-94BF-9F0E93FA0AD7}" type="presParOf" srcId="{7F9E4EFA-C772-40B6-8B5D-3C6F1B7E9BA8}" destId="{D4C443E3-3DD7-4E2A-870F-A9FE716B5734}" srcOrd="1" destOrd="0" presId="urn:microsoft.com/office/officeart/2005/8/layout/orgChart1"/>
    <dgm:cxn modelId="{E1F92361-A343-4938-9319-A461742C9288}" type="presParOf" srcId="{7F9E4EFA-C772-40B6-8B5D-3C6F1B7E9BA8}" destId="{76D824E7-97C6-4E12-91EE-58E70C22A1D9}" srcOrd="2" destOrd="0" presId="urn:microsoft.com/office/officeart/2005/8/layout/orgChart1"/>
    <dgm:cxn modelId="{4BECA8C4-C176-4502-9561-928FE502CAC7}" type="presParOf" srcId="{02D75F8B-D540-444F-902E-7F83EF6C108F}" destId="{8D05F1D0-1894-4299-B798-E8F274871921}" srcOrd="10" destOrd="0" presId="urn:microsoft.com/office/officeart/2005/8/layout/orgChart1"/>
    <dgm:cxn modelId="{994BAC7F-BB2B-40AF-AB99-DB1D49FFEBA4}" type="presParOf" srcId="{02D75F8B-D540-444F-902E-7F83EF6C108F}" destId="{967AC2DA-694B-4481-8E41-FDE625AD12B5}" srcOrd="11" destOrd="0" presId="urn:microsoft.com/office/officeart/2005/8/layout/orgChart1"/>
    <dgm:cxn modelId="{B400E116-8DBA-49D1-B9BA-F107B7F8BFB5}" type="presParOf" srcId="{967AC2DA-694B-4481-8E41-FDE625AD12B5}" destId="{F0A4ED01-1CFE-4514-9008-9A1F63633484}" srcOrd="0" destOrd="0" presId="urn:microsoft.com/office/officeart/2005/8/layout/orgChart1"/>
    <dgm:cxn modelId="{882A57CF-8494-4E91-A7F5-D0CDEA588CB7}" type="presParOf" srcId="{F0A4ED01-1CFE-4514-9008-9A1F63633484}" destId="{85522D5B-892E-46EC-AFD0-8CF00F1ED0FC}" srcOrd="0" destOrd="0" presId="urn:microsoft.com/office/officeart/2005/8/layout/orgChart1"/>
    <dgm:cxn modelId="{7B2920B5-820D-4F28-9B2E-AC2FD3643B64}" type="presParOf" srcId="{F0A4ED01-1CFE-4514-9008-9A1F63633484}" destId="{CEBF9439-F4CD-4BDA-B24C-9F27DF4C47DB}" srcOrd="1" destOrd="0" presId="urn:microsoft.com/office/officeart/2005/8/layout/orgChart1"/>
    <dgm:cxn modelId="{2BB5EDF5-DD61-430B-9CAF-A4E48321225D}" type="presParOf" srcId="{967AC2DA-694B-4481-8E41-FDE625AD12B5}" destId="{3311D1DC-F884-4D40-BD56-3A271C867018}" srcOrd="1" destOrd="0" presId="urn:microsoft.com/office/officeart/2005/8/layout/orgChart1"/>
    <dgm:cxn modelId="{35143A26-BC9D-43F7-AFAE-304B680E9157}" type="presParOf" srcId="{967AC2DA-694B-4481-8E41-FDE625AD12B5}" destId="{07AF7CCA-56C3-42B7-B605-D2FD6AC8BF92}" srcOrd="2" destOrd="0" presId="urn:microsoft.com/office/officeart/2005/8/layout/orgChart1"/>
    <dgm:cxn modelId="{192A7E78-71D4-4969-9940-5A8B45F95FD8}" type="presParOf" srcId="{19AABB88-5723-4DF7-B513-C52C6D48C029}" destId="{E11A6F86-315D-407F-BC9F-E52937751E6F}" srcOrd="2" destOrd="0" presId="urn:microsoft.com/office/officeart/2005/8/layout/orgChart1"/>
    <dgm:cxn modelId="{7B86B18D-C5A6-4BCA-A9E3-849B57678AAE}"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rgbClr val="FF0000"/>
        </a:solidFill>
      </dgm:spPr>
      <dgm:t>
        <a:bodyPr/>
        <a:lstStyle/>
        <a:p>
          <a:r>
            <a:rPr lang="en-US" b="1" noProof="0" dirty="0">
              <a:solidFill>
                <a:schemeClr val="bg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dgm:t>
        <a:bodyPr/>
        <a:lstStyle/>
        <a:p>
          <a:r>
            <a:rPr lang="en-US" noProof="0" dirty="0"/>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dgm:t>
        <a:bodyPr/>
        <a:lstStyle/>
        <a:p>
          <a:r>
            <a:rPr lang="en-US" noProof="0" dirty="0"/>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dgm:t>
        <a:bodyPr/>
        <a:lstStyle/>
        <a:p>
          <a:r>
            <a:rPr lang="en-US" noProof="0" dirty="0"/>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988C8700-B3FE-4BB0-B7C0-07E6BFBA09AA}" type="presOf" srcId="{0EB1F6BB-6BFD-47ED-9B03-CB660E4820A0}" destId="{BB59B3FF-2CB2-4789-A023-7067EBB3985D}" srcOrd="1" destOrd="0" presId="urn:microsoft.com/office/officeart/2005/8/layout/orgChart1"/>
    <dgm:cxn modelId="{F8A02104-86FE-4052-84CC-3A03F9FAB4F1}" type="presOf" srcId="{910CEB26-5683-4E54-8BF2-717468D36E57}" destId="{8168D708-111D-4BFD-A76B-53BE00A2051E}" srcOrd="0" destOrd="0" presId="urn:microsoft.com/office/officeart/2005/8/layout/orgChart1"/>
    <dgm:cxn modelId="{4F4FAF08-0058-4AFD-A38A-5B763F20EACF}" type="presOf" srcId="{1B1AC38C-8E1D-4D15-97EB-5AB2E357526A}" destId="{7563B796-8385-456C-A9D1-80D29D1A2991}" srcOrd="0"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83BD5B1D-1CEA-469F-A9CF-C0F8A6C55DEA}" type="presOf" srcId="{49E2CD8A-BB77-4314-A1E6-152F6F158413}" destId="{6C62C63C-2189-4BF9-9749-73C32BEF5B0B}" srcOrd="0" destOrd="0" presId="urn:microsoft.com/office/officeart/2005/8/layout/orgChart1"/>
    <dgm:cxn modelId="{6FA4DE26-DC8A-45FB-B69C-F66EF30E64E1}" type="presOf" srcId="{0EB1F6BB-6BFD-47ED-9B03-CB660E4820A0}" destId="{AB949CA5-5EEA-4A00-88EF-43885D56D765}"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0C9EF832-5998-4E65-9FDB-8FCB8361CA71}" type="presOf" srcId="{0BED9D0E-4419-4707-89C0-033B2C08A8BA}" destId="{5304875E-6794-463B-8A38-2E1FDE5BABDB}" srcOrd="1"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395A095E-8275-47D2-A383-7D632410E530}" type="presOf" srcId="{DD5E7C8F-E225-4B9C-AD21-EA6BE6352751}" destId="{C03E6650-4F3F-4164-923F-64697DF8CDA9}" srcOrd="1" destOrd="0" presId="urn:microsoft.com/office/officeart/2005/8/layout/orgChart1"/>
    <dgm:cxn modelId="{E09BE96B-9780-4FC2-8212-1AC7EEF0E868}" type="presOf" srcId="{A56BCF70-C320-495F-9D47-D102341DA2FB}" destId="{5E7D5EBB-7C5D-4E14-AAB8-BEB88A4A4B7F}" srcOrd="0" destOrd="0" presId="urn:microsoft.com/office/officeart/2005/8/layout/orgChart1"/>
    <dgm:cxn modelId="{99A0144E-1A70-42C5-BE15-96B748968CE2}" type="presOf" srcId="{6D951906-95CE-4054-B2EF-9AFA0DE76DD6}" destId="{211B4F57-0A09-401B-B60A-0BA9C7DFC24D}" srcOrd="0" destOrd="0" presId="urn:microsoft.com/office/officeart/2005/8/layout/orgChart1"/>
    <dgm:cxn modelId="{CF461B5A-FE0B-439E-AFA4-906431B826F6}" type="presOf" srcId="{F8A19A4D-577C-45FD-BA30-8EFF44878AED}" destId="{A76680A0-D94C-4876-9425-BD2ACBE015EB}" srcOrd="0" destOrd="0" presId="urn:microsoft.com/office/officeart/2005/8/layout/orgChart1"/>
    <dgm:cxn modelId="{EA438B7D-E67B-4EF2-82A4-EF7B7BDCCD46}" type="presOf" srcId="{42E9A6CC-FBDC-4FA5-8F60-EC35F72D7746}" destId="{8D05F1D0-1894-4299-B798-E8F274871921}" srcOrd="0" destOrd="0" presId="urn:microsoft.com/office/officeart/2005/8/layout/orgChart1"/>
    <dgm:cxn modelId="{9EBACD7D-8890-4E54-A874-C128C86E88DD}" type="presOf" srcId="{DD5E7C8F-E225-4B9C-AD21-EA6BE6352751}" destId="{5ED4DB88-48D6-467D-9903-37C8BFA12080}" srcOrd="0" destOrd="0" presId="urn:microsoft.com/office/officeart/2005/8/layout/orgChart1"/>
    <dgm:cxn modelId="{5A4A8382-81E6-4608-92FC-432FF1168701}" type="presOf" srcId="{3F64DD8B-D8A1-4FEC-BE6C-DAE71BED4B23}" destId="{23BC9DEC-491D-4FB7-A841-E6D19B57FCD7}"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73119688-60EF-4970-96B7-7D6B3CEA88F1}" type="presOf" srcId="{F36CAF5D-5C5C-4E53-9C4B-9D7BA43D08CB}" destId="{098F8F92-5D01-4829-BD12-20A4C33A56BA}" srcOrd="0" destOrd="0" presId="urn:microsoft.com/office/officeart/2005/8/layout/orgChart1"/>
    <dgm:cxn modelId="{B42DA488-59FA-4758-A44E-D3CB6454D9BE}" srcId="{3F64DD8B-D8A1-4FEC-BE6C-DAE71BED4B23}" destId="{50955908-1694-482D-BD6F-C04C01D438DC}" srcOrd="5" destOrd="0" parTransId="{42E9A6CC-FBDC-4FA5-8F60-EC35F72D7746}" sibTransId="{8DF1D480-9C53-4874-BC3C-EE918C131801}"/>
    <dgm:cxn modelId="{213D908D-0DD6-43B7-BAE1-EED33485B963}" srcId="{3F64DD8B-D8A1-4FEC-BE6C-DAE71BED4B23}" destId="{DD5E7C8F-E225-4B9C-AD21-EA6BE6352751}" srcOrd="2" destOrd="0" parTransId="{A56BCF70-C320-495F-9D47-D102341DA2FB}" sibTransId="{4D4925AE-FAC2-4A31-8E19-C98746E38685}"/>
    <dgm:cxn modelId="{1C24DBA2-91CA-4517-888D-41B78941CDAD}" srcId="{3F64DD8B-D8A1-4FEC-BE6C-DAE71BED4B23}" destId="{0EB1F6BB-6BFD-47ED-9B03-CB660E4820A0}" srcOrd="3" destOrd="0" parTransId="{F8A19A4D-577C-45FD-BA30-8EFF44878AED}" sibTransId="{FC8C1FAE-CF53-4DF2-B8B6-3530A07A21BA}"/>
    <dgm:cxn modelId="{450D89AA-B150-4445-822B-81CC7475D62B}" type="presOf" srcId="{3F64DD8B-D8A1-4FEC-BE6C-DAE71BED4B23}" destId="{000F4AD4-046D-4206-95A7-9833B6F682CA}" srcOrd="1" destOrd="0" presId="urn:microsoft.com/office/officeart/2005/8/layout/orgChart1"/>
    <dgm:cxn modelId="{E2BA88AF-A142-4DC9-9C20-3218BE566480}" type="presOf" srcId="{7C69A925-A39E-4BB5-B363-D96809E3EC1C}" destId="{FBC8F129-5F57-4A1A-9A97-4EFE434EF3B4}" srcOrd="1" destOrd="0" presId="urn:microsoft.com/office/officeart/2005/8/layout/orgChart1"/>
    <dgm:cxn modelId="{1A0E64B5-DCFE-4FDA-AA60-326537DF92CD}" type="presOf" srcId="{50955908-1694-482D-BD6F-C04C01D438DC}" destId="{CEBF9439-F4CD-4BDA-B24C-9F27DF4C47DB}" srcOrd="1" destOrd="0" presId="urn:microsoft.com/office/officeart/2005/8/layout/orgChart1"/>
    <dgm:cxn modelId="{D38D23B7-2FBC-4E51-9526-EC5CF0C0128D}" type="presOf" srcId="{5732FC7C-4D05-465A-8F87-65FADF2CF1F3}" destId="{B2DCE1C1-4CA4-47B1-B9E1-8761E3CD6C62}" srcOrd="0" destOrd="0" presId="urn:microsoft.com/office/officeart/2005/8/layout/orgChart1"/>
    <dgm:cxn modelId="{9451B1B9-7B50-4D38-B442-63B2A4DD8B99}" type="presOf" srcId="{910CEB26-5683-4E54-8BF2-717468D36E57}" destId="{C541BE7D-C1EE-4D07-8020-0D2AEE3BC172}" srcOrd="1" destOrd="0" presId="urn:microsoft.com/office/officeart/2005/8/layout/orgChart1"/>
    <dgm:cxn modelId="{328652BA-F9CB-4853-86A0-A3F86FFC6E27}" type="presOf" srcId="{6D951906-95CE-4054-B2EF-9AFA0DE76DD6}" destId="{2B3A4619-B730-4CEA-BB65-7351646026B3}" srcOrd="1" destOrd="0" presId="urn:microsoft.com/office/officeart/2005/8/layout/orgChart1"/>
    <dgm:cxn modelId="{4CF2A1C4-2309-4703-B80C-D0881AA3B38A}" type="presOf" srcId="{A4D5C85F-2134-4863-BF03-B90ED721C422}" destId="{73AA092C-F348-4D43-BA05-F3B93267D971}" srcOrd="0" destOrd="0" presId="urn:microsoft.com/office/officeart/2005/8/layout/orgChart1"/>
    <dgm:cxn modelId="{ADBA86D1-BE59-42EF-ABD5-EFB3F223A194}" type="presOf" srcId="{50955908-1694-482D-BD6F-C04C01D438DC}" destId="{85522D5B-892E-46EC-AFD0-8CF00F1ED0FC}"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E6CA51EF-6ACF-46B2-8788-B23FB922E913}" type="presOf" srcId="{7C69A925-A39E-4BB5-B363-D96809E3EC1C}" destId="{4B5389D9-B13C-48A2-B3BF-48F9B84F66F0}" srcOrd="0" destOrd="0" presId="urn:microsoft.com/office/officeart/2005/8/layout/orgChart1"/>
    <dgm:cxn modelId="{5A01ABFA-0C98-41B9-9070-5D0FD6B7E3A3}" type="presOf" srcId="{0BED9D0E-4419-4707-89C0-033B2C08A8BA}" destId="{E23A8842-47DB-472E-9463-9F6D26779072}" srcOrd="0" destOrd="0" presId="urn:microsoft.com/office/officeart/2005/8/layout/orgChart1"/>
    <dgm:cxn modelId="{1622C1F3-31F0-4215-B35F-20C38D678F85}" type="presParOf" srcId="{B2DCE1C1-4CA4-47B1-B9E1-8761E3CD6C62}" destId="{DB645ACD-5B55-41EA-B1D3-8D86921AE2E6}" srcOrd="0" destOrd="0" presId="urn:microsoft.com/office/officeart/2005/8/layout/orgChart1"/>
    <dgm:cxn modelId="{67AE1B93-C61A-4799-B48B-2239B119A084}" type="presParOf" srcId="{DB645ACD-5B55-41EA-B1D3-8D86921AE2E6}" destId="{9932454F-CCE1-420C-8164-F95895ABC91E}" srcOrd="0" destOrd="0" presId="urn:microsoft.com/office/officeart/2005/8/layout/orgChart1"/>
    <dgm:cxn modelId="{E73B9B8C-547C-4103-B3D1-97FD135907A0}" type="presParOf" srcId="{9932454F-CCE1-420C-8164-F95895ABC91E}" destId="{8168D708-111D-4BFD-A76B-53BE00A2051E}" srcOrd="0" destOrd="0" presId="urn:microsoft.com/office/officeart/2005/8/layout/orgChart1"/>
    <dgm:cxn modelId="{BAFFB645-0893-41DC-A8CC-FD64B9AD791D}" type="presParOf" srcId="{9932454F-CCE1-420C-8164-F95895ABC91E}" destId="{C541BE7D-C1EE-4D07-8020-0D2AEE3BC172}" srcOrd="1" destOrd="0" presId="urn:microsoft.com/office/officeart/2005/8/layout/orgChart1"/>
    <dgm:cxn modelId="{2FCB55EA-CEA1-4778-87DD-B1AC14842A7D}" type="presParOf" srcId="{DB645ACD-5B55-41EA-B1D3-8D86921AE2E6}" destId="{7F162232-1235-4DCE-9EDC-E1B61298E7A5}" srcOrd="1" destOrd="0" presId="urn:microsoft.com/office/officeart/2005/8/layout/orgChart1"/>
    <dgm:cxn modelId="{C6913733-2CF6-4ED2-8B33-5A1034A5F240}" type="presParOf" srcId="{7F162232-1235-4DCE-9EDC-E1B61298E7A5}" destId="{7563B796-8385-456C-A9D1-80D29D1A2991}" srcOrd="0" destOrd="0" presId="urn:microsoft.com/office/officeart/2005/8/layout/orgChart1"/>
    <dgm:cxn modelId="{B43F56E9-80C6-49CC-BFF1-3F3D12699A86}" type="presParOf" srcId="{7F162232-1235-4DCE-9EDC-E1B61298E7A5}" destId="{19AABB88-5723-4DF7-B513-C52C6D48C029}" srcOrd="1" destOrd="0" presId="urn:microsoft.com/office/officeart/2005/8/layout/orgChart1"/>
    <dgm:cxn modelId="{383FC791-7F68-43B4-A9D4-4EFB6AD5705D}" type="presParOf" srcId="{19AABB88-5723-4DF7-B513-C52C6D48C029}" destId="{123E00F8-9960-49F4-AC78-A55B68325C65}" srcOrd="0" destOrd="0" presId="urn:microsoft.com/office/officeart/2005/8/layout/orgChart1"/>
    <dgm:cxn modelId="{9A576E1E-0130-48E3-9368-E94BA47D3498}" type="presParOf" srcId="{123E00F8-9960-49F4-AC78-A55B68325C65}" destId="{23BC9DEC-491D-4FB7-A841-E6D19B57FCD7}" srcOrd="0" destOrd="0" presId="urn:microsoft.com/office/officeart/2005/8/layout/orgChart1"/>
    <dgm:cxn modelId="{06237561-5506-4C23-B8DB-734F9B5BC57D}" type="presParOf" srcId="{123E00F8-9960-49F4-AC78-A55B68325C65}" destId="{000F4AD4-046D-4206-95A7-9833B6F682CA}" srcOrd="1" destOrd="0" presId="urn:microsoft.com/office/officeart/2005/8/layout/orgChart1"/>
    <dgm:cxn modelId="{DF2B779B-4FDA-4C4E-8C15-81EC9166868A}" type="presParOf" srcId="{19AABB88-5723-4DF7-B513-C52C6D48C029}" destId="{02D75F8B-D540-444F-902E-7F83EF6C108F}" srcOrd="1" destOrd="0" presId="urn:microsoft.com/office/officeart/2005/8/layout/orgChart1"/>
    <dgm:cxn modelId="{595FDF7D-BF19-4A2C-AA42-D9720F2C5E3B}" type="presParOf" srcId="{02D75F8B-D540-444F-902E-7F83EF6C108F}" destId="{6C62C63C-2189-4BF9-9749-73C32BEF5B0B}" srcOrd="0" destOrd="0" presId="urn:microsoft.com/office/officeart/2005/8/layout/orgChart1"/>
    <dgm:cxn modelId="{108828BF-9199-4439-898E-541E55A9E9FC}" type="presParOf" srcId="{02D75F8B-D540-444F-902E-7F83EF6C108F}" destId="{22347C40-84C7-403E-8689-A7B76C71821B}" srcOrd="1" destOrd="0" presId="urn:microsoft.com/office/officeart/2005/8/layout/orgChart1"/>
    <dgm:cxn modelId="{4A9AD510-5ECB-4719-9271-C274534C43FC}" type="presParOf" srcId="{22347C40-84C7-403E-8689-A7B76C71821B}" destId="{E4C8EF38-B227-498D-BE48-2C1145A6A2C1}" srcOrd="0" destOrd="0" presId="urn:microsoft.com/office/officeart/2005/8/layout/orgChart1"/>
    <dgm:cxn modelId="{2641046D-221B-4418-8A35-0CA0635E5A21}" type="presParOf" srcId="{E4C8EF38-B227-498D-BE48-2C1145A6A2C1}" destId="{4B5389D9-B13C-48A2-B3BF-48F9B84F66F0}" srcOrd="0" destOrd="0" presId="urn:microsoft.com/office/officeart/2005/8/layout/orgChart1"/>
    <dgm:cxn modelId="{061FA311-B493-4DEA-8663-53802F953E61}" type="presParOf" srcId="{E4C8EF38-B227-498D-BE48-2C1145A6A2C1}" destId="{FBC8F129-5F57-4A1A-9A97-4EFE434EF3B4}" srcOrd="1" destOrd="0" presId="urn:microsoft.com/office/officeart/2005/8/layout/orgChart1"/>
    <dgm:cxn modelId="{686353B6-2FF4-4DE8-9C24-970CD3EB3E4A}" type="presParOf" srcId="{22347C40-84C7-403E-8689-A7B76C71821B}" destId="{ECB3CCA3-3645-4034-A26F-810609C4CC5F}" srcOrd="1" destOrd="0" presId="urn:microsoft.com/office/officeart/2005/8/layout/orgChart1"/>
    <dgm:cxn modelId="{EBA1C427-0ACC-4E12-9858-9A44D6581E09}" type="presParOf" srcId="{22347C40-84C7-403E-8689-A7B76C71821B}" destId="{17E02F64-CA2C-499A-86D2-2DF203D864AB}" srcOrd="2" destOrd="0" presId="urn:microsoft.com/office/officeart/2005/8/layout/orgChart1"/>
    <dgm:cxn modelId="{E6EF6F76-DAC0-4F5B-B33E-778F02DB2F82}" type="presParOf" srcId="{02D75F8B-D540-444F-902E-7F83EF6C108F}" destId="{098F8F92-5D01-4829-BD12-20A4C33A56BA}" srcOrd="2" destOrd="0" presId="urn:microsoft.com/office/officeart/2005/8/layout/orgChart1"/>
    <dgm:cxn modelId="{5017A438-7D18-4265-A4C6-DF1D4BEE0898}" type="presParOf" srcId="{02D75F8B-D540-444F-902E-7F83EF6C108F}" destId="{D8AE8DD5-02BC-48A6-855C-82C93635321D}" srcOrd="3" destOrd="0" presId="urn:microsoft.com/office/officeart/2005/8/layout/orgChart1"/>
    <dgm:cxn modelId="{B652ED02-3D42-466D-AE51-9A0C20CAF5ED}" type="presParOf" srcId="{D8AE8DD5-02BC-48A6-855C-82C93635321D}" destId="{17804954-97F0-43C9-BE2F-0423A05E9DD2}" srcOrd="0" destOrd="0" presId="urn:microsoft.com/office/officeart/2005/8/layout/orgChart1"/>
    <dgm:cxn modelId="{C7ED9250-6A2C-4DB3-A294-147575BBA233}" type="presParOf" srcId="{17804954-97F0-43C9-BE2F-0423A05E9DD2}" destId="{E23A8842-47DB-472E-9463-9F6D26779072}" srcOrd="0" destOrd="0" presId="urn:microsoft.com/office/officeart/2005/8/layout/orgChart1"/>
    <dgm:cxn modelId="{07F65257-8EE5-42D0-AA37-299C8F39638F}" type="presParOf" srcId="{17804954-97F0-43C9-BE2F-0423A05E9DD2}" destId="{5304875E-6794-463B-8A38-2E1FDE5BABDB}" srcOrd="1" destOrd="0" presId="urn:microsoft.com/office/officeart/2005/8/layout/orgChart1"/>
    <dgm:cxn modelId="{791EA88A-2A9C-4273-91DE-CB03677216A8}" type="presParOf" srcId="{D8AE8DD5-02BC-48A6-855C-82C93635321D}" destId="{177E710E-8994-4C18-845D-6FA283F3E677}" srcOrd="1" destOrd="0" presId="urn:microsoft.com/office/officeart/2005/8/layout/orgChart1"/>
    <dgm:cxn modelId="{F97099A7-4148-4224-BD26-15D449E606A8}" type="presParOf" srcId="{D8AE8DD5-02BC-48A6-855C-82C93635321D}" destId="{F3FA7754-03E1-4A7B-9784-39E0DECB25D9}" srcOrd="2" destOrd="0" presId="urn:microsoft.com/office/officeart/2005/8/layout/orgChart1"/>
    <dgm:cxn modelId="{98CE8B8A-82AE-4B97-B3FE-A95225133F3B}" type="presParOf" srcId="{02D75F8B-D540-444F-902E-7F83EF6C108F}" destId="{5E7D5EBB-7C5D-4E14-AAB8-BEB88A4A4B7F}" srcOrd="4" destOrd="0" presId="urn:microsoft.com/office/officeart/2005/8/layout/orgChart1"/>
    <dgm:cxn modelId="{22E43C4F-EB93-4173-8E46-490FD4A60C58}" type="presParOf" srcId="{02D75F8B-D540-444F-902E-7F83EF6C108F}" destId="{9B17FCAB-92EF-4C56-93AA-3668BFD5D295}" srcOrd="5" destOrd="0" presId="urn:microsoft.com/office/officeart/2005/8/layout/orgChart1"/>
    <dgm:cxn modelId="{E85D9DC2-0FBE-4FFC-839A-45C4A01CC999}" type="presParOf" srcId="{9B17FCAB-92EF-4C56-93AA-3668BFD5D295}" destId="{85F019C9-882A-469F-BE57-9FFA1EDB4653}" srcOrd="0" destOrd="0" presId="urn:microsoft.com/office/officeart/2005/8/layout/orgChart1"/>
    <dgm:cxn modelId="{E02F9E5F-8FCA-456B-A854-2883FD06E525}" type="presParOf" srcId="{85F019C9-882A-469F-BE57-9FFA1EDB4653}" destId="{5ED4DB88-48D6-467D-9903-37C8BFA12080}" srcOrd="0" destOrd="0" presId="urn:microsoft.com/office/officeart/2005/8/layout/orgChart1"/>
    <dgm:cxn modelId="{11D87254-853B-48D4-B25E-53ACD0D0533A}" type="presParOf" srcId="{85F019C9-882A-469F-BE57-9FFA1EDB4653}" destId="{C03E6650-4F3F-4164-923F-64697DF8CDA9}" srcOrd="1" destOrd="0" presId="urn:microsoft.com/office/officeart/2005/8/layout/orgChart1"/>
    <dgm:cxn modelId="{BBFC5BC7-2247-45B5-B4AC-DCC41EAC2559}" type="presParOf" srcId="{9B17FCAB-92EF-4C56-93AA-3668BFD5D295}" destId="{70E52A3D-105B-4819-8718-FA3EF8A6DABD}" srcOrd="1" destOrd="0" presId="urn:microsoft.com/office/officeart/2005/8/layout/orgChart1"/>
    <dgm:cxn modelId="{2C4FC743-88BC-4419-952A-414643A0E801}" type="presParOf" srcId="{9B17FCAB-92EF-4C56-93AA-3668BFD5D295}" destId="{519EFB48-826B-4BE0-BBD9-682933AB9317}" srcOrd="2" destOrd="0" presId="urn:microsoft.com/office/officeart/2005/8/layout/orgChart1"/>
    <dgm:cxn modelId="{56B4134E-0FCA-4ABF-B891-6C0B6B114CC6}" type="presParOf" srcId="{02D75F8B-D540-444F-902E-7F83EF6C108F}" destId="{A76680A0-D94C-4876-9425-BD2ACBE015EB}" srcOrd="6" destOrd="0" presId="urn:microsoft.com/office/officeart/2005/8/layout/orgChart1"/>
    <dgm:cxn modelId="{C2FB0B37-B344-4DEE-B64B-6D5603EEE764}" type="presParOf" srcId="{02D75F8B-D540-444F-902E-7F83EF6C108F}" destId="{A617DCD9-7D5E-435F-8BBC-6D27ADA632D4}" srcOrd="7" destOrd="0" presId="urn:microsoft.com/office/officeart/2005/8/layout/orgChart1"/>
    <dgm:cxn modelId="{5BF9F810-E772-439B-B806-7A4D618662DF}" type="presParOf" srcId="{A617DCD9-7D5E-435F-8BBC-6D27ADA632D4}" destId="{0BAD7021-BFE7-4AA7-8D2F-09EC360E21EA}" srcOrd="0" destOrd="0" presId="urn:microsoft.com/office/officeart/2005/8/layout/orgChart1"/>
    <dgm:cxn modelId="{1E8A151B-0AB4-4595-8056-4C7CB83175B6}" type="presParOf" srcId="{0BAD7021-BFE7-4AA7-8D2F-09EC360E21EA}" destId="{AB949CA5-5EEA-4A00-88EF-43885D56D765}" srcOrd="0" destOrd="0" presId="urn:microsoft.com/office/officeart/2005/8/layout/orgChart1"/>
    <dgm:cxn modelId="{D7A139D0-74A0-4403-8FBE-0F53B3C833AB}" type="presParOf" srcId="{0BAD7021-BFE7-4AA7-8D2F-09EC360E21EA}" destId="{BB59B3FF-2CB2-4789-A023-7067EBB3985D}" srcOrd="1" destOrd="0" presId="urn:microsoft.com/office/officeart/2005/8/layout/orgChart1"/>
    <dgm:cxn modelId="{9439BB9D-EFAA-45BB-B820-2ECD4D74FAE4}" type="presParOf" srcId="{A617DCD9-7D5E-435F-8BBC-6D27ADA632D4}" destId="{84469143-68D5-4FE6-B73F-796D5315EECC}" srcOrd="1" destOrd="0" presId="urn:microsoft.com/office/officeart/2005/8/layout/orgChart1"/>
    <dgm:cxn modelId="{C8CD1AA9-6779-46CD-BBD1-AD83FA8EBB11}" type="presParOf" srcId="{A617DCD9-7D5E-435F-8BBC-6D27ADA632D4}" destId="{DEF83AD8-1256-4854-A423-479DD49A71B8}" srcOrd="2" destOrd="0" presId="urn:microsoft.com/office/officeart/2005/8/layout/orgChart1"/>
    <dgm:cxn modelId="{3D16E3C2-BCB5-4C14-9185-3C30BD5657E8}" type="presParOf" srcId="{02D75F8B-D540-444F-902E-7F83EF6C108F}" destId="{73AA092C-F348-4D43-BA05-F3B93267D971}" srcOrd="8" destOrd="0" presId="urn:microsoft.com/office/officeart/2005/8/layout/orgChart1"/>
    <dgm:cxn modelId="{FE0768C3-ED55-433F-ACC4-51A31CF25A6E}" type="presParOf" srcId="{02D75F8B-D540-444F-902E-7F83EF6C108F}" destId="{7F9E4EFA-C772-40B6-8B5D-3C6F1B7E9BA8}" srcOrd="9" destOrd="0" presId="urn:microsoft.com/office/officeart/2005/8/layout/orgChart1"/>
    <dgm:cxn modelId="{80905687-F911-4BAA-B0D2-1AF1BCD6DD47}" type="presParOf" srcId="{7F9E4EFA-C772-40B6-8B5D-3C6F1B7E9BA8}" destId="{AE76FFEF-725B-4962-BA08-202F8F0282C4}" srcOrd="0" destOrd="0" presId="urn:microsoft.com/office/officeart/2005/8/layout/orgChart1"/>
    <dgm:cxn modelId="{45F2003C-70FD-41F1-9156-BDF75E8D79E2}" type="presParOf" srcId="{AE76FFEF-725B-4962-BA08-202F8F0282C4}" destId="{211B4F57-0A09-401B-B60A-0BA9C7DFC24D}" srcOrd="0" destOrd="0" presId="urn:microsoft.com/office/officeart/2005/8/layout/orgChart1"/>
    <dgm:cxn modelId="{A68774CE-5D2D-47F1-BE08-9033EDB29F2E}" type="presParOf" srcId="{AE76FFEF-725B-4962-BA08-202F8F0282C4}" destId="{2B3A4619-B730-4CEA-BB65-7351646026B3}" srcOrd="1" destOrd="0" presId="urn:microsoft.com/office/officeart/2005/8/layout/orgChart1"/>
    <dgm:cxn modelId="{96E8543D-10C2-4C2A-85AC-34877EC90BFA}" type="presParOf" srcId="{7F9E4EFA-C772-40B6-8B5D-3C6F1B7E9BA8}" destId="{D4C443E3-3DD7-4E2A-870F-A9FE716B5734}" srcOrd="1" destOrd="0" presId="urn:microsoft.com/office/officeart/2005/8/layout/orgChart1"/>
    <dgm:cxn modelId="{E2EE0E52-CEA3-40C3-9E05-08FD34D5794D}" type="presParOf" srcId="{7F9E4EFA-C772-40B6-8B5D-3C6F1B7E9BA8}" destId="{76D824E7-97C6-4E12-91EE-58E70C22A1D9}" srcOrd="2" destOrd="0" presId="urn:microsoft.com/office/officeart/2005/8/layout/orgChart1"/>
    <dgm:cxn modelId="{A2AFA360-3E7F-4324-8867-8073615B4CA5}" type="presParOf" srcId="{02D75F8B-D540-444F-902E-7F83EF6C108F}" destId="{8D05F1D0-1894-4299-B798-E8F274871921}" srcOrd="10" destOrd="0" presId="urn:microsoft.com/office/officeart/2005/8/layout/orgChart1"/>
    <dgm:cxn modelId="{F9FA87F0-614F-4C99-A248-257DAF98A666}" type="presParOf" srcId="{02D75F8B-D540-444F-902E-7F83EF6C108F}" destId="{967AC2DA-694B-4481-8E41-FDE625AD12B5}" srcOrd="11" destOrd="0" presId="urn:microsoft.com/office/officeart/2005/8/layout/orgChart1"/>
    <dgm:cxn modelId="{D002CF62-78F7-427D-9A63-F10E2F1467E7}" type="presParOf" srcId="{967AC2DA-694B-4481-8E41-FDE625AD12B5}" destId="{F0A4ED01-1CFE-4514-9008-9A1F63633484}" srcOrd="0" destOrd="0" presId="urn:microsoft.com/office/officeart/2005/8/layout/orgChart1"/>
    <dgm:cxn modelId="{B4D32ED6-728E-4E00-A5C8-112108A6375B}" type="presParOf" srcId="{F0A4ED01-1CFE-4514-9008-9A1F63633484}" destId="{85522D5B-892E-46EC-AFD0-8CF00F1ED0FC}" srcOrd="0" destOrd="0" presId="urn:microsoft.com/office/officeart/2005/8/layout/orgChart1"/>
    <dgm:cxn modelId="{0C5761D7-EC65-480B-BA3F-6CE6ADDE9299}" type="presParOf" srcId="{F0A4ED01-1CFE-4514-9008-9A1F63633484}" destId="{CEBF9439-F4CD-4BDA-B24C-9F27DF4C47DB}" srcOrd="1" destOrd="0" presId="urn:microsoft.com/office/officeart/2005/8/layout/orgChart1"/>
    <dgm:cxn modelId="{AEDAB8A4-CC0A-4B1A-A419-D2DCF9B5668C}" type="presParOf" srcId="{967AC2DA-694B-4481-8E41-FDE625AD12B5}" destId="{3311D1DC-F884-4D40-BD56-3A271C867018}" srcOrd="1" destOrd="0" presId="urn:microsoft.com/office/officeart/2005/8/layout/orgChart1"/>
    <dgm:cxn modelId="{7315976E-078F-470A-95D4-2228C4D9B451}" type="presParOf" srcId="{967AC2DA-694B-4481-8E41-FDE625AD12B5}" destId="{07AF7CCA-56C3-42B7-B605-D2FD6AC8BF92}" srcOrd="2" destOrd="0" presId="urn:microsoft.com/office/officeart/2005/8/layout/orgChart1"/>
    <dgm:cxn modelId="{07CA3670-AD1C-4D66-AB1E-DA09322B3E4A}" type="presParOf" srcId="{19AABB88-5723-4DF7-B513-C52C6D48C029}" destId="{E11A6F86-315D-407F-BC9F-E52937751E6F}" srcOrd="2" destOrd="0" presId="urn:microsoft.com/office/officeart/2005/8/layout/orgChart1"/>
    <dgm:cxn modelId="{152DDE9C-DAC2-4F17-A7E0-D4A0E3759952}"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3A0A272-B842-4C42-9AFB-90CC0DE59EB3}" type="doc">
      <dgm:prSet loTypeId="urn:microsoft.com/office/officeart/2005/8/layout/vList2" loCatId="list" qsTypeId="urn:microsoft.com/office/officeart/2005/8/quickstyle/simple1" qsCatId="simple" csTypeId="urn:microsoft.com/office/officeart/2005/8/colors/accent4_4" csCatId="accent4" phldr="1"/>
      <dgm:spPr/>
      <dgm:t>
        <a:bodyPr/>
        <a:lstStyle/>
        <a:p>
          <a:endParaRPr lang="it-IT"/>
        </a:p>
      </dgm:t>
    </dgm:pt>
    <dgm:pt modelId="{2C943C1D-EECA-4FEE-B001-AD4C40091B84}">
      <dgm:prSet phldrT="[Testo]"/>
      <dgm:spPr>
        <a:solidFill>
          <a:schemeClr val="bg1">
            <a:lumMod val="50000"/>
          </a:schemeClr>
        </a:solidFill>
      </dgm:spPr>
      <dgm:t>
        <a:bodyPr/>
        <a:lstStyle/>
        <a:p>
          <a:r>
            <a:rPr lang="en-US" noProof="0" dirty="0"/>
            <a:t>Input</a:t>
          </a:r>
        </a:p>
      </dgm:t>
    </dgm:pt>
    <dgm:pt modelId="{1ABB439C-E7FD-4B61-89AE-642EF370D606}" type="parTrans" cxnId="{7E9996C1-116F-4615-B8BB-D7709B144632}">
      <dgm:prSet/>
      <dgm:spPr/>
      <dgm:t>
        <a:bodyPr/>
        <a:lstStyle/>
        <a:p>
          <a:endParaRPr lang="it-IT"/>
        </a:p>
      </dgm:t>
    </dgm:pt>
    <dgm:pt modelId="{CA7A14AC-900F-4A7D-BC31-60706EB301BD}" type="sibTrans" cxnId="{7E9996C1-116F-4615-B8BB-D7709B144632}">
      <dgm:prSet/>
      <dgm:spPr/>
      <dgm:t>
        <a:bodyPr/>
        <a:lstStyle/>
        <a:p>
          <a:endParaRPr lang="it-IT"/>
        </a:p>
      </dgm:t>
    </dgm:pt>
    <dgm:pt modelId="{5A42A810-8160-47E4-AFF9-1A06C76E13C1}">
      <dgm:prSet phldrT="[Testo]"/>
      <dgm:spPr/>
      <dgm:t>
        <a:bodyPr/>
        <a:lstStyle/>
        <a:p>
          <a:r>
            <a:rPr lang="en-US" noProof="0" dirty="0"/>
            <a:t>Project management plan</a:t>
          </a:r>
        </a:p>
      </dgm:t>
    </dgm:pt>
    <dgm:pt modelId="{46F33AA1-6772-41AF-BA82-0319C6E4A4ED}" type="parTrans" cxnId="{1FCF1F27-8A8D-48CF-A5E8-CBB67BFB28CF}">
      <dgm:prSet/>
      <dgm:spPr/>
      <dgm:t>
        <a:bodyPr/>
        <a:lstStyle/>
        <a:p>
          <a:endParaRPr lang="it-IT"/>
        </a:p>
      </dgm:t>
    </dgm:pt>
    <dgm:pt modelId="{1437AFA4-5E3A-4EC0-8C00-20D9DA6DDDD3}" type="sibTrans" cxnId="{1FCF1F27-8A8D-48CF-A5E8-CBB67BFB28CF}">
      <dgm:prSet/>
      <dgm:spPr/>
      <dgm:t>
        <a:bodyPr/>
        <a:lstStyle/>
        <a:p>
          <a:endParaRPr lang="it-IT"/>
        </a:p>
      </dgm:t>
    </dgm:pt>
    <dgm:pt modelId="{A2D21211-4960-447D-ACB7-ACE1E11520B5}">
      <dgm:prSet phldrT="[Testo]"/>
      <dgm:spPr/>
      <dgm:t>
        <a:bodyPr/>
        <a:lstStyle/>
        <a:p>
          <a:r>
            <a:rPr lang="en-US" noProof="0" dirty="0"/>
            <a:t>Project charter</a:t>
          </a:r>
        </a:p>
      </dgm:t>
    </dgm:pt>
    <dgm:pt modelId="{C9277FEF-F8B5-44E0-A4EA-606AD82E6C5C}" type="parTrans" cxnId="{730384A6-914F-40C8-A8D5-9900356B3FF8}">
      <dgm:prSet/>
      <dgm:spPr/>
      <dgm:t>
        <a:bodyPr/>
        <a:lstStyle/>
        <a:p>
          <a:endParaRPr lang="it-IT"/>
        </a:p>
      </dgm:t>
    </dgm:pt>
    <dgm:pt modelId="{C834C3E2-77EF-4F69-B4CC-088212B1A7B4}" type="sibTrans" cxnId="{730384A6-914F-40C8-A8D5-9900356B3FF8}">
      <dgm:prSet/>
      <dgm:spPr/>
      <dgm:t>
        <a:bodyPr/>
        <a:lstStyle/>
        <a:p>
          <a:endParaRPr lang="it-IT"/>
        </a:p>
      </dgm:t>
    </dgm:pt>
    <dgm:pt modelId="{B0A0E003-4BF6-462B-A6DB-7655EF69E04C}">
      <dgm:prSet/>
      <dgm:spPr/>
      <dgm:t>
        <a:bodyPr/>
        <a:lstStyle/>
        <a:p>
          <a:r>
            <a:rPr lang="en-US" noProof="0" dirty="0"/>
            <a:t>Stakeholder register</a:t>
          </a:r>
        </a:p>
      </dgm:t>
    </dgm:pt>
    <dgm:pt modelId="{20561F20-0741-403A-A715-E9C4A1F38A2C}" type="parTrans" cxnId="{2B5399B5-F8A3-4773-A7E9-418F42C86168}">
      <dgm:prSet/>
      <dgm:spPr/>
      <dgm:t>
        <a:bodyPr/>
        <a:lstStyle/>
        <a:p>
          <a:endParaRPr lang="it-IT"/>
        </a:p>
      </dgm:t>
    </dgm:pt>
    <dgm:pt modelId="{CF5A3E86-09E3-470F-BA0D-D8D1569B9B7E}" type="sibTrans" cxnId="{2B5399B5-F8A3-4773-A7E9-418F42C86168}">
      <dgm:prSet/>
      <dgm:spPr/>
      <dgm:t>
        <a:bodyPr/>
        <a:lstStyle/>
        <a:p>
          <a:endParaRPr lang="it-IT"/>
        </a:p>
      </dgm:t>
    </dgm:pt>
    <dgm:pt modelId="{9D493CA1-6C19-42A2-B7C9-5297398C7609}">
      <dgm:prSet/>
      <dgm:spPr/>
      <dgm:t>
        <a:bodyPr/>
        <a:lstStyle/>
        <a:p>
          <a:r>
            <a:rPr lang="en-US" noProof="0" dirty="0"/>
            <a:t>Enterprise environmental factors</a:t>
          </a:r>
        </a:p>
      </dgm:t>
    </dgm:pt>
    <dgm:pt modelId="{A2B163CC-265A-40CD-91CA-59386EEB3DA7}" type="parTrans" cxnId="{FBDEBAB3-4F63-4C28-9DA0-63A3D43FF9FE}">
      <dgm:prSet/>
      <dgm:spPr/>
      <dgm:t>
        <a:bodyPr/>
        <a:lstStyle/>
        <a:p>
          <a:endParaRPr lang="it-IT"/>
        </a:p>
      </dgm:t>
    </dgm:pt>
    <dgm:pt modelId="{F4852AC1-F5EE-463B-8CC2-E9B88AF5EA50}" type="sibTrans" cxnId="{FBDEBAB3-4F63-4C28-9DA0-63A3D43FF9FE}">
      <dgm:prSet/>
      <dgm:spPr/>
      <dgm:t>
        <a:bodyPr/>
        <a:lstStyle/>
        <a:p>
          <a:endParaRPr lang="it-IT"/>
        </a:p>
      </dgm:t>
    </dgm:pt>
    <dgm:pt modelId="{588EA39B-B8B8-4234-8F3C-274A9D16B602}">
      <dgm:prSet/>
      <dgm:spPr/>
      <dgm:t>
        <a:bodyPr/>
        <a:lstStyle/>
        <a:p>
          <a:r>
            <a:rPr lang="en-US" noProof="0" dirty="0"/>
            <a:t>Organizational process assets</a:t>
          </a:r>
        </a:p>
      </dgm:t>
    </dgm:pt>
    <dgm:pt modelId="{4D19926C-2E11-476C-9800-3A06EFD63B07}" type="parTrans" cxnId="{B09F3894-EB8B-42E9-830C-2AD865E8E8A7}">
      <dgm:prSet/>
      <dgm:spPr/>
      <dgm:t>
        <a:bodyPr/>
        <a:lstStyle/>
        <a:p>
          <a:endParaRPr lang="it-IT"/>
        </a:p>
      </dgm:t>
    </dgm:pt>
    <dgm:pt modelId="{5FC912B7-487B-4292-9155-7C0CE13250DA}" type="sibTrans" cxnId="{B09F3894-EB8B-42E9-830C-2AD865E8E8A7}">
      <dgm:prSet/>
      <dgm:spPr/>
      <dgm:t>
        <a:bodyPr/>
        <a:lstStyle/>
        <a:p>
          <a:endParaRPr lang="it-IT"/>
        </a:p>
      </dgm:t>
    </dgm:pt>
    <dgm:pt modelId="{633857BF-57B6-4592-AE65-49978E70F853}">
      <dgm:prSet phldrT="[Testo]"/>
      <dgm:spPr/>
      <dgm:t>
        <a:bodyPr/>
        <a:lstStyle/>
        <a:p>
          <a:r>
            <a:rPr lang="en-US" noProof="0" dirty="0"/>
            <a:t>Tools &amp; Techniques </a:t>
          </a:r>
        </a:p>
      </dgm:t>
    </dgm:pt>
    <dgm:pt modelId="{24ED4F51-2B3B-41C3-8931-420CDA2AA198}" type="parTrans" cxnId="{70FAC595-8B0D-4E1A-B8D4-4CBAD2BEAAA5}">
      <dgm:prSet/>
      <dgm:spPr/>
      <dgm:t>
        <a:bodyPr/>
        <a:lstStyle/>
        <a:p>
          <a:endParaRPr lang="it-IT"/>
        </a:p>
      </dgm:t>
    </dgm:pt>
    <dgm:pt modelId="{A634C7A4-91F4-48AA-B36E-042D439F6633}" type="sibTrans" cxnId="{70FAC595-8B0D-4E1A-B8D4-4CBAD2BEAAA5}">
      <dgm:prSet/>
      <dgm:spPr/>
      <dgm:t>
        <a:bodyPr/>
        <a:lstStyle/>
        <a:p>
          <a:endParaRPr lang="it-IT"/>
        </a:p>
      </dgm:t>
    </dgm:pt>
    <dgm:pt modelId="{6F605C31-096F-46EE-A3EF-9E164EB43568}">
      <dgm:prSet phldrT="[Testo]"/>
      <dgm:spPr/>
      <dgm:t>
        <a:bodyPr/>
        <a:lstStyle/>
        <a:p>
          <a:r>
            <a:rPr lang="en-US" noProof="0" dirty="0"/>
            <a:t>Analytical Techniques </a:t>
          </a:r>
        </a:p>
      </dgm:t>
    </dgm:pt>
    <dgm:pt modelId="{A0AB1572-99C3-44B6-A1D8-EC8E55E74068}" type="parTrans" cxnId="{EF27025C-B8C3-431F-A958-7CEA9B989954}">
      <dgm:prSet/>
      <dgm:spPr/>
      <dgm:t>
        <a:bodyPr/>
        <a:lstStyle/>
        <a:p>
          <a:endParaRPr lang="it-IT"/>
        </a:p>
      </dgm:t>
    </dgm:pt>
    <dgm:pt modelId="{686BF351-91B1-4F5E-9E95-5A913F63AAAC}" type="sibTrans" cxnId="{EF27025C-B8C3-431F-A958-7CEA9B989954}">
      <dgm:prSet/>
      <dgm:spPr/>
      <dgm:t>
        <a:bodyPr/>
        <a:lstStyle/>
        <a:p>
          <a:endParaRPr lang="it-IT"/>
        </a:p>
      </dgm:t>
    </dgm:pt>
    <dgm:pt modelId="{BD02EC37-6875-418E-AD30-2558AF543CE1}">
      <dgm:prSet phldrT="[Testo]"/>
      <dgm:spPr/>
      <dgm:t>
        <a:bodyPr/>
        <a:lstStyle/>
        <a:p>
          <a:r>
            <a:rPr lang="en-US" noProof="0" dirty="0"/>
            <a:t>Expert Judgement </a:t>
          </a:r>
        </a:p>
      </dgm:t>
    </dgm:pt>
    <dgm:pt modelId="{6023A887-967E-4439-A7B1-486D89577548}" type="parTrans" cxnId="{74975ACA-4625-467A-92C6-666417EB77F7}">
      <dgm:prSet/>
      <dgm:spPr/>
      <dgm:t>
        <a:bodyPr/>
        <a:lstStyle/>
        <a:p>
          <a:endParaRPr lang="it-IT"/>
        </a:p>
      </dgm:t>
    </dgm:pt>
    <dgm:pt modelId="{94681876-8FF6-4ABD-9143-4325B20C60CE}" type="sibTrans" cxnId="{74975ACA-4625-467A-92C6-666417EB77F7}">
      <dgm:prSet/>
      <dgm:spPr/>
      <dgm:t>
        <a:bodyPr/>
        <a:lstStyle/>
        <a:p>
          <a:endParaRPr lang="it-IT"/>
        </a:p>
      </dgm:t>
    </dgm:pt>
    <dgm:pt modelId="{BC8B21B4-29C6-4C45-A455-935B688A77BC}">
      <dgm:prSet phldrT="[Testo]"/>
      <dgm:spPr/>
      <dgm:t>
        <a:bodyPr/>
        <a:lstStyle/>
        <a:p>
          <a:r>
            <a:rPr lang="en-US" noProof="0" dirty="0"/>
            <a:t>Meetings </a:t>
          </a:r>
        </a:p>
      </dgm:t>
    </dgm:pt>
    <dgm:pt modelId="{3FD0EADE-CB00-49A5-8EDE-8E44337DD2FE}" type="parTrans" cxnId="{FC2ACD8F-1F59-4B11-BB98-16A92DB502A9}">
      <dgm:prSet/>
      <dgm:spPr/>
      <dgm:t>
        <a:bodyPr/>
        <a:lstStyle/>
        <a:p>
          <a:endParaRPr lang="it-IT"/>
        </a:p>
      </dgm:t>
    </dgm:pt>
    <dgm:pt modelId="{F8D82FF9-C734-49B5-8DDB-4FDB35696119}" type="sibTrans" cxnId="{FC2ACD8F-1F59-4B11-BB98-16A92DB502A9}">
      <dgm:prSet/>
      <dgm:spPr/>
      <dgm:t>
        <a:bodyPr/>
        <a:lstStyle/>
        <a:p>
          <a:endParaRPr lang="it-IT"/>
        </a:p>
      </dgm:t>
    </dgm:pt>
    <dgm:pt modelId="{594C3D79-2DCD-405A-9E02-921EF127EB71}">
      <dgm:prSet phldrT="[Testo]"/>
      <dgm:spPr/>
      <dgm:t>
        <a:bodyPr/>
        <a:lstStyle/>
        <a:p>
          <a:r>
            <a:rPr lang="en-US" noProof="0" dirty="0"/>
            <a:t>Output</a:t>
          </a:r>
        </a:p>
      </dgm:t>
    </dgm:pt>
    <dgm:pt modelId="{3622D0B0-F83F-4A98-B7BA-ED1A318AC69F}" type="parTrans" cxnId="{751EECEA-2E4C-4F43-9C62-3C8A84C2709A}">
      <dgm:prSet/>
      <dgm:spPr/>
      <dgm:t>
        <a:bodyPr/>
        <a:lstStyle/>
        <a:p>
          <a:endParaRPr lang="it-IT"/>
        </a:p>
      </dgm:t>
    </dgm:pt>
    <dgm:pt modelId="{0522FA1E-D2CA-4015-A376-00FC6BBF949B}" type="sibTrans" cxnId="{751EECEA-2E4C-4F43-9C62-3C8A84C2709A}">
      <dgm:prSet/>
      <dgm:spPr/>
      <dgm:t>
        <a:bodyPr/>
        <a:lstStyle/>
        <a:p>
          <a:endParaRPr lang="it-IT"/>
        </a:p>
      </dgm:t>
    </dgm:pt>
    <dgm:pt modelId="{FCFC4B70-1DE6-4C73-9D37-07BA16E739AB}">
      <dgm:prSet phldrT="[Testo]"/>
      <dgm:spPr/>
      <dgm:t>
        <a:bodyPr/>
        <a:lstStyle/>
        <a:p>
          <a:r>
            <a:rPr lang="en-US" noProof="0" dirty="0"/>
            <a:t>Risk Management Plan </a:t>
          </a:r>
        </a:p>
      </dgm:t>
    </dgm:pt>
    <dgm:pt modelId="{ED88464E-D4DC-40ED-9CE0-CFD67CC44C8C}" type="parTrans" cxnId="{74C907F3-D61E-496D-80BF-5796A65FE775}">
      <dgm:prSet/>
      <dgm:spPr/>
      <dgm:t>
        <a:bodyPr/>
        <a:lstStyle/>
        <a:p>
          <a:endParaRPr lang="it-IT"/>
        </a:p>
      </dgm:t>
    </dgm:pt>
    <dgm:pt modelId="{76EA5BC9-5F3C-47FB-996C-3AC15E7FC7CC}" type="sibTrans" cxnId="{74C907F3-D61E-496D-80BF-5796A65FE775}">
      <dgm:prSet/>
      <dgm:spPr/>
      <dgm:t>
        <a:bodyPr/>
        <a:lstStyle/>
        <a:p>
          <a:endParaRPr lang="it-IT"/>
        </a:p>
      </dgm:t>
    </dgm:pt>
    <dgm:pt modelId="{2D32639D-724E-4E90-91CB-8A7E55B6EC2B}" type="pres">
      <dgm:prSet presAssocID="{B3A0A272-B842-4C42-9AFB-90CC0DE59EB3}" presName="linear" presStyleCnt="0">
        <dgm:presLayoutVars>
          <dgm:animLvl val="lvl"/>
          <dgm:resizeHandles val="exact"/>
        </dgm:presLayoutVars>
      </dgm:prSet>
      <dgm:spPr/>
    </dgm:pt>
    <dgm:pt modelId="{FB30FAA1-933C-4A39-96BB-CD9828922F7E}" type="pres">
      <dgm:prSet presAssocID="{2C943C1D-EECA-4FEE-B001-AD4C40091B84}" presName="parentText" presStyleLbl="node1" presStyleIdx="0" presStyleCnt="3" custScaleY="149730" custLinFactNeighborX="1641" custLinFactNeighborY="-1516">
        <dgm:presLayoutVars>
          <dgm:chMax val="0"/>
          <dgm:bulletEnabled val="1"/>
        </dgm:presLayoutVars>
      </dgm:prSet>
      <dgm:spPr/>
    </dgm:pt>
    <dgm:pt modelId="{6FF7B2BA-684C-47B9-AED9-51FAC8F084B3}" type="pres">
      <dgm:prSet presAssocID="{2C943C1D-EECA-4FEE-B001-AD4C40091B84}" presName="childText" presStyleLbl="revTx" presStyleIdx="0" presStyleCnt="3">
        <dgm:presLayoutVars>
          <dgm:bulletEnabled val="1"/>
        </dgm:presLayoutVars>
      </dgm:prSet>
      <dgm:spPr/>
    </dgm:pt>
    <dgm:pt modelId="{73DFDD2C-6739-485B-8DC1-0F2E6B9AE9F9}" type="pres">
      <dgm:prSet presAssocID="{633857BF-57B6-4592-AE65-49978E70F853}" presName="parentText" presStyleLbl="node1" presStyleIdx="1" presStyleCnt="3">
        <dgm:presLayoutVars>
          <dgm:chMax val="0"/>
          <dgm:bulletEnabled val="1"/>
        </dgm:presLayoutVars>
      </dgm:prSet>
      <dgm:spPr/>
    </dgm:pt>
    <dgm:pt modelId="{0B0F106B-D1F7-40AC-A310-FF94E95B4C3A}" type="pres">
      <dgm:prSet presAssocID="{633857BF-57B6-4592-AE65-49978E70F853}" presName="childText" presStyleLbl="revTx" presStyleIdx="1" presStyleCnt="3">
        <dgm:presLayoutVars>
          <dgm:bulletEnabled val="1"/>
        </dgm:presLayoutVars>
      </dgm:prSet>
      <dgm:spPr/>
    </dgm:pt>
    <dgm:pt modelId="{9F9BEBDA-B0CC-4252-90E0-6074F3EC49D4}" type="pres">
      <dgm:prSet presAssocID="{594C3D79-2DCD-405A-9E02-921EF127EB71}" presName="parentText" presStyleLbl="node1" presStyleIdx="2" presStyleCnt="3">
        <dgm:presLayoutVars>
          <dgm:chMax val="0"/>
          <dgm:bulletEnabled val="1"/>
        </dgm:presLayoutVars>
      </dgm:prSet>
      <dgm:spPr/>
    </dgm:pt>
    <dgm:pt modelId="{FEE3CB09-E5CC-4D60-89BB-2E1529510FA2}" type="pres">
      <dgm:prSet presAssocID="{594C3D79-2DCD-405A-9E02-921EF127EB71}" presName="childText" presStyleLbl="revTx" presStyleIdx="2" presStyleCnt="3">
        <dgm:presLayoutVars>
          <dgm:bulletEnabled val="1"/>
        </dgm:presLayoutVars>
      </dgm:prSet>
      <dgm:spPr/>
    </dgm:pt>
  </dgm:ptLst>
  <dgm:cxnLst>
    <dgm:cxn modelId="{7674ED09-8A8A-45FE-B617-F7777F5A8536}" type="presOf" srcId="{B0A0E003-4BF6-462B-A6DB-7655EF69E04C}" destId="{6FF7B2BA-684C-47B9-AED9-51FAC8F084B3}" srcOrd="0" destOrd="2" presId="urn:microsoft.com/office/officeart/2005/8/layout/vList2"/>
    <dgm:cxn modelId="{0F6AC71C-229A-4B67-AC88-C5C72E5E2235}" type="presOf" srcId="{BD02EC37-6875-418E-AD30-2558AF543CE1}" destId="{0B0F106B-D1F7-40AC-A310-FF94E95B4C3A}" srcOrd="0" destOrd="1" presId="urn:microsoft.com/office/officeart/2005/8/layout/vList2"/>
    <dgm:cxn modelId="{8FC1AA25-FEB0-48E9-B9CB-9AFB6EB1058C}" type="presOf" srcId="{6F605C31-096F-46EE-A3EF-9E164EB43568}" destId="{0B0F106B-D1F7-40AC-A310-FF94E95B4C3A}" srcOrd="0" destOrd="0" presId="urn:microsoft.com/office/officeart/2005/8/layout/vList2"/>
    <dgm:cxn modelId="{1FCF1F27-8A8D-48CF-A5E8-CBB67BFB28CF}" srcId="{2C943C1D-EECA-4FEE-B001-AD4C40091B84}" destId="{5A42A810-8160-47E4-AFF9-1A06C76E13C1}" srcOrd="0" destOrd="0" parTransId="{46F33AA1-6772-41AF-BA82-0319C6E4A4ED}" sibTransId="{1437AFA4-5E3A-4EC0-8C00-20D9DA6DDDD3}"/>
    <dgm:cxn modelId="{0F7A5737-E6B4-4D05-B7CA-BBE65C418881}" type="presOf" srcId="{588EA39B-B8B8-4234-8F3C-274A9D16B602}" destId="{6FF7B2BA-684C-47B9-AED9-51FAC8F084B3}" srcOrd="0" destOrd="4" presId="urn:microsoft.com/office/officeart/2005/8/layout/vList2"/>
    <dgm:cxn modelId="{EBD7573A-4671-4286-BB5D-7F26EB2BFD3C}" type="presOf" srcId="{633857BF-57B6-4592-AE65-49978E70F853}" destId="{73DFDD2C-6739-485B-8DC1-0F2E6B9AE9F9}" srcOrd="0" destOrd="0" presId="urn:microsoft.com/office/officeart/2005/8/layout/vList2"/>
    <dgm:cxn modelId="{EF27025C-B8C3-431F-A958-7CEA9B989954}" srcId="{633857BF-57B6-4592-AE65-49978E70F853}" destId="{6F605C31-096F-46EE-A3EF-9E164EB43568}" srcOrd="0" destOrd="0" parTransId="{A0AB1572-99C3-44B6-A1D8-EC8E55E74068}" sibTransId="{686BF351-91B1-4F5E-9E95-5A913F63AAAC}"/>
    <dgm:cxn modelId="{4A493B5D-ACB2-4422-86E2-A8357714175C}" type="presOf" srcId="{5A42A810-8160-47E4-AFF9-1A06C76E13C1}" destId="{6FF7B2BA-684C-47B9-AED9-51FAC8F084B3}" srcOrd="0" destOrd="0" presId="urn:microsoft.com/office/officeart/2005/8/layout/vList2"/>
    <dgm:cxn modelId="{5C75FB4A-542E-42FE-80DD-DA9190CFC803}" type="presOf" srcId="{BC8B21B4-29C6-4C45-A455-935B688A77BC}" destId="{0B0F106B-D1F7-40AC-A310-FF94E95B4C3A}" srcOrd="0" destOrd="2" presId="urn:microsoft.com/office/officeart/2005/8/layout/vList2"/>
    <dgm:cxn modelId="{7CBA8D4F-22C1-41D5-A52D-496405EDE6F8}" type="presOf" srcId="{594C3D79-2DCD-405A-9E02-921EF127EB71}" destId="{9F9BEBDA-B0CC-4252-90E0-6074F3EC49D4}" srcOrd="0" destOrd="0" presId="urn:microsoft.com/office/officeart/2005/8/layout/vList2"/>
    <dgm:cxn modelId="{629D4274-2006-4BE1-A73D-A2CA05301293}" type="presOf" srcId="{9D493CA1-6C19-42A2-B7C9-5297398C7609}" destId="{6FF7B2BA-684C-47B9-AED9-51FAC8F084B3}" srcOrd="0" destOrd="3" presId="urn:microsoft.com/office/officeart/2005/8/layout/vList2"/>
    <dgm:cxn modelId="{FC2ACD8F-1F59-4B11-BB98-16A92DB502A9}" srcId="{633857BF-57B6-4592-AE65-49978E70F853}" destId="{BC8B21B4-29C6-4C45-A455-935B688A77BC}" srcOrd="2" destOrd="0" parTransId="{3FD0EADE-CB00-49A5-8EDE-8E44337DD2FE}" sibTransId="{F8D82FF9-C734-49B5-8DDB-4FDB35696119}"/>
    <dgm:cxn modelId="{B09F3894-EB8B-42E9-830C-2AD865E8E8A7}" srcId="{2C943C1D-EECA-4FEE-B001-AD4C40091B84}" destId="{588EA39B-B8B8-4234-8F3C-274A9D16B602}" srcOrd="4" destOrd="0" parTransId="{4D19926C-2E11-476C-9800-3A06EFD63B07}" sibTransId="{5FC912B7-487B-4292-9155-7C0CE13250DA}"/>
    <dgm:cxn modelId="{70FAC595-8B0D-4E1A-B8D4-4CBAD2BEAAA5}" srcId="{B3A0A272-B842-4C42-9AFB-90CC0DE59EB3}" destId="{633857BF-57B6-4592-AE65-49978E70F853}" srcOrd="1" destOrd="0" parTransId="{24ED4F51-2B3B-41C3-8931-420CDA2AA198}" sibTransId="{A634C7A4-91F4-48AA-B36E-042D439F6633}"/>
    <dgm:cxn modelId="{730384A6-914F-40C8-A8D5-9900356B3FF8}" srcId="{2C943C1D-EECA-4FEE-B001-AD4C40091B84}" destId="{A2D21211-4960-447D-ACB7-ACE1E11520B5}" srcOrd="1" destOrd="0" parTransId="{C9277FEF-F8B5-44E0-A4EA-606AD82E6C5C}" sibTransId="{C834C3E2-77EF-4F69-B4CC-088212B1A7B4}"/>
    <dgm:cxn modelId="{FBDEBAB3-4F63-4C28-9DA0-63A3D43FF9FE}" srcId="{2C943C1D-EECA-4FEE-B001-AD4C40091B84}" destId="{9D493CA1-6C19-42A2-B7C9-5297398C7609}" srcOrd="3" destOrd="0" parTransId="{A2B163CC-265A-40CD-91CA-59386EEB3DA7}" sibTransId="{F4852AC1-F5EE-463B-8CC2-E9B88AF5EA50}"/>
    <dgm:cxn modelId="{2B5399B5-F8A3-4773-A7E9-418F42C86168}" srcId="{2C943C1D-EECA-4FEE-B001-AD4C40091B84}" destId="{B0A0E003-4BF6-462B-A6DB-7655EF69E04C}" srcOrd="2" destOrd="0" parTransId="{20561F20-0741-403A-A715-E9C4A1F38A2C}" sibTransId="{CF5A3E86-09E3-470F-BA0D-D8D1569B9B7E}"/>
    <dgm:cxn modelId="{7A328AB9-C3EB-496B-9276-6380889BCDB9}" type="presOf" srcId="{A2D21211-4960-447D-ACB7-ACE1E11520B5}" destId="{6FF7B2BA-684C-47B9-AED9-51FAC8F084B3}" srcOrd="0" destOrd="1" presId="urn:microsoft.com/office/officeart/2005/8/layout/vList2"/>
    <dgm:cxn modelId="{7E9996C1-116F-4615-B8BB-D7709B144632}" srcId="{B3A0A272-B842-4C42-9AFB-90CC0DE59EB3}" destId="{2C943C1D-EECA-4FEE-B001-AD4C40091B84}" srcOrd="0" destOrd="0" parTransId="{1ABB439C-E7FD-4B61-89AE-642EF370D606}" sibTransId="{CA7A14AC-900F-4A7D-BC31-60706EB301BD}"/>
    <dgm:cxn modelId="{74975ACA-4625-467A-92C6-666417EB77F7}" srcId="{633857BF-57B6-4592-AE65-49978E70F853}" destId="{BD02EC37-6875-418E-AD30-2558AF543CE1}" srcOrd="1" destOrd="0" parTransId="{6023A887-967E-4439-A7B1-486D89577548}" sibTransId="{94681876-8FF6-4ABD-9143-4325B20C60CE}"/>
    <dgm:cxn modelId="{DB915FDC-284B-4B58-AB7B-96F7A011A607}" type="presOf" srcId="{2C943C1D-EECA-4FEE-B001-AD4C40091B84}" destId="{FB30FAA1-933C-4A39-96BB-CD9828922F7E}" srcOrd="0" destOrd="0" presId="urn:microsoft.com/office/officeart/2005/8/layout/vList2"/>
    <dgm:cxn modelId="{751EECEA-2E4C-4F43-9C62-3C8A84C2709A}" srcId="{B3A0A272-B842-4C42-9AFB-90CC0DE59EB3}" destId="{594C3D79-2DCD-405A-9E02-921EF127EB71}" srcOrd="2" destOrd="0" parTransId="{3622D0B0-F83F-4A98-B7BA-ED1A318AC69F}" sibTransId="{0522FA1E-D2CA-4015-A376-00FC6BBF949B}"/>
    <dgm:cxn modelId="{74C907F3-D61E-496D-80BF-5796A65FE775}" srcId="{594C3D79-2DCD-405A-9E02-921EF127EB71}" destId="{FCFC4B70-1DE6-4C73-9D37-07BA16E739AB}" srcOrd="0" destOrd="0" parTransId="{ED88464E-D4DC-40ED-9CE0-CFD67CC44C8C}" sibTransId="{76EA5BC9-5F3C-47FB-996C-3AC15E7FC7CC}"/>
    <dgm:cxn modelId="{A3E6A9F4-B7A9-4186-900E-915F8F4AF547}" type="presOf" srcId="{B3A0A272-B842-4C42-9AFB-90CC0DE59EB3}" destId="{2D32639D-724E-4E90-91CB-8A7E55B6EC2B}" srcOrd="0" destOrd="0" presId="urn:microsoft.com/office/officeart/2005/8/layout/vList2"/>
    <dgm:cxn modelId="{5F2723FF-B873-4C21-ACD0-419C82D6B22F}" type="presOf" srcId="{FCFC4B70-1DE6-4C73-9D37-07BA16E739AB}" destId="{FEE3CB09-E5CC-4D60-89BB-2E1529510FA2}" srcOrd="0" destOrd="0" presId="urn:microsoft.com/office/officeart/2005/8/layout/vList2"/>
    <dgm:cxn modelId="{56848722-1C97-4F2D-B674-1391D5E0DF3F}" type="presParOf" srcId="{2D32639D-724E-4E90-91CB-8A7E55B6EC2B}" destId="{FB30FAA1-933C-4A39-96BB-CD9828922F7E}" srcOrd="0" destOrd="0" presId="urn:microsoft.com/office/officeart/2005/8/layout/vList2"/>
    <dgm:cxn modelId="{548A4B9E-7D2E-4F74-97EA-081CF9541B7B}" type="presParOf" srcId="{2D32639D-724E-4E90-91CB-8A7E55B6EC2B}" destId="{6FF7B2BA-684C-47B9-AED9-51FAC8F084B3}" srcOrd="1" destOrd="0" presId="urn:microsoft.com/office/officeart/2005/8/layout/vList2"/>
    <dgm:cxn modelId="{69639511-0613-4A33-93D2-C5354F272E18}" type="presParOf" srcId="{2D32639D-724E-4E90-91CB-8A7E55B6EC2B}" destId="{73DFDD2C-6739-485B-8DC1-0F2E6B9AE9F9}" srcOrd="2" destOrd="0" presId="urn:microsoft.com/office/officeart/2005/8/layout/vList2"/>
    <dgm:cxn modelId="{F7025F5D-40B8-44B9-94DB-CD946F002539}" type="presParOf" srcId="{2D32639D-724E-4E90-91CB-8A7E55B6EC2B}" destId="{0B0F106B-D1F7-40AC-A310-FF94E95B4C3A}" srcOrd="3" destOrd="0" presId="urn:microsoft.com/office/officeart/2005/8/layout/vList2"/>
    <dgm:cxn modelId="{08AF0675-8CD7-4E35-AFBE-43A498A8E545}" type="presParOf" srcId="{2D32639D-724E-4E90-91CB-8A7E55B6EC2B}" destId="{9F9BEBDA-B0CC-4252-90E0-6074F3EC49D4}" srcOrd="4" destOrd="0" presId="urn:microsoft.com/office/officeart/2005/8/layout/vList2"/>
    <dgm:cxn modelId="{202497C8-45AB-4B91-AC7F-E97A9978DE9E}" type="presParOf" srcId="{2D32639D-724E-4E90-91CB-8A7E55B6EC2B}" destId="{FEE3CB09-E5CC-4D60-89BB-2E1529510FA2}" srcOrd="5"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rgbClr val="FF0000"/>
        </a:solidFill>
      </dgm:spPr>
      <dgm:t>
        <a:bodyPr/>
        <a:lstStyle/>
        <a:p>
          <a:r>
            <a:rPr lang="en-US" b="1" noProof="0" dirty="0">
              <a:solidFill>
                <a:schemeClr val="bg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dgm:t>
        <a:bodyPr/>
        <a:lstStyle/>
        <a:p>
          <a:r>
            <a:rPr lang="en-US" noProof="0" dirty="0"/>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dgm:t>
        <a:bodyPr/>
        <a:lstStyle/>
        <a:p>
          <a:r>
            <a:rPr lang="en-US" noProof="0" dirty="0"/>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2026B906-11C7-4608-BB13-0EBD3801894D}" type="presOf" srcId="{F8A19A4D-577C-45FD-BA30-8EFF44878AED}" destId="{A76680A0-D94C-4876-9425-BD2ACBE015EB}" srcOrd="0" destOrd="0" presId="urn:microsoft.com/office/officeart/2005/8/layout/orgChart1"/>
    <dgm:cxn modelId="{1D3FE210-4334-4C51-A3B0-A2303992EC6A}" type="presOf" srcId="{910CEB26-5683-4E54-8BF2-717468D36E57}" destId="{C541BE7D-C1EE-4D07-8020-0D2AEE3BC172}" srcOrd="1"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D365A320-C1BD-4954-8FE7-DF30E1CDF2DE}" type="presOf" srcId="{A56BCF70-C320-495F-9D47-D102341DA2FB}" destId="{5E7D5EBB-7C5D-4E14-AAB8-BEB88A4A4B7F}" srcOrd="0" destOrd="0" presId="urn:microsoft.com/office/officeart/2005/8/layout/orgChart1"/>
    <dgm:cxn modelId="{D4F2D229-A952-4227-98A9-6D74B73431F0}" type="presOf" srcId="{50955908-1694-482D-BD6F-C04C01D438DC}" destId="{CEBF9439-F4CD-4BDA-B24C-9F27DF4C47DB}" srcOrd="1" destOrd="0" presId="urn:microsoft.com/office/officeart/2005/8/layout/orgChart1"/>
    <dgm:cxn modelId="{186FE029-89FD-4EEA-9F3B-A1261C5C5F97}" type="presOf" srcId="{6D951906-95CE-4054-B2EF-9AFA0DE76DD6}" destId="{211B4F57-0A09-401B-B60A-0BA9C7DFC24D}"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A6BE5B39-F83E-4011-AC4B-182C19B45E43}" type="presOf" srcId="{3F64DD8B-D8A1-4FEC-BE6C-DAE71BED4B23}" destId="{23BC9DEC-491D-4FB7-A841-E6D19B57FCD7}" srcOrd="0"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08471E5B-2C73-4178-8365-DA3E5E95B4FD}" type="presOf" srcId="{DD5E7C8F-E225-4B9C-AD21-EA6BE6352751}" destId="{5ED4DB88-48D6-467D-9903-37C8BFA12080}" srcOrd="0" destOrd="0" presId="urn:microsoft.com/office/officeart/2005/8/layout/orgChart1"/>
    <dgm:cxn modelId="{804B745C-0C2B-4F8D-BB0C-BF419F1E0876}" type="presOf" srcId="{49E2CD8A-BB77-4314-A1E6-152F6F158413}" destId="{6C62C63C-2189-4BF9-9749-73C32BEF5B0B}" srcOrd="0" destOrd="0" presId="urn:microsoft.com/office/officeart/2005/8/layout/orgChart1"/>
    <dgm:cxn modelId="{F448C75E-B557-4509-B5E3-E0B8357A7CCE}" type="presOf" srcId="{7C69A925-A39E-4BB5-B363-D96809E3EC1C}" destId="{FBC8F129-5F57-4A1A-9A97-4EFE434EF3B4}" srcOrd="1" destOrd="0" presId="urn:microsoft.com/office/officeart/2005/8/layout/orgChart1"/>
    <dgm:cxn modelId="{7E083844-EA0C-49B3-97E8-C637B7289A89}" type="presOf" srcId="{910CEB26-5683-4E54-8BF2-717468D36E57}" destId="{8168D708-111D-4BFD-A76B-53BE00A2051E}" srcOrd="0" destOrd="0" presId="urn:microsoft.com/office/officeart/2005/8/layout/orgChart1"/>
    <dgm:cxn modelId="{ED2E8347-F2D0-4F4C-9B9C-888DA759768F}" type="presOf" srcId="{DD5E7C8F-E225-4B9C-AD21-EA6BE6352751}" destId="{C03E6650-4F3F-4164-923F-64697DF8CDA9}" srcOrd="1" destOrd="0" presId="urn:microsoft.com/office/officeart/2005/8/layout/orgChart1"/>
    <dgm:cxn modelId="{D4E61D55-EB77-4A8D-B45F-93F274C875A3}" type="presOf" srcId="{F36CAF5D-5C5C-4E53-9C4B-9D7BA43D08CB}" destId="{098F8F92-5D01-4829-BD12-20A4C33A56BA}" srcOrd="0" destOrd="0" presId="urn:microsoft.com/office/officeart/2005/8/layout/orgChart1"/>
    <dgm:cxn modelId="{9BA2E959-0BDC-43C4-BB02-9423AD8BDE2B}" type="presOf" srcId="{6D951906-95CE-4054-B2EF-9AFA0DE76DD6}" destId="{2B3A4619-B730-4CEA-BB65-7351646026B3}" srcOrd="1" destOrd="0" presId="urn:microsoft.com/office/officeart/2005/8/layout/orgChart1"/>
    <dgm:cxn modelId="{B5BCAA84-EE12-4C36-B2D0-1DD6FCE98589}" type="presOf" srcId="{A4D5C85F-2134-4863-BF03-B90ED721C422}" destId="{73AA092C-F348-4D43-BA05-F3B93267D971}"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213D908D-0DD6-43B7-BAE1-EED33485B963}" srcId="{3F64DD8B-D8A1-4FEC-BE6C-DAE71BED4B23}" destId="{DD5E7C8F-E225-4B9C-AD21-EA6BE6352751}" srcOrd="2" destOrd="0" parTransId="{A56BCF70-C320-495F-9D47-D102341DA2FB}" sibTransId="{4D4925AE-FAC2-4A31-8E19-C98746E38685}"/>
    <dgm:cxn modelId="{44CD5B91-2675-4078-A29A-2B8D0FF56D51}" type="presOf" srcId="{50955908-1694-482D-BD6F-C04C01D438DC}" destId="{85522D5B-892E-46EC-AFD0-8CF00F1ED0FC}" srcOrd="0" destOrd="0" presId="urn:microsoft.com/office/officeart/2005/8/layout/orgChart1"/>
    <dgm:cxn modelId="{F7815B95-931C-4FEE-88EF-DF2B1B1375D7}" type="presOf" srcId="{42E9A6CC-FBDC-4FA5-8F60-EC35F72D7746}" destId="{8D05F1D0-1894-4299-B798-E8F274871921}" srcOrd="0" destOrd="0" presId="urn:microsoft.com/office/officeart/2005/8/layout/orgChart1"/>
    <dgm:cxn modelId="{18CBC99D-1EE0-4E0F-AE1E-F12C5771BCB6}" type="presOf" srcId="{0BED9D0E-4419-4707-89C0-033B2C08A8BA}" destId="{E23A8842-47DB-472E-9463-9F6D26779072}" srcOrd="0"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8656F9C8-A59A-4042-A2DC-5272B89CC8CA}" type="presOf" srcId="{1B1AC38C-8E1D-4D15-97EB-5AB2E357526A}" destId="{7563B796-8385-456C-A9D1-80D29D1A2991}" srcOrd="0" destOrd="0" presId="urn:microsoft.com/office/officeart/2005/8/layout/orgChart1"/>
    <dgm:cxn modelId="{B06113CC-9D1E-487A-A8E5-2D27DC501E81}" type="presOf" srcId="{5732FC7C-4D05-465A-8F87-65FADF2CF1F3}" destId="{B2DCE1C1-4CA4-47B1-B9E1-8761E3CD6C62}" srcOrd="0" destOrd="0" presId="urn:microsoft.com/office/officeart/2005/8/layout/orgChart1"/>
    <dgm:cxn modelId="{7A5F69DA-6943-4672-B251-3854A7BE9706}" type="presOf" srcId="{0EB1F6BB-6BFD-47ED-9B03-CB660E4820A0}" destId="{BB59B3FF-2CB2-4789-A023-7067EBB3985D}" srcOrd="1"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D753A3DE-0F42-41AF-B1E0-ACE1F5C4FC6D}" type="presOf" srcId="{0BED9D0E-4419-4707-89C0-033B2C08A8BA}" destId="{5304875E-6794-463B-8A38-2E1FDE5BABDB}" srcOrd="1" destOrd="0" presId="urn:microsoft.com/office/officeart/2005/8/layout/orgChart1"/>
    <dgm:cxn modelId="{0FE785DF-9E4E-4E33-80F7-C8F9DF7A72FB}" type="presOf" srcId="{3F64DD8B-D8A1-4FEC-BE6C-DAE71BED4B23}" destId="{000F4AD4-046D-4206-95A7-9833B6F682CA}" srcOrd="1" destOrd="0" presId="urn:microsoft.com/office/officeart/2005/8/layout/orgChart1"/>
    <dgm:cxn modelId="{5A5730E3-68C9-41CF-A1FA-DFFB11303102}" type="presOf" srcId="{7C69A925-A39E-4BB5-B363-D96809E3EC1C}" destId="{4B5389D9-B13C-48A2-B3BF-48F9B84F66F0}" srcOrd="0" destOrd="0" presId="urn:microsoft.com/office/officeart/2005/8/layout/orgChart1"/>
    <dgm:cxn modelId="{D038D7F6-CAD3-4F18-8FEE-C24A097FA796}" type="presOf" srcId="{0EB1F6BB-6BFD-47ED-9B03-CB660E4820A0}" destId="{AB949CA5-5EEA-4A00-88EF-43885D56D765}" srcOrd="0" destOrd="0" presId="urn:microsoft.com/office/officeart/2005/8/layout/orgChart1"/>
    <dgm:cxn modelId="{E4A41ABE-52E3-4A0D-81EB-61BC24FF0DC1}" type="presParOf" srcId="{B2DCE1C1-4CA4-47B1-B9E1-8761E3CD6C62}" destId="{DB645ACD-5B55-41EA-B1D3-8D86921AE2E6}" srcOrd="0" destOrd="0" presId="urn:microsoft.com/office/officeart/2005/8/layout/orgChart1"/>
    <dgm:cxn modelId="{5F1346E7-3A70-4EEF-86CF-5DB4766A7E8E}" type="presParOf" srcId="{DB645ACD-5B55-41EA-B1D3-8D86921AE2E6}" destId="{9932454F-CCE1-420C-8164-F95895ABC91E}" srcOrd="0" destOrd="0" presId="urn:microsoft.com/office/officeart/2005/8/layout/orgChart1"/>
    <dgm:cxn modelId="{61A05AE1-0A6B-46A4-BBC2-076C22B926A9}" type="presParOf" srcId="{9932454F-CCE1-420C-8164-F95895ABC91E}" destId="{8168D708-111D-4BFD-A76B-53BE00A2051E}" srcOrd="0" destOrd="0" presId="urn:microsoft.com/office/officeart/2005/8/layout/orgChart1"/>
    <dgm:cxn modelId="{9227D32C-C8DF-4FCA-94B8-6FF738DEFC98}" type="presParOf" srcId="{9932454F-CCE1-420C-8164-F95895ABC91E}" destId="{C541BE7D-C1EE-4D07-8020-0D2AEE3BC172}" srcOrd="1" destOrd="0" presId="urn:microsoft.com/office/officeart/2005/8/layout/orgChart1"/>
    <dgm:cxn modelId="{8BF657F3-1D2A-408B-BD15-5B7B2A40D9BF}" type="presParOf" srcId="{DB645ACD-5B55-41EA-B1D3-8D86921AE2E6}" destId="{7F162232-1235-4DCE-9EDC-E1B61298E7A5}" srcOrd="1" destOrd="0" presId="urn:microsoft.com/office/officeart/2005/8/layout/orgChart1"/>
    <dgm:cxn modelId="{C3A78CEE-BFA3-4431-8C16-61ED906A7AF2}" type="presParOf" srcId="{7F162232-1235-4DCE-9EDC-E1B61298E7A5}" destId="{7563B796-8385-456C-A9D1-80D29D1A2991}" srcOrd="0" destOrd="0" presId="urn:microsoft.com/office/officeart/2005/8/layout/orgChart1"/>
    <dgm:cxn modelId="{6B94CE87-60F8-4F98-B02C-5F0219723B64}" type="presParOf" srcId="{7F162232-1235-4DCE-9EDC-E1B61298E7A5}" destId="{19AABB88-5723-4DF7-B513-C52C6D48C029}" srcOrd="1" destOrd="0" presId="urn:microsoft.com/office/officeart/2005/8/layout/orgChart1"/>
    <dgm:cxn modelId="{65161757-1C05-4068-A42A-C86864B740AD}" type="presParOf" srcId="{19AABB88-5723-4DF7-B513-C52C6D48C029}" destId="{123E00F8-9960-49F4-AC78-A55B68325C65}" srcOrd="0" destOrd="0" presId="urn:microsoft.com/office/officeart/2005/8/layout/orgChart1"/>
    <dgm:cxn modelId="{4782DC6D-3791-41F8-BB5E-95E2CA6C71F6}" type="presParOf" srcId="{123E00F8-9960-49F4-AC78-A55B68325C65}" destId="{23BC9DEC-491D-4FB7-A841-E6D19B57FCD7}" srcOrd="0" destOrd="0" presId="urn:microsoft.com/office/officeart/2005/8/layout/orgChart1"/>
    <dgm:cxn modelId="{8CDB6854-CABA-445D-A0CA-0B013ED6A65B}" type="presParOf" srcId="{123E00F8-9960-49F4-AC78-A55B68325C65}" destId="{000F4AD4-046D-4206-95A7-9833B6F682CA}" srcOrd="1" destOrd="0" presId="urn:microsoft.com/office/officeart/2005/8/layout/orgChart1"/>
    <dgm:cxn modelId="{83E19CD6-ABB8-423C-B485-F58B5B1CD3E5}" type="presParOf" srcId="{19AABB88-5723-4DF7-B513-C52C6D48C029}" destId="{02D75F8B-D540-444F-902E-7F83EF6C108F}" srcOrd="1" destOrd="0" presId="urn:microsoft.com/office/officeart/2005/8/layout/orgChart1"/>
    <dgm:cxn modelId="{C15E03DA-EA4F-4ECD-B5C1-DCCD7A5A98F0}" type="presParOf" srcId="{02D75F8B-D540-444F-902E-7F83EF6C108F}" destId="{6C62C63C-2189-4BF9-9749-73C32BEF5B0B}" srcOrd="0" destOrd="0" presId="urn:microsoft.com/office/officeart/2005/8/layout/orgChart1"/>
    <dgm:cxn modelId="{B79FD723-9A0D-441D-9C91-10216C62536B}" type="presParOf" srcId="{02D75F8B-D540-444F-902E-7F83EF6C108F}" destId="{22347C40-84C7-403E-8689-A7B76C71821B}" srcOrd="1" destOrd="0" presId="urn:microsoft.com/office/officeart/2005/8/layout/orgChart1"/>
    <dgm:cxn modelId="{F1D013EC-20F6-4FB1-AB80-6A65549434CB}" type="presParOf" srcId="{22347C40-84C7-403E-8689-A7B76C71821B}" destId="{E4C8EF38-B227-498D-BE48-2C1145A6A2C1}" srcOrd="0" destOrd="0" presId="urn:microsoft.com/office/officeart/2005/8/layout/orgChart1"/>
    <dgm:cxn modelId="{E7B83DC5-EB66-413F-B23B-13B2FB6D7E0C}" type="presParOf" srcId="{E4C8EF38-B227-498D-BE48-2C1145A6A2C1}" destId="{4B5389D9-B13C-48A2-B3BF-48F9B84F66F0}" srcOrd="0" destOrd="0" presId="urn:microsoft.com/office/officeart/2005/8/layout/orgChart1"/>
    <dgm:cxn modelId="{58DA4630-2B11-4A19-B4F0-CC8E872CF476}" type="presParOf" srcId="{E4C8EF38-B227-498D-BE48-2C1145A6A2C1}" destId="{FBC8F129-5F57-4A1A-9A97-4EFE434EF3B4}" srcOrd="1" destOrd="0" presId="urn:microsoft.com/office/officeart/2005/8/layout/orgChart1"/>
    <dgm:cxn modelId="{7D4778D3-4AEE-4E6D-8F79-3E0FBD4A2C97}" type="presParOf" srcId="{22347C40-84C7-403E-8689-A7B76C71821B}" destId="{ECB3CCA3-3645-4034-A26F-810609C4CC5F}" srcOrd="1" destOrd="0" presId="urn:microsoft.com/office/officeart/2005/8/layout/orgChart1"/>
    <dgm:cxn modelId="{225BBB3F-23A8-4440-8639-94C42B241B57}" type="presParOf" srcId="{22347C40-84C7-403E-8689-A7B76C71821B}" destId="{17E02F64-CA2C-499A-86D2-2DF203D864AB}" srcOrd="2" destOrd="0" presId="urn:microsoft.com/office/officeart/2005/8/layout/orgChart1"/>
    <dgm:cxn modelId="{DAC92057-44F6-4EBC-B78F-4026D2B0E12C}" type="presParOf" srcId="{02D75F8B-D540-444F-902E-7F83EF6C108F}" destId="{098F8F92-5D01-4829-BD12-20A4C33A56BA}" srcOrd="2" destOrd="0" presId="urn:microsoft.com/office/officeart/2005/8/layout/orgChart1"/>
    <dgm:cxn modelId="{0BBF3D96-4FB7-44D1-9E60-75EC0184F863}" type="presParOf" srcId="{02D75F8B-D540-444F-902E-7F83EF6C108F}" destId="{D8AE8DD5-02BC-48A6-855C-82C93635321D}" srcOrd="3" destOrd="0" presId="urn:microsoft.com/office/officeart/2005/8/layout/orgChart1"/>
    <dgm:cxn modelId="{8FC1B9E5-F2D3-4116-8686-C2AD72E78A32}" type="presParOf" srcId="{D8AE8DD5-02BC-48A6-855C-82C93635321D}" destId="{17804954-97F0-43C9-BE2F-0423A05E9DD2}" srcOrd="0" destOrd="0" presId="urn:microsoft.com/office/officeart/2005/8/layout/orgChart1"/>
    <dgm:cxn modelId="{EA000027-D1A2-4853-9426-94AAED52CCF1}" type="presParOf" srcId="{17804954-97F0-43C9-BE2F-0423A05E9DD2}" destId="{E23A8842-47DB-472E-9463-9F6D26779072}" srcOrd="0" destOrd="0" presId="urn:microsoft.com/office/officeart/2005/8/layout/orgChart1"/>
    <dgm:cxn modelId="{128A6214-7DC9-4D39-BB3F-FE0F28003FB5}" type="presParOf" srcId="{17804954-97F0-43C9-BE2F-0423A05E9DD2}" destId="{5304875E-6794-463B-8A38-2E1FDE5BABDB}" srcOrd="1" destOrd="0" presId="urn:microsoft.com/office/officeart/2005/8/layout/orgChart1"/>
    <dgm:cxn modelId="{15371450-99C3-47AB-9811-44E40F2B0EBD}" type="presParOf" srcId="{D8AE8DD5-02BC-48A6-855C-82C93635321D}" destId="{177E710E-8994-4C18-845D-6FA283F3E677}" srcOrd="1" destOrd="0" presId="urn:microsoft.com/office/officeart/2005/8/layout/orgChart1"/>
    <dgm:cxn modelId="{514C4CDA-7324-4F15-9E99-4C1A680D805B}" type="presParOf" srcId="{D8AE8DD5-02BC-48A6-855C-82C93635321D}" destId="{F3FA7754-03E1-4A7B-9784-39E0DECB25D9}" srcOrd="2" destOrd="0" presId="urn:microsoft.com/office/officeart/2005/8/layout/orgChart1"/>
    <dgm:cxn modelId="{A663B8C0-D62F-4ACC-8AE8-BEAC607ECB65}" type="presParOf" srcId="{02D75F8B-D540-444F-902E-7F83EF6C108F}" destId="{5E7D5EBB-7C5D-4E14-AAB8-BEB88A4A4B7F}" srcOrd="4" destOrd="0" presId="urn:microsoft.com/office/officeart/2005/8/layout/orgChart1"/>
    <dgm:cxn modelId="{51B9FB0A-01D5-4CAA-99C3-C48AFF86C69F}" type="presParOf" srcId="{02D75F8B-D540-444F-902E-7F83EF6C108F}" destId="{9B17FCAB-92EF-4C56-93AA-3668BFD5D295}" srcOrd="5" destOrd="0" presId="urn:microsoft.com/office/officeart/2005/8/layout/orgChart1"/>
    <dgm:cxn modelId="{4CB74228-DDBD-4DCC-ABB4-F130DA7F9275}" type="presParOf" srcId="{9B17FCAB-92EF-4C56-93AA-3668BFD5D295}" destId="{85F019C9-882A-469F-BE57-9FFA1EDB4653}" srcOrd="0" destOrd="0" presId="urn:microsoft.com/office/officeart/2005/8/layout/orgChart1"/>
    <dgm:cxn modelId="{2CADFC7B-B764-49FE-83F8-09E2379F02C6}" type="presParOf" srcId="{85F019C9-882A-469F-BE57-9FFA1EDB4653}" destId="{5ED4DB88-48D6-467D-9903-37C8BFA12080}" srcOrd="0" destOrd="0" presId="urn:microsoft.com/office/officeart/2005/8/layout/orgChart1"/>
    <dgm:cxn modelId="{8A79D142-F2B4-4293-9FFF-7D7701CEC6CA}" type="presParOf" srcId="{85F019C9-882A-469F-BE57-9FFA1EDB4653}" destId="{C03E6650-4F3F-4164-923F-64697DF8CDA9}" srcOrd="1" destOrd="0" presId="urn:microsoft.com/office/officeart/2005/8/layout/orgChart1"/>
    <dgm:cxn modelId="{AE47AF4E-DB1F-4080-8CD6-876BB4977A70}" type="presParOf" srcId="{9B17FCAB-92EF-4C56-93AA-3668BFD5D295}" destId="{70E52A3D-105B-4819-8718-FA3EF8A6DABD}" srcOrd="1" destOrd="0" presId="urn:microsoft.com/office/officeart/2005/8/layout/orgChart1"/>
    <dgm:cxn modelId="{A9694441-68F5-40EF-BEDD-C12BDEA38F4B}" type="presParOf" srcId="{9B17FCAB-92EF-4C56-93AA-3668BFD5D295}" destId="{519EFB48-826B-4BE0-BBD9-682933AB9317}" srcOrd="2" destOrd="0" presId="urn:microsoft.com/office/officeart/2005/8/layout/orgChart1"/>
    <dgm:cxn modelId="{E10C2041-416F-46DE-B679-86AEC4509C88}" type="presParOf" srcId="{02D75F8B-D540-444F-902E-7F83EF6C108F}" destId="{A76680A0-D94C-4876-9425-BD2ACBE015EB}" srcOrd="6" destOrd="0" presId="urn:microsoft.com/office/officeart/2005/8/layout/orgChart1"/>
    <dgm:cxn modelId="{AB69821B-7C78-441C-BC3E-7A618F9A65BC}" type="presParOf" srcId="{02D75F8B-D540-444F-902E-7F83EF6C108F}" destId="{A617DCD9-7D5E-435F-8BBC-6D27ADA632D4}" srcOrd="7" destOrd="0" presId="urn:microsoft.com/office/officeart/2005/8/layout/orgChart1"/>
    <dgm:cxn modelId="{8A8578A4-3E67-418F-AC7B-8F33F34BFFFA}" type="presParOf" srcId="{A617DCD9-7D5E-435F-8BBC-6D27ADA632D4}" destId="{0BAD7021-BFE7-4AA7-8D2F-09EC360E21EA}" srcOrd="0" destOrd="0" presId="urn:microsoft.com/office/officeart/2005/8/layout/orgChart1"/>
    <dgm:cxn modelId="{D3AA1250-33C7-41C9-96A5-3721A04889D0}" type="presParOf" srcId="{0BAD7021-BFE7-4AA7-8D2F-09EC360E21EA}" destId="{AB949CA5-5EEA-4A00-88EF-43885D56D765}" srcOrd="0" destOrd="0" presId="urn:microsoft.com/office/officeart/2005/8/layout/orgChart1"/>
    <dgm:cxn modelId="{16E7A789-DE66-4A16-AF27-13272C08A99B}" type="presParOf" srcId="{0BAD7021-BFE7-4AA7-8D2F-09EC360E21EA}" destId="{BB59B3FF-2CB2-4789-A023-7067EBB3985D}" srcOrd="1" destOrd="0" presId="urn:microsoft.com/office/officeart/2005/8/layout/orgChart1"/>
    <dgm:cxn modelId="{13E6348B-3236-4359-81A7-32848300DE7E}" type="presParOf" srcId="{A617DCD9-7D5E-435F-8BBC-6D27ADA632D4}" destId="{84469143-68D5-4FE6-B73F-796D5315EECC}" srcOrd="1" destOrd="0" presId="urn:microsoft.com/office/officeart/2005/8/layout/orgChart1"/>
    <dgm:cxn modelId="{69499C06-B873-4A00-BC62-257DC1399B94}" type="presParOf" srcId="{A617DCD9-7D5E-435F-8BBC-6D27ADA632D4}" destId="{DEF83AD8-1256-4854-A423-479DD49A71B8}" srcOrd="2" destOrd="0" presId="urn:microsoft.com/office/officeart/2005/8/layout/orgChart1"/>
    <dgm:cxn modelId="{40CDFEFD-1B95-4A75-9599-E2B0E48AD885}" type="presParOf" srcId="{02D75F8B-D540-444F-902E-7F83EF6C108F}" destId="{73AA092C-F348-4D43-BA05-F3B93267D971}" srcOrd="8" destOrd="0" presId="urn:microsoft.com/office/officeart/2005/8/layout/orgChart1"/>
    <dgm:cxn modelId="{5A8D0024-9013-4B88-BD7E-E1316197C1AA}" type="presParOf" srcId="{02D75F8B-D540-444F-902E-7F83EF6C108F}" destId="{7F9E4EFA-C772-40B6-8B5D-3C6F1B7E9BA8}" srcOrd="9" destOrd="0" presId="urn:microsoft.com/office/officeart/2005/8/layout/orgChart1"/>
    <dgm:cxn modelId="{460BD24B-4F30-41D2-9B27-033BFEF56361}" type="presParOf" srcId="{7F9E4EFA-C772-40B6-8B5D-3C6F1B7E9BA8}" destId="{AE76FFEF-725B-4962-BA08-202F8F0282C4}" srcOrd="0" destOrd="0" presId="urn:microsoft.com/office/officeart/2005/8/layout/orgChart1"/>
    <dgm:cxn modelId="{B22F49FE-8B7E-42B8-9C00-EA1BF00823FA}" type="presParOf" srcId="{AE76FFEF-725B-4962-BA08-202F8F0282C4}" destId="{211B4F57-0A09-401B-B60A-0BA9C7DFC24D}" srcOrd="0" destOrd="0" presId="urn:microsoft.com/office/officeart/2005/8/layout/orgChart1"/>
    <dgm:cxn modelId="{9D889451-9EF8-46C3-92FE-099444E7D59A}" type="presParOf" srcId="{AE76FFEF-725B-4962-BA08-202F8F0282C4}" destId="{2B3A4619-B730-4CEA-BB65-7351646026B3}" srcOrd="1" destOrd="0" presId="urn:microsoft.com/office/officeart/2005/8/layout/orgChart1"/>
    <dgm:cxn modelId="{101A710C-5352-4419-B3DF-5A6E17D3A088}" type="presParOf" srcId="{7F9E4EFA-C772-40B6-8B5D-3C6F1B7E9BA8}" destId="{D4C443E3-3DD7-4E2A-870F-A9FE716B5734}" srcOrd="1" destOrd="0" presId="urn:microsoft.com/office/officeart/2005/8/layout/orgChart1"/>
    <dgm:cxn modelId="{27E2BEB3-1336-4202-9CCD-EA6AB94F0D26}" type="presParOf" srcId="{7F9E4EFA-C772-40B6-8B5D-3C6F1B7E9BA8}" destId="{76D824E7-97C6-4E12-91EE-58E70C22A1D9}" srcOrd="2" destOrd="0" presId="urn:microsoft.com/office/officeart/2005/8/layout/orgChart1"/>
    <dgm:cxn modelId="{C40DC6A3-402B-41E0-B38F-C3B1A9ED7544}" type="presParOf" srcId="{02D75F8B-D540-444F-902E-7F83EF6C108F}" destId="{8D05F1D0-1894-4299-B798-E8F274871921}" srcOrd="10" destOrd="0" presId="urn:microsoft.com/office/officeart/2005/8/layout/orgChart1"/>
    <dgm:cxn modelId="{6A8107EF-8042-42F3-ABF5-C5882B06A872}" type="presParOf" srcId="{02D75F8B-D540-444F-902E-7F83EF6C108F}" destId="{967AC2DA-694B-4481-8E41-FDE625AD12B5}" srcOrd="11" destOrd="0" presId="urn:microsoft.com/office/officeart/2005/8/layout/orgChart1"/>
    <dgm:cxn modelId="{F3677B0F-B88D-419D-871F-4BF4FBEEFA7A}" type="presParOf" srcId="{967AC2DA-694B-4481-8E41-FDE625AD12B5}" destId="{F0A4ED01-1CFE-4514-9008-9A1F63633484}" srcOrd="0" destOrd="0" presId="urn:microsoft.com/office/officeart/2005/8/layout/orgChart1"/>
    <dgm:cxn modelId="{1AAC8700-D638-4B15-8682-7BB00DC2176C}" type="presParOf" srcId="{F0A4ED01-1CFE-4514-9008-9A1F63633484}" destId="{85522D5B-892E-46EC-AFD0-8CF00F1ED0FC}" srcOrd="0" destOrd="0" presId="urn:microsoft.com/office/officeart/2005/8/layout/orgChart1"/>
    <dgm:cxn modelId="{79F22FBC-BA83-4DA0-932E-5A3532562712}" type="presParOf" srcId="{F0A4ED01-1CFE-4514-9008-9A1F63633484}" destId="{CEBF9439-F4CD-4BDA-B24C-9F27DF4C47DB}" srcOrd="1" destOrd="0" presId="urn:microsoft.com/office/officeart/2005/8/layout/orgChart1"/>
    <dgm:cxn modelId="{BFCF14EE-4BDF-4B0D-B670-91068A1AED9B}" type="presParOf" srcId="{967AC2DA-694B-4481-8E41-FDE625AD12B5}" destId="{3311D1DC-F884-4D40-BD56-3A271C867018}" srcOrd="1" destOrd="0" presId="urn:microsoft.com/office/officeart/2005/8/layout/orgChart1"/>
    <dgm:cxn modelId="{E2D04217-4F55-4680-B899-BF107D7AF2E1}" type="presParOf" srcId="{967AC2DA-694B-4481-8E41-FDE625AD12B5}" destId="{07AF7CCA-56C3-42B7-B605-D2FD6AC8BF92}" srcOrd="2" destOrd="0" presId="urn:microsoft.com/office/officeart/2005/8/layout/orgChart1"/>
    <dgm:cxn modelId="{C11BD949-6C24-4F85-AE4A-C9664B6C0FA4}" type="presParOf" srcId="{19AABB88-5723-4DF7-B513-C52C6D48C029}" destId="{E11A6F86-315D-407F-BC9F-E52937751E6F}" srcOrd="2" destOrd="0" presId="urn:microsoft.com/office/officeart/2005/8/layout/orgChart1"/>
    <dgm:cxn modelId="{10D26E0F-87B2-45B8-B983-A0D1CF10B16F}"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3A0A272-B842-4C42-9AFB-90CC0DE59EB3}" type="doc">
      <dgm:prSet loTypeId="urn:microsoft.com/office/officeart/2005/8/layout/vList2" loCatId="list" qsTypeId="urn:microsoft.com/office/officeart/2005/8/quickstyle/simple1" qsCatId="simple" csTypeId="urn:microsoft.com/office/officeart/2005/8/colors/accent4_4" csCatId="accent4" phldr="1"/>
      <dgm:spPr/>
      <dgm:t>
        <a:bodyPr/>
        <a:lstStyle/>
        <a:p>
          <a:endParaRPr lang="it-IT"/>
        </a:p>
      </dgm:t>
    </dgm:pt>
    <dgm:pt modelId="{2C943C1D-EECA-4FEE-B001-AD4C40091B84}">
      <dgm:prSet phldrT="[Testo]"/>
      <dgm:spPr>
        <a:solidFill>
          <a:schemeClr val="bg1">
            <a:lumMod val="50000"/>
          </a:schemeClr>
        </a:solidFill>
      </dgm:spPr>
      <dgm:t>
        <a:bodyPr/>
        <a:lstStyle/>
        <a:p>
          <a:r>
            <a:rPr lang="en-US" noProof="0" dirty="0"/>
            <a:t>Input</a:t>
          </a:r>
        </a:p>
      </dgm:t>
    </dgm:pt>
    <dgm:pt modelId="{1ABB439C-E7FD-4B61-89AE-642EF370D606}" type="parTrans" cxnId="{7E9996C1-116F-4615-B8BB-D7709B144632}">
      <dgm:prSet/>
      <dgm:spPr/>
      <dgm:t>
        <a:bodyPr/>
        <a:lstStyle/>
        <a:p>
          <a:endParaRPr lang="it-IT"/>
        </a:p>
      </dgm:t>
    </dgm:pt>
    <dgm:pt modelId="{CA7A14AC-900F-4A7D-BC31-60706EB301BD}" type="sibTrans" cxnId="{7E9996C1-116F-4615-B8BB-D7709B144632}">
      <dgm:prSet/>
      <dgm:spPr/>
      <dgm:t>
        <a:bodyPr/>
        <a:lstStyle/>
        <a:p>
          <a:endParaRPr lang="it-IT"/>
        </a:p>
      </dgm:t>
    </dgm:pt>
    <dgm:pt modelId="{D5570B92-301A-4ECD-8B75-53F5B0D32D75}">
      <dgm:prSet phldrT="[Testo]"/>
      <dgm:spPr/>
      <dgm:t>
        <a:bodyPr/>
        <a:lstStyle/>
        <a:p>
          <a:r>
            <a:rPr lang="en-US" noProof="0" dirty="0"/>
            <a:t>Risk management plan</a:t>
          </a:r>
        </a:p>
      </dgm:t>
    </dgm:pt>
    <dgm:pt modelId="{F7CB3475-B918-44E5-BEA1-3CB033011487}" type="parTrans" cxnId="{E55D31D1-9673-489C-81DB-AD410F386F31}">
      <dgm:prSet/>
      <dgm:spPr/>
      <dgm:t>
        <a:bodyPr/>
        <a:lstStyle/>
        <a:p>
          <a:endParaRPr lang="it-IT"/>
        </a:p>
      </dgm:t>
    </dgm:pt>
    <dgm:pt modelId="{F8C277FA-1D46-40D2-AA0B-B300D1BA62BA}" type="sibTrans" cxnId="{E55D31D1-9673-489C-81DB-AD410F386F31}">
      <dgm:prSet/>
      <dgm:spPr/>
      <dgm:t>
        <a:bodyPr/>
        <a:lstStyle/>
        <a:p>
          <a:endParaRPr lang="it-IT"/>
        </a:p>
      </dgm:t>
    </dgm:pt>
    <dgm:pt modelId="{11EE02ED-8A4C-4253-B0BF-649CC0122440}">
      <dgm:prSet/>
      <dgm:spPr/>
      <dgm:t>
        <a:bodyPr/>
        <a:lstStyle/>
        <a:p>
          <a:r>
            <a:rPr lang="en-US" noProof="0" dirty="0"/>
            <a:t>Cost management plan</a:t>
          </a:r>
        </a:p>
      </dgm:t>
    </dgm:pt>
    <dgm:pt modelId="{E04107D8-769B-4687-A746-EB579260F7CA}" type="parTrans" cxnId="{F163AA03-BDA9-4249-9218-111D52E5C280}">
      <dgm:prSet/>
      <dgm:spPr/>
      <dgm:t>
        <a:bodyPr/>
        <a:lstStyle/>
        <a:p>
          <a:endParaRPr lang="it-IT"/>
        </a:p>
      </dgm:t>
    </dgm:pt>
    <dgm:pt modelId="{EFF1C3BA-416C-4D2D-9F63-3D9C45C8F677}" type="sibTrans" cxnId="{F163AA03-BDA9-4249-9218-111D52E5C280}">
      <dgm:prSet/>
      <dgm:spPr/>
      <dgm:t>
        <a:bodyPr/>
        <a:lstStyle/>
        <a:p>
          <a:endParaRPr lang="it-IT"/>
        </a:p>
      </dgm:t>
    </dgm:pt>
    <dgm:pt modelId="{9AE72107-D849-48AA-B184-17670B8A518C}">
      <dgm:prSet/>
      <dgm:spPr/>
      <dgm:t>
        <a:bodyPr/>
        <a:lstStyle/>
        <a:p>
          <a:r>
            <a:rPr lang="en-US" noProof="0" dirty="0"/>
            <a:t>Schedule management plan</a:t>
          </a:r>
        </a:p>
      </dgm:t>
    </dgm:pt>
    <dgm:pt modelId="{4B9C91BD-4FD3-4B29-A00E-9DA10C2B795C}" type="parTrans" cxnId="{BF2422FF-6225-4459-8476-8F7FC9997DA2}">
      <dgm:prSet/>
      <dgm:spPr/>
      <dgm:t>
        <a:bodyPr/>
        <a:lstStyle/>
        <a:p>
          <a:endParaRPr lang="it-IT"/>
        </a:p>
      </dgm:t>
    </dgm:pt>
    <dgm:pt modelId="{2FDB0CE6-7471-46AE-B908-21287AA28CB4}" type="sibTrans" cxnId="{BF2422FF-6225-4459-8476-8F7FC9997DA2}">
      <dgm:prSet/>
      <dgm:spPr/>
      <dgm:t>
        <a:bodyPr/>
        <a:lstStyle/>
        <a:p>
          <a:endParaRPr lang="it-IT"/>
        </a:p>
      </dgm:t>
    </dgm:pt>
    <dgm:pt modelId="{18D5AA1A-D19F-4284-AA3C-83B85E564705}">
      <dgm:prSet/>
      <dgm:spPr/>
      <dgm:t>
        <a:bodyPr/>
        <a:lstStyle/>
        <a:p>
          <a:r>
            <a:rPr lang="en-US" noProof="0" dirty="0"/>
            <a:t>Quality management plan</a:t>
          </a:r>
        </a:p>
      </dgm:t>
    </dgm:pt>
    <dgm:pt modelId="{E64FF4E0-D8A9-4BCA-ADB8-D834B39F96AE}" type="parTrans" cxnId="{9DAB587C-26E7-403E-BB4B-9B5E0D0A5BBD}">
      <dgm:prSet/>
      <dgm:spPr/>
      <dgm:t>
        <a:bodyPr/>
        <a:lstStyle/>
        <a:p>
          <a:endParaRPr lang="it-IT"/>
        </a:p>
      </dgm:t>
    </dgm:pt>
    <dgm:pt modelId="{280FDFE0-F70B-49FF-8D28-AC903BAA1E71}" type="sibTrans" cxnId="{9DAB587C-26E7-403E-BB4B-9B5E0D0A5BBD}">
      <dgm:prSet/>
      <dgm:spPr/>
      <dgm:t>
        <a:bodyPr/>
        <a:lstStyle/>
        <a:p>
          <a:endParaRPr lang="it-IT"/>
        </a:p>
      </dgm:t>
    </dgm:pt>
    <dgm:pt modelId="{96517F40-D928-4FE4-87D5-D8CB2308168F}">
      <dgm:prSet/>
      <dgm:spPr/>
      <dgm:t>
        <a:bodyPr/>
        <a:lstStyle/>
        <a:p>
          <a:r>
            <a:rPr lang="en-US" noProof="0" dirty="0"/>
            <a:t>Human resource management plan</a:t>
          </a:r>
        </a:p>
      </dgm:t>
    </dgm:pt>
    <dgm:pt modelId="{A1362D26-C06C-41FC-9015-ECBDF996DBC2}" type="parTrans" cxnId="{522DB8AA-62B9-4AC2-94EB-C860E2C2AFB6}">
      <dgm:prSet/>
      <dgm:spPr/>
      <dgm:t>
        <a:bodyPr/>
        <a:lstStyle/>
        <a:p>
          <a:endParaRPr lang="it-IT"/>
        </a:p>
      </dgm:t>
    </dgm:pt>
    <dgm:pt modelId="{44CD182C-1E6B-42D0-90CC-4534913F784C}" type="sibTrans" cxnId="{522DB8AA-62B9-4AC2-94EB-C860E2C2AFB6}">
      <dgm:prSet/>
      <dgm:spPr/>
      <dgm:t>
        <a:bodyPr/>
        <a:lstStyle/>
        <a:p>
          <a:endParaRPr lang="it-IT"/>
        </a:p>
      </dgm:t>
    </dgm:pt>
    <dgm:pt modelId="{99F1F966-0C2C-404F-991A-658D6AA848B3}">
      <dgm:prSet/>
      <dgm:spPr/>
      <dgm:t>
        <a:bodyPr/>
        <a:lstStyle/>
        <a:p>
          <a:r>
            <a:rPr lang="en-US" noProof="0" dirty="0"/>
            <a:t>Scope baseline</a:t>
          </a:r>
        </a:p>
      </dgm:t>
    </dgm:pt>
    <dgm:pt modelId="{F8AC6E98-5CB7-4895-B941-A9C132538189}" type="parTrans" cxnId="{64C1520F-869F-4FE4-9EAC-A548CE467BFB}">
      <dgm:prSet/>
      <dgm:spPr/>
      <dgm:t>
        <a:bodyPr/>
        <a:lstStyle/>
        <a:p>
          <a:endParaRPr lang="it-IT"/>
        </a:p>
      </dgm:t>
    </dgm:pt>
    <dgm:pt modelId="{142592B2-005D-4171-8CAF-52D745F5BAAC}" type="sibTrans" cxnId="{64C1520F-869F-4FE4-9EAC-A548CE467BFB}">
      <dgm:prSet/>
      <dgm:spPr/>
      <dgm:t>
        <a:bodyPr/>
        <a:lstStyle/>
        <a:p>
          <a:endParaRPr lang="it-IT"/>
        </a:p>
      </dgm:t>
    </dgm:pt>
    <dgm:pt modelId="{CE57F57A-4D86-47E1-A0F2-B07C01A60B4E}">
      <dgm:prSet/>
      <dgm:spPr/>
      <dgm:t>
        <a:bodyPr/>
        <a:lstStyle/>
        <a:p>
          <a:r>
            <a:rPr lang="en-US" noProof="0" dirty="0"/>
            <a:t>Activity cost estimates</a:t>
          </a:r>
        </a:p>
      </dgm:t>
    </dgm:pt>
    <dgm:pt modelId="{64ADE7BA-5B3D-4A2F-9904-628BE702795C}" type="parTrans" cxnId="{1AE123DD-6F7F-4543-A32B-FD1B965AF6F5}">
      <dgm:prSet/>
      <dgm:spPr/>
      <dgm:t>
        <a:bodyPr/>
        <a:lstStyle/>
        <a:p>
          <a:endParaRPr lang="it-IT"/>
        </a:p>
      </dgm:t>
    </dgm:pt>
    <dgm:pt modelId="{398E8BF7-4E79-41C8-8DB4-29A4D495ED7E}" type="sibTrans" cxnId="{1AE123DD-6F7F-4543-A32B-FD1B965AF6F5}">
      <dgm:prSet/>
      <dgm:spPr/>
      <dgm:t>
        <a:bodyPr/>
        <a:lstStyle/>
        <a:p>
          <a:endParaRPr lang="it-IT"/>
        </a:p>
      </dgm:t>
    </dgm:pt>
    <dgm:pt modelId="{0834926A-9631-466E-9B56-4A8B10D6D14D}">
      <dgm:prSet/>
      <dgm:spPr/>
      <dgm:t>
        <a:bodyPr/>
        <a:lstStyle/>
        <a:p>
          <a:r>
            <a:rPr lang="en-US" noProof="0" dirty="0"/>
            <a:t>Activity duration estimates</a:t>
          </a:r>
        </a:p>
      </dgm:t>
    </dgm:pt>
    <dgm:pt modelId="{AE3E5D24-C79F-4FA7-8D6A-A0810A869B9D}" type="parTrans" cxnId="{E7FD3DA4-EE73-44AD-BD1B-AA013C90B81C}">
      <dgm:prSet/>
      <dgm:spPr/>
      <dgm:t>
        <a:bodyPr/>
        <a:lstStyle/>
        <a:p>
          <a:endParaRPr lang="it-IT"/>
        </a:p>
      </dgm:t>
    </dgm:pt>
    <dgm:pt modelId="{8DF2440A-47D8-4969-90CC-FB35FB316EFF}" type="sibTrans" cxnId="{E7FD3DA4-EE73-44AD-BD1B-AA013C90B81C}">
      <dgm:prSet/>
      <dgm:spPr/>
      <dgm:t>
        <a:bodyPr/>
        <a:lstStyle/>
        <a:p>
          <a:endParaRPr lang="it-IT"/>
        </a:p>
      </dgm:t>
    </dgm:pt>
    <dgm:pt modelId="{B3A68B36-959A-4E02-AE70-D92822D709E2}">
      <dgm:prSet/>
      <dgm:spPr/>
      <dgm:t>
        <a:bodyPr/>
        <a:lstStyle/>
        <a:p>
          <a:r>
            <a:rPr lang="en-US" noProof="0" dirty="0"/>
            <a:t>Stakeholder register</a:t>
          </a:r>
        </a:p>
      </dgm:t>
    </dgm:pt>
    <dgm:pt modelId="{08DDD2E8-8919-47D2-A547-851AF4D085EB}" type="parTrans" cxnId="{7DA47E11-883C-4AEB-B144-E3BEE247F173}">
      <dgm:prSet/>
      <dgm:spPr/>
      <dgm:t>
        <a:bodyPr/>
        <a:lstStyle/>
        <a:p>
          <a:endParaRPr lang="it-IT"/>
        </a:p>
      </dgm:t>
    </dgm:pt>
    <dgm:pt modelId="{4A3EF138-84ED-4EC2-AFE7-A0CBCDB06F50}" type="sibTrans" cxnId="{7DA47E11-883C-4AEB-B144-E3BEE247F173}">
      <dgm:prSet/>
      <dgm:spPr/>
      <dgm:t>
        <a:bodyPr/>
        <a:lstStyle/>
        <a:p>
          <a:endParaRPr lang="it-IT"/>
        </a:p>
      </dgm:t>
    </dgm:pt>
    <dgm:pt modelId="{D6C7C2CA-FF9B-4AF2-9C50-93804DBBAEA8}">
      <dgm:prSet/>
      <dgm:spPr/>
      <dgm:t>
        <a:bodyPr/>
        <a:lstStyle/>
        <a:p>
          <a:r>
            <a:rPr lang="en-US" noProof="0" dirty="0"/>
            <a:t>Project documents</a:t>
          </a:r>
        </a:p>
      </dgm:t>
    </dgm:pt>
    <dgm:pt modelId="{1B0C5215-B2FB-4955-AB66-041817CE2C34}" type="parTrans" cxnId="{B5895F16-3732-4571-8A5B-7D5F3811BEBC}">
      <dgm:prSet/>
      <dgm:spPr/>
      <dgm:t>
        <a:bodyPr/>
        <a:lstStyle/>
        <a:p>
          <a:endParaRPr lang="it-IT"/>
        </a:p>
      </dgm:t>
    </dgm:pt>
    <dgm:pt modelId="{3F24A087-06DD-4B62-9A59-9269392A66C9}" type="sibTrans" cxnId="{B5895F16-3732-4571-8A5B-7D5F3811BEBC}">
      <dgm:prSet/>
      <dgm:spPr/>
      <dgm:t>
        <a:bodyPr/>
        <a:lstStyle/>
        <a:p>
          <a:endParaRPr lang="it-IT"/>
        </a:p>
      </dgm:t>
    </dgm:pt>
    <dgm:pt modelId="{1AE20B98-71C1-446E-BB1C-361546E47C67}">
      <dgm:prSet/>
      <dgm:spPr/>
      <dgm:t>
        <a:bodyPr/>
        <a:lstStyle/>
        <a:p>
          <a:r>
            <a:rPr lang="en-US" noProof="0" dirty="0"/>
            <a:t>Procurement documents</a:t>
          </a:r>
        </a:p>
      </dgm:t>
    </dgm:pt>
    <dgm:pt modelId="{067F23E3-087C-40D8-AA05-566EAA030419}" type="parTrans" cxnId="{0B1A3625-0D5D-4720-AA49-32D1108A60F1}">
      <dgm:prSet/>
      <dgm:spPr/>
      <dgm:t>
        <a:bodyPr/>
        <a:lstStyle/>
        <a:p>
          <a:endParaRPr lang="it-IT"/>
        </a:p>
      </dgm:t>
    </dgm:pt>
    <dgm:pt modelId="{2A7E3DA0-FEF8-4937-B5CB-EA544EC6E497}" type="sibTrans" cxnId="{0B1A3625-0D5D-4720-AA49-32D1108A60F1}">
      <dgm:prSet/>
      <dgm:spPr/>
      <dgm:t>
        <a:bodyPr/>
        <a:lstStyle/>
        <a:p>
          <a:endParaRPr lang="it-IT"/>
        </a:p>
      </dgm:t>
    </dgm:pt>
    <dgm:pt modelId="{B840CD8E-F83F-43BE-9131-F75525BA21CB}">
      <dgm:prSet/>
      <dgm:spPr/>
      <dgm:t>
        <a:bodyPr/>
        <a:lstStyle/>
        <a:p>
          <a:r>
            <a:rPr lang="en-US" noProof="0" dirty="0"/>
            <a:t>Enterprise environmental factors</a:t>
          </a:r>
        </a:p>
      </dgm:t>
    </dgm:pt>
    <dgm:pt modelId="{2D7EF68A-39AE-472C-AB31-E8CF65CA5ABA}" type="parTrans" cxnId="{106A2971-6A58-46F9-9FBD-C5C42D6248FD}">
      <dgm:prSet/>
      <dgm:spPr/>
      <dgm:t>
        <a:bodyPr/>
        <a:lstStyle/>
        <a:p>
          <a:endParaRPr lang="it-IT"/>
        </a:p>
      </dgm:t>
    </dgm:pt>
    <dgm:pt modelId="{1530D9F3-3B9B-4FDF-8730-55FE5B0BB5C9}" type="sibTrans" cxnId="{106A2971-6A58-46F9-9FBD-C5C42D6248FD}">
      <dgm:prSet/>
      <dgm:spPr/>
      <dgm:t>
        <a:bodyPr/>
        <a:lstStyle/>
        <a:p>
          <a:endParaRPr lang="it-IT"/>
        </a:p>
      </dgm:t>
    </dgm:pt>
    <dgm:pt modelId="{F91F8C40-FBAC-43E9-BC4F-B1EE831B08BE}">
      <dgm:prSet/>
      <dgm:spPr/>
      <dgm:t>
        <a:bodyPr/>
        <a:lstStyle/>
        <a:p>
          <a:r>
            <a:rPr lang="en-US" noProof="0" dirty="0"/>
            <a:t>Organizational process assets</a:t>
          </a:r>
        </a:p>
      </dgm:t>
    </dgm:pt>
    <dgm:pt modelId="{100D2C74-8CC2-4E0E-AE37-3E0F1D1B2D99}" type="parTrans" cxnId="{EB7048E6-AD44-478D-92CB-10074729B2EE}">
      <dgm:prSet/>
      <dgm:spPr/>
      <dgm:t>
        <a:bodyPr/>
        <a:lstStyle/>
        <a:p>
          <a:endParaRPr lang="it-IT"/>
        </a:p>
      </dgm:t>
    </dgm:pt>
    <dgm:pt modelId="{42998918-6EC1-47D2-A87D-D45BCFBDE835}" type="sibTrans" cxnId="{EB7048E6-AD44-478D-92CB-10074729B2EE}">
      <dgm:prSet/>
      <dgm:spPr/>
      <dgm:t>
        <a:bodyPr/>
        <a:lstStyle/>
        <a:p>
          <a:endParaRPr lang="it-IT"/>
        </a:p>
      </dgm:t>
    </dgm:pt>
    <dgm:pt modelId="{6A0AEEAC-49EC-4E52-846D-226451884DE4}">
      <dgm:prSet phldrT="[Testo]"/>
      <dgm:spPr/>
      <dgm:t>
        <a:bodyPr/>
        <a:lstStyle/>
        <a:p>
          <a:r>
            <a:rPr lang="en-US" noProof="0" dirty="0"/>
            <a:t>Tools &amp; Techniques </a:t>
          </a:r>
        </a:p>
      </dgm:t>
    </dgm:pt>
    <dgm:pt modelId="{78B7BF49-011A-424A-B31B-3C27B813E920}" type="parTrans" cxnId="{0EA2950D-C468-4560-9DBD-487B9C881FF3}">
      <dgm:prSet/>
      <dgm:spPr/>
      <dgm:t>
        <a:bodyPr/>
        <a:lstStyle/>
        <a:p>
          <a:endParaRPr lang="it-IT"/>
        </a:p>
      </dgm:t>
    </dgm:pt>
    <dgm:pt modelId="{22CF7362-CF95-490F-AA04-60179A702243}" type="sibTrans" cxnId="{0EA2950D-C468-4560-9DBD-487B9C881FF3}">
      <dgm:prSet/>
      <dgm:spPr/>
      <dgm:t>
        <a:bodyPr/>
        <a:lstStyle/>
        <a:p>
          <a:endParaRPr lang="it-IT"/>
        </a:p>
      </dgm:t>
    </dgm:pt>
    <dgm:pt modelId="{F2A9E3BA-88BA-4B72-A42E-8091C8F956E4}">
      <dgm:prSet phldrT="[Testo]"/>
      <dgm:spPr/>
      <dgm:t>
        <a:bodyPr/>
        <a:lstStyle/>
        <a:p>
          <a:r>
            <a:rPr lang="en-US" noProof="0" dirty="0"/>
            <a:t>Documentation reviews</a:t>
          </a:r>
        </a:p>
      </dgm:t>
    </dgm:pt>
    <dgm:pt modelId="{C0E65C3B-9BFF-4FC2-964E-7DE74FCBF0A1}" type="parTrans" cxnId="{884A3E40-F596-480F-8558-AB4F690CFB87}">
      <dgm:prSet/>
      <dgm:spPr/>
      <dgm:t>
        <a:bodyPr/>
        <a:lstStyle/>
        <a:p>
          <a:endParaRPr lang="it-IT"/>
        </a:p>
      </dgm:t>
    </dgm:pt>
    <dgm:pt modelId="{A595E46D-DC93-4642-BBF2-74A19F589C48}" type="sibTrans" cxnId="{884A3E40-F596-480F-8558-AB4F690CFB87}">
      <dgm:prSet/>
      <dgm:spPr/>
      <dgm:t>
        <a:bodyPr/>
        <a:lstStyle/>
        <a:p>
          <a:endParaRPr lang="it-IT"/>
        </a:p>
      </dgm:t>
    </dgm:pt>
    <dgm:pt modelId="{E46B5F03-1DDD-4186-AF2B-F5A800F38C23}">
      <dgm:prSet/>
      <dgm:spPr/>
      <dgm:t>
        <a:bodyPr/>
        <a:lstStyle/>
        <a:p>
          <a:r>
            <a:rPr lang="en-US" noProof="0" dirty="0"/>
            <a:t>Information gathering techniques</a:t>
          </a:r>
        </a:p>
      </dgm:t>
    </dgm:pt>
    <dgm:pt modelId="{EE850044-A40B-43DD-8610-AEF355C1BB27}" type="parTrans" cxnId="{ECDA7044-58DB-4751-B6A2-A7C48F8409A7}">
      <dgm:prSet/>
      <dgm:spPr/>
      <dgm:t>
        <a:bodyPr/>
        <a:lstStyle/>
        <a:p>
          <a:endParaRPr lang="it-IT"/>
        </a:p>
      </dgm:t>
    </dgm:pt>
    <dgm:pt modelId="{D3601E68-6D96-4C34-A2EA-95AD75B39768}" type="sibTrans" cxnId="{ECDA7044-58DB-4751-B6A2-A7C48F8409A7}">
      <dgm:prSet/>
      <dgm:spPr/>
      <dgm:t>
        <a:bodyPr/>
        <a:lstStyle/>
        <a:p>
          <a:endParaRPr lang="it-IT"/>
        </a:p>
      </dgm:t>
    </dgm:pt>
    <dgm:pt modelId="{333D7C3B-DC91-4A90-A9E9-A33BC1DA96C5}">
      <dgm:prSet/>
      <dgm:spPr/>
      <dgm:t>
        <a:bodyPr/>
        <a:lstStyle/>
        <a:p>
          <a:r>
            <a:rPr lang="en-US" noProof="0" dirty="0"/>
            <a:t>Checklist analysis</a:t>
          </a:r>
        </a:p>
      </dgm:t>
    </dgm:pt>
    <dgm:pt modelId="{B05F0BCD-3D50-4F1C-A846-D119AA4E5C9C}" type="parTrans" cxnId="{F966198F-74F6-4673-B871-D706DBF1814A}">
      <dgm:prSet/>
      <dgm:spPr/>
      <dgm:t>
        <a:bodyPr/>
        <a:lstStyle/>
        <a:p>
          <a:endParaRPr lang="it-IT"/>
        </a:p>
      </dgm:t>
    </dgm:pt>
    <dgm:pt modelId="{1E4416A3-B99F-4A7A-BC0B-5FED341B65B7}" type="sibTrans" cxnId="{F966198F-74F6-4673-B871-D706DBF1814A}">
      <dgm:prSet/>
      <dgm:spPr/>
      <dgm:t>
        <a:bodyPr/>
        <a:lstStyle/>
        <a:p>
          <a:endParaRPr lang="it-IT"/>
        </a:p>
      </dgm:t>
    </dgm:pt>
    <dgm:pt modelId="{BF91BF74-DF15-4229-BBFA-F79DE88E4FC2}">
      <dgm:prSet/>
      <dgm:spPr/>
      <dgm:t>
        <a:bodyPr/>
        <a:lstStyle/>
        <a:p>
          <a:r>
            <a:rPr lang="en-US" noProof="0" dirty="0"/>
            <a:t>Assumptions analysis</a:t>
          </a:r>
        </a:p>
      </dgm:t>
    </dgm:pt>
    <dgm:pt modelId="{A56DC427-1B21-456D-A9AC-D0B4460D4884}" type="parTrans" cxnId="{A1A36505-6079-4454-B81B-1833EFFB85CA}">
      <dgm:prSet/>
      <dgm:spPr/>
      <dgm:t>
        <a:bodyPr/>
        <a:lstStyle/>
        <a:p>
          <a:endParaRPr lang="it-IT"/>
        </a:p>
      </dgm:t>
    </dgm:pt>
    <dgm:pt modelId="{A60A3C98-823E-4DE4-B6C2-FF90483F2095}" type="sibTrans" cxnId="{A1A36505-6079-4454-B81B-1833EFFB85CA}">
      <dgm:prSet/>
      <dgm:spPr/>
      <dgm:t>
        <a:bodyPr/>
        <a:lstStyle/>
        <a:p>
          <a:endParaRPr lang="it-IT"/>
        </a:p>
      </dgm:t>
    </dgm:pt>
    <dgm:pt modelId="{6E44AFB0-6862-415B-9ED6-5282CC203E63}">
      <dgm:prSet/>
      <dgm:spPr/>
      <dgm:t>
        <a:bodyPr/>
        <a:lstStyle/>
        <a:p>
          <a:r>
            <a:rPr lang="en-US" noProof="0" dirty="0"/>
            <a:t>Diagramming techniques</a:t>
          </a:r>
        </a:p>
      </dgm:t>
    </dgm:pt>
    <dgm:pt modelId="{809EF927-3DE0-49F4-863C-F3E11BA235CE}" type="parTrans" cxnId="{3BF73029-A13C-4501-A598-22D69A42C4A8}">
      <dgm:prSet/>
      <dgm:spPr/>
      <dgm:t>
        <a:bodyPr/>
        <a:lstStyle/>
        <a:p>
          <a:endParaRPr lang="it-IT"/>
        </a:p>
      </dgm:t>
    </dgm:pt>
    <dgm:pt modelId="{8DE57237-C07A-4107-8B62-5B975B9E67E9}" type="sibTrans" cxnId="{3BF73029-A13C-4501-A598-22D69A42C4A8}">
      <dgm:prSet/>
      <dgm:spPr/>
      <dgm:t>
        <a:bodyPr/>
        <a:lstStyle/>
        <a:p>
          <a:endParaRPr lang="it-IT"/>
        </a:p>
      </dgm:t>
    </dgm:pt>
    <dgm:pt modelId="{56FFC746-9D5B-4ABC-A361-0F26FF079AC8}">
      <dgm:prSet/>
      <dgm:spPr/>
      <dgm:t>
        <a:bodyPr/>
        <a:lstStyle/>
        <a:p>
          <a:r>
            <a:rPr lang="en-US" noProof="0" dirty="0"/>
            <a:t>SWOT analysis</a:t>
          </a:r>
        </a:p>
      </dgm:t>
    </dgm:pt>
    <dgm:pt modelId="{1E42D3CB-0065-4A0F-8E85-A19C76707F22}" type="parTrans" cxnId="{3C72A545-4738-4D2F-9C4B-701CCE15A157}">
      <dgm:prSet/>
      <dgm:spPr/>
      <dgm:t>
        <a:bodyPr/>
        <a:lstStyle/>
        <a:p>
          <a:endParaRPr lang="it-IT"/>
        </a:p>
      </dgm:t>
    </dgm:pt>
    <dgm:pt modelId="{017A082C-E691-4E48-B3F5-BB3EE0BA0B0A}" type="sibTrans" cxnId="{3C72A545-4738-4D2F-9C4B-701CCE15A157}">
      <dgm:prSet/>
      <dgm:spPr/>
      <dgm:t>
        <a:bodyPr/>
        <a:lstStyle/>
        <a:p>
          <a:endParaRPr lang="it-IT"/>
        </a:p>
      </dgm:t>
    </dgm:pt>
    <dgm:pt modelId="{786262F5-1B09-4442-A788-579D9662F2F8}">
      <dgm:prSet/>
      <dgm:spPr/>
      <dgm:t>
        <a:bodyPr/>
        <a:lstStyle/>
        <a:p>
          <a:r>
            <a:rPr lang="en-US" noProof="0" dirty="0"/>
            <a:t>Expert judgment</a:t>
          </a:r>
        </a:p>
      </dgm:t>
    </dgm:pt>
    <dgm:pt modelId="{09B8A8C4-6084-4463-A5CC-EB25AE811210}" type="parTrans" cxnId="{E9D46731-7D17-4FA1-99D4-E577F784AC88}">
      <dgm:prSet/>
      <dgm:spPr/>
      <dgm:t>
        <a:bodyPr/>
        <a:lstStyle/>
        <a:p>
          <a:endParaRPr lang="it-IT"/>
        </a:p>
      </dgm:t>
    </dgm:pt>
    <dgm:pt modelId="{7C904BD9-5DC5-4CA2-9D0C-8F45D1BD58AA}" type="sibTrans" cxnId="{E9D46731-7D17-4FA1-99D4-E577F784AC88}">
      <dgm:prSet/>
      <dgm:spPr/>
      <dgm:t>
        <a:bodyPr/>
        <a:lstStyle/>
        <a:p>
          <a:endParaRPr lang="it-IT"/>
        </a:p>
      </dgm:t>
    </dgm:pt>
    <dgm:pt modelId="{709505F0-F6DE-4893-84D0-0B82B0B51EC9}">
      <dgm:prSet phldrT="[Testo]"/>
      <dgm:spPr/>
      <dgm:t>
        <a:bodyPr/>
        <a:lstStyle/>
        <a:p>
          <a:r>
            <a:rPr lang="en-US" noProof="0" dirty="0"/>
            <a:t>Output</a:t>
          </a:r>
        </a:p>
      </dgm:t>
    </dgm:pt>
    <dgm:pt modelId="{64F55946-C314-405A-9E2A-4A7C6FF86C3D}" type="parTrans" cxnId="{1FE10A3A-3D54-4FD8-9724-23AFCE3870C0}">
      <dgm:prSet/>
      <dgm:spPr/>
      <dgm:t>
        <a:bodyPr/>
        <a:lstStyle/>
        <a:p>
          <a:endParaRPr lang="it-IT"/>
        </a:p>
      </dgm:t>
    </dgm:pt>
    <dgm:pt modelId="{3FEC2F50-DF73-483C-B41A-18B37358B472}" type="sibTrans" cxnId="{1FE10A3A-3D54-4FD8-9724-23AFCE3870C0}">
      <dgm:prSet/>
      <dgm:spPr/>
      <dgm:t>
        <a:bodyPr/>
        <a:lstStyle/>
        <a:p>
          <a:endParaRPr lang="it-IT"/>
        </a:p>
      </dgm:t>
    </dgm:pt>
    <dgm:pt modelId="{69F23914-B525-477A-AEFB-4C8E6B2BFF14}">
      <dgm:prSet phldrT="[Testo]"/>
      <dgm:spPr/>
      <dgm:t>
        <a:bodyPr/>
        <a:lstStyle/>
        <a:p>
          <a:r>
            <a:rPr lang="en-US" noProof="0" dirty="0"/>
            <a:t>Risk Register</a:t>
          </a:r>
        </a:p>
      </dgm:t>
    </dgm:pt>
    <dgm:pt modelId="{99C97AF8-F9A6-4161-862F-02BFEEFD097C}" type="parTrans" cxnId="{59FAF1C4-FC83-467F-827A-C2CAF9E7A709}">
      <dgm:prSet/>
      <dgm:spPr/>
      <dgm:t>
        <a:bodyPr/>
        <a:lstStyle/>
        <a:p>
          <a:endParaRPr lang="it-IT"/>
        </a:p>
      </dgm:t>
    </dgm:pt>
    <dgm:pt modelId="{334F518A-0AA8-4A87-A389-16AB80634D6D}" type="sibTrans" cxnId="{59FAF1C4-FC83-467F-827A-C2CAF9E7A709}">
      <dgm:prSet/>
      <dgm:spPr/>
      <dgm:t>
        <a:bodyPr/>
        <a:lstStyle/>
        <a:p>
          <a:endParaRPr lang="it-IT"/>
        </a:p>
      </dgm:t>
    </dgm:pt>
    <dgm:pt modelId="{2D32639D-724E-4E90-91CB-8A7E55B6EC2B}" type="pres">
      <dgm:prSet presAssocID="{B3A0A272-B842-4C42-9AFB-90CC0DE59EB3}" presName="linear" presStyleCnt="0">
        <dgm:presLayoutVars>
          <dgm:animLvl val="lvl"/>
          <dgm:resizeHandles val="exact"/>
        </dgm:presLayoutVars>
      </dgm:prSet>
      <dgm:spPr/>
    </dgm:pt>
    <dgm:pt modelId="{FB30FAA1-933C-4A39-96BB-CD9828922F7E}" type="pres">
      <dgm:prSet presAssocID="{2C943C1D-EECA-4FEE-B001-AD4C40091B84}" presName="parentText" presStyleLbl="node1" presStyleIdx="0" presStyleCnt="3" custScaleY="149730" custLinFactNeighborX="1641" custLinFactNeighborY="-1516">
        <dgm:presLayoutVars>
          <dgm:chMax val="0"/>
          <dgm:bulletEnabled val="1"/>
        </dgm:presLayoutVars>
      </dgm:prSet>
      <dgm:spPr/>
    </dgm:pt>
    <dgm:pt modelId="{6FF7B2BA-684C-47B9-AED9-51FAC8F084B3}" type="pres">
      <dgm:prSet presAssocID="{2C943C1D-EECA-4FEE-B001-AD4C40091B84}" presName="childText" presStyleLbl="revTx" presStyleIdx="0" presStyleCnt="3">
        <dgm:presLayoutVars>
          <dgm:bulletEnabled val="1"/>
        </dgm:presLayoutVars>
      </dgm:prSet>
      <dgm:spPr/>
    </dgm:pt>
    <dgm:pt modelId="{E5D16EE5-6402-4900-9E64-53CA23F8DBE1}" type="pres">
      <dgm:prSet presAssocID="{6A0AEEAC-49EC-4E52-846D-226451884DE4}" presName="parentText" presStyleLbl="node1" presStyleIdx="1" presStyleCnt="3">
        <dgm:presLayoutVars>
          <dgm:chMax val="0"/>
          <dgm:bulletEnabled val="1"/>
        </dgm:presLayoutVars>
      </dgm:prSet>
      <dgm:spPr/>
    </dgm:pt>
    <dgm:pt modelId="{73DAE44C-9200-4F3A-B88B-FB2CE2EFC5F2}" type="pres">
      <dgm:prSet presAssocID="{6A0AEEAC-49EC-4E52-846D-226451884DE4}" presName="childText" presStyleLbl="revTx" presStyleIdx="1" presStyleCnt="3">
        <dgm:presLayoutVars>
          <dgm:bulletEnabled val="1"/>
        </dgm:presLayoutVars>
      </dgm:prSet>
      <dgm:spPr/>
    </dgm:pt>
    <dgm:pt modelId="{6D5EF2BB-E120-495D-9547-E6F6CC333FA9}" type="pres">
      <dgm:prSet presAssocID="{709505F0-F6DE-4893-84D0-0B82B0B51EC9}" presName="parentText" presStyleLbl="node1" presStyleIdx="2" presStyleCnt="3">
        <dgm:presLayoutVars>
          <dgm:chMax val="0"/>
          <dgm:bulletEnabled val="1"/>
        </dgm:presLayoutVars>
      </dgm:prSet>
      <dgm:spPr/>
    </dgm:pt>
    <dgm:pt modelId="{9CECA89D-41A9-423A-BAD0-309A8AC9412C}" type="pres">
      <dgm:prSet presAssocID="{709505F0-F6DE-4893-84D0-0B82B0B51EC9}" presName="childText" presStyleLbl="revTx" presStyleIdx="2" presStyleCnt="3">
        <dgm:presLayoutVars>
          <dgm:bulletEnabled val="1"/>
        </dgm:presLayoutVars>
      </dgm:prSet>
      <dgm:spPr/>
    </dgm:pt>
  </dgm:ptLst>
  <dgm:cxnLst>
    <dgm:cxn modelId="{F163AA03-BDA9-4249-9218-111D52E5C280}" srcId="{2C943C1D-EECA-4FEE-B001-AD4C40091B84}" destId="{11EE02ED-8A4C-4253-B0BF-649CC0122440}" srcOrd="1" destOrd="0" parTransId="{E04107D8-769B-4687-A746-EB579260F7CA}" sibTransId="{EFF1C3BA-416C-4D2D-9F63-3D9C45C8F677}"/>
    <dgm:cxn modelId="{A1A36505-6079-4454-B81B-1833EFFB85CA}" srcId="{6A0AEEAC-49EC-4E52-846D-226451884DE4}" destId="{BF91BF74-DF15-4229-BBFA-F79DE88E4FC2}" srcOrd="3" destOrd="0" parTransId="{A56DC427-1B21-456D-A9AC-D0B4460D4884}" sibTransId="{A60A3C98-823E-4DE4-B6C2-FF90483F2095}"/>
    <dgm:cxn modelId="{0EA2950D-C468-4560-9DBD-487B9C881FF3}" srcId="{B3A0A272-B842-4C42-9AFB-90CC0DE59EB3}" destId="{6A0AEEAC-49EC-4E52-846D-226451884DE4}" srcOrd="1" destOrd="0" parTransId="{78B7BF49-011A-424A-B31B-3C27B813E920}" sibTransId="{22CF7362-CF95-490F-AA04-60179A702243}"/>
    <dgm:cxn modelId="{64C1520F-869F-4FE4-9EAC-A548CE467BFB}" srcId="{2C943C1D-EECA-4FEE-B001-AD4C40091B84}" destId="{99F1F966-0C2C-404F-991A-658D6AA848B3}" srcOrd="5" destOrd="0" parTransId="{F8AC6E98-5CB7-4895-B941-A9C132538189}" sibTransId="{142592B2-005D-4171-8CAF-52D745F5BAAC}"/>
    <dgm:cxn modelId="{7DA47E11-883C-4AEB-B144-E3BEE247F173}" srcId="{2C943C1D-EECA-4FEE-B001-AD4C40091B84}" destId="{B3A68B36-959A-4E02-AE70-D92822D709E2}" srcOrd="8" destOrd="0" parTransId="{08DDD2E8-8919-47D2-A547-851AF4D085EB}" sibTransId="{4A3EF138-84ED-4EC2-AFE7-A0CBCDB06F50}"/>
    <dgm:cxn modelId="{B5895F16-3732-4571-8A5B-7D5F3811BEBC}" srcId="{2C943C1D-EECA-4FEE-B001-AD4C40091B84}" destId="{D6C7C2CA-FF9B-4AF2-9C50-93804DBBAEA8}" srcOrd="9" destOrd="0" parTransId="{1B0C5215-B2FB-4955-AB66-041817CE2C34}" sibTransId="{3F24A087-06DD-4B62-9A59-9269392A66C9}"/>
    <dgm:cxn modelId="{B45F2A19-FF7B-4CBB-82E1-C17AC7CE8B66}" type="presOf" srcId="{0834926A-9631-466E-9B56-4A8B10D6D14D}" destId="{6FF7B2BA-684C-47B9-AED9-51FAC8F084B3}" srcOrd="0" destOrd="7" presId="urn:microsoft.com/office/officeart/2005/8/layout/vList2"/>
    <dgm:cxn modelId="{D2E4741A-1725-4F36-AEFB-EA4D4D33EDDC}" type="presOf" srcId="{96517F40-D928-4FE4-87D5-D8CB2308168F}" destId="{6FF7B2BA-684C-47B9-AED9-51FAC8F084B3}" srcOrd="0" destOrd="4" presId="urn:microsoft.com/office/officeart/2005/8/layout/vList2"/>
    <dgm:cxn modelId="{36DB491C-890A-419B-B4D4-EF30362AE9EE}" type="presOf" srcId="{6E44AFB0-6862-415B-9ED6-5282CC203E63}" destId="{73DAE44C-9200-4F3A-B88B-FB2CE2EFC5F2}" srcOrd="0" destOrd="4" presId="urn:microsoft.com/office/officeart/2005/8/layout/vList2"/>
    <dgm:cxn modelId="{0B1A3625-0D5D-4720-AA49-32D1108A60F1}" srcId="{2C943C1D-EECA-4FEE-B001-AD4C40091B84}" destId="{1AE20B98-71C1-446E-BB1C-361546E47C67}" srcOrd="10" destOrd="0" parTransId="{067F23E3-087C-40D8-AA05-566EAA030419}" sibTransId="{2A7E3DA0-FEF8-4937-B5CB-EA544EC6E497}"/>
    <dgm:cxn modelId="{3BF73029-A13C-4501-A598-22D69A42C4A8}" srcId="{6A0AEEAC-49EC-4E52-846D-226451884DE4}" destId="{6E44AFB0-6862-415B-9ED6-5282CC203E63}" srcOrd="4" destOrd="0" parTransId="{809EF927-3DE0-49F4-863C-F3E11BA235CE}" sibTransId="{8DE57237-C07A-4107-8B62-5B975B9E67E9}"/>
    <dgm:cxn modelId="{E9D46731-7D17-4FA1-99D4-E577F784AC88}" srcId="{6A0AEEAC-49EC-4E52-846D-226451884DE4}" destId="{786262F5-1B09-4442-A788-579D9662F2F8}" srcOrd="6" destOrd="0" parTransId="{09B8A8C4-6084-4463-A5CC-EB25AE811210}" sibTransId="{7C904BD9-5DC5-4CA2-9D0C-8F45D1BD58AA}"/>
    <dgm:cxn modelId="{EB462633-E047-453B-9FF0-F97867D5C18F}" type="presOf" srcId="{56FFC746-9D5B-4ABC-A361-0F26FF079AC8}" destId="{73DAE44C-9200-4F3A-B88B-FB2CE2EFC5F2}" srcOrd="0" destOrd="5" presId="urn:microsoft.com/office/officeart/2005/8/layout/vList2"/>
    <dgm:cxn modelId="{1FE10A3A-3D54-4FD8-9724-23AFCE3870C0}" srcId="{B3A0A272-B842-4C42-9AFB-90CC0DE59EB3}" destId="{709505F0-F6DE-4893-84D0-0B82B0B51EC9}" srcOrd="2" destOrd="0" parTransId="{64F55946-C314-405A-9E2A-4A7C6FF86C3D}" sibTransId="{3FEC2F50-DF73-483C-B41A-18B37358B472}"/>
    <dgm:cxn modelId="{E4A0933B-9575-48B2-BD45-C540F02F9EF1}" type="presOf" srcId="{69F23914-B525-477A-AEFB-4C8E6B2BFF14}" destId="{9CECA89D-41A9-423A-BAD0-309A8AC9412C}" srcOrd="0" destOrd="0" presId="urn:microsoft.com/office/officeart/2005/8/layout/vList2"/>
    <dgm:cxn modelId="{884A3E40-F596-480F-8558-AB4F690CFB87}" srcId="{6A0AEEAC-49EC-4E52-846D-226451884DE4}" destId="{F2A9E3BA-88BA-4B72-A42E-8091C8F956E4}" srcOrd="0" destOrd="0" parTransId="{C0E65C3B-9BFF-4FC2-964E-7DE74FCBF0A1}" sibTransId="{A595E46D-DC93-4642-BBF2-74A19F589C48}"/>
    <dgm:cxn modelId="{4028CF43-8BEF-47D1-8616-7ADF8FCDF4D9}" type="presOf" srcId="{99F1F966-0C2C-404F-991A-658D6AA848B3}" destId="{6FF7B2BA-684C-47B9-AED9-51FAC8F084B3}" srcOrd="0" destOrd="5" presId="urn:microsoft.com/office/officeart/2005/8/layout/vList2"/>
    <dgm:cxn modelId="{ECDA7044-58DB-4751-B6A2-A7C48F8409A7}" srcId="{6A0AEEAC-49EC-4E52-846D-226451884DE4}" destId="{E46B5F03-1DDD-4186-AF2B-F5A800F38C23}" srcOrd="1" destOrd="0" parTransId="{EE850044-A40B-43DD-8610-AEF355C1BB27}" sibTransId="{D3601E68-6D96-4C34-A2EA-95AD75B39768}"/>
    <dgm:cxn modelId="{3C72A545-4738-4D2F-9C4B-701CCE15A157}" srcId="{6A0AEEAC-49EC-4E52-846D-226451884DE4}" destId="{56FFC746-9D5B-4ABC-A361-0F26FF079AC8}" srcOrd="5" destOrd="0" parTransId="{1E42D3CB-0065-4A0F-8E85-A19C76707F22}" sibTransId="{017A082C-E691-4E48-B3F5-BB3EE0BA0B0A}"/>
    <dgm:cxn modelId="{123CC366-3A80-46DC-BDCD-2FE6F5766C0D}" type="presOf" srcId="{B840CD8E-F83F-43BE-9131-F75525BA21CB}" destId="{6FF7B2BA-684C-47B9-AED9-51FAC8F084B3}" srcOrd="0" destOrd="11" presId="urn:microsoft.com/office/officeart/2005/8/layout/vList2"/>
    <dgm:cxn modelId="{B2E96448-5631-490E-83E5-0FF52DFDBB62}" type="presOf" srcId="{2C943C1D-EECA-4FEE-B001-AD4C40091B84}" destId="{FB30FAA1-933C-4A39-96BB-CD9828922F7E}" srcOrd="0" destOrd="0" presId="urn:microsoft.com/office/officeart/2005/8/layout/vList2"/>
    <dgm:cxn modelId="{0879CF69-437E-4CDB-9E49-978BA772E4EE}" type="presOf" srcId="{1AE20B98-71C1-446E-BB1C-361546E47C67}" destId="{6FF7B2BA-684C-47B9-AED9-51FAC8F084B3}" srcOrd="0" destOrd="10" presId="urn:microsoft.com/office/officeart/2005/8/layout/vList2"/>
    <dgm:cxn modelId="{106A2971-6A58-46F9-9FBD-C5C42D6248FD}" srcId="{2C943C1D-EECA-4FEE-B001-AD4C40091B84}" destId="{B840CD8E-F83F-43BE-9131-F75525BA21CB}" srcOrd="11" destOrd="0" parTransId="{2D7EF68A-39AE-472C-AB31-E8CF65CA5ABA}" sibTransId="{1530D9F3-3B9B-4FDF-8730-55FE5B0BB5C9}"/>
    <dgm:cxn modelId="{6AEAAE52-C468-41D8-AD34-16D7F495A473}" type="presOf" srcId="{BF91BF74-DF15-4229-BBFA-F79DE88E4FC2}" destId="{73DAE44C-9200-4F3A-B88B-FB2CE2EFC5F2}" srcOrd="0" destOrd="3" presId="urn:microsoft.com/office/officeart/2005/8/layout/vList2"/>
    <dgm:cxn modelId="{D2DFCD75-A29D-488E-B610-C5049341708C}" type="presOf" srcId="{D6C7C2CA-FF9B-4AF2-9C50-93804DBBAEA8}" destId="{6FF7B2BA-684C-47B9-AED9-51FAC8F084B3}" srcOrd="0" destOrd="9" presId="urn:microsoft.com/office/officeart/2005/8/layout/vList2"/>
    <dgm:cxn modelId="{9DAB587C-26E7-403E-BB4B-9B5E0D0A5BBD}" srcId="{2C943C1D-EECA-4FEE-B001-AD4C40091B84}" destId="{18D5AA1A-D19F-4284-AA3C-83B85E564705}" srcOrd="3" destOrd="0" parTransId="{E64FF4E0-D8A9-4BCA-ADB8-D834B39F96AE}" sibTransId="{280FDFE0-F70B-49FF-8D28-AC903BAA1E71}"/>
    <dgm:cxn modelId="{9B9D0B7E-CDEA-4C85-8D1A-73C69BB1646E}" type="presOf" srcId="{333D7C3B-DC91-4A90-A9E9-A33BC1DA96C5}" destId="{73DAE44C-9200-4F3A-B88B-FB2CE2EFC5F2}" srcOrd="0" destOrd="2" presId="urn:microsoft.com/office/officeart/2005/8/layout/vList2"/>
    <dgm:cxn modelId="{09325380-64E7-4402-98D7-02F8E4C405E2}" type="presOf" srcId="{B3A68B36-959A-4E02-AE70-D92822D709E2}" destId="{6FF7B2BA-684C-47B9-AED9-51FAC8F084B3}" srcOrd="0" destOrd="8" presId="urn:microsoft.com/office/officeart/2005/8/layout/vList2"/>
    <dgm:cxn modelId="{ED9B7A80-81EB-4D22-8145-C3E76D65A59D}" type="presOf" srcId="{786262F5-1B09-4442-A788-579D9662F2F8}" destId="{73DAE44C-9200-4F3A-B88B-FB2CE2EFC5F2}" srcOrd="0" destOrd="6" presId="urn:microsoft.com/office/officeart/2005/8/layout/vList2"/>
    <dgm:cxn modelId="{CB522086-D3F5-41EE-97B6-30637A1BA3DC}" type="presOf" srcId="{F91F8C40-FBAC-43E9-BC4F-B1EE831B08BE}" destId="{6FF7B2BA-684C-47B9-AED9-51FAC8F084B3}" srcOrd="0" destOrd="12" presId="urn:microsoft.com/office/officeart/2005/8/layout/vList2"/>
    <dgm:cxn modelId="{F966198F-74F6-4673-B871-D706DBF1814A}" srcId="{6A0AEEAC-49EC-4E52-846D-226451884DE4}" destId="{333D7C3B-DC91-4A90-A9E9-A33BC1DA96C5}" srcOrd="2" destOrd="0" parTransId="{B05F0BCD-3D50-4F1C-A846-D119AA4E5C9C}" sibTransId="{1E4416A3-B99F-4A7A-BC0B-5FED341B65B7}"/>
    <dgm:cxn modelId="{4E6BD99B-D67F-47C4-A553-8528F0C86DA6}" type="presOf" srcId="{D5570B92-301A-4ECD-8B75-53F5B0D32D75}" destId="{6FF7B2BA-684C-47B9-AED9-51FAC8F084B3}" srcOrd="0" destOrd="0" presId="urn:microsoft.com/office/officeart/2005/8/layout/vList2"/>
    <dgm:cxn modelId="{1BF5D29F-299F-460B-9D09-926C6F6B6EC4}" type="presOf" srcId="{18D5AA1A-D19F-4284-AA3C-83B85E564705}" destId="{6FF7B2BA-684C-47B9-AED9-51FAC8F084B3}" srcOrd="0" destOrd="3" presId="urn:microsoft.com/office/officeart/2005/8/layout/vList2"/>
    <dgm:cxn modelId="{0F13B4A0-5FFF-4588-9B68-6C3533B95D5C}" type="presOf" srcId="{6A0AEEAC-49EC-4E52-846D-226451884DE4}" destId="{E5D16EE5-6402-4900-9E64-53CA23F8DBE1}" srcOrd="0" destOrd="0" presId="urn:microsoft.com/office/officeart/2005/8/layout/vList2"/>
    <dgm:cxn modelId="{E7FD3DA4-EE73-44AD-BD1B-AA013C90B81C}" srcId="{2C943C1D-EECA-4FEE-B001-AD4C40091B84}" destId="{0834926A-9631-466E-9B56-4A8B10D6D14D}" srcOrd="7" destOrd="0" parTransId="{AE3E5D24-C79F-4FA7-8D6A-A0810A869B9D}" sibTransId="{8DF2440A-47D8-4969-90CC-FB35FB316EFF}"/>
    <dgm:cxn modelId="{F0B0FBA4-8BFE-4910-BBE5-24D3E025E61E}" type="presOf" srcId="{11EE02ED-8A4C-4253-B0BF-649CC0122440}" destId="{6FF7B2BA-684C-47B9-AED9-51FAC8F084B3}" srcOrd="0" destOrd="1" presId="urn:microsoft.com/office/officeart/2005/8/layout/vList2"/>
    <dgm:cxn modelId="{522DB8AA-62B9-4AC2-94EB-C860E2C2AFB6}" srcId="{2C943C1D-EECA-4FEE-B001-AD4C40091B84}" destId="{96517F40-D928-4FE4-87D5-D8CB2308168F}" srcOrd="4" destOrd="0" parTransId="{A1362D26-C06C-41FC-9015-ECBDF996DBC2}" sibTransId="{44CD182C-1E6B-42D0-90CC-4534913F784C}"/>
    <dgm:cxn modelId="{5E04AEAF-5633-43E0-8BA0-A1F98DF83F6A}" type="presOf" srcId="{CE57F57A-4D86-47E1-A0F2-B07C01A60B4E}" destId="{6FF7B2BA-684C-47B9-AED9-51FAC8F084B3}" srcOrd="0" destOrd="6" presId="urn:microsoft.com/office/officeart/2005/8/layout/vList2"/>
    <dgm:cxn modelId="{7FA711B1-2895-4E54-8F75-217601B4DDCF}" type="presOf" srcId="{E46B5F03-1DDD-4186-AF2B-F5A800F38C23}" destId="{73DAE44C-9200-4F3A-B88B-FB2CE2EFC5F2}" srcOrd="0" destOrd="1" presId="urn:microsoft.com/office/officeart/2005/8/layout/vList2"/>
    <dgm:cxn modelId="{384A84B4-BBED-4140-B724-18649BF095BC}" type="presOf" srcId="{F2A9E3BA-88BA-4B72-A42E-8091C8F956E4}" destId="{73DAE44C-9200-4F3A-B88B-FB2CE2EFC5F2}" srcOrd="0" destOrd="0" presId="urn:microsoft.com/office/officeart/2005/8/layout/vList2"/>
    <dgm:cxn modelId="{161FCDC0-AF69-4112-A9D2-590BF5849B68}" type="presOf" srcId="{709505F0-F6DE-4893-84D0-0B82B0B51EC9}" destId="{6D5EF2BB-E120-495D-9547-E6F6CC333FA9}" srcOrd="0" destOrd="0" presId="urn:microsoft.com/office/officeart/2005/8/layout/vList2"/>
    <dgm:cxn modelId="{7E9996C1-116F-4615-B8BB-D7709B144632}" srcId="{B3A0A272-B842-4C42-9AFB-90CC0DE59EB3}" destId="{2C943C1D-EECA-4FEE-B001-AD4C40091B84}" srcOrd="0" destOrd="0" parTransId="{1ABB439C-E7FD-4B61-89AE-642EF370D606}" sibTransId="{CA7A14AC-900F-4A7D-BC31-60706EB301BD}"/>
    <dgm:cxn modelId="{59FAF1C4-FC83-467F-827A-C2CAF9E7A709}" srcId="{709505F0-F6DE-4893-84D0-0B82B0B51EC9}" destId="{69F23914-B525-477A-AEFB-4C8E6B2BFF14}" srcOrd="0" destOrd="0" parTransId="{99C97AF8-F9A6-4161-862F-02BFEEFD097C}" sibTransId="{334F518A-0AA8-4A87-A389-16AB80634D6D}"/>
    <dgm:cxn modelId="{C49AFAD0-782F-4A65-B5E9-9696F16CA5BD}" type="presOf" srcId="{B3A0A272-B842-4C42-9AFB-90CC0DE59EB3}" destId="{2D32639D-724E-4E90-91CB-8A7E55B6EC2B}" srcOrd="0" destOrd="0" presId="urn:microsoft.com/office/officeart/2005/8/layout/vList2"/>
    <dgm:cxn modelId="{E55D31D1-9673-489C-81DB-AD410F386F31}" srcId="{2C943C1D-EECA-4FEE-B001-AD4C40091B84}" destId="{D5570B92-301A-4ECD-8B75-53F5B0D32D75}" srcOrd="0" destOrd="0" parTransId="{F7CB3475-B918-44E5-BEA1-3CB033011487}" sibTransId="{F8C277FA-1D46-40D2-AA0B-B300D1BA62BA}"/>
    <dgm:cxn modelId="{8AD811DD-37C9-4602-9769-87B425C9ECD7}" type="presOf" srcId="{9AE72107-D849-48AA-B184-17670B8A518C}" destId="{6FF7B2BA-684C-47B9-AED9-51FAC8F084B3}" srcOrd="0" destOrd="2" presId="urn:microsoft.com/office/officeart/2005/8/layout/vList2"/>
    <dgm:cxn modelId="{1AE123DD-6F7F-4543-A32B-FD1B965AF6F5}" srcId="{2C943C1D-EECA-4FEE-B001-AD4C40091B84}" destId="{CE57F57A-4D86-47E1-A0F2-B07C01A60B4E}" srcOrd="6" destOrd="0" parTransId="{64ADE7BA-5B3D-4A2F-9904-628BE702795C}" sibTransId="{398E8BF7-4E79-41C8-8DB4-29A4D495ED7E}"/>
    <dgm:cxn modelId="{EB7048E6-AD44-478D-92CB-10074729B2EE}" srcId="{2C943C1D-EECA-4FEE-B001-AD4C40091B84}" destId="{F91F8C40-FBAC-43E9-BC4F-B1EE831B08BE}" srcOrd="12" destOrd="0" parTransId="{100D2C74-8CC2-4E0E-AE37-3E0F1D1B2D99}" sibTransId="{42998918-6EC1-47D2-A87D-D45BCFBDE835}"/>
    <dgm:cxn modelId="{BF2422FF-6225-4459-8476-8F7FC9997DA2}" srcId="{2C943C1D-EECA-4FEE-B001-AD4C40091B84}" destId="{9AE72107-D849-48AA-B184-17670B8A518C}" srcOrd="2" destOrd="0" parTransId="{4B9C91BD-4FD3-4B29-A00E-9DA10C2B795C}" sibTransId="{2FDB0CE6-7471-46AE-B908-21287AA28CB4}"/>
    <dgm:cxn modelId="{D3A25D42-E865-4A14-B021-BB47141E6926}" type="presParOf" srcId="{2D32639D-724E-4E90-91CB-8A7E55B6EC2B}" destId="{FB30FAA1-933C-4A39-96BB-CD9828922F7E}" srcOrd="0" destOrd="0" presId="urn:microsoft.com/office/officeart/2005/8/layout/vList2"/>
    <dgm:cxn modelId="{A1436630-1D55-46B9-BA82-351F03E12690}" type="presParOf" srcId="{2D32639D-724E-4E90-91CB-8A7E55B6EC2B}" destId="{6FF7B2BA-684C-47B9-AED9-51FAC8F084B3}" srcOrd="1" destOrd="0" presId="urn:microsoft.com/office/officeart/2005/8/layout/vList2"/>
    <dgm:cxn modelId="{6EB460DC-9ED9-4B46-97B5-2ABABFFC2CE8}" type="presParOf" srcId="{2D32639D-724E-4E90-91CB-8A7E55B6EC2B}" destId="{E5D16EE5-6402-4900-9E64-53CA23F8DBE1}" srcOrd="2" destOrd="0" presId="urn:microsoft.com/office/officeart/2005/8/layout/vList2"/>
    <dgm:cxn modelId="{9399B9C1-3AEB-4B31-9EF3-DF5A5F1D1450}" type="presParOf" srcId="{2D32639D-724E-4E90-91CB-8A7E55B6EC2B}" destId="{73DAE44C-9200-4F3A-B88B-FB2CE2EFC5F2}" srcOrd="3" destOrd="0" presId="urn:microsoft.com/office/officeart/2005/8/layout/vList2"/>
    <dgm:cxn modelId="{8C11FE4F-E57A-47E7-887E-16B8605EA1D0}" type="presParOf" srcId="{2D32639D-724E-4E90-91CB-8A7E55B6EC2B}" destId="{6D5EF2BB-E120-495D-9547-E6F6CC333FA9}" srcOrd="4" destOrd="0" presId="urn:microsoft.com/office/officeart/2005/8/layout/vList2"/>
    <dgm:cxn modelId="{63DF309A-4BF1-4435-9C32-100BB2068CAB}" type="presParOf" srcId="{2D32639D-724E-4E90-91CB-8A7E55B6EC2B}" destId="{9CECA89D-41A9-423A-BAD0-309A8AC9412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rgbClr val="FF0000"/>
        </a:solidFill>
      </dgm:spPr>
      <dgm:t>
        <a:bodyPr/>
        <a:lstStyle/>
        <a:p>
          <a:r>
            <a:rPr lang="en-US" b="1" noProof="0" dirty="0">
              <a:solidFill>
                <a:schemeClr val="bg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dgm:t>
        <a:bodyPr/>
        <a:lstStyle/>
        <a:p>
          <a:r>
            <a:rPr lang="en-US" noProof="0" dirty="0"/>
            <a:t>Perform 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dgm:t>
        <a:bodyPr/>
        <a:lstStyle/>
        <a:p>
          <a:r>
            <a:rPr lang="en-US" noProof="0" dirty="0"/>
            <a:t>Perform 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2D667C03-30B1-4659-BDC9-21665B837887}" type="presOf" srcId="{0BED9D0E-4419-4707-89C0-033B2C08A8BA}" destId="{E23A8842-47DB-472E-9463-9F6D26779072}" srcOrd="0" destOrd="0" presId="urn:microsoft.com/office/officeart/2005/8/layout/orgChart1"/>
    <dgm:cxn modelId="{76886610-3E76-48D1-87BD-A2E22956817E}" type="presOf" srcId="{6D951906-95CE-4054-B2EF-9AFA0DE76DD6}" destId="{2B3A4619-B730-4CEA-BB65-7351646026B3}" srcOrd="1"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CB5A9124-BE63-4FC0-AF9D-06D6B77520C5}" type="presOf" srcId="{3F64DD8B-D8A1-4FEC-BE6C-DAE71BED4B23}" destId="{23BC9DEC-491D-4FB7-A841-E6D19B57FCD7}"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BB9A602D-623C-4B24-9B8E-04FDF7D33314}" type="presOf" srcId="{1B1AC38C-8E1D-4D15-97EB-5AB2E357526A}" destId="{7563B796-8385-456C-A9D1-80D29D1A2991}" srcOrd="0" destOrd="0" presId="urn:microsoft.com/office/officeart/2005/8/layout/orgChart1"/>
    <dgm:cxn modelId="{D2D51F38-052E-4F67-A44D-63515CB819FE}" type="presOf" srcId="{3F64DD8B-D8A1-4FEC-BE6C-DAE71BED4B23}" destId="{000F4AD4-046D-4206-95A7-9833B6F682CA}" srcOrd="1" destOrd="0" presId="urn:microsoft.com/office/officeart/2005/8/layout/orgChart1"/>
    <dgm:cxn modelId="{74BFC238-9A16-4A19-BCBC-C2CD64245A09}" type="presOf" srcId="{50955908-1694-482D-BD6F-C04C01D438DC}" destId="{CEBF9439-F4CD-4BDA-B24C-9F27DF4C47DB}" srcOrd="1"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BCBB093C-54A8-4056-8D89-D6DD8E0C59FD}" type="presOf" srcId="{F36CAF5D-5C5C-4E53-9C4B-9D7BA43D08CB}" destId="{098F8F92-5D01-4829-BD12-20A4C33A56BA}" srcOrd="0" destOrd="0" presId="urn:microsoft.com/office/officeart/2005/8/layout/orgChart1"/>
    <dgm:cxn modelId="{894A8261-71D9-4C4C-A6FF-C640E3061890}" type="presOf" srcId="{A56BCF70-C320-495F-9D47-D102341DA2FB}" destId="{5E7D5EBB-7C5D-4E14-AAB8-BEB88A4A4B7F}" srcOrd="0" destOrd="0" presId="urn:microsoft.com/office/officeart/2005/8/layout/orgChart1"/>
    <dgm:cxn modelId="{E193954A-FCD1-4E63-8591-F72574A8F0A8}" type="presOf" srcId="{50955908-1694-482D-BD6F-C04C01D438DC}" destId="{85522D5B-892E-46EC-AFD0-8CF00F1ED0FC}" srcOrd="0" destOrd="0" presId="urn:microsoft.com/office/officeart/2005/8/layout/orgChart1"/>
    <dgm:cxn modelId="{85669C56-A70D-4DE3-869B-573CFEB0A39E}" type="presOf" srcId="{7C69A925-A39E-4BB5-B363-D96809E3EC1C}" destId="{FBC8F129-5F57-4A1A-9A97-4EFE434EF3B4}" srcOrd="1" destOrd="0" presId="urn:microsoft.com/office/officeart/2005/8/layout/orgChart1"/>
    <dgm:cxn modelId="{493EC05A-6F72-47CF-837B-9369FF203715}" type="presOf" srcId="{0EB1F6BB-6BFD-47ED-9B03-CB660E4820A0}" destId="{BB59B3FF-2CB2-4789-A023-7067EBB3985D}" srcOrd="1" destOrd="0" presId="urn:microsoft.com/office/officeart/2005/8/layout/orgChart1"/>
    <dgm:cxn modelId="{289DE85A-48EC-4FE0-B063-2ECB6D13E2F2}" type="presOf" srcId="{42E9A6CC-FBDC-4FA5-8F60-EC35F72D7746}" destId="{8D05F1D0-1894-4299-B798-E8F274871921}" srcOrd="0" destOrd="0" presId="urn:microsoft.com/office/officeart/2005/8/layout/orgChart1"/>
    <dgm:cxn modelId="{7689327B-2DDB-4A7B-9335-CC55C04F36A8}" type="presOf" srcId="{6D951906-95CE-4054-B2EF-9AFA0DE76DD6}" destId="{211B4F57-0A09-401B-B60A-0BA9C7DFC24D}" srcOrd="0" destOrd="0" presId="urn:microsoft.com/office/officeart/2005/8/layout/orgChart1"/>
    <dgm:cxn modelId="{36A31884-B6CF-410B-A68A-8A47C7EE6025}" type="presOf" srcId="{0EB1F6BB-6BFD-47ED-9B03-CB660E4820A0}" destId="{AB949CA5-5EEA-4A00-88EF-43885D56D765}"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8870738D-F645-46E6-9722-4DC78E791773}" type="presOf" srcId="{5732FC7C-4D05-465A-8F87-65FADF2CF1F3}" destId="{B2DCE1C1-4CA4-47B1-B9E1-8761E3CD6C62}" srcOrd="0" destOrd="0" presId="urn:microsoft.com/office/officeart/2005/8/layout/orgChart1"/>
    <dgm:cxn modelId="{213D908D-0DD6-43B7-BAE1-EED33485B963}" srcId="{3F64DD8B-D8A1-4FEC-BE6C-DAE71BED4B23}" destId="{DD5E7C8F-E225-4B9C-AD21-EA6BE6352751}" srcOrd="2" destOrd="0" parTransId="{A56BCF70-C320-495F-9D47-D102341DA2FB}" sibTransId="{4D4925AE-FAC2-4A31-8E19-C98746E38685}"/>
    <dgm:cxn modelId="{A9CD3E97-239C-430C-8C71-80C6080A6306}" type="presOf" srcId="{910CEB26-5683-4E54-8BF2-717468D36E57}" destId="{C541BE7D-C1EE-4D07-8020-0D2AEE3BC172}" srcOrd="1"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D2E10FA4-3F5A-40DA-A033-346D075061E1}" type="presOf" srcId="{DD5E7C8F-E225-4B9C-AD21-EA6BE6352751}" destId="{C03E6650-4F3F-4164-923F-64697DF8CDA9}" srcOrd="1" destOrd="0" presId="urn:microsoft.com/office/officeart/2005/8/layout/orgChart1"/>
    <dgm:cxn modelId="{CC53AEAD-6096-4F9B-BFFA-90A0F50D5381}" type="presOf" srcId="{49E2CD8A-BB77-4314-A1E6-152F6F158413}" destId="{6C62C63C-2189-4BF9-9749-73C32BEF5B0B}" srcOrd="0" destOrd="0" presId="urn:microsoft.com/office/officeart/2005/8/layout/orgChart1"/>
    <dgm:cxn modelId="{927C85B0-D04C-4670-9146-A410B9F15177}" type="presOf" srcId="{F8A19A4D-577C-45FD-BA30-8EFF44878AED}" destId="{A76680A0-D94C-4876-9425-BD2ACBE015EB}" srcOrd="0" destOrd="0" presId="urn:microsoft.com/office/officeart/2005/8/layout/orgChart1"/>
    <dgm:cxn modelId="{BACB51C1-9FFA-4256-BD6C-4EFBD140D569}" type="presOf" srcId="{A4D5C85F-2134-4863-BF03-B90ED721C422}" destId="{73AA092C-F348-4D43-BA05-F3B93267D971}" srcOrd="0" destOrd="0" presId="urn:microsoft.com/office/officeart/2005/8/layout/orgChart1"/>
    <dgm:cxn modelId="{4263A5C7-D81D-4D00-A60D-ADED32EEF9A2}" type="presOf" srcId="{0BED9D0E-4419-4707-89C0-033B2C08A8BA}" destId="{5304875E-6794-463B-8A38-2E1FDE5BABDB}" srcOrd="1" destOrd="0" presId="urn:microsoft.com/office/officeart/2005/8/layout/orgChart1"/>
    <dgm:cxn modelId="{8DA835D1-DA06-4559-92F2-70FDE85CF144}" type="presOf" srcId="{910CEB26-5683-4E54-8BF2-717468D36E57}" destId="{8168D708-111D-4BFD-A76B-53BE00A2051E}" srcOrd="0" destOrd="0" presId="urn:microsoft.com/office/officeart/2005/8/layout/orgChart1"/>
    <dgm:cxn modelId="{7ECB02DB-F38E-4A51-82FE-68F0E7627EF1}" type="presOf" srcId="{DD5E7C8F-E225-4B9C-AD21-EA6BE6352751}" destId="{5ED4DB88-48D6-467D-9903-37C8BFA12080}"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C53FD3DF-0709-442C-93FF-83D26638759E}" type="presOf" srcId="{7C69A925-A39E-4BB5-B363-D96809E3EC1C}" destId="{4B5389D9-B13C-48A2-B3BF-48F9B84F66F0}" srcOrd="0" destOrd="0" presId="urn:microsoft.com/office/officeart/2005/8/layout/orgChart1"/>
    <dgm:cxn modelId="{58A3A233-B647-493A-BE8C-6AA2D97F1D39}" type="presParOf" srcId="{B2DCE1C1-4CA4-47B1-B9E1-8761E3CD6C62}" destId="{DB645ACD-5B55-41EA-B1D3-8D86921AE2E6}" srcOrd="0" destOrd="0" presId="urn:microsoft.com/office/officeart/2005/8/layout/orgChart1"/>
    <dgm:cxn modelId="{0F9DE743-DFED-4F15-B4E0-8471DA6BCA92}" type="presParOf" srcId="{DB645ACD-5B55-41EA-B1D3-8D86921AE2E6}" destId="{9932454F-CCE1-420C-8164-F95895ABC91E}" srcOrd="0" destOrd="0" presId="urn:microsoft.com/office/officeart/2005/8/layout/orgChart1"/>
    <dgm:cxn modelId="{D74A2519-C971-4C6C-BC80-80F84D249D26}" type="presParOf" srcId="{9932454F-CCE1-420C-8164-F95895ABC91E}" destId="{8168D708-111D-4BFD-A76B-53BE00A2051E}" srcOrd="0" destOrd="0" presId="urn:microsoft.com/office/officeart/2005/8/layout/orgChart1"/>
    <dgm:cxn modelId="{8485B798-ABE1-4830-AFAB-C0963EAB58C5}" type="presParOf" srcId="{9932454F-CCE1-420C-8164-F95895ABC91E}" destId="{C541BE7D-C1EE-4D07-8020-0D2AEE3BC172}" srcOrd="1" destOrd="0" presId="urn:microsoft.com/office/officeart/2005/8/layout/orgChart1"/>
    <dgm:cxn modelId="{A3E9D58B-B0F9-4CC9-BD5C-FD7F88918A7B}" type="presParOf" srcId="{DB645ACD-5B55-41EA-B1D3-8D86921AE2E6}" destId="{7F162232-1235-4DCE-9EDC-E1B61298E7A5}" srcOrd="1" destOrd="0" presId="urn:microsoft.com/office/officeart/2005/8/layout/orgChart1"/>
    <dgm:cxn modelId="{CE5911B6-352D-4036-8201-8EB5DE229843}" type="presParOf" srcId="{7F162232-1235-4DCE-9EDC-E1B61298E7A5}" destId="{7563B796-8385-456C-A9D1-80D29D1A2991}" srcOrd="0" destOrd="0" presId="urn:microsoft.com/office/officeart/2005/8/layout/orgChart1"/>
    <dgm:cxn modelId="{8F6E3327-953F-4B9F-99A9-3408610320C4}" type="presParOf" srcId="{7F162232-1235-4DCE-9EDC-E1B61298E7A5}" destId="{19AABB88-5723-4DF7-B513-C52C6D48C029}" srcOrd="1" destOrd="0" presId="urn:microsoft.com/office/officeart/2005/8/layout/orgChart1"/>
    <dgm:cxn modelId="{9980F599-9C2C-4202-81B0-AB989A73E933}" type="presParOf" srcId="{19AABB88-5723-4DF7-B513-C52C6D48C029}" destId="{123E00F8-9960-49F4-AC78-A55B68325C65}" srcOrd="0" destOrd="0" presId="urn:microsoft.com/office/officeart/2005/8/layout/orgChart1"/>
    <dgm:cxn modelId="{B29C3CEA-E052-4244-BC02-F05915221D37}" type="presParOf" srcId="{123E00F8-9960-49F4-AC78-A55B68325C65}" destId="{23BC9DEC-491D-4FB7-A841-E6D19B57FCD7}" srcOrd="0" destOrd="0" presId="urn:microsoft.com/office/officeart/2005/8/layout/orgChart1"/>
    <dgm:cxn modelId="{08743EF9-F9EA-488C-9E15-D4ED488AF799}" type="presParOf" srcId="{123E00F8-9960-49F4-AC78-A55B68325C65}" destId="{000F4AD4-046D-4206-95A7-9833B6F682CA}" srcOrd="1" destOrd="0" presId="urn:microsoft.com/office/officeart/2005/8/layout/orgChart1"/>
    <dgm:cxn modelId="{26C64E3E-3105-4B13-A148-02933B1D2BFC}" type="presParOf" srcId="{19AABB88-5723-4DF7-B513-C52C6D48C029}" destId="{02D75F8B-D540-444F-902E-7F83EF6C108F}" srcOrd="1" destOrd="0" presId="urn:microsoft.com/office/officeart/2005/8/layout/orgChart1"/>
    <dgm:cxn modelId="{335CB238-39E2-4020-8864-796CA817F76B}" type="presParOf" srcId="{02D75F8B-D540-444F-902E-7F83EF6C108F}" destId="{6C62C63C-2189-4BF9-9749-73C32BEF5B0B}" srcOrd="0" destOrd="0" presId="urn:microsoft.com/office/officeart/2005/8/layout/orgChart1"/>
    <dgm:cxn modelId="{946D75DA-DA67-4A3F-A6CF-A85F6F22CD14}" type="presParOf" srcId="{02D75F8B-D540-444F-902E-7F83EF6C108F}" destId="{22347C40-84C7-403E-8689-A7B76C71821B}" srcOrd="1" destOrd="0" presId="urn:microsoft.com/office/officeart/2005/8/layout/orgChart1"/>
    <dgm:cxn modelId="{EBE1273D-E771-46FE-BA01-C0A838857FFA}" type="presParOf" srcId="{22347C40-84C7-403E-8689-A7B76C71821B}" destId="{E4C8EF38-B227-498D-BE48-2C1145A6A2C1}" srcOrd="0" destOrd="0" presId="urn:microsoft.com/office/officeart/2005/8/layout/orgChart1"/>
    <dgm:cxn modelId="{06D85803-3FAC-4077-8F4A-1D994B2ACE45}" type="presParOf" srcId="{E4C8EF38-B227-498D-BE48-2C1145A6A2C1}" destId="{4B5389D9-B13C-48A2-B3BF-48F9B84F66F0}" srcOrd="0" destOrd="0" presId="urn:microsoft.com/office/officeart/2005/8/layout/orgChart1"/>
    <dgm:cxn modelId="{D5362026-2287-4734-B862-C48AD6EF2131}" type="presParOf" srcId="{E4C8EF38-B227-498D-BE48-2C1145A6A2C1}" destId="{FBC8F129-5F57-4A1A-9A97-4EFE434EF3B4}" srcOrd="1" destOrd="0" presId="urn:microsoft.com/office/officeart/2005/8/layout/orgChart1"/>
    <dgm:cxn modelId="{72B21411-AAA6-4A4B-A649-58AC2932F735}" type="presParOf" srcId="{22347C40-84C7-403E-8689-A7B76C71821B}" destId="{ECB3CCA3-3645-4034-A26F-810609C4CC5F}" srcOrd="1" destOrd="0" presId="urn:microsoft.com/office/officeart/2005/8/layout/orgChart1"/>
    <dgm:cxn modelId="{66B2FE85-7A2B-4ADF-ADA9-E0370F8991A4}" type="presParOf" srcId="{22347C40-84C7-403E-8689-A7B76C71821B}" destId="{17E02F64-CA2C-499A-86D2-2DF203D864AB}" srcOrd="2" destOrd="0" presId="urn:microsoft.com/office/officeart/2005/8/layout/orgChart1"/>
    <dgm:cxn modelId="{0640A177-0BB6-48F5-8C6F-660B5B064A2A}" type="presParOf" srcId="{02D75F8B-D540-444F-902E-7F83EF6C108F}" destId="{098F8F92-5D01-4829-BD12-20A4C33A56BA}" srcOrd="2" destOrd="0" presId="urn:microsoft.com/office/officeart/2005/8/layout/orgChart1"/>
    <dgm:cxn modelId="{7F95A960-06F5-4792-9191-5AA3A4BFD045}" type="presParOf" srcId="{02D75F8B-D540-444F-902E-7F83EF6C108F}" destId="{D8AE8DD5-02BC-48A6-855C-82C93635321D}" srcOrd="3" destOrd="0" presId="urn:microsoft.com/office/officeart/2005/8/layout/orgChart1"/>
    <dgm:cxn modelId="{F65298F2-3FCA-410D-A5E1-E3D5477C5BC4}" type="presParOf" srcId="{D8AE8DD5-02BC-48A6-855C-82C93635321D}" destId="{17804954-97F0-43C9-BE2F-0423A05E9DD2}" srcOrd="0" destOrd="0" presId="urn:microsoft.com/office/officeart/2005/8/layout/orgChart1"/>
    <dgm:cxn modelId="{E5537629-4290-4FC7-98C2-F7567249618E}" type="presParOf" srcId="{17804954-97F0-43C9-BE2F-0423A05E9DD2}" destId="{E23A8842-47DB-472E-9463-9F6D26779072}" srcOrd="0" destOrd="0" presId="urn:microsoft.com/office/officeart/2005/8/layout/orgChart1"/>
    <dgm:cxn modelId="{559A476C-5489-4409-9D10-89D8B25FFD15}" type="presParOf" srcId="{17804954-97F0-43C9-BE2F-0423A05E9DD2}" destId="{5304875E-6794-463B-8A38-2E1FDE5BABDB}" srcOrd="1" destOrd="0" presId="urn:microsoft.com/office/officeart/2005/8/layout/orgChart1"/>
    <dgm:cxn modelId="{01481E15-64E6-4F99-A84A-EB4A057EF80E}" type="presParOf" srcId="{D8AE8DD5-02BC-48A6-855C-82C93635321D}" destId="{177E710E-8994-4C18-845D-6FA283F3E677}" srcOrd="1" destOrd="0" presId="urn:microsoft.com/office/officeart/2005/8/layout/orgChart1"/>
    <dgm:cxn modelId="{F856D53A-33C9-4A65-B052-F2BF2226BEFF}" type="presParOf" srcId="{D8AE8DD5-02BC-48A6-855C-82C93635321D}" destId="{F3FA7754-03E1-4A7B-9784-39E0DECB25D9}" srcOrd="2" destOrd="0" presId="urn:microsoft.com/office/officeart/2005/8/layout/orgChart1"/>
    <dgm:cxn modelId="{E23EA78A-9EE8-485C-A3B1-F7EEE42DC967}" type="presParOf" srcId="{02D75F8B-D540-444F-902E-7F83EF6C108F}" destId="{5E7D5EBB-7C5D-4E14-AAB8-BEB88A4A4B7F}" srcOrd="4" destOrd="0" presId="urn:microsoft.com/office/officeart/2005/8/layout/orgChart1"/>
    <dgm:cxn modelId="{35A3773C-1624-49E5-83F9-6E06EB2BEC17}" type="presParOf" srcId="{02D75F8B-D540-444F-902E-7F83EF6C108F}" destId="{9B17FCAB-92EF-4C56-93AA-3668BFD5D295}" srcOrd="5" destOrd="0" presId="urn:microsoft.com/office/officeart/2005/8/layout/orgChart1"/>
    <dgm:cxn modelId="{F111CD21-1B70-446D-B2ED-40AC840664F1}" type="presParOf" srcId="{9B17FCAB-92EF-4C56-93AA-3668BFD5D295}" destId="{85F019C9-882A-469F-BE57-9FFA1EDB4653}" srcOrd="0" destOrd="0" presId="urn:microsoft.com/office/officeart/2005/8/layout/orgChart1"/>
    <dgm:cxn modelId="{5687D716-0E8B-49C3-8EFC-82042957199B}" type="presParOf" srcId="{85F019C9-882A-469F-BE57-9FFA1EDB4653}" destId="{5ED4DB88-48D6-467D-9903-37C8BFA12080}" srcOrd="0" destOrd="0" presId="urn:microsoft.com/office/officeart/2005/8/layout/orgChart1"/>
    <dgm:cxn modelId="{E1936EBD-F586-4A4C-9CE6-5C5FB069BB72}" type="presParOf" srcId="{85F019C9-882A-469F-BE57-9FFA1EDB4653}" destId="{C03E6650-4F3F-4164-923F-64697DF8CDA9}" srcOrd="1" destOrd="0" presId="urn:microsoft.com/office/officeart/2005/8/layout/orgChart1"/>
    <dgm:cxn modelId="{2EF02E08-76B4-4A66-B17C-7494234F50EF}" type="presParOf" srcId="{9B17FCAB-92EF-4C56-93AA-3668BFD5D295}" destId="{70E52A3D-105B-4819-8718-FA3EF8A6DABD}" srcOrd="1" destOrd="0" presId="urn:microsoft.com/office/officeart/2005/8/layout/orgChart1"/>
    <dgm:cxn modelId="{3CF9ED6F-DC0B-468D-BBE0-FF5DF80EE363}" type="presParOf" srcId="{9B17FCAB-92EF-4C56-93AA-3668BFD5D295}" destId="{519EFB48-826B-4BE0-BBD9-682933AB9317}" srcOrd="2" destOrd="0" presId="urn:microsoft.com/office/officeart/2005/8/layout/orgChart1"/>
    <dgm:cxn modelId="{191BCCF1-5F87-42EE-A45A-AD9DE68772C0}" type="presParOf" srcId="{02D75F8B-D540-444F-902E-7F83EF6C108F}" destId="{A76680A0-D94C-4876-9425-BD2ACBE015EB}" srcOrd="6" destOrd="0" presId="urn:microsoft.com/office/officeart/2005/8/layout/orgChart1"/>
    <dgm:cxn modelId="{880BF9F3-011C-44AF-AFE9-55442214F64F}" type="presParOf" srcId="{02D75F8B-D540-444F-902E-7F83EF6C108F}" destId="{A617DCD9-7D5E-435F-8BBC-6D27ADA632D4}" srcOrd="7" destOrd="0" presId="urn:microsoft.com/office/officeart/2005/8/layout/orgChart1"/>
    <dgm:cxn modelId="{FDB0B335-98FD-4459-A915-A148C063AE3B}" type="presParOf" srcId="{A617DCD9-7D5E-435F-8BBC-6D27ADA632D4}" destId="{0BAD7021-BFE7-4AA7-8D2F-09EC360E21EA}" srcOrd="0" destOrd="0" presId="urn:microsoft.com/office/officeart/2005/8/layout/orgChart1"/>
    <dgm:cxn modelId="{D970A8AD-287F-452C-8AB5-8FA0B63181A6}" type="presParOf" srcId="{0BAD7021-BFE7-4AA7-8D2F-09EC360E21EA}" destId="{AB949CA5-5EEA-4A00-88EF-43885D56D765}" srcOrd="0" destOrd="0" presId="urn:microsoft.com/office/officeart/2005/8/layout/orgChart1"/>
    <dgm:cxn modelId="{DF21D471-FB31-4669-8469-68E07D52B538}" type="presParOf" srcId="{0BAD7021-BFE7-4AA7-8D2F-09EC360E21EA}" destId="{BB59B3FF-2CB2-4789-A023-7067EBB3985D}" srcOrd="1" destOrd="0" presId="urn:microsoft.com/office/officeart/2005/8/layout/orgChart1"/>
    <dgm:cxn modelId="{E9FBCF64-35F8-4B32-9756-04FC4829EBD9}" type="presParOf" srcId="{A617DCD9-7D5E-435F-8BBC-6D27ADA632D4}" destId="{84469143-68D5-4FE6-B73F-796D5315EECC}" srcOrd="1" destOrd="0" presId="urn:microsoft.com/office/officeart/2005/8/layout/orgChart1"/>
    <dgm:cxn modelId="{1EE65BEB-2B23-4F77-8D0E-EC2C0000592C}" type="presParOf" srcId="{A617DCD9-7D5E-435F-8BBC-6D27ADA632D4}" destId="{DEF83AD8-1256-4854-A423-479DD49A71B8}" srcOrd="2" destOrd="0" presId="urn:microsoft.com/office/officeart/2005/8/layout/orgChart1"/>
    <dgm:cxn modelId="{87F61FA3-9420-43F8-85AF-6C6D8A2FEDB5}" type="presParOf" srcId="{02D75F8B-D540-444F-902E-7F83EF6C108F}" destId="{73AA092C-F348-4D43-BA05-F3B93267D971}" srcOrd="8" destOrd="0" presId="urn:microsoft.com/office/officeart/2005/8/layout/orgChart1"/>
    <dgm:cxn modelId="{1A0EAE1A-DC53-445D-9498-043BA39F3DA6}" type="presParOf" srcId="{02D75F8B-D540-444F-902E-7F83EF6C108F}" destId="{7F9E4EFA-C772-40B6-8B5D-3C6F1B7E9BA8}" srcOrd="9" destOrd="0" presId="urn:microsoft.com/office/officeart/2005/8/layout/orgChart1"/>
    <dgm:cxn modelId="{004FDB5E-BC59-4EDE-B314-71A2B70A132A}" type="presParOf" srcId="{7F9E4EFA-C772-40B6-8B5D-3C6F1B7E9BA8}" destId="{AE76FFEF-725B-4962-BA08-202F8F0282C4}" srcOrd="0" destOrd="0" presId="urn:microsoft.com/office/officeart/2005/8/layout/orgChart1"/>
    <dgm:cxn modelId="{813B39CF-AB2A-415B-80F0-85E8C807C036}" type="presParOf" srcId="{AE76FFEF-725B-4962-BA08-202F8F0282C4}" destId="{211B4F57-0A09-401B-B60A-0BA9C7DFC24D}" srcOrd="0" destOrd="0" presId="urn:microsoft.com/office/officeart/2005/8/layout/orgChart1"/>
    <dgm:cxn modelId="{94A34EB9-EE82-4FE9-985C-206C9A3871B0}" type="presParOf" srcId="{AE76FFEF-725B-4962-BA08-202F8F0282C4}" destId="{2B3A4619-B730-4CEA-BB65-7351646026B3}" srcOrd="1" destOrd="0" presId="urn:microsoft.com/office/officeart/2005/8/layout/orgChart1"/>
    <dgm:cxn modelId="{E86494B0-7E01-4CD7-8D91-0225343C1F97}" type="presParOf" srcId="{7F9E4EFA-C772-40B6-8B5D-3C6F1B7E9BA8}" destId="{D4C443E3-3DD7-4E2A-870F-A9FE716B5734}" srcOrd="1" destOrd="0" presId="urn:microsoft.com/office/officeart/2005/8/layout/orgChart1"/>
    <dgm:cxn modelId="{C9CAE26B-A8C2-4DB5-B3E4-0BE7BFDA1355}" type="presParOf" srcId="{7F9E4EFA-C772-40B6-8B5D-3C6F1B7E9BA8}" destId="{76D824E7-97C6-4E12-91EE-58E70C22A1D9}" srcOrd="2" destOrd="0" presId="urn:microsoft.com/office/officeart/2005/8/layout/orgChart1"/>
    <dgm:cxn modelId="{49300276-616B-40DE-AC2C-E939CB48D474}" type="presParOf" srcId="{02D75F8B-D540-444F-902E-7F83EF6C108F}" destId="{8D05F1D0-1894-4299-B798-E8F274871921}" srcOrd="10" destOrd="0" presId="urn:microsoft.com/office/officeart/2005/8/layout/orgChart1"/>
    <dgm:cxn modelId="{B0B1C12A-B3BE-4114-9DCD-CFA206E81ED8}" type="presParOf" srcId="{02D75F8B-D540-444F-902E-7F83EF6C108F}" destId="{967AC2DA-694B-4481-8E41-FDE625AD12B5}" srcOrd="11" destOrd="0" presId="urn:microsoft.com/office/officeart/2005/8/layout/orgChart1"/>
    <dgm:cxn modelId="{AF97A7EA-E4BA-4C36-AE0B-4F1556F6DF23}" type="presParOf" srcId="{967AC2DA-694B-4481-8E41-FDE625AD12B5}" destId="{F0A4ED01-1CFE-4514-9008-9A1F63633484}" srcOrd="0" destOrd="0" presId="urn:microsoft.com/office/officeart/2005/8/layout/orgChart1"/>
    <dgm:cxn modelId="{76A73A75-34AF-4BE9-A15F-FE8A5E748318}" type="presParOf" srcId="{F0A4ED01-1CFE-4514-9008-9A1F63633484}" destId="{85522D5B-892E-46EC-AFD0-8CF00F1ED0FC}" srcOrd="0" destOrd="0" presId="urn:microsoft.com/office/officeart/2005/8/layout/orgChart1"/>
    <dgm:cxn modelId="{6020E4E5-6A20-4CFA-9470-02E9E253699F}" type="presParOf" srcId="{F0A4ED01-1CFE-4514-9008-9A1F63633484}" destId="{CEBF9439-F4CD-4BDA-B24C-9F27DF4C47DB}" srcOrd="1" destOrd="0" presId="urn:microsoft.com/office/officeart/2005/8/layout/orgChart1"/>
    <dgm:cxn modelId="{EE3A0469-492C-4288-A0B0-0E0A15AD723F}" type="presParOf" srcId="{967AC2DA-694B-4481-8E41-FDE625AD12B5}" destId="{3311D1DC-F884-4D40-BD56-3A271C867018}" srcOrd="1" destOrd="0" presId="urn:microsoft.com/office/officeart/2005/8/layout/orgChart1"/>
    <dgm:cxn modelId="{AACC3A18-BBE6-4AD2-87B6-3DE9E1FA9B40}" type="presParOf" srcId="{967AC2DA-694B-4481-8E41-FDE625AD12B5}" destId="{07AF7CCA-56C3-42B7-B605-D2FD6AC8BF92}" srcOrd="2" destOrd="0" presId="urn:microsoft.com/office/officeart/2005/8/layout/orgChart1"/>
    <dgm:cxn modelId="{4D8C4156-C583-4723-96A5-30538F0EB4BD}" type="presParOf" srcId="{19AABB88-5723-4DF7-B513-C52C6D48C029}" destId="{E11A6F86-315D-407F-BC9F-E52937751E6F}" srcOrd="2" destOrd="0" presId="urn:microsoft.com/office/officeart/2005/8/layout/orgChart1"/>
    <dgm:cxn modelId="{E7748B65-30A5-4DE6-99FC-A25747B98D40}"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rgbClr val="FF0000"/>
        </a:solidFill>
      </dgm:spPr>
      <dgm:t>
        <a:bodyPr/>
        <a:lstStyle/>
        <a:p>
          <a:r>
            <a:rPr lang="en-US" b="1" noProof="0" dirty="0">
              <a:solidFill>
                <a:schemeClr val="bg1"/>
              </a:solidFill>
            </a:rPr>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dgm:t>
        <a:bodyPr/>
        <a:lstStyle/>
        <a:p>
          <a:r>
            <a:rPr lang="en-US" noProof="0" dirty="0"/>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CCA4330F-815C-42DE-93CE-E8FE6AB01768}" type="presOf" srcId="{F36CAF5D-5C5C-4E53-9C4B-9D7BA43D08CB}" destId="{098F8F92-5D01-4829-BD12-20A4C33A56BA}" srcOrd="0"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E724C925-5D4B-4EE6-B2F3-5386CB854F7D}" type="presOf" srcId="{0BED9D0E-4419-4707-89C0-033B2C08A8BA}" destId="{5304875E-6794-463B-8A38-2E1FDE5BABDB}" srcOrd="1"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27CF1A2B-26F1-4B2E-98BA-8EB4BB2451D2}" type="presOf" srcId="{0EB1F6BB-6BFD-47ED-9B03-CB660E4820A0}" destId="{BB59B3FF-2CB2-4789-A023-7067EBB3985D}" srcOrd="1" destOrd="0" presId="urn:microsoft.com/office/officeart/2005/8/layout/orgChart1"/>
    <dgm:cxn modelId="{EB773332-E397-41B9-AEB8-4246F13C29D6}" type="presOf" srcId="{50955908-1694-482D-BD6F-C04C01D438DC}" destId="{85522D5B-892E-46EC-AFD0-8CF00F1ED0FC}" srcOrd="0"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7D0AE841-92B0-41A3-ACF9-F0AFD6F3BA0C}" type="presOf" srcId="{50955908-1694-482D-BD6F-C04C01D438DC}" destId="{CEBF9439-F4CD-4BDA-B24C-9F27DF4C47DB}" srcOrd="1" destOrd="0" presId="urn:microsoft.com/office/officeart/2005/8/layout/orgChart1"/>
    <dgm:cxn modelId="{4C5CED6B-67CD-4450-8DFE-650EBBA6A22E}" type="presOf" srcId="{0BED9D0E-4419-4707-89C0-033B2C08A8BA}" destId="{E23A8842-47DB-472E-9463-9F6D26779072}" srcOrd="0" destOrd="0" presId="urn:microsoft.com/office/officeart/2005/8/layout/orgChart1"/>
    <dgm:cxn modelId="{A123F06B-1878-4318-B650-254D1D51807C}" type="presOf" srcId="{910CEB26-5683-4E54-8BF2-717468D36E57}" destId="{8168D708-111D-4BFD-A76B-53BE00A2051E}"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B0A41189-2882-4B91-BF9C-4A85F8711412}" type="presOf" srcId="{0EB1F6BB-6BFD-47ED-9B03-CB660E4820A0}" destId="{AB949CA5-5EEA-4A00-88EF-43885D56D765}" srcOrd="0" destOrd="0" presId="urn:microsoft.com/office/officeart/2005/8/layout/orgChart1"/>
    <dgm:cxn modelId="{D2026A8A-7111-48C7-B43A-AF29ECC29050}" type="presOf" srcId="{F8A19A4D-577C-45FD-BA30-8EFF44878AED}" destId="{A76680A0-D94C-4876-9425-BD2ACBE015EB}" srcOrd="0" destOrd="0" presId="urn:microsoft.com/office/officeart/2005/8/layout/orgChart1"/>
    <dgm:cxn modelId="{213D908D-0DD6-43B7-BAE1-EED33485B963}" srcId="{3F64DD8B-D8A1-4FEC-BE6C-DAE71BED4B23}" destId="{DD5E7C8F-E225-4B9C-AD21-EA6BE6352751}" srcOrd="2" destOrd="0" parTransId="{A56BCF70-C320-495F-9D47-D102341DA2FB}" sibTransId="{4D4925AE-FAC2-4A31-8E19-C98746E38685}"/>
    <dgm:cxn modelId="{1C24DBA2-91CA-4517-888D-41B78941CDAD}" srcId="{3F64DD8B-D8A1-4FEC-BE6C-DAE71BED4B23}" destId="{0EB1F6BB-6BFD-47ED-9B03-CB660E4820A0}" srcOrd="3" destOrd="0" parTransId="{F8A19A4D-577C-45FD-BA30-8EFF44878AED}" sibTransId="{FC8C1FAE-CF53-4DF2-B8B6-3530A07A21BA}"/>
    <dgm:cxn modelId="{4B6C59A4-8A79-4826-AD31-6DD21930AEF8}" type="presOf" srcId="{42E9A6CC-FBDC-4FA5-8F60-EC35F72D7746}" destId="{8D05F1D0-1894-4299-B798-E8F274871921}" srcOrd="0" destOrd="0" presId="urn:microsoft.com/office/officeart/2005/8/layout/orgChart1"/>
    <dgm:cxn modelId="{831BFBB0-EEBC-4013-A284-71B625AFC471}" type="presOf" srcId="{910CEB26-5683-4E54-8BF2-717468D36E57}" destId="{C541BE7D-C1EE-4D07-8020-0D2AEE3BC172}" srcOrd="1" destOrd="0" presId="urn:microsoft.com/office/officeart/2005/8/layout/orgChart1"/>
    <dgm:cxn modelId="{43E9DEB2-1290-416F-8EA8-57EEC23B15A2}" type="presOf" srcId="{A4D5C85F-2134-4863-BF03-B90ED721C422}" destId="{73AA092C-F348-4D43-BA05-F3B93267D971}" srcOrd="0" destOrd="0" presId="urn:microsoft.com/office/officeart/2005/8/layout/orgChart1"/>
    <dgm:cxn modelId="{4BDF12B9-A087-4CBD-96C5-0021EDD3B019}" type="presOf" srcId="{A56BCF70-C320-495F-9D47-D102341DA2FB}" destId="{5E7D5EBB-7C5D-4E14-AAB8-BEB88A4A4B7F}" srcOrd="0" destOrd="0" presId="urn:microsoft.com/office/officeart/2005/8/layout/orgChart1"/>
    <dgm:cxn modelId="{59FF70D0-5454-4E91-A32A-B11036B3B837}" type="presOf" srcId="{6D951906-95CE-4054-B2EF-9AFA0DE76DD6}" destId="{211B4F57-0A09-401B-B60A-0BA9C7DFC24D}" srcOrd="0" destOrd="0" presId="urn:microsoft.com/office/officeart/2005/8/layout/orgChart1"/>
    <dgm:cxn modelId="{8566A8D3-DB53-497E-BC65-AE237A18AB32}" type="presOf" srcId="{3F64DD8B-D8A1-4FEC-BE6C-DAE71BED4B23}" destId="{23BC9DEC-491D-4FB7-A841-E6D19B57FCD7}" srcOrd="0" destOrd="0" presId="urn:microsoft.com/office/officeart/2005/8/layout/orgChart1"/>
    <dgm:cxn modelId="{EE74F5D3-BE7A-4DAC-8B03-07D429295E8F}" type="presOf" srcId="{DD5E7C8F-E225-4B9C-AD21-EA6BE6352751}" destId="{5ED4DB88-48D6-467D-9903-37C8BFA12080}" srcOrd="0" destOrd="0" presId="urn:microsoft.com/office/officeart/2005/8/layout/orgChart1"/>
    <dgm:cxn modelId="{0D14FAD9-EBC8-4C55-9699-C494F6487931}" type="presOf" srcId="{5732FC7C-4D05-465A-8F87-65FADF2CF1F3}" destId="{B2DCE1C1-4CA4-47B1-B9E1-8761E3CD6C62}"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B16010E2-FE14-42A6-A9EA-1A5D7FF451DD}" type="presOf" srcId="{49E2CD8A-BB77-4314-A1E6-152F6F158413}" destId="{6C62C63C-2189-4BF9-9749-73C32BEF5B0B}" srcOrd="0" destOrd="0" presId="urn:microsoft.com/office/officeart/2005/8/layout/orgChart1"/>
    <dgm:cxn modelId="{182FDAE4-90ED-4D0A-BD42-E02C0775B483}" type="presOf" srcId="{3F64DD8B-D8A1-4FEC-BE6C-DAE71BED4B23}" destId="{000F4AD4-046D-4206-95A7-9833B6F682CA}" srcOrd="1" destOrd="0" presId="urn:microsoft.com/office/officeart/2005/8/layout/orgChart1"/>
    <dgm:cxn modelId="{B38716ED-51DC-4003-A979-A0D8BC68DEC7}" type="presOf" srcId="{7C69A925-A39E-4BB5-B363-D96809E3EC1C}" destId="{4B5389D9-B13C-48A2-B3BF-48F9B84F66F0}" srcOrd="0" destOrd="0" presId="urn:microsoft.com/office/officeart/2005/8/layout/orgChart1"/>
    <dgm:cxn modelId="{9D46D3EF-1774-4D3C-B433-8A6359D1316B}" type="presOf" srcId="{6D951906-95CE-4054-B2EF-9AFA0DE76DD6}" destId="{2B3A4619-B730-4CEA-BB65-7351646026B3}" srcOrd="1" destOrd="0" presId="urn:microsoft.com/office/officeart/2005/8/layout/orgChart1"/>
    <dgm:cxn modelId="{1FBC2CF2-36B3-45E2-B65F-153280706084}" type="presOf" srcId="{1B1AC38C-8E1D-4D15-97EB-5AB2E357526A}" destId="{7563B796-8385-456C-A9D1-80D29D1A2991}" srcOrd="0" destOrd="0" presId="urn:microsoft.com/office/officeart/2005/8/layout/orgChart1"/>
    <dgm:cxn modelId="{4044B6F4-2E0F-4A9D-8EE9-F132D8AB289C}" type="presOf" srcId="{DD5E7C8F-E225-4B9C-AD21-EA6BE6352751}" destId="{C03E6650-4F3F-4164-923F-64697DF8CDA9}" srcOrd="1" destOrd="0" presId="urn:microsoft.com/office/officeart/2005/8/layout/orgChart1"/>
    <dgm:cxn modelId="{EE0B6EFB-904A-431F-92FD-D5F28515BAC5}" type="presOf" srcId="{7C69A925-A39E-4BB5-B363-D96809E3EC1C}" destId="{FBC8F129-5F57-4A1A-9A97-4EFE434EF3B4}" srcOrd="1" destOrd="0" presId="urn:microsoft.com/office/officeart/2005/8/layout/orgChart1"/>
    <dgm:cxn modelId="{7FD91612-0119-4F78-BCB3-8C8E90564AE1}" type="presParOf" srcId="{B2DCE1C1-4CA4-47B1-B9E1-8761E3CD6C62}" destId="{DB645ACD-5B55-41EA-B1D3-8D86921AE2E6}" srcOrd="0" destOrd="0" presId="urn:microsoft.com/office/officeart/2005/8/layout/orgChart1"/>
    <dgm:cxn modelId="{39147A04-29FA-4844-AA47-CFBB3645E2A7}" type="presParOf" srcId="{DB645ACD-5B55-41EA-B1D3-8D86921AE2E6}" destId="{9932454F-CCE1-420C-8164-F95895ABC91E}" srcOrd="0" destOrd="0" presId="urn:microsoft.com/office/officeart/2005/8/layout/orgChart1"/>
    <dgm:cxn modelId="{4C4F9345-690E-41B9-B698-AE62078D5EB8}" type="presParOf" srcId="{9932454F-CCE1-420C-8164-F95895ABC91E}" destId="{8168D708-111D-4BFD-A76B-53BE00A2051E}" srcOrd="0" destOrd="0" presId="urn:microsoft.com/office/officeart/2005/8/layout/orgChart1"/>
    <dgm:cxn modelId="{19B5696D-35AC-431D-A9BD-36397155F5EF}" type="presParOf" srcId="{9932454F-CCE1-420C-8164-F95895ABC91E}" destId="{C541BE7D-C1EE-4D07-8020-0D2AEE3BC172}" srcOrd="1" destOrd="0" presId="urn:microsoft.com/office/officeart/2005/8/layout/orgChart1"/>
    <dgm:cxn modelId="{291E30E9-9824-4057-A765-4F54909EB4FD}" type="presParOf" srcId="{DB645ACD-5B55-41EA-B1D3-8D86921AE2E6}" destId="{7F162232-1235-4DCE-9EDC-E1B61298E7A5}" srcOrd="1" destOrd="0" presId="urn:microsoft.com/office/officeart/2005/8/layout/orgChart1"/>
    <dgm:cxn modelId="{4B2F69B3-BAFF-4095-A8F6-EFFFB62559E9}" type="presParOf" srcId="{7F162232-1235-4DCE-9EDC-E1B61298E7A5}" destId="{7563B796-8385-456C-A9D1-80D29D1A2991}" srcOrd="0" destOrd="0" presId="urn:microsoft.com/office/officeart/2005/8/layout/orgChart1"/>
    <dgm:cxn modelId="{975C5805-D433-49FA-A43F-C621FB39A2BD}" type="presParOf" srcId="{7F162232-1235-4DCE-9EDC-E1B61298E7A5}" destId="{19AABB88-5723-4DF7-B513-C52C6D48C029}" srcOrd="1" destOrd="0" presId="urn:microsoft.com/office/officeart/2005/8/layout/orgChart1"/>
    <dgm:cxn modelId="{545CEDFA-6EA0-46CD-B497-88B0CFA69003}" type="presParOf" srcId="{19AABB88-5723-4DF7-B513-C52C6D48C029}" destId="{123E00F8-9960-49F4-AC78-A55B68325C65}" srcOrd="0" destOrd="0" presId="urn:microsoft.com/office/officeart/2005/8/layout/orgChart1"/>
    <dgm:cxn modelId="{275B3B1B-EB35-4C12-8B48-359B3DE27589}" type="presParOf" srcId="{123E00F8-9960-49F4-AC78-A55B68325C65}" destId="{23BC9DEC-491D-4FB7-A841-E6D19B57FCD7}" srcOrd="0" destOrd="0" presId="urn:microsoft.com/office/officeart/2005/8/layout/orgChart1"/>
    <dgm:cxn modelId="{5079A525-248A-43B2-BD1F-94E8F3827FC6}" type="presParOf" srcId="{123E00F8-9960-49F4-AC78-A55B68325C65}" destId="{000F4AD4-046D-4206-95A7-9833B6F682CA}" srcOrd="1" destOrd="0" presId="urn:microsoft.com/office/officeart/2005/8/layout/orgChart1"/>
    <dgm:cxn modelId="{132411C4-B049-4FA8-BBAD-A8A258A913A7}" type="presParOf" srcId="{19AABB88-5723-4DF7-B513-C52C6D48C029}" destId="{02D75F8B-D540-444F-902E-7F83EF6C108F}" srcOrd="1" destOrd="0" presId="urn:microsoft.com/office/officeart/2005/8/layout/orgChart1"/>
    <dgm:cxn modelId="{391FB89E-E1D2-42C8-B410-8C2C875501BF}" type="presParOf" srcId="{02D75F8B-D540-444F-902E-7F83EF6C108F}" destId="{6C62C63C-2189-4BF9-9749-73C32BEF5B0B}" srcOrd="0" destOrd="0" presId="urn:microsoft.com/office/officeart/2005/8/layout/orgChart1"/>
    <dgm:cxn modelId="{FB5DA394-61FD-41C0-B1E1-3EB949CC2280}" type="presParOf" srcId="{02D75F8B-D540-444F-902E-7F83EF6C108F}" destId="{22347C40-84C7-403E-8689-A7B76C71821B}" srcOrd="1" destOrd="0" presId="urn:microsoft.com/office/officeart/2005/8/layout/orgChart1"/>
    <dgm:cxn modelId="{98B66DD8-D588-41CB-A726-74CD0404D547}" type="presParOf" srcId="{22347C40-84C7-403E-8689-A7B76C71821B}" destId="{E4C8EF38-B227-498D-BE48-2C1145A6A2C1}" srcOrd="0" destOrd="0" presId="urn:microsoft.com/office/officeart/2005/8/layout/orgChart1"/>
    <dgm:cxn modelId="{35918040-C05F-4749-AFC6-CC3A24B2886E}" type="presParOf" srcId="{E4C8EF38-B227-498D-BE48-2C1145A6A2C1}" destId="{4B5389D9-B13C-48A2-B3BF-48F9B84F66F0}" srcOrd="0" destOrd="0" presId="urn:microsoft.com/office/officeart/2005/8/layout/orgChart1"/>
    <dgm:cxn modelId="{F6AEFD5C-54F2-4D1C-AFB6-1A1FECB6858C}" type="presParOf" srcId="{E4C8EF38-B227-498D-BE48-2C1145A6A2C1}" destId="{FBC8F129-5F57-4A1A-9A97-4EFE434EF3B4}" srcOrd="1" destOrd="0" presId="urn:microsoft.com/office/officeart/2005/8/layout/orgChart1"/>
    <dgm:cxn modelId="{A5F09D5C-E05C-4472-9EFB-74D5C539A8E4}" type="presParOf" srcId="{22347C40-84C7-403E-8689-A7B76C71821B}" destId="{ECB3CCA3-3645-4034-A26F-810609C4CC5F}" srcOrd="1" destOrd="0" presId="urn:microsoft.com/office/officeart/2005/8/layout/orgChart1"/>
    <dgm:cxn modelId="{391C5301-4D87-42B5-935B-1314410824BB}" type="presParOf" srcId="{22347C40-84C7-403E-8689-A7B76C71821B}" destId="{17E02F64-CA2C-499A-86D2-2DF203D864AB}" srcOrd="2" destOrd="0" presId="urn:microsoft.com/office/officeart/2005/8/layout/orgChart1"/>
    <dgm:cxn modelId="{F0A7FB39-21EA-4EEC-9E36-5A6E6211CE43}" type="presParOf" srcId="{02D75F8B-D540-444F-902E-7F83EF6C108F}" destId="{098F8F92-5D01-4829-BD12-20A4C33A56BA}" srcOrd="2" destOrd="0" presId="urn:microsoft.com/office/officeart/2005/8/layout/orgChart1"/>
    <dgm:cxn modelId="{8CA1FA8A-1AA4-492E-AB26-443C38791DBA}" type="presParOf" srcId="{02D75F8B-D540-444F-902E-7F83EF6C108F}" destId="{D8AE8DD5-02BC-48A6-855C-82C93635321D}" srcOrd="3" destOrd="0" presId="urn:microsoft.com/office/officeart/2005/8/layout/orgChart1"/>
    <dgm:cxn modelId="{D698B13B-D17B-4D21-892C-0D96E769D8CA}" type="presParOf" srcId="{D8AE8DD5-02BC-48A6-855C-82C93635321D}" destId="{17804954-97F0-43C9-BE2F-0423A05E9DD2}" srcOrd="0" destOrd="0" presId="urn:microsoft.com/office/officeart/2005/8/layout/orgChart1"/>
    <dgm:cxn modelId="{BF9E37F1-22E3-4114-A3DD-F368467BE0F9}" type="presParOf" srcId="{17804954-97F0-43C9-BE2F-0423A05E9DD2}" destId="{E23A8842-47DB-472E-9463-9F6D26779072}" srcOrd="0" destOrd="0" presId="urn:microsoft.com/office/officeart/2005/8/layout/orgChart1"/>
    <dgm:cxn modelId="{165941C0-916B-41E3-A3DA-8A7868E07ABA}" type="presParOf" srcId="{17804954-97F0-43C9-BE2F-0423A05E9DD2}" destId="{5304875E-6794-463B-8A38-2E1FDE5BABDB}" srcOrd="1" destOrd="0" presId="urn:microsoft.com/office/officeart/2005/8/layout/orgChart1"/>
    <dgm:cxn modelId="{04094A79-7B90-468C-8607-9D2DEDA044F7}" type="presParOf" srcId="{D8AE8DD5-02BC-48A6-855C-82C93635321D}" destId="{177E710E-8994-4C18-845D-6FA283F3E677}" srcOrd="1" destOrd="0" presId="urn:microsoft.com/office/officeart/2005/8/layout/orgChart1"/>
    <dgm:cxn modelId="{2A7395F4-1685-47A7-8465-FD1F09BB74D5}" type="presParOf" srcId="{D8AE8DD5-02BC-48A6-855C-82C93635321D}" destId="{F3FA7754-03E1-4A7B-9784-39E0DECB25D9}" srcOrd="2" destOrd="0" presId="urn:microsoft.com/office/officeart/2005/8/layout/orgChart1"/>
    <dgm:cxn modelId="{A7A04200-2D82-46AA-8AD0-3AAE649E453A}" type="presParOf" srcId="{02D75F8B-D540-444F-902E-7F83EF6C108F}" destId="{5E7D5EBB-7C5D-4E14-AAB8-BEB88A4A4B7F}" srcOrd="4" destOrd="0" presId="urn:microsoft.com/office/officeart/2005/8/layout/orgChart1"/>
    <dgm:cxn modelId="{BA584259-7EF1-4D9E-AB18-524057FE5B4C}" type="presParOf" srcId="{02D75F8B-D540-444F-902E-7F83EF6C108F}" destId="{9B17FCAB-92EF-4C56-93AA-3668BFD5D295}" srcOrd="5" destOrd="0" presId="urn:microsoft.com/office/officeart/2005/8/layout/orgChart1"/>
    <dgm:cxn modelId="{67B5789F-3A72-4032-BDF1-1B59DDFBBFB9}" type="presParOf" srcId="{9B17FCAB-92EF-4C56-93AA-3668BFD5D295}" destId="{85F019C9-882A-469F-BE57-9FFA1EDB4653}" srcOrd="0" destOrd="0" presId="urn:microsoft.com/office/officeart/2005/8/layout/orgChart1"/>
    <dgm:cxn modelId="{D3B702ED-AFF8-4DAB-BC59-4E7540DD49AC}" type="presParOf" srcId="{85F019C9-882A-469F-BE57-9FFA1EDB4653}" destId="{5ED4DB88-48D6-467D-9903-37C8BFA12080}" srcOrd="0" destOrd="0" presId="urn:microsoft.com/office/officeart/2005/8/layout/orgChart1"/>
    <dgm:cxn modelId="{2FEB5D55-7D1F-4355-AB42-F2233ED0C725}" type="presParOf" srcId="{85F019C9-882A-469F-BE57-9FFA1EDB4653}" destId="{C03E6650-4F3F-4164-923F-64697DF8CDA9}" srcOrd="1" destOrd="0" presId="urn:microsoft.com/office/officeart/2005/8/layout/orgChart1"/>
    <dgm:cxn modelId="{487E9566-1DEC-4212-BE23-3B5AC3CD870C}" type="presParOf" srcId="{9B17FCAB-92EF-4C56-93AA-3668BFD5D295}" destId="{70E52A3D-105B-4819-8718-FA3EF8A6DABD}" srcOrd="1" destOrd="0" presId="urn:microsoft.com/office/officeart/2005/8/layout/orgChart1"/>
    <dgm:cxn modelId="{11C5361D-DC3C-4088-9187-15C30845D595}" type="presParOf" srcId="{9B17FCAB-92EF-4C56-93AA-3668BFD5D295}" destId="{519EFB48-826B-4BE0-BBD9-682933AB9317}" srcOrd="2" destOrd="0" presId="urn:microsoft.com/office/officeart/2005/8/layout/orgChart1"/>
    <dgm:cxn modelId="{8200BC12-61EB-46F0-8874-26A4760ADBEC}" type="presParOf" srcId="{02D75F8B-D540-444F-902E-7F83EF6C108F}" destId="{A76680A0-D94C-4876-9425-BD2ACBE015EB}" srcOrd="6" destOrd="0" presId="urn:microsoft.com/office/officeart/2005/8/layout/orgChart1"/>
    <dgm:cxn modelId="{E14BDE36-9522-4F53-ABA2-EFF833C8AFF7}" type="presParOf" srcId="{02D75F8B-D540-444F-902E-7F83EF6C108F}" destId="{A617DCD9-7D5E-435F-8BBC-6D27ADA632D4}" srcOrd="7" destOrd="0" presId="urn:microsoft.com/office/officeart/2005/8/layout/orgChart1"/>
    <dgm:cxn modelId="{A8055F6C-C828-4DDC-B76F-5922E1E0A277}" type="presParOf" srcId="{A617DCD9-7D5E-435F-8BBC-6D27ADA632D4}" destId="{0BAD7021-BFE7-4AA7-8D2F-09EC360E21EA}" srcOrd="0" destOrd="0" presId="urn:microsoft.com/office/officeart/2005/8/layout/orgChart1"/>
    <dgm:cxn modelId="{3B5BBB05-9203-4CDB-A3B4-FFAED383E143}" type="presParOf" srcId="{0BAD7021-BFE7-4AA7-8D2F-09EC360E21EA}" destId="{AB949CA5-5EEA-4A00-88EF-43885D56D765}" srcOrd="0" destOrd="0" presId="urn:microsoft.com/office/officeart/2005/8/layout/orgChart1"/>
    <dgm:cxn modelId="{DCFDCE10-37F3-4C9D-A4C3-A046591A4BE4}" type="presParOf" srcId="{0BAD7021-BFE7-4AA7-8D2F-09EC360E21EA}" destId="{BB59B3FF-2CB2-4789-A023-7067EBB3985D}" srcOrd="1" destOrd="0" presId="urn:microsoft.com/office/officeart/2005/8/layout/orgChart1"/>
    <dgm:cxn modelId="{BD4E1744-0776-43E5-8BBE-B0457314160C}" type="presParOf" srcId="{A617DCD9-7D5E-435F-8BBC-6D27ADA632D4}" destId="{84469143-68D5-4FE6-B73F-796D5315EECC}" srcOrd="1" destOrd="0" presId="urn:microsoft.com/office/officeart/2005/8/layout/orgChart1"/>
    <dgm:cxn modelId="{AEC55F89-A34E-4A9B-9070-6EB27347AD4F}" type="presParOf" srcId="{A617DCD9-7D5E-435F-8BBC-6D27ADA632D4}" destId="{DEF83AD8-1256-4854-A423-479DD49A71B8}" srcOrd="2" destOrd="0" presId="urn:microsoft.com/office/officeart/2005/8/layout/orgChart1"/>
    <dgm:cxn modelId="{833B179E-5BB7-432B-A3F0-09D79123A9C4}" type="presParOf" srcId="{02D75F8B-D540-444F-902E-7F83EF6C108F}" destId="{73AA092C-F348-4D43-BA05-F3B93267D971}" srcOrd="8" destOrd="0" presId="urn:microsoft.com/office/officeart/2005/8/layout/orgChart1"/>
    <dgm:cxn modelId="{3AC775A7-1455-4012-8CFD-118BCB7C8074}" type="presParOf" srcId="{02D75F8B-D540-444F-902E-7F83EF6C108F}" destId="{7F9E4EFA-C772-40B6-8B5D-3C6F1B7E9BA8}" srcOrd="9" destOrd="0" presId="urn:microsoft.com/office/officeart/2005/8/layout/orgChart1"/>
    <dgm:cxn modelId="{267A7169-0FF0-4D38-A78C-1334CF68AFCA}" type="presParOf" srcId="{7F9E4EFA-C772-40B6-8B5D-3C6F1B7E9BA8}" destId="{AE76FFEF-725B-4962-BA08-202F8F0282C4}" srcOrd="0" destOrd="0" presId="urn:microsoft.com/office/officeart/2005/8/layout/orgChart1"/>
    <dgm:cxn modelId="{38ECF476-A4D1-4E53-BB11-8402D9460017}" type="presParOf" srcId="{AE76FFEF-725B-4962-BA08-202F8F0282C4}" destId="{211B4F57-0A09-401B-B60A-0BA9C7DFC24D}" srcOrd="0" destOrd="0" presId="urn:microsoft.com/office/officeart/2005/8/layout/orgChart1"/>
    <dgm:cxn modelId="{39C5674F-4D68-4D35-92A6-3FEEF0F786C3}" type="presParOf" srcId="{AE76FFEF-725B-4962-BA08-202F8F0282C4}" destId="{2B3A4619-B730-4CEA-BB65-7351646026B3}" srcOrd="1" destOrd="0" presId="urn:microsoft.com/office/officeart/2005/8/layout/orgChart1"/>
    <dgm:cxn modelId="{AEFD76DD-D5E7-403E-947C-D6D5973491D9}" type="presParOf" srcId="{7F9E4EFA-C772-40B6-8B5D-3C6F1B7E9BA8}" destId="{D4C443E3-3DD7-4E2A-870F-A9FE716B5734}" srcOrd="1" destOrd="0" presId="urn:microsoft.com/office/officeart/2005/8/layout/orgChart1"/>
    <dgm:cxn modelId="{DC2A43DE-5DF4-4EF0-BCD4-4C933567A634}" type="presParOf" srcId="{7F9E4EFA-C772-40B6-8B5D-3C6F1B7E9BA8}" destId="{76D824E7-97C6-4E12-91EE-58E70C22A1D9}" srcOrd="2" destOrd="0" presId="urn:microsoft.com/office/officeart/2005/8/layout/orgChart1"/>
    <dgm:cxn modelId="{85147941-E8AF-442B-999C-6A326BFDEEDB}" type="presParOf" srcId="{02D75F8B-D540-444F-902E-7F83EF6C108F}" destId="{8D05F1D0-1894-4299-B798-E8F274871921}" srcOrd="10" destOrd="0" presId="urn:microsoft.com/office/officeart/2005/8/layout/orgChart1"/>
    <dgm:cxn modelId="{A955CDA5-C810-411A-B529-D660985EBF1A}" type="presParOf" srcId="{02D75F8B-D540-444F-902E-7F83EF6C108F}" destId="{967AC2DA-694B-4481-8E41-FDE625AD12B5}" srcOrd="11" destOrd="0" presId="urn:microsoft.com/office/officeart/2005/8/layout/orgChart1"/>
    <dgm:cxn modelId="{99A490AA-44F7-4280-81AA-3B635545951F}" type="presParOf" srcId="{967AC2DA-694B-4481-8E41-FDE625AD12B5}" destId="{F0A4ED01-1CFE-4514-9008-9A1F63633484}" srcOrd="0" destOrd="0" presId="urn:microsoft.com/office/officeart/2005/8/layout/orgChart1"/>
    <dgm:cxn modelId="{537249C8-DD00-4693-8D8A-531FF20CF81A}" type="presParOf" srcId="{F0A4ED01-1CFE-4514-9008-9A1F63633484}" destId="{85522D5B-892E-46EC-AFD0-8CF00F1ED0FC}" srcOrd="0" destOrd="0" presId="urn:microsoft.com/office/officeart/2005/8/layout/orgChart1"/>
    <dgm:cxn modelId="{45AA3F86-34F4-493A-A5C9-3BEBB2E58243}" type="presParOf" srcId="{F0A4ED01-1CFE-4514-9008-9A1F63633484}" destId="{CEBF9439-F4CD-4BDA-B24C-9F27DF4C47DB}" srcOrd="1" destOrd="0" presId="urn:microsoft.com/office/officeart/2005/8/layout/orgChart1"/>
    <dgm:cxn modelId="{5A137292-C668-4C82-92A5-6660423E7307}" type="presParOf" srcId="{967AC2DA-694B-4481-8E41-FDE625AD12B5}" destId="{3311D1DC-F884-4D40-BD56-3A271C867018}" srcOrd="1" destOrd="0" presId="urn:microsoft.com/office/officeart/2005/8/layout/orgChart1"/>
    <dgm:cxn modelId="{D2A4F421-9581-47FA-A8B5-612271794D2D}" type="presParOf" srcId="{967AC2DA-694B-4481-8E41-FDE625AD12B5}" destId="{07AF7CCA-56C3-42B7-B605-D2FD6AC8BF92}" srcOrd="2" destOrd="0" presId="urn:microsoft.com/office/officeart/2005/8/layout/orgChart1"/>
    <dgm:cxn modelId="{54258FC0-5394-40C8-9C0D-D1F6EC2945B4}" type="presParOf" srcId="{19AABB88-5723-4DF7-B513-C52C6D48C029}" destId="{E11A6F86-315D-407F-BC9F-E52937751E6F}" srcOrd="2" destOrd="0" presId="urn:microsoft.com/office/officeart/2005/8/layout/orgChart1"/>
    <dgm:cxn modelId="{67B56A22-5631-42AF-9171-370679C70082}"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3A0A272-B842-4C42-9AFB-90CC0DE59EB3}" type="doc">
      <dgm:prSet loTypeId="urn:microsoft.com/office/officeart/2005/8/layout/vList2" loCatId="list" qsTypeId="urn:microsoft.com/office/officeart/2005/8/quickstyle/simple1" qsCatId="simple" csTypeId="urn:microsoft.com/office/officeart/2005/8/colors/accent4_4" csCatId="accent4" phldr="1"/>
      <dgm:spPr/>
      <dgm:t>
        <a:bodyPr/>
        <a:lstStyle/>
        <a:p>
          <a:endParaRPr lang="it-IT"/>
        </a:p>
      </dgm:t>
    </dgm:pt>
    <dgm:pt modelId="{2C943C1D-EECA-4FEE-B001-AD4C40091B84}">
      <dgm:prSet phldrT="[Testo]"/>
      <dgm:spPr>
        <a:solidFill>
          <a:schemeClr val="bg1">
            <a:lumMod val="50000"/>
          </a:schemeClr>
        </a:solidFill>
      </dgm:spPr>
      <dgm:t>
        <a:bodyPr/>
        <a:lstStyle/>
        <a:p>
          <a:r>
            <a:rPr lang="en-US" noProof="0" dirty="0"/>
            <a:t>Input</a:t>
          </a:r>
        </a:p>
      </dgm:t>
    </dgm:pt>
    <dgm:pt modelId="{1ABB439C-E7FD-4B61-89AE-642EF370D606}" type="parTrans" cxnId="{7E9996C1-116F-4615-B8BB-D7709B144632}">
      <dgm:prSet/>
      <dgm:spPr/>
      <dgm:t>
        <a:bodyPr/>
        <a:lstStyle/>
        <a:p>
          <a:endParaRPr lang="en-US" noProof="0" dirty="0"/>
        </a:p>
      </dgm:t>
    </dgm:pt>
    <dgm:pt modelId="{CA7A14AC-900F-4A7D-BC31-60706EB301BD}" type="sibTrans" cxnId="{7E9996C1-116F-4615-B8BB-D7709B144632}">
      <dgm:prSet/>
      <dgm:spPr/>
      <dgm:t>
        <a:bodyPr/>
        <a:lstStyle/>
        <a:p>
          <a:endParaRPr lang="en-US" noProof="0" dirty="0"/>
        </a:p>
      </dgm:t>
    </dgm:pt>
    <dgm:pt modelId="{D5570B92-301A-4ECD-8B75-53F5B0D32D75}">
      <dgm:prSet phldrT="[Testo]"/>
      <dgm:spPr/>
      <dgm:t>
        <a:bodyPr/>
        <a:lstStyle/>
        <a:p>
          <a:r>
            <a:rPr lang="en-US" noProof="0" dirty="0"/>
            <a:t>Risk management plan</a:t>
          </a:r>
        </a:p>
      </dgm:t>
    </dgm:pt>
    <dgm:pt modelId="{F7CB3475-B918-44E5-BEA1-3CB033011487}" type="parTrans" cxnId="{E55D31D1-9673-489C-81DB-AD410F386F31}">
      <dgm:prSet/>
      <dgm:spPr/>
      <dgm:t>
        <a:bodyPr/>
        <a:lstStyle/>
        <a:p>
          <a:endParaRPr lang="en-US" noProof="0" dirty="0"/>
        </a:p>
      </dgm:t>
    </dgm:pt>
    <dgm:pt modelId="{F8C277FA-1D46-40D2-AA0B-B300D1BA62BA}" type="sibTrans" cxnId="{E55D31D1-9673-489C-81DB-AD410F386F31}">
      <dgm:prSet/>
      <dgm:spPr/>
      <dgm:t>
        <a:bodyPr/>
        <a:lstStyle/>
        <a:p>
          <a:endParaRPr lang="en-US" noProof="0" dirty="0"/>
        </a:p>
      </dgm:t>
    </dgm:pt>
    <dgm:pt modelId="{6A0AEEAC-49EC-4E52-846D-226451884DE4}">
      <dgm:prSet phldrT="[Testo]"/>
      <dgm:spPr/>
      <dgm:t>
        <a:bodyPr/>
        <a:lstStyle/>
        <a:p>
          <a:r>
            <a:rPr lang="en-US" noProof="0" dirty="0"/>
            <a:t>Tools &amp; Techniques </a:t>
          </a:r>
        </a:p>
      </dgm:t>
    </dgm:pt>
    <dgm:pt modelId="{78B7BF49-011A-424A-B31B-3C27B813E920}" type="parTrans" cxnId="{0EA2950D-C468-4560-9DBD-487B9C881FF3}">
      <dgm:prSet/>
      <dgm:spPr/>
      <dgm:t>
        <a:bodyPr/>
        <a:lstStyle/>
        <a:p>
          <a:endParaRPr lang="en-US" noProof="0" dirty="0"/>
        </a:p>
      </dgm:t>
    </dgm:pt>
    <dgm:pt modelId="{22CF7362-CF95-490F-AA04-60179A702243}" type="sibTrans" cxnId="{0EA2950D-C468-4560-9DBD-487B9C881FF3}">
      <dgm:prSet/>
      <dgm:spPr/>
      <dgm:t>
        <a:bodyPr/>
        <a:lstStyle/>
        <a:p>
          <a:endParaRPr lang="en-US" noProof="0" dirty="0"/>
        </a:p>
      </dgm:t>
    </dgm:pt>
    <dgm:pt modelId="{F2A9E3BA-88BA-4B72-A42E-8091C8F956E4}">
      <dgm:prSet phldrT="[Testo]"/>
      <dgm:spPr/>
      <dgm:t>
        <a:bodyPr/>
        <a:lstStyle/>
        <a:p>
          <a:r>
            <a:rPr lang="en-US" noProof="0" dirty="0"/>
            <a:t>Risk probability and impact assessment</a:t>
          </a:r>
        </a:p>
      </dgm:t>
    </dgm:pt>
    <dgm:pt modelId="{C0E65C3B-9BFF-4FC2-964E-7DE74FCBF0A1}" type="parTrans" cxnId="{884A3E40-F596-480F-8558-AB4F690CFB87}">
      <dgm:prSet/>
      <dgm:spPr/>
      <dgm:t>
        <a:bodyPr/>
        <a:lstStyle/>
        <a:p>
          <a:endParaRPr lang="en-US" noProof="0" dirty="0"/>
        </a:p>
      </dgm:t>
    </dgm:pt>
    <dgm:pt modelId="{A595E46D-DC93-4642-BBF2-74A19F589C48}" type="sibTrans" cxnId="{884A3E40-F596-480F-8558-AB4F690CFB87}">
      <dgm:prSet/>
      <dgm:spPr/>
      <dgm:t>
        <a:bodyPr/>
        <a:lstStyle/>
        <a:p>
          <a:endParaRPr lang="en-US" noProof="0" dirty="0"/>
        </a:p>
      </dgm:t>
    </dgm:pt>
    <dgm:pt modelId="{709505F0-F6DE-4893-84D0-0B82B0B51EC9}">
      <dgm:prSet phldrT="[Testo]"/>
      <dgm:spPr/>
      <dgm:t>
        <a:bodyPr/>
        <a:lstStyle/>
        <a:p>
          <a:r>
            <a:rPr lang="en-US" noProof="0" dirty="0"/>
            <a:t>Output</a:t>
          </a:r>
        </a:p>
      </dgm:t>
    </dgm:pt>
    <dgm:pt modelId="{64F55946-C314-405A-9E2A-4A7C6FF86C3D}" type="parTrans" cxnId="{1FE10A3A-3D54-4FD8-9724-23AFCE3870C0}">
      <dgm:prSet/>
      <dgm:spPr/>
      <dgm:t>
        <a:bodyPr/>
        <a:lstStyle/>
        <a:p>
          <a:endParaRPr lang="en-US" noProof="0" dirty="0"/>
        </a:p>
      </dgm:t>
    </dgm:pt>
    <dgm:pt modelId="{3FEC2F50-DF73-483C-B41A-18B37358B472}" type="sibTrans" cxnId="{1FE10A3A-3D54-4FD8-9724-23AFCE3870C0}">
      <dgm:prSet/>
      <dgm:spPr/>
      <dgm:t>
        <a:bodyPr/>
        <a:lstStyle/>
        <a:p>
          <a:endParaRPr lang="en-US" noProof="0" dirty="0"/>
        </a:p>
      </dgm:t>
    </dgm:pt>
    <dgm:pt modelId="{69F23914-B525-477A-AEFB-4C8E6B2BFF14}">
      <dgm:prSet phldrT="[Testo]"/>
      <dgm:spPr/>
      <dgm:t>
        <a:bodyPr/>
        <a:lstStyle/>
        <a:p>
          <a:r>
            <a:rPr lang="en-US" noProof="0" dirty="0"/>
            <a:t>Project documents updates</a:t>
          </a:r>
        </a:p>
      </dgm:t>
    </dgm:pt>
    <dgm:pt modelId="{99C97AF8-F9A6-4161-862F-02BFEEFD097C}" type="parTrans" cxnId="{59FAF1C4-FC83-467F-827A-C2CAF9E7A709}">
      <dgm:prSet/>
      <dgm:spPr/>
      <dgm:t>
        <a:bodyPr/>
        <a:lstStyle/>
        <a:p>
          <a:endParaRPr lang="en-US" noProof="0" dirty="0"/>
        </a:p>
      </dgm:t>
    </dgm:pt>
    <dgm:pt modelId="{334F518A-0AA8-4A87-A389-16AB80634D6D}" type="sibTrans" cxnId="{59FAF1C4-FC83-467F-827A-C2CAF9E7A709}">
      <dgm:prSet/>
      <dgm:spPr/>
      <dgm:t>
        <a:bodyPr/>
        <a:lstStyle/>
        <a:p>
          <a:endParaRPr lang="en-US" noProof="0" dirty="0"/>
        </a:p>
      </dgm:t>
    </dgm:pt>
    <dgm:pt modelId="{E70932A2-63FA-41F1-A43E-2B222D15C0CC}">
      <dgm:prSet/>
      <dgm:spPr/>
      <dgm:t>
        <a:bodyPr/>
        <a:lstStyle/>
        <a:p>
          <a:r>
            <a:rPr lang="en-US" noProof="0" dirty="0"/>
            <a:t>Scope baseline</a:t>
          </a:r>
        </a:p>
      </dgm:t>
    </dgm:pt>
    <dgm:pt modelId="{5CFD8B0C-0E52-41BA-9CB2-02F0EA684A61}" type="parTrans" cxnId="{B94A4CF7-A8CC-4791-83AD-5E4D0545FCD8}">
      <dgm:prSet/>
      <dgm:spPr/>
      <dgm:t>
        <a:bodyPr/>
        <a:lstStyle/>
        <a:p>
          <a:endParaRPr lang="en-US" noProof="0" dirty="0"/>
        </a:p>
      </dgm:t>
    </dgm:pt>
    <dgm:pt modelId="{CE79E991-1A67-411F-9BE1-F3EFDB62B61E}" type="sibTrans" cxnId="{B94A4CF7-A8CC-4791-83AD-5E4D0545FCD8}">
      <dgm:prSet/>
      <dgm:spPr/>
      <dgm:t>
        <a:bodyPr/>
        <a:lstStyle/>
        <a:p>
          <a:endParaRPr lang="en-US" noProof="0" dirty="0"/>
        </a:p>
      </dgm:t>
    </dgm:pt>
    <dgm:pt modelId="{B891ECD2-AD6A-4291-A553-0924B738A5EB}">
      <dgm:prSet/>
      <dgm:spPr/>
      <dgm:t>
        <a:bodyPr/>
        <a:lstStyle/>
        <a:p>
          <a:r>
            <a:rPr lang="en-US" noProof="0" dirty="0"/>
            <a:t>Risk register</a:t>
          </a:r>
        </a:p>
      </dgm:t>
    </dgm:pt>
    <dgm:pt modelId="{0459FB4B-5462-4CBC-B526-048C37263A13}" type="parTrans" cxnId="{EC8C8819-8C6C-46CA-8C7C-4B49A222FB49}">
      <dgm:prSet/>
      <dgm:spPr/>
      <dgm:t>
        <a:bodyPr/>
        <a:lstStyle/>
        <a:p>
          <a:endParaRPr lang="en-US" noProof="0" dirty="0"/>
        </a:p>
      </dgm:t>
    </dgm:pt>
    <dgm:pt modelId="{3D5F128B-081C-4AAE-BAAC-B26E04830E85}" type="sibTrans" cxnId="{EC8C8819-8C6C-46CA-8C7C-4B49A222FB49}">
      <dgm:prSet/>
      <dgm:spPr/>
      <dgm:t>
        <a:bodyPr/>
        <a:lstStyle/>
        <a:p>
          <a:endParaRPr lang="en-US" noProof="0" dirty="0"/>
        </a:p>
      </dgm:t>
    </dgm:pt>
    <dgm:pt modelId="{2B46D17B-DD27-438E-B478-68B75046043F}">
      <dgm:prSet/>
      <dgm:spPr/>
      <dgm:t>
        <a:bodyPr/>
        <a:lstStyle/>
        <a:p>
          <a:r>
            <a:rPr lang="en-US" noProof="0" dirty="0"/>
            <a:t>Enterprise environmental factors</a:t>
          </a:r>
        </a:p>
      </dgm:t>
    </dgm:pt>
    <dgm:pt modelId="{E0B3FCFD-EAC6-42BC-ABED-B0EEBA9A1842}" type="parTrans" cxnId="{00D3378E-DF19-4D90-94E7-E562525D3150}">
      <dgm:prSet/>
      <dgm:spPr/>
      <dgm:t>
        <a:bodyPr/>
        <a:lstStyle/>
        <a:p>
          <a:endParaRPr lang="en-US" noProof="0" dirty="0"/>
        </a:p>
      </dgm:t>
    </dgm:pt>
    <dgm:pt modelId="{193154FC-1CB3-4197-ACFB-6E11F50331BA}" type="sibTrans" cxnId="{00D3378E-DF19-4D90-94E7-E562525D3150}">
      <dgm:prSet/>
      <dgm:spPr/>
      <dgm:t>
        <a:bodyPr/>
        <a:lstStyle/>
        <a:p>
          <a:endParaRPr lang="en-US" noProof="0" dirty="0"/>
        </a:p>
      </dgm:t>
    </dgm:pt>
    <dgm:pt modelId="{B6D61E1A-0AFE-456A-9DD5-E3C90BAD0887}">
      <dgm:prSet/>
      <dgm:spPr/>
      <dgm:t>
        <a:bodyPr/>
        <a:lstStyle/>
        <a:p>
          <a:r>
            <a:rPr lang="en-US" noProof="0" dirty="0"/>
            <a:t>Organizational process assets</a:t>
          </a:r>
        </a:p>
      </dgm:t>
    </dgm:pt>
    <dgm:pt modelId="{95C71E87-A851-4454-97D3-38EEDF1787D8}" type="parTrans" cxnId="{E8FE144C-1237-46A3-9DFA-0BBD09B38E28}">
      <dgm:prSet/>
      <dgm:spPr/>
      <dgm:t>
        <a:bodyPr/>
        <a:lstStyle/>
        <a:p>
          <a:endParaRPr lang="en-US" noProof="0" dirty="0"/>
        </a:p>
      </dgm:t>
    </dgm:pt>
    <dgm:pt modelId="{AF91B2BB-ED0F-4BFA-9AF4-8C6F2C03C027}" type="sibTrans" cxnId="{E8FE144C-1237-46A3-9DFA-0BBD09B38E28}">
      <dgm:prSet/>
      <dgm:spPr/>
      <dgm:t>
        <a:bodyPr/>
        <a:lstStyle/>
        <a:p>
          <a:endParaRPr lang="en-US" noProof="0" dirty="0"/>
        </a:p>
      </dgm:t>
    </dgm:pt>
    <dgm:pt modelId="{FF19AA06-C6D5-457D-A29B-90972E01F4DB}">
      <dgm:prSet/>
      <dgm:spPr/>
      <dgm:t>
        <a:bodyPr/>
        <a:lstStyle/>
        <a:p>
          <a:r>
            <a:rPr lang="en-US" b="0" noProof="0" dirty="0"/>
            <a:t>Probability and impact matrix</a:t>
          </a:r>
        </a:p>
      </dgm:t>
    </dgm:pt>
    <dgm:pt modelId="{33263C24-6D95-4FC1-88F4-FACBBEC0DDAB}" type="parTrans" cxnId="{F3A58743-8341-425F-B1D5-DDFF458786A0}">
      <dgm:prSet/>
      <dgm:spPr/>
      <dgm:t>
        <a:bodyPr/>
        <a:lstStyle/>
        <a:p>
          <a:endParaRPr lang="en-US" noProof="0" dirty="0"/>
        </a:p>
      </dgm:t>
    </dgm:pt>
    <dgm:pt modelId="{0D842898-53CD-4683-AA07-23F88BA9F428}" type="sibTrans" cxnId="{F3A58743-8341-425F-B1D5-DDFF458786A0}">
      <dgm:prSet/>
      <dgm:spPr/>
      <dgm:t>
        <a:bodyPr/>
        <a:lstStyle/>
        <a:p>
          <a:endParaRPr lang="en-US" noProof="0" dirty="0"/>
        </a:p>
      </dgm:t>
    </dgm:pt>
    <dgm:pt modelId="{1FB257BA-1134-4061-AB0D-161A60A70343}">
      <dgm:prSet/>
      <dgm:spPr/>
      <dgm:t>
        <a:bodyPr/>
        <a:lstStyle/>
        <a:p>
          <a:r>
            <a:rPr lang="en-US" noProof="0" dirty="0"/>
            <a:t>Risk data quality assessment</a:t>
          </a:r>
        </a:p>
      </dgm:t>
    </dgm:pt>
    <dgm:pt modelId="{1A62C9D4-FC62-4E0D-AD48-0EA82FB8FA6B}" type="parTrans" cxnId="{BB102FA9-85AA-45DC-9661-4B8027B03424}">
      <dgm:prSet/>
      <dgm:spPr/>
      <dgm:t>
        <a:bodyPr/>
        <a:lstStyle/>
        <a:p>
          <a:endParaRPr lang="en-US" noProof="0" dirty="0"/>
        </a:p>
      </dgm:t>
    </dgm:pt>
    <dgm:pt modelId="{5012BE8F-A5DE-476C-909D-125D425FEFCD}" type="sibTrans" cxnId="{BB102FA9-85AA-45DC-9661-4B8027B03424}">
      <dgm:prSet/>
      <dgm:spPr/>
      <dgm:t>
        <a:bodyPr/>
        <a:lstStyle/>
        <a:p>
          <a:endParaRPr lang="en-US" noProof="0" dirty="0"/>
        </a:p>
      </dgm:t>
    </dgm:pt>
    <dgm:pt modelId="{4B26CE05-29CA-4ECF-9F80-9005F6ED4C36}">
      <dgm:prSet/>
      <dgm:spPr/>
      <dgm:t>
        <a:bodyPr/>
        <a:lstStyle/>
        <a:p>
          <a:r>
            <a:rPr lang="en-US" noProof="0" dirty="0"/>
            <a:t>Risk categorization</a:t>
          </a:r>
        </a:p>
      </dgm:t>
    </dgm:pt>
    <dgm:pt modelId="{64B9B746-59F8-414F-9AC6-B4AD410212CD}" type="parTrans" cxnId="{D7FF5BAA-666C-45EB-8717-C394DDC4746A}">
      <dgm:prSet/>
      <dgm:spPr/>
      <dgm:t>
        <a:bodyPr/>
        <a:lstStyle/>
        <a:p>
          <a:endParaRPr lang="en-US" noProof="0" dirty="0"/>
        </a:p>
      </dgm:t>
    </dgm:pt>
    <dgm:pt modelId="{673178C2-E8E8-4416-B016-A4B6AC45FB09}" type="sibTrans" cxnId="{D7FF5BAA-666C-45EB-8717-C394DDC4746A}">
      <dgm:prSet/>
      <dgm:spPr/>
      <dgm:t>
        <a:bodyPr/>
        <a:lstStyle/>
        <a:p>
          <a:endParaRPr lang="en-US" noProof="0" dirty="0"/>
        </a:p>
      </dgm:t>
    </dgm:pt>
    <dgm:pt modelId="{1DDBCC01-84E8-49B1-890A-3096F4EF8CE9}">
      <dgm:prSet/>
      <dgm:spPr/>
      <dgm:t>
        <a:bodyPr/>
        <a:lstStyle/>
        <a:p>
          <a:r>
            <a:rPr lang="en-US" noProof="0" dirty="0"/>
            <a:t>Risk urgency assessment</a:t>
          </a:r>
        </a:p>
      </dgm:t>
    </dgm:pt>
    <dgm:pt modelId="{E1502077-CA28-481D-ABA5-2DD1F3D769EE}" type="parTrans" cxnId="{ABCE43A9-DD7B-4A91-810D-502AEA556423}">
      <dgm:prSet/>
      <dgm:spPr/>
      <dgm:t>
        <a:bodyPr/>
        <a:lstStyle/>
        <a:p>
          <a:endParaRPr lang="en-US" noProof="0" dirty="0"/>
        </a:p>
      </dgm:t>
    </dgm:pt>
    <dgm:pt modelId="{53C94027-DDE2-4723-B002-9E034F089675}" type="sibTrans" cxnId="{ABCE43A9-DD7B-4A91-810D-502AEA556423}">
      <dgm:prSet/>
      <dgm:spPr/>
      <dgm:t>
        <a:bodyPr/>
        <a:lstStyle/>
        <a:p>
          <a:endParaRPr lang="en-US" noProof="0" dirty="0"/>
        </a:p>
      </dgm:t>
    </dgm:pt>
    <dgm:pt modelId="{DE5FDBE4-DC42-43CE-97A9-B66C28E97949}">
      <dgm:prSet/>
      <dgm:spPr/>
      <dgm:t>
        <a:bodyPr/>
        <a:lstStyle/>
        <a:p>
          <a:r>
            <a:rPr lang="en-US" noProof="0" dirty="0"/>
            <a:t>Expert judgment</a:t>
          </a:r>
        </a:p>
      </dgm:t>
    </dgm:pt>
    <dgm:pt modelId="{A37BB052-0F8C-494C-9596-B1F47E744084}" type="parTrans" cxnId="{1425C32F-E593-4137-9ACC-A9037EAF6721}">
      <dgm:prSet/>
      <dgm:spPr/>
      <dgm:t>
        <a:bodyPr/>
        <a:lstStyle/>
        <a:p>
          <a:endParaRPr lang="en-US" noProof="0" dirty="0"/>
        </a:p>
      </dgm:t>
    </dgm:pt>
    <dgm:pt modelId="{1A457EB3-30EA-4BC1-917E-4F520D321C18}" type="sibTrans" cxnId="{1425C32F-E593-4137-9ACC-A9037EAF6721}">
      <dgm:prSet/>
      <dgm:spPr/>
      <dgm:t>
        <a:bodyPr/>
        <a:lstStyle/>
        <a:p>
          <a:endParaRPr lang="en-US" noProof="0" dirty="0"/>
        </a:p>
      </dgm:t>
    </dgm:pt>
    <dgm:pt modelId="{2D32639D-724E-4E90-91CB-8A7E55B6EC2B}" type="pres">
      <dgm:prSet presAssocID="{B3A0A272-B842-4C42-9AFB-90CC0DE59EB3}" presName="linear" presStyleCnt="0">
        <dgm:presLayoutVars>
          <dgm:animLvl val="lvl"/>
          <dgm:resizeHandles val="exact"/>
        </dgm:presLayoutVars>
      </dgm:prSet>
      <dgm:spPr/>
    </dgm:pt>
    <dgm:pt modelId="{FB30FAA1-933C-4A39-96BB-CD9828922F7E}" type="pres">
      <dgm:prSet presAssocID="{2C943C1D-EECA-4FEE-B001-AD4C40091B84}" presName="parentText" presStyleLbl="node1" presStyleIdx="0" presStyleCnt="3" custScaleY="149730" custLinFactNeighborX="1641" custLinFactNeighborY="-1516">
        <dgm:presLayoutVars>
          <dgm:chMax val="0"/>
          <dgm:bulletEnabled val="1"/>
        </dgm:presLayoutVars>
      </dgm:prSet>
      <dgm:spPr/>
    </dgm:pt>
    <dgm:pt modelId="{6FF7B2BA-684C-47B9-AED9-51FAC8F084B3}" type="pres">
      <dgm:prSet presAssocID="{2C943C1D-EECA-4FEE-B001-AD4C40091B84}" presName="childText" presStyleLbl="revTx" presStyleIdx="0" presStyleCnt="3">
        <dgm:presLayoutVars>
          <dgm:bulletEnabled val="1"/>
        </dgm:presLayoutVars>
      </dgm:prSet>
      <dgm:spPr/>
    </dgm:pt>
    <dgm:pt modelId="{E5D16EE5-6402-4900-9E64-53CA23F8DBE1}" type="pres">
      <dgm:prSet presAssocID="{6A0AEEAC-49EC-4E52-846D-226451884DE4}" presName="parentText" presStyleLbl="node1" presStyleIdx="1" presStyleCnt="3">
        <dgm:presLayoutVars>
          <dgm:chMax val="0"/>
          <dgm:bulletEnabled val="1"/>
        </dgm:presLayoutVars>
      </dgm:prSet>
      <dgm:spPr/>
    </dgm:pt>
    <dgm:pt modelId="{73DAE44C-9200-4F3A-B88B-FB2CE2EFC5F2}" type="pres">
      <dgm:prSet presAssocID="{6A0AEEAC-49EC-4E52-846D-226451884DE4}" presName="childText" presStyleLbl="revTx" presStyleIdx="1" presStyleCnt="3">
        <dgm:presLayoutVars>
          <dgm:bulletEnabled val="1"/>
        </dgm:presLayoutVars>
      </dgm:prSet>
      <dgm:spPr/>
    </dgm:pt>
    <dgm:pt modelId="{6D5EF2BB-E120-495D-9547-E6F6CC333FA9}" type="pres">
      <dgm:prSet presAssocID="{709505F0-F6DE-4893-84D0-0B82B0B51EC9}" presName="parentText" presStyleLbl="node1" presStyleIdx="2" presStyleCnt="3">
        <dgm:presLayoutVars>
          <dgm:chMax val="0"/>
          <dgm:bulletEnabled val="1"/>
        </dgm:presLayoutVars>
      </dgm:prSet>
      <dgm:spPr/>
    </dgm:pt>
    <dgm:pt modelId="{9CECA89D-41A9-423A-BAD0-309A8AC9412C}" type="pres">
      <dgm:prSet presAssocID="{709505F0-F6DE-4893-84D0-0B82B0B51EC9}" presName="childText" presStyleLbl="revTx" presStyleIdx="2" presStyleCnt="3">
        <dgm:presLayoutVars>
          <dgm:bulletEnabled val="1"/>
        </dgm:presLayoutVars>
      </dgm:prSet>
      <dgm:spPr/>
    </dgm:pt>
  </dgm:ptLst>
  <dgm:cxnLst>
    <dgm:cxn modelId="{0EA2950D-C468-4560-9DBD-487B9C881FF3}" srcId="{B3A0A272-B842-4C42-9AFB-90CC0DE59EB3}" destId="{6A0AEEAC-49EC-4E52-846D-226451884DE4}" srcOrd="1" destOrd="0" parTransId="{78B7BF49-011A-424A-B31B-3C27B813E920}" sibTransId="{22CF7362-CF95-490F-AA04-60179A702243}"/>
    <dgm:cxn modelId="{EC8C8819-8C6C-46CA-8C7C-4B49A222FB49}" srcId="{2C943C1D-EECA-4FEE-B001-AD4C40091B84}" destId="{B891ECD2-AD6A-4291-A553-0924B738A5EB}" srcOrd="2" destOrd="0" parTransId="{0459FB4B-5462-4CBC-B526-048C37263A13}" sibTransId="{3D5F128B-081C-4AAE-BAAC-B26E04830E85}"/>
    <dgm:cxn modelId="{20F8921C-4F70-47C9-ADC8-6FA3A341F45B}" type="presOf" srcId="{6A0AEEAC-49EC-4E52-846D-226451884DE4}" destId="{E5D16EE5-6402-4900-9E64-53CA23F8DBE1}" srcOrd="0" destOrd="0" presId="urn:microsoft.com/office/officeart/2005/8/layout/vList2"/>
    <dgm:cxn modelId="{8793CB28-DD35-41A0-909E-F4639A0F61D5}" type="presOf" srcId="{69F23914-B525-477A-AEFB-4C8E6B2BFF14}" destId="{9CECA89D-41A9-423A-BAD0-309A8AC9412C}" srcOrd="0" destOrd="0" presId="urn:microsoft.com/office/officeart/2005/8/layout/vList2"/>
    <dgm:cxn modelId="{E928AD29-F948-4675-84A9-4E785A05731E}" type="presOf" srcId="{E70932A2-63FA-41F1-A43E-2B222D15C0CC}" destId="{6FF7B2BA-684C-47B9-AED9-51FAC8F084B3}" srcOrd="0" destOrd="1" presId="urn:microsoft.com/office/officeart/2005/8/layout/vList2"/>
    <dgm:cxn modelId="{1C72CE2C-E2B0-4D1B-A918-066011A7AB15}" type="presOf" srcId="{FF19AA06-C6D5-457D-A29B-90972E01F4DB}" destId="{73DAE44C-9200-4F3A-B88B-FB2CE2EFC5F2}" srcOrd="0" destOrd="1" presId="urn:microsoft.com/office/officeart/2005/8/layout/vList2"/>
    <dgm:cxn modelId="{1425C32F-E593-4137-9ACC-A9037EAF6721}" srcId="{6A0AEEAC-49EC-4E52-846D-226451884DE4}" destId="{DE5FDBE4-DC42-43CE-97A9-B66C28E97949}" srcOrd="5" destOrd="0" parTransId="{A37BB052-0F8C-494C-9596-B1F47E744084}" sibTransId="{1A457EB3-30EA-4BC1-917E-4F520D321C18}"/>
    <dgm:cxn modelId="{1FE10A3A-3D54-4FD8-9724-23AFCE3870C0}" srcId="{B3A0A272-B842-4C42-9AFB-90CC0DE59EB3}" destId="{709505F0-F6DE-4893-84D0-0B82B0B51EC9}" srcOrd="2" destOrd="0" parTransId="{64F55946-C314-405A-9E2A-4A7C6FF86C3D}" sibTransId="{3FEC2F50-DF73-483C-B41A-18B37358B472}"/>
    <dgm:cxn modelId="{EE79A13E-6556-4152-B194-29F3C3A040F5}" type="presOf" srcId="{F2A9E3BA-88BA-4B72-A42E-8091C8F956E4}" destId="{73DAE44C-9200-4F3A-B88B-FB2CE2EFC5F2}" srcOrd="0" destOrd="0" presId="urn:microsoft.com/office/officeart/2005/8/layout/vList2"/>
    <dgm:cxn modelId="{884A3E40-F596-480F-8558-AB4F690CFB87}" srcId="{6A0AEEAC-49EC-4E52-846D-226451884DE4}" destId="{F2A9E3BA-88BA-4B72-A42E-8091C8F956E4}" srcOrd="0" destOrd="0" parTransId="{C0E65C3B-9BFF-4FC2-964E-7DE74FCBF0A1}" sibTransId="{A595E46D-DC93-4642-BBF2-74A19F589C48}"/>
    <dgm:cxn modelId="{F3A58743-8341-425F-B1D5-DDFF458786A0}" srcId="{6A0AEEAC-49EC-4E52-846D-226451884DE4}" destId="{FF19AA06-C6D5-457D-A29B-90972E01F4DB}" srcOrd="1" destOrd="0" parTransId="{33263C24-6D95-4FC1-88F4-FACBBEC0DDAB}" sibTransId="{0D842898-53CD-4683-AA07-23F88BA9F428}"/>
    <dgm:cxn modelId="{124B1747-B7EE-4A98-BE1A-6EEA94EFC110}" type="presOf" srcId="{DE5FDBE4-DC42-43CE-97A9-B66C28E97949}" destId="{73DAE44C-9200-4F3A-B88B-FB2CE2EFC5F2}" srcOrd="0" destOrd="5" presId="urn:microsoft.com/office/officeart/2005/8/layout/vList2"/>
    <dgm:cxn modelId="{9C7D024B-DEB5-40EB-A4C2-975083598F2B}" type="presOf" srcId="{1DDBCC01-84E8-49B1-890A-3096F4EF8CE9}" destId="{73DAE44C-9200-4F3A-B88B-FB2CE2EFC5F2}" srcOrd="0" destOrd="4" presId="urn:microsoft.com/office/officeart/2005/8/layout/vList2"/>
    <dgm:cxn modelId="{E8FE144C-1237-46A3-9DFA-0BBD09B38E28}" srcId="{2C943C1D-EECA-4FEE-B001-AD4C40091B84}" destId="{B6D61E1A-0AFE-456A-9DD5-E3C90BAD0887}" srcOrd="4" destOrd="0" parTransId="{95C71E87-A851-4454-97D3-38EEDF1787D8}" sibTransId="{AF91B2BB-ED0F-4BFA-9AF4-8C6F2C03C027}"/>
    <dgm:cxn modelId="{317C744E-F408-4ED6-8E90-39118DF57E07}" type="presOf" srcId="{709505F0-F6DE-4893-84D0-0B82B0B51EC9}" destId="{6D5EF2BB-E120-495D-9547-E6F6CC333FA9}" srcOrd="0" destOrd="0" presId="urn:microsoft.com/office/officeart/2005/8/layout/vList2"/>
    <dgm:cxn modelId="{BCA3A976-CE79-4758-8450-8B9291B7EBAF}" type="presOf" srcId="{D5570B92-301A-4ECD-8B75-53F5B0D32D75}" destId="{6FF7B2BA-684C-47B9-AED9-51FAC8F084B3}" srcOrd="0" destOrd="0" presId="urn:microsoft.com/office/officeart/2005/8/layout/vList2"/>
    <dgm:cxn modelId="{FA811286-A984-45AC-9BD9-705BA7AE03B2}" type="presOf" srcId="{2C943C1D-EECA-4FEE-B001-AD4C40091B84}" destId="{FB30FAA1-933C-4A39-96BB-CD9828922F7E}" srcOrd="0" destOrd="0" presId="urn:microsoft.com/office/officeart/2005/8/layout/vList2"/>
    <dgm:cxn modelId="{00D3378E-DF19-4D90-94E7-E562525D3150}" srcId="{2C943C1D-EECA-4FEE-B001-AD4C40091B84}" destId="{2B46D17B-DD27-438E-B478-68B75046043F}" srcOrd="3" destOrd="0" parTransId="{E0B3FCFD-EAC6-42BC-ABED-B0EEBA9A1842}" sibTransId="{193154FC-1CB3-4197-ACFB-6E11F50331BA}"/>
    <dgm:cxn modelId="{C7A9D08F-CAA6-45FD-A6CE-5A8569C0AD1B}" type="presOf" srcId="{B891ECD2-AD6A-4291-A553-0924B738A5EB}" destId="{6FF7B2BA-684C-47B9-AED9-51FAC8F084B3}" srcOrd="0" destOrd="2" presId="urn:microsoft.com/office/officeart/2005/8/layout/vList2"/>
    <dgm:cxn modelId="{AAF05A95-31DC-4E95-BB02-BA9DF185BC4F}" type="presOf" srcId="{2B46D17B-DD27-438E-B478-68B75046043F}" destId="{6FF7B2BA-684C-47B9-AED9-51FAC8F084B3}" srcOrd="0" destOrd="3" presId="urn:microsoft.com/office/officeart/2005/8/layout/vList2"/>
    <dgm:cxn modelId="{F95B7798-FD0F-46CB-8C0A-B170161F0DD9}" type="presOf" srcId="{1FB257BA-1134-4061-AB0D-161A60A70343}" destId="{73DAE44C-9200-4F3A-B88B-FB2CE2EFC5F2}" srcOrd="0" destOrd="2" presId="urn:microsoft.com/office/officeart/2005/8/layout/vList2"/>
    <dgm:cxn modelId="{F417E498-6E14-4549-BD46-7904C721D07E}" type="presOf" srcId="{4B26CE05-29CA-4ECF-9F80-9005F6ED4C36}" destId="{73DAE44C-9200-4F3A-B88B-FB2CE2EFC5F2}" srcOrd="0" destOrd="3" presId="urn:microsoft.com/office/officeart/2005/8/layout/vList2"/>
    <dgm:cxn modelId="{BB102FA9-85AA-45DC-9661-4B8027B03424}" srcId="{6A0AEEAC-49EC-4E52-846D-226451884DE4}" destId="{1FB257BA-1134-4061-AB0D-161A60A70343}" srcOrd="2" destOrd="0" parTransId="{1A62C9D4-FC62-4E0D-AD48-0EA82FB8FA6B}" sibTransId="{5012BE8F-A5DE-476C-909D-125D425FEFCD}"/>
    <dgm:cxn modelId="{ABCE43A9-DD7B-4A91-810D-502AEA556423}" srcId="{6A0AEEAC-49EC-4E52-846D-226451884DE4}" destId="{1DDBCC01-84E8-49B1-890A-3096F4EF8CE9}" srcOrd="4" destOrd="0" parTransId="{E1502077-CA28-481D-ABA5-2DD1F3D769EE}" sibTransId="{53C94027-DDE2-4723-B002-9E034F089675}"/>
    <dgm:cxn modelId="{D7FF5BAA-666C-45EB-8717-C394DDC4746A}" srcId="{6A0AEEAC-49EC-4E52-846D-226451884DE4}" destId="{4B26CE05-29CA-4ECF-9F80-9005F6ED4C36}" srcOrd="3" destOrd="0" parTransId="{64B9B746-59F8-414F-9AC6-B4AD410212CD}" sibTransId="{673178C2-E8E8-4416-B016-A4B6AC45FB09}"/>
    <dgm:cxn modelId="{7E9996C1-116F-4615-B8BB-D7709B144632}" srcId="{B3A0A272-B842-4C42-9AFB-90CC0DE59EB3}" destId="{2C943C1D-EECA-4FEE-B001-AD4C40091B84}" srcOrd="0" destOrd="0" parTransId="{1ABB439C-E7FD-4B61-89AE-642EF370D606}" sibTransId="{CA7A14AC-900F-4A7D-BC31-60706EB301BD}"/>
    <dgm:cxn modelId="{59FAF1C4-FC83-467F-827A-C2CAF9E7A709}" srcId="{709505F0-F6DE-4893-84D0-0B82B0B51EC9}" destId="{69F23914-B525-477A-AEFB-4C8E6B2BFF14}" srcOrd="0" destOrd="0" parTransId="{99C97AF8-F9A6-4161-862F-02BFEEFD097C}" sibTransId="{334F518A-0AA8-4A87-A389-16AB80634D6D}"/>
    <dgm:cxn modelId="{E55D31D1-9673-489C-81DB-AD410F386F31}" srcId="{2C943C1D-EECA-4FEE-B001-AD4C40091B84}" destId="{D5570B92-301A-4ECD-8B75-53F5B0D32D75}" srcOrd="0" destOrd="0" parTransId="{F7CB3475-B918-44E5-BEA1-3CB033011487}" sibTransId="{F8C277FA-1D46-40D2-AA0B-B300D1BA62BA}"/>
    <dgm:cxn modelId="{FB5E43D3-C95E-473C-810C-19BB16E7F05F}" type="presOf" srcId="{B3A0A272-B842-4C42-9AFB-90CC0DE59EB3}" destId="{2D32639D-724E-4E90-91CB-8A7E55B6EC2B}" srcOrd="0" destOrd="0" presId="urn:microsoft.com/office/officeart/2005/8/layout/vList2"/>
    <dgm:cxn modelId="{D637B8E1-0D11-454B-B304-4E4595184019}" type="presOf" srcId="{B6D61E1A-0AFE-456A-9DD5-E3C90BAD0887}" destId="{6FF7B2BA-684C-47B9-AED9-51FAC8F084B3}" srcOrd="0" destOrd="4" presId="urn:microsoft.com/office/officeart/2005/8/layout/vList2"/>
    <dgm:cxn modelId="{B94A4CF7-A8CC-4791-83AD-5E4D0545FCD8}" srcId="{2C943C1D-EECA-4FEE-B001-AD4C40091B84}" destId="{E70932A2-63FA-41F1-A43E-2B222D15C0CC}" srcOrd="1" destOrd="0" parTransId="{5CFD8B0C-0E52-41BA-9CB2-02F0EA684A61}" sibTransId="{CE79E991-1A67-411F-9BE1-F3EFDB62B61E}"/>
    <dgm:cxn modelId="{084980F4-726B-4C7C-AE8D-A365832EEF7E}" type="presParOf" srcId="{2D32639D-724E-4E90-91CB-8A7E55B6EC2B}" destId="{FB30FAA1-933C-4A39-96BB-CD9828922F7E}" srcOrd="0" destOrd="0" presId="urn:microsoft.com/office/officeart/2005/8/layout/vList2"/>
    <dgm:cxn modelId="{E775F9E4-732E-4FB8-868D-0A7258648FA6}" type="presParOf" srcId="{2D32639D-724E-4E90-91CB-8A7E55B6EC2B}" destId="{6FF7B2BA-684C-47B9-AED9-51FAC8F084B3}" srcOrd="1" destOrd="0" presId="urn:microsoft.com/office/officeart/2005/8/layout/vList2"/>
    <dgm:cxn modelId="{CBBEB7A9-5362-4A64-8366-44CB8628AB81}" type="presParOf" srcId="{2D32639D-724E-4E90-91CB-8A7E55B6EC2B}" destId="{E5D16EE5-6402-4900-9E64-53CA23F8DBE1}" srcOrd="2" destOrd="0" presId="urn:microsoft.com/office/officeart/2005/8/layout/vList2"/>
    <dgm:cxn modelId="{8D17FD16-6F85-47B8-8F7A-AD14C544D01A}" type="presParOf" srcId="{2D32639D-724E-4E90-91CB-8A7E55B6EC2B}" destId="{73DAE44C-9200-4F3A-B88B-FB2CE2EFC5F2}" srcOrd="3" destOrd="0" presId="urn:microsoft.com/office/officeart/2005/8/layout/vList2"/>
    <dgm:cxn modelId="{F1B1B15A-95A5-409B-8E51-A77DF40F3F36}" type="presParOf" srcId="{2D32639D-724E-4E90-91CB-8A7E55B6EC2B}" destId="{6D5EF2BB-E120-495D-9547-E6F6CC333FA9}" srcOrd="4" destOrd="0" presId="urn:microsoft.com/office/officeart/2005/8/layout/vList2"/>
    <dgm:cxn modelId="{4D55CC4D-A8B4-4471-BAD6-89C55AD28429}" type="presParOf" srcId="{2D32639D-724E-4E90-91CB-8A7E55B6EC2B}" destId="{9CECA89D-41A9-423A-BAD0-309A8AC9412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rgbClr val="FF0000"/>
        </a:solidFill>
      </dgm:spPr>
      <dgm:t>
        <a:bodyPr/>
        <a:lstStyle/>
        <a:p>
          <a:r>
            <a:rPr lang="en-US" b="1" noProof="0" dirty="0">
              <a:solidFill>
                <a:schemeClr val="bg1"/>
              </a:solidFill>
            </a:rPr>
            <a:t>Perform 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dgm:t>
        <a:bodyPr/>
        <a:lstStyle/>
        <a:p>
          <a:r>
            <a:rPr lang="en-US" noProof="0" dirty="0"/>
            <a:t>Perform 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5C8E8406-236D-4EDF-98A9-19593505A20F}" type="presOf" srcId="{50955908-1694-482D-BD6F-C04C01D438DC}" destId="{CEBF9439-F4CD-4BDA-B24C-9F27DF4C47DB}" srcOrd="1" destOrd="0" presId="urn:microsoft.com/office/officeart/2005/8/layout/orgChart1"/>
    <dgm:cxn modelId="{70CA7D0D-E227-47D0-84BF-FEABA38D29FC}" type="presOf" srcId="{F8A19A4D-577C-45FD-BA30-8EFF44878AED}" destId="{A76680A0-D94C-4876-9425-BD2ACBE015EB}" srcOrd="0"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CCF11E22-FB5E-4D14-A4EC-0D753B78453F}" type="presOf" srcId="{A56BCF70-C320-495F-9D47-D102341DA2FB}" destId="{5E7D5EBB-7C5D-4E14-AAB8-BEB88A4A4B7F}"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A9DAF23A-CF99-4696-B9C8-8BD4C16DE4C2}" srcId="{3F64DD8B-D8A1-4FEC-BE6C-DAE71BED4B23}" destId="{7C69A925-A39E-4BB5-B363-D96809E3EC1C}" srcOrd="0" destOrd="0" parTransId="{49E2CD8A-BB77-4314-A1E6-152F6F158413}" sibTransId="{6DE6FEB5-DE17-4548-9DA6-7C970C7B145D}"/>
    <dgm:cxn modelId="{AE3BF25D-E637-468F-AA52-0A528BAB1328}" type="presOf" srcId="{0EB1F6BB-6BFD-47ED-9B03-CB660E4820A0}" destId="{BB59B3FF-2CB2-4789-A023-7067EBB3985D}" srcOrd="1" destOrd="0" presId="urn:microsoft.com/office/officeart/2005/8/layout/orgChart1"/>
    <dgm:cxn modelId="{9CA95369-A39B-4B98-93AE-D5446B802406}" type="presOf" srcId="{910CEB26-5683-4E54-8BF2-717468D36E57}" destId="{C541BE7D-C1EE-4D07-8020-0D2AEE3BC172}" srcOrd="1" destOrd="0" presId="urn:microsoft.com/office/officeart/2005/8/layout/orgChart1"/>
    <dgm:cxn modelId="{5C49CC4E-A7CF-400F-9E0A-B0642DE1AEF2}" type="presOf" srcId="{0BED9D0E-4419-4707-89C0-033B2C08A8BA}" destId="{E23A8842-47DB-472E-9463-9F6D26779072}" srcOrd="0" destOrd="0" presId="urn:microsoft.com/office/officeart/2005/8/layout/orgChart1"/>
    <dgm:cxn modelId="{52C36851-C422-478F-9A18-08B4CB353085}" type="presOf" srcId="{42E9A6CC-FBDC-4FA5-8F60-EC35F72D7746}" destId="{8D05F1D0-1894-4299-B798-E8F274871921}" srcOrd="0" destOrd="0" presId="urn:microsoft.com/office/officeart/2005/8/layout/orgChart1"/>
    <dgm:cxn modelId="{191EC152-8051-4977-853F-850EE2C77124}" type="presOf" srcId="{6D951906-95CE-4054-B2EF-9AFA0DE76DD6}" destId="{211B4F57-0A09-401B-B60A-0BA9C7DFC24D}" srcOrd="0" destOrd="0" presId="urn:microsoft.com/office/officeart/2005/8/layout/orgChart1"/>
    <dgm:cxn modelId="{042C4154-8C5B-428F-BA9B-107351D6C35C}" type="presOf" srcId="{3F64DD8B-D8A1-4FEC-BE6C-DAE71BED4B23}" destId="{23BC9DEC-491D-4FB7-A841-E6D19B57FCD7}" srcOrd="0" destOrd="0" presId="urn:microsoft.com/office/officeart/2005/8/layout/orgChart1"/>
    <dgm:cxn modelId="{B0A82255-91F3-469E-BC51-47D03DEA89D9}" type="presOf" srcId="{0EB1F6BB-6BFD-47ED-9B03-CB660E4820A0}" destId="{AB949CA5-5EEA-4A00-88EF-43885D56D765}" srcOrd="0" destOrd="0" presId="urn:microsoft.com/office/officeart/2005/8/layout/orgChart1"/>
    <dgm:cxn modelId="{05B5D45A-1F6C-413A-8D6B-5903CBD658C1}" type="presOf" srcId="{6D951906-95CE-4054-B2EF-9AFA0DE76DD6}" destId="{2B3A4619-B730-4CEA-BB65-7351646026B3}" srcOrd="1" destOrd="0" presId="urn:microsoft.com/office/officeart/2005/8/layout/orgChart1"/>
    <dgm:cxn modelId="{49017584-6AAA-49BB-BD0B-DBD22C6012AF}" type="presOf" srcId="{3F64DD8B-D8A1-4FEC-BE6C-DAE71BED4B23}" destId="{000F4AD4-046D-4206-95A7-9833B6F682CA}" srcOrd="1"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213D908D-0DD6-43B7-BAE1-EED33485B963}" srcId="{3F64DD8B-D8A1-4FEC-BE6C-DAE71BED4B23}" destId="{DD5E7C8F-E225-4B9C-AD21-EA6BE6352751}" srcOrd="2" destOrd="0" parTransId="{A56BCF70-C320-495F-9D47-D102341DA2FB}" sibTransId="{4D4925AE-FAC2-4A31-8E19-C98746E38685}"/>
    <dgm:cxn modelId="{59275190-83D4-4E37-9FB3-7E8D8C78A561}" type="presOf" srcId="{7C69A925-A39E-4BB5-B363-D96809E3EC1C}" destId="{FBC8F129-5F57-4A1A-9A97-4EFE434EF3B4}" srcOrd="1" destOrd="0" presId="urn:microsoft.com/office/officeart/2005/8/layout/orgChart1"/>
    <dgm:cxn modelId="{85141195-30AC-4E7A-9F6C-A96EAF251844}" type="presOf" srcId="{5732FC7C-4D05-465A-8F87-65FADF2CF1F3}" destId="{B2DCE1C1-4CA4-47B1-B9E1-8761E3CD6C62}" srcOrd="0" destOrd="0" presId="urn:microsoft.com/office/officeart/2005/8/layout/orgChart1"/>
    <dgm:cxn modelId="{AD2D0D9E-9CB8-41E9-ADE3-70DB0D29D4E8}" type="presOf" srcId="{1B1AC38C-8E1D-4D15-97EB-5AB2E357526A}" destId="{7563B796-8385-456C-A9D1-80D29D1A2991}" srcOrd="0"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D7F386A9-C78C-4EB3-A713-854623A7616A}" type="presOf" srcId="{910CEB26-5683-4E54-8BF2-717468D36E57}" destId="{8168D708-111D-4BFD-A76B-53BE00A2051E}" srcOrd="0" destOrd="0" presId="urn:microsoft.com/office/officeart/2005/8/layout/orgChart1"/>
    <dgm:cxn modelId="{4A396FB0-9EC2-402E-A2E5-366717D2F38E}" type="presOf" srcId="{0BED9D0E-4419-4707-89C0-033B2C08A8BA}" destId="{5304875E-6794-463B-8A38-2E1FDE5BABDB}" srcOrd="1" destOrd="0" presId="urn:microsoft.com/office/officeart/2005/8/layout/orgChart1"/>
    <dgm:cxn modelId="{C40F20BD-4970-4153-B861-BE34A5764A67}" type="presOf" srcId="{50955908-1694-482D-BD6F-C04C01D438DC}" destId="{85522D5B-892E-46EC-AFD0-8CF00F1ED0FC}" srcOrd="0" destOrd="0" presId="urn:microsoft.com/office/officeart/2005/8/layout/orgChart1"/>
    <dgm:cxn modelId="{AE274CDC-E6AF-4D4F-AEB0-D91AB371B56C}" type="presOf" srcId="{7C69A925-A39E-4BB5-B363-D96809E3EC1C}" destId="{4B5389D9-B13C-48A2-B3BF-48F9B84F66F0}"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85DEBBDF-6633-4969-9DCF-9BAFB31E805D}" type="presOf" srcId="{DD5E7C8F-E225-4B9C-AD21-EA6BE6352751}" destId="{5ED4DB88-48D6-467D-9903-37C8BFA12080}" srcOrd="0" destOrd="0" presId="urn:microsoft.com/office/officeart/2005/8/layout/orgChart1"/>
    <dgm:cxn modelId="{591AA1E5-3F99-48AA-97AB-4E1DEA038350}" type="presOf" srcId="{F36CAF5D-5C5C-4E53-9C4B-9D7BA43D08CB}" destId="{098F8F92-5D01-4829-BD12-20A4C33A56BA}" srcOrd="0" destOrd="0" presId="urn:microsoft.com/office/officeart/2005/8/layout/orgChart1"/>
    <dgm:cxn modelId="{FCA3EFE8-E006-4866-8528-1B30AF0DFDFC}" type="presOf" srcId="{49E2CD8A-BB77-4314-A1E6-152F6F158413}" destId="{6C62C63C-2189-4BF9-9749-73C32BEF5B0B}" srcOrd="0" destOrd="0" presId="urn:microsoft.com/office/officeart/2005/8/layout/orgChart1"/>
    <dgm:cxn modelId="{975EA5EF-8701-40CB-95B4-98FB5E7BF343}" type="presOf" srcId="{A4D5C85F-2134-4863-BF03-B90ED721C422}" destId="{73AA092C-F348-4D43-BA05-F3B93267D971}" srcOrd="0" destOrd="0" presId="urn:microsoft.com/office/officeart/2005/8/layout/orgChart1"/>
    <dgm:cxn modelId="{42679FFB-AD6E-4B89-9374-5B977F74E607}" type="presOf" srcId="{DD5E7C8F-E225-4B9C-AD21-EA6BE6352751}" destId="{C03E6650-4F3F-4164-923F-64697DF8CDA9}" srcOrd="1" destOrd="0" presId="urn:microsoft.com/office/officeart/2005/8/layout/orgChart1"/>
    <dgm:cxn modelId="{30D24F66-E8F5-4560-BA64-92907EB78B03}" type="presParOf" srcId="{B2DCE1C1-4CA4-47B1-B9E1-8761E3CD6C62}" destId="{DB645ACD-5B55-41EA-B1D3-8D86921AE2E6}" srcOrd="0" destOrd="0" presId="urn:microsoft.com/office/officeart/2005/8/layout/orgChart1"/>
    <dgm:cxn modelId="{F31CDE14-30CE-48B6-ABD2-7B88B4683735}" type="presParOf" srcId="{DB645ACD-5B55-41EA-B1D3-8D86921AE2E6}" destId="{9932454F-CCE1-420C-8164-F95895ABC91E}" srcOrd="0" destOrd="0" presId="urn:microsoft.com/office/officeart/2005/8/layout/orgChart1"/>
    <dgm:cxn modelId="{EB2660D0-5344-4D6D-AAB6-6AB5FE1CA3E6}" type="presParOf" srcId="{9932454F-CCE1-420C-8164-F95895ABC91E}" destId="{8168D708-111D-4BFD-A76B-53BE00A2051E}" srcOrd="0" destOrd="0" presId="urn:microsoft.com/office/officeart/2005/8/layout/orgChart1"/>
    <dgm:cxn modelId="{C264DA11-4310-4B2E-AD5D-92FBB55C364F}" type="presParOf" srcId="{9932454F-CCE1-420C-8164-F95895ABC91E}" destId="{C541BE7D-C1EE-4D07-8020-0D2AEE3BC172}" srcOrd="1" destOrd="0" presId="urn:microsoft.com/office/officeart/2005/8/layout/orgChart1"/>
    <dgm:cxn modelId="{FF2861A6-97B4-4189-B1CE-04BB02B5F10B}" type="presParOf" srcId="{DB645ACD-5B55-41EA-B1D3-8D86921AE2E6}" destId="{7F162232-1235-4DCE-9EDC-E1B61298E7A5}" srcOrd="1" destOrd="0" presId="urn:microsoft.com/office/officeart/2005/8/layout/orgChart1"/>
    <dgm:cxn modelId="{1ADF8107-80C3-4BC1-8053-D4D2B8AF849D}" type="presParOf" srcId="{7F162232-1235-4DCE-9EDC-E1B61298E7A5}" destId="{7563B796-8385-456C-A9D1-80D29D1A2991}" srcOrd="0" destOrd="0" presId="urn:microsoft.com/office/officeart/2005/8/layout/orgChart1"/>
    <dgm:cxn modelId="{63469934-2AAD-4672-B426-4BE8CA479707}" type="presParOf" srcId="{7F162232-1235-4DCE-9EDC-E1B61298E7A5}" destId="{19AABB88-5723-4DF7-B513-C52C6D48C029}" srcOrd="1" destOrd="0" presId="urn:microsoft.com/office/officeart/2005/8/layout/orgChart1"/>
    <dgm:cxn modelId="{8410EF91-0060-4B70-B6ED-3074E5CA9AD9}" type="presParOf" srcId="{19AABB88-5723-4DF7-B513-C52C6D48C029}" destId="{123E00F8-9960-49F4-AC78-A55B68325C65}" srcOrd="0" destOrd="0" presId="urn:microsoft.com/office/officeart/2005/8/layout/orgChart1"/>
    <dgm:cxn modelId="{3FA02A39-8B7A-4698-B5BB-EDDB260B52AD}" type="presParOf" srcId="{123E00F8-9960-49F4-AC78-A55B68325C65}" destId="{23BC9DEC-491D-4FB7-A841-E6D19B57FCD7}" srcOrd="0" destOrd="0" presId="urn:microsoft.com/office/officeart/2005/8/layout/orgChart1"/>
    <dgm:cxn modelId="{B6CE8ACC-5CB3-4780-AEA9-C13D0ED185DC}" type="presParOf" srcId="{123E00F8-9960-49F4-AC78-A55B68325C65}" destId="{000F4AD4-046D-4206-95A7-9833B6F682CA}" srcOrd="1" destOrd="0" presId="urn:microsoft.com/office/officeart/2005/8/layout/orgChart1"/>
    <dgm:cxn modelId="{CA19A51F-A48D-48B3-ACFE-BB7A71AC9D2A}" type="presParOf" srcId="{19AABB88-5723-4DF7-B513-C52C6D48C029}" destId="{02D75F8B-D540-444F-902E-7F83EF6C108F}" srcOrd="1" destOrd="0" presId="urn:microsoft.com/office/officeart/2005/8/layout/orgChart1"/>
    <dgm:cxn modelId="{88C66889-9F39-4260-8511-D67D26657C77}" type="presParOf" srcId="{02D75F8B-D540-444F-902E-7F83EF6C108F}" destId="{6C62C63C-2189-4BF9-9749-73C32BEF5B0B}" srcOrd="0" destOrd="0" presId="urn:microsoft.com/office/officeart/2005/8/layout/orgChart1"/>
    <dgm:cxn modelId="{C87C7AC9-7023-4A12-993E-7876557C26FE}" type="presParOf" srcId="{02D75F8B-D540-444F-902E-7F83EF6C108F}" destId="{22347C40-84C7-403E-8689-A7B76C71821B}" srcOrd="1" destOrd="0" presId="urn:microsoft.com/office/officeart/2005/8/layout/orgChart1"/>
    <dgm:cxn modelId="{0DF80B09-9F07-43A4-8ED2-380EACDE250F}" type="presParOf" srcId="{22347C40-84C7-403E-8689-A7B76C71821B}" destId="{E4C8EF38-B227-498D-BE48-2C1145A6A2C1}" srcOrd="0" destOrd="0" presId="urn:microsoft.com/office/officeart/2005/8/layout/orgChart1"/>
    <dgm:cxn modelId="{D3770039-FC10-449E-BCE0-D321F5865738}" type="presParOf" srcId="{E4C8EF38-B227-498D-BE48-2C1145A6A2C1}" destId="{4B5389D9-B13C-48A2-B3BF-48F9B84F66F0}" srcOrd="0" destOrd="0" presId="urn:microsoft.com/office/officeart/2005/8/layout/orgChart1"/>
    <dgm:cxn modelId="{96FDE3D4-6717-469B-AA67-9FD5D09D1FBA}" type="presParOf" srcId="{E4C8EF38-B227-498D-BE48-2C1145A6A2C1}" destId="{FBC8F129-5F57-4A1A-9A97-4EFE434EF3B4}" srcOrd="1" destOrd="0" presId="urn:microsoft.com/office/officeart/2005/8/layout/orgChart1"/>
    <dgm:cxn modelId="{EDD65C32-D9AE-4C9B-806D-4073A394B5D0}" type="presParOf" srcId="{22347C40-84C7-403E-8689-A7B76C71821B}" destId="{ECB3CCA3-3645-4034-A26F-810609C4CC5F}" srcOrd="1" destOrd="0" presId="urn:microsoft.com/office/officeart/2005/8/layout/orgChart1"/>
    <dgm:cxn modelId="{C1545522-8FE2-4459-8282-F067CCF1523A}" type="presParOf" srcId="{22347C40-84C7-403E-8689-A7B76C71821B}" destId="{17E02F64-CA2C-499A-86D2-2DF203D864AB}" srcOrd="2" destOrd="0" presId="urn:microsoft.com/office/officeart/2005/8/layout/orgChart1"/>
    <dgm:cxn modelId="{CE05323D-8174-4514-B887-4329768BEC09}" type="presParOf" srcId="{02D75F8B-D540-444F-902E-7F83EF6C108F}" destId="{098F8F92-5D01-4829-BD12-20A4C33A56BA}" srcOrd="2" destOrd="0" presId="urn:microsoft.com/office/officeart/2005/8/layout/orgChart1"/>
    <dgm:cxn modelId="{0C62E969-A512-4BD3-A3C9-4D528AB3B966}" type="presParOf" srcId="{02D75F8B-D540-444F-902E-7F83EF6C108F}" destId="{D8AE8DD5-02BC-48A6-855C-82C93635321D}" srcOrd="3" destOrd="0" presId="urn:microsoft.com/office/officeart/2005/8/layout/orgChart1"/>
    <dgm:cxn modelId="{EEE5A012-C720-4C9F-BB78-E302B13E4672}" type="presParOf" srcId="{D8AE8DD5-02BC-48A6-855C-82C93635321D}" destId="{17804954-97F0-43C9-BE2F-0423A05E9DD2}" srcOrd="0" destOrd="0" presId="urn:microsoft.com/office/officeart/2005/8/layout/orgChart1"/>
    <dgm:cxn modelId="{66387E3D-5A8E-4C0A-A326-E2585254C542}" type="presParOf" srcId="{17804954-97F0-43C9-BE2F-0423A05E9DD2}" destId="{E23A8842-47DB-472E-9463-9F6D26779072}" srcOrd="0" destOrd="0" presId="urn:microsoft.com/office/officeart/2005/8/layout/orgChart1"/>
    <dgm:cxn modelId="{7E511BA9-4C79-4307-8517-AAB5176D3678}" type="presParOf" srcId="{17804954-97F0-43C9-BE2F-0423A05E9DD2}" destId="{5304875E-6794-463B-8A38-2E1FDE5BABDB}" srcOrd="1" destOrd="0" presId="urn:microsoft.com/office/officeart/2005/8/layout/orgChart1"/>
    <dgm:cxn modelId="{147929CD-7EFF-4E34-8218-694D694AA7C8}" type="presParOf" srcId="{D8AE8DD5-02BC-48A6-855C-82C93635321D}" destId="{177E710E-8994-4C18-845D-6FA283F3E677}" srcOrd="1" destOrd="0" presId="urn:microsoft.com/office/officeart/2005/8/layout/orgChart1"/>
    <dgm:cxn modelId="{F9F5DB5D-A6B9-4F61-AF96-DD2B3CA39F6F}" type="presParOf" srcId="{D8AE8DD5-02BC-48A6-855C-82C93635321D}" destId="{F3FA7754-03E1-4A7B-9784-39E0DECB25D9}" srcOrd="2" destOrd="0" presId="urn:microsoft.com/office/officeart/2005/8/layout/orgChart1"/>
    <dgm:cxn modelId="{AA584C1E-7796-48AA-849D-01B97BC7D3A7}" type="presParOf" srcId="{02D75F8B-D540-444F-902E-7F83EF6C108F}" destId="{5E7D5EBB-7C5D-4E14-AAB8-BEB88A4A4B7F}" srcOrd="4" destOrd="0" presId="urn:microsoft.com/office/officeart/2005/8/layout/orgChart1"/>
    <dgm:cxn modelId="{07412DC6-6B09-4A27-83AD-0A3468C54264}" type="presParOf" srcId="{02D75F8B-D540-444F-902E-7F83EF6C108F}" destId="{9B17FCAB-92EF-4C56-93AA-3668BFD5D295}" srcOrd="5" destOrd="0" presId="urn:microsoft.com/office/officeart/2005/8/layout/orgChart1"/>
    <dgm:cxn modelId="{0C46A0B6-7D59-45C3-A6F1-7F71E7D4E523}" type="presParOf" srcId="{9B17FCAB-92EF-4C56-93AA-3668BFD5D295}" destId="{85F019C9-882A-469F-BE57-9FFA1EDB4653}" srcOrd="0" destOrd="0" presId="urn:microsoft.com/office/officeart/2005/8/layout/orgChart1"/>
    <dgm:cxn modelId="{279FFC43-91CA-4C0E-8BA2-2535CAD5AE7D}" type="presParOf" srcId="{85F019C9-882A-469F-BE57-9FFA1EDB4653}" destId="{5ED4DB88-48D6-467D-9903-37C8BFA12080}" srcOrd="0" destOrd="0" presId="urn:microsoft.com/office/officeart/2005/8/layout/orgChart1"/>
    <dgm:cxn modelId="{5FDE7A6A-290A-4B5D-994D-0847C6D5FD81}" type="presParOf" srcId="{85F019C9-882A-469F-BE57-9FFA1EDB4653}" destId="{C03E6650-4F3F-4164-923F-64697DF8CDA9}" srcOrd="1" destOrd="0" presId="urn:microsoft.com/office/officeart/2005/8/layout/orgChart1"/>
    <dgm:cxn modelId="{4AF09F70-EA10-49A5-9A37-D8B8C443DE97}" type="presParOf" srcId="{9B17FCAB-92EF-4C56-93AA-3668BFD5D295}" destId="{70E52A3D-105B-4819-8718-FA3EF8A6DABD}" srcOrd="1" destOrd="0" presId="urn:microsoft.com/office/officeart/2005/8/layout/orgChart1"/>
    <dgm:cxn modelId="{2CED6C0E-932E-4F5E-B05E-BA9648C28718}" type="presParOf" srcId="{9B17FCAB-92EF-4C56-93AA-3668BFD5D295}" destId="{519EFB48-826B-4BE0-BBD9-682933AB9317}" srcOrd="2" destOrd="0" presId="urn:microsoft.com/office/officeart/2005/8/layout/orgChart1"/>
    <dgm:cxn modelId="{EC2F4CB1-48CC-4653-BDAA-BDE94589AD6E}" type="presParOf" srcId="{02D75F8B-D540-444F-902E-7F83EF6C108F}" destId="{A76680A0-D94C-4876-9425-BD2ACBE015EB}" srcOrd="6" destOrd="0" presId="urn:microsoft.com/office/officeart/2005/8/layout/orgChart1"/>
    <dgm:cxn modelId="{4BE2AA46-7B62-4C63-A752-1B82D28E7267}" type="presParOf" srcId="{02D75F8B-D540-444F-902E-7F83EF6C108F}" destId="{A617DCD9-7D5E-435F-8BBC-6D27ADA632D4}" srcOrd="7" destOrd="0" presId="urn:microsoft.com/office/officeart/2005/8/layout/orgChart1"/>
    <dgm:cxn modelId="{87F48A3C-62E5-4F67-A5DB-3970BCCD5625}" type="presParOf" srcId="{A617DCD9-7D5E-435F-8BBC-6D27ADA632D4}" destId="{0BAD7021-BFE7-4AA7-8D2F-09EC360E21EA}" srcOrd="0" destOrd="0" presId="urn:microsoft.com/office/officeart/2005/8/layout/orgChart1"/>
    <dgm:cxn modelId="{621DDC99-2078-49EF-AEB2-1C3494072A95}" type="presParOf" srcId="{0BAD7021-BFE7-4AA7-8D2F-09EC360E21EA}" destId="{AB949CA5-5EEA-4A00-88EF-43885D56D765}" srcOrd="0" destOrd="0" presId="urn:microsoft.com/office/officeart/2005/8/layout/orgChart1"/>
    <dgm:cxn modelId="{54BC56B7-EBBE-42AC-9B77-5708D7286562}" type="presParOf" srcId="{0BAD7021-BFE7-4AA7-8D2F-09EC360E21EA}" destId="{BB59B3FF-2CB2-4789-A023-7067EBB3985D}" srcOrd="1" destOrd="0" presId="urn:microsoft.com/office/officeart/2005/8/layout/orgChart1"/>
    <dgm:cxn modelId="{2E140B75-5408-4B84-91E4-500C491BF65A}" type="presParOf" srcId="{A617DCD9-7D5E-435F-8BBC-6D27ADA632D4}" destId="{84469143-68D5-4FE6-B73F-796D5315EECC}" srcOrd="1" destOrd="0" presId="urn:microsoft.com/office/officeart/2005/8/layout/orgChart1"/>
    <dgm:cxn modelId="{CBA42B6B-EF39-4B0D-A214-C9B9E7CA0187}" type="presParOf" srcId="{A617DCD9-7D5E-435F-8BBC-6D27ADA632D4}" destId="{DEF83AD8-1256-4854-A423-479DD49A71B8}" srcOrd="2" destOrd="0" presId="urn:microsoft.com/office/officeart/2005/8/layout/orgChart1"/>
    <dgm:cxn modelId="{174E157D-E6BA-477B-9304-E37C8060C133}" type="presParOf" srcId="{02D75F8B-D540-444F-902E-7F83EF6C108F}" destId="{73AA092C-F348-4D43-BA05-F3B93267D971}" srcOrd="8" destOrd="0" presId="urn:microsoft.com/office/officeart/2005/8/layout/orgChart1"/>
    <dgm:cxn modelId="{2BA49F13-F142-4F20-A19A-72D515C9F4DC}" type="presParOf" srcId="{02D75F8B-D540-444F-902E-7F83EF6C108F}" destId="{7F9E4EFA-C772-40B6-8B5D-3C6F1B7E9BA8}" srcOrd="9" destOrd="0" presId="urn:microsoft.com/office/officeart/2005/8/layout/orgChart1"/>
    <dgm:cxn modelId="{11C745BB-6B70-47CB-A89B-9A5A89BE8EF9}" type="presParOf" srcId="{7F9E4EFA-C772-40B6-8B5D-3C6F1B7E9BA8}" destId="{AE76FFEF-725B-4962-BA08-202F8F0282C4}" srcOrd="0" destOrd="0" presId="urn:microsoft.com/office/officeart/2005/8/layout/orgChart1"/>
    <dgm:cxn modelId="{840ADB41-2FFB-44DC-83DA-D335DD8B9223}" type="presParOf" srcId="{AE76FFEF-725B-4962-BA08-202F8F0282C4}" destId="{211B4F57-0A09-401B-B60A-0BA9C7DFC24D}" srcOrd="0" destOrd="0" presId="urn:microsoft.com/office/officeart/2005/8/layout/orgChart1"/>
    <dgm:cxn modelId="{62ECD41A-41B9-44BE-BA17-A9F4DE3911AC}" type="presParOf" srcId="{AE76FFEF-725B-4962-BA08-202F8F0282C4}" destId="{2B3A4619-B730-4CEA-BB65-7351646026B3}" srcOrd="1" destOrd="0" presId="urn:microsoft.com/office/officeart/2005/8/layout/orgChart1"/>
    <dgm:cxn modelId="{07DE0A46-F2C3-4FD2-B7C7-6C0943BEAD3D}" type="presParOf" srcId="{7F9E4EFA-C772-40B6-8B5D-3C6F1B7E9BA8}" destId="{D4C443E3-3DD7-4E2A-870F-A9FE716B5734}" srcOrd="1" destOrd="0" presId="urn:microsoft.com/office/officeart/2005/8/layout/orgChart1"/>
    <dgm:cxn modelId="{6B4F864C-457A-40DF-952B-5D1576E75854}" type="presParOf" srcId="{7F9E4EFA-C772-40B6-8B5D-3C6F1B7E9BA8}" destId="{76D824E7-97C6-4E12-91EE-58E70C22A1D9}" srcOrd="2" destOrd="0" presId="urn:microsoft.com/office/officeart/2005/8/layout/orgChart1"/>
    <dgm:cxn modelId="{E598EB95-4071-4E6D-99BA-C963FF423D45}" type="presParOf" srcId="{02D75F8B-D540-444F-902E-7F83EF6C108F}" destId="{8D05F1D0-1894-4299-B798-E8F274871921}" srcOrd="10" destOrd="0" presId="urn:microsoft.com/office/officeart/2005/8/layout/orgChart1"/>
    <dgm:cxn modelId="{23A85257-838E-42DF-B753-56CA4DACBC53}" type="presParOf" srcId="{02D75F8B-D540-444F-902E-7F83EF6C108F}" destId="{967AC2DA-694B-4481-8E41-FDE625AD12B5}" srcOrd="11" destOrd="0" presId="urn:microsoft.com/office/officeart/2005/8/layout/orgChart1"/>
    <dgm:cxn modelId="{8D268E01-2F4F-4AAA-A8C8-280AA2BDA5F2}" type="presParOf" srcId="{967AC2DA-694B-4481-8E41-FDE625AD12B5}" destId="{F0A4ED01-1CFE-4514-9008-9A1F63633484}" srcOrd="0" destOrd="0" presId="urn:microsoft.com/office/officeart/2005/8/layout/orgChart1"/>
    <dgm:cxn modelId="{4A63BF30-78AC-435B-8D1D-ADEF8A678A46}" type="presParOf" srcId="{F0A4ED01-1CFE-4514-9008-9A1F63633484}" destId="{85522D5B-892E-46EC-AFD0-8CF00F1ED0FC}" srcOrd="0" destOrd="0" presId="urn:microsoft.com/office/officeart/2005/8/layout/orgChart1"/>
    <dgm:cxn modelId="{2313F316-4C1A-4E9A-81F4-067623FBF458}" type="presParOf" srcId="{F0A4ED01-1CFE-4514-9008-9A1F63633484}" destId="{CEBF9439-F4CD-4BDA-B24C-9F27DF4C47DB}" srcOrd="1" destOrd="0" presId="urn:microsoft.com/office/officeart/2005/8/layout/orgChart1"/>
    <dgm:cxn modelId="{C12C0F3F-A729-4ED6-8A70-0614DF3875F0}" type="presParOf" srcId="{967AC2DA-694B-4481-8E41-FDE625AD12B5}" destId="{3311D1DC-F884-4D40-BD56-3A271C867018}" srcOrd="1" destOrd="0" presId="urn:microsoft.com/office/officeart/2005/8/layout/orgChart1"/>
    <dgm:cxn modelId="{EC23F657-D8D4-48FC-A3EB-186308B85421}" type="presParOf" srcId="{967AC2DA-694B-4481-8E41-FDE625AD12B5}" destId="{07AF7CCA-56C3-42B7-B605-D2FD6AC8BF92}" srcOrd="2" destOrd="0" presId="urn:microsoft.com/office/officeart/2005/8/layout/orgChart1"/>
    <dgm:cxn modelId="{44DA4B26-E210-4B5B-8C7B-3489F74E2E4B}" type="presParOf" srcId="{19AABB88-5723-4DF7-B513-C52C6D48C029}" destId="{E11A6F86-315D-407F-BC9F-E52937751E6F}" srcOrd="2" destOrd="0" presId="urn:microsoft.com/office/officeart/2005/8/layout/orgChart1"/>
    <dgm:cxn modelId="{8EE2E355-5F95-4742-A223-1BAF1EA88075}"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chemeClr val="bg1"/>
        </a:solidFill>
      </dgm:spPr>
      <dgm:t>
        <a:bodyPr/>
        <a:lstStyle/>
        <a:p>
          <a:r>
            <a:rPr lang="en-US" b="0" noProof="0" dirty="0">
              <a:solidFill>
                <a:schemeClr val="tx1"/>
              </a:solidFill>
            </a:rPr>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a:solidFill>
          <a:srgbClr val="FF0000"/>
        </a:solidFill>
      </dgm:spPr>
      <dgm:t>
        <a:bodyPr/>
        <a:lstStyle/>
        <a:p>
          <a:r>
            <a:rPr lang="en-US" b="1" noProof="0" dirty="0">
              <a:solidFill>
                <a:schemeClr val="bg1"/>
              </a:solidFill>
            </a:rPr>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EECD5D0B-7D18-4256-B1FB-40181FC0EC73}" type="presOf" srcId="{A56BCF70-C320-495F-9D47-D102341DA2FB}" destId="{5E7D5EBB-7C5D-4E14-AAB8-BEB88A4A4B7F}" srcOrd="0" destOrd="0" presId="urn:microsoft.com/office/officeart/2005/8/layout/orgChart1"/>
    <dgm:cxn modelId="{DA83C80B-08A2-44B2-9784-61BD465D4671}" type="presOf" srcId="{49E2CD8A-BB77-4314-A1E6-152F6F158413}" destId="{6C62C63C-2189-4BF9-9749-73C32BEF5B0B}" srcOrd="0" destOrd="0" presId="urn:microsoft.com/office/officeart/2005/8/layout/orgChart1"/>
    <dgm:cxn modelId="{6D61340F-1364-4E1B-A77F-723B8EF369BF}" type="presOf" srcId="{6D951906-95CE-4054-B2EF-9AFA0DE76DD6}" destId="{2B3A4619-B730-4CEA-BB65-7351646026B3}" srcOrd="1"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658DBA24-159E-47B6-ADB4-26CD4173B435}" type="presOf" srcId="{F36CAF5D-5C5C-4E53-9C4B-9D7BA43D08CB}" destId="{098F8F92-5D01-4829-BD12-20A4C33A56BA}" srcOrd="0" destOrd="0" presId="urn:microsoft.com/office/officeart/2005/8/layout/orgChart1"/>
    <dgm:cxn modelId="{61E69E28-F8CE-4216-81C8-4148FC30CA80}" type="presOf" srcId="{50955908-1694-482D-BD6F-C04C01D438DC}" destId="{CEBF9439-F4CD-4BDA-B24C-9F27DF4C47DB}" srcOrd="1"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AA697931-2FE3-4B61-8B2D-5D47A6278433}" type="presOf" srcId="{42E9A6CC-FBDC-4FA5-8F60-EC35F72D7746}" destId="{8D05F1D0-1894-4299-B798-E8F274871921}" srcOrd="0" destOrd="0" presId="urn:microsoft.com/office/officeart/2005/8/layout/orgChart1"/>
    <dgm:cxn modelId="{D27FE735-7B78-4752-B911-494E5CC9D161}" type="presOf" srcId="{3F64DD8B-D8A1-4FEC-BE6C-DAE71BED4B23}" destId="{000F4AD4-046D-4206-95A7-9833B6F682CA}" srcOrd="1"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4458503B-21E8-472F-8EA5-E6F5DE6034F9}" type="presOf" srcId="{7C69A925-A39E-4BB5-B363-D96809E3EC1C}" destId="{FBC8F129-5F57-4A1A-9A97-4EFE434EF3B4}" srcOrd="1" destOrd="0" presId="urn:microsoft.com/office/officeart/2005/8/layout/orgChart1"/>
    <dgm:cxn modelId="{59F1903F-E3C9-4EA8-AAD5-EF237C2710F9}" type="presOf" srcId="{910CEB26-5683-4E54-8BF2-717468D36E57}" destId="{C541BE7D-C1EE-4D07-8020-0D2AEE3BC172}" srcOrd="1" destOrd="0" presId="urn:microsoft.com/office/officeart/2005/8/layout/orgChart1"/>
    <dgm:cxn modelId="{65F59649-1D49-433D-B462-B8F0FF8B0CF5}" type="presOf" srcId="{3F64DD8B-D8A1-4FEC-BE6C-DAE71BED4B23}" destId="{23BC9DEC-491D-4FB7-A841-E6D19B57FCD7}" srcOrd="0" destOrd="0" presId="urn:microsoft.com/office/officeart/2005/8/layout/orgChart1"/>
    <dgm:cxn modelId="{9962CE6C-E1DA-4BDA-9FD7-091F89D24C93}" type="presOf" srcId="{1B1AC38C-8E1D-4D15-97EB-5AB2E357526A}" destId="{7563B796-8385-456C-A9D1-80D29D1A2991}" srcOrd="0" destOrd="0" presId="urn:microsoft.com/office/officeart/2005/8/layout/orgChart1"/>
    <dgm:cxn modelId="{A17D0D4F-80E7-4E76-9579-E980200B6C39}" type="presOf" srcId="{0EB1F6BB-6BFD-47ED-9B03-CB660E4820A0}" destId="{BB59B3FF-2CB2-4789-A023-7067EBB3985D}" srcOrd="1" destOrd="0" presId="urn:microsoft.com/office/officeart/2005/8/layout/orgChart1"/>
    <dgm:cxn modelId="{CF5C4971-CD29-4D0D-B814-6ED488ACC61D}" type="presOf" srcId="{F8A19A4D-577C-45FD-BA30-8EFF44878AED}" destId="{A76680A0-D94C-4876-9425-BD2ACBE015EB}" srcOrd="0" destOrd="0" presId="urn:microsoft.com/office/officeart/2005/8/layout/orgChart1"/>
    <dgm:cxn modelId="{2AF8F954-D5FA-4DC6-B83F-5BF0F5E4E004}" type="presOf" srcId="{DD5E7C8F-E225-4B9C-AD21-EA6BE6352751}" destId="{5ED4DB88-48D6-467D-9903-37C8BFA12080}" srcOrd="0" destOrd="0" presId="urn:microsoft.com/office/officeart/2005/8/layout/orgChart1"/>
    <dgm:cxn modelId="{11C10855-FD6E-46B9-B7D8-BD1B9374A4D3}" type="presOf" srcId="{6D951906-95CE-4054-B2EF-9AFA0DE76DD6}" destId="{211B4F57-0A09-401B-B60A-0BA9C7DFC24D}" srcOrd="0" destOrd="0" presId="urn:microsoft.com/office/officeart/2005/8/layout/orgChart1"/>
    <dgm:cxn modelId="{3587E384-35C3-440D-926A-1C95F6AE2769}" type="presOf" srcId="{0BED9D0E-4419-4707-89C0-033B2C08A8BA}" destId="{E23A8842-47DB-472E-9463-9F6D26779072}"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213D908D-0DD6-43B7-BAE1-EED33485B963}" srcId="{3F64DD8B-D8A1-4FEC-BE6C-DAE71BED4B23}" destId="{DD5E7C8F-E225-4B9C-AD21-EA6BE6352751}" srcOrd="2" destOrd="0" parTransId="{A56BCF70-C320-495F-9D47-D102341DA2FB}" sibTransId="{4D4925AE-FAC2-4A31-8E19-C98746E38685}"/>
    <dgm:cxn modelId="{1C24DBA2-91CA-4517-888D-41B78941CDAD}" srcId="{3F64DD8B-D8A1-4FEC-BE6C-DAE71BED4B23}" destId="{0EB1F6BB-6BFD-47ED-9B03-CB660E4820A0}" srcOrd="3" destOrd="0" parTransId="{F8A19A4D-577C-45FD-BA30-8EFF44878AED}" sibTransId="{FC8C1FAE-CF53-4DF2-B8B6-3530A07A21BA}"/>
    <dgm:cxn modelId="{8F2BFDBC-FBA2-4420-8B52-4CB9A8DC1C4D}" type="presOf" srcId="{7C69A925-A39E-4BB5-B363-D96809E3EC1C}" destId="{4B5389D9-B13C-48A2-B3BF-48F9B84F66F0}" srcOrd="0" destOrd="0" presId="urn:microsoft.com/office/officeart/2005/8/layout/orgChart1"/>
    <dgm:cxn modelId="{DE2F07BF-7AA1-47FD-8648-574FF593320D}" type="presOf" srcId="{910CEB26-5683-4E54-8BF2-717468D36E57}" destId="{8168D708-111D-4BFD-A76B-53BE00A2051E}" srcOrd="0" destOrd="0" presId="urn:microsoft.com/office/officeart/2005/8/layout/orgChart1"/>
    <dgm:cxn modelId="{B017EDBF-DD2B-417B-B08B-73941CA38ED7}" type="presOf" srcId="{A4D5C85F-2134-4863-BF03-B90ED721C422}" destId="{73AA092C-F348-4D43-BA05-F3B93267D971}" srcOrd="0" destOrd="0" presId="urn:microsoft.com/office/officeart/2005/8/layout/orgChart1"/>
    <dgm:cxn modelId="{EA41A0C2-2442-4F69-8989-8949A88920D0}" type="presOf" srcId="{0EB1F6BB-6BFD-47ED-9B03-CB660E4820A0}" destId="{AB949CA5-5EEA-4A00-88EF-43885D56D765}" srcOrd="0" destOrd="0" presId="urn:microsoft.com/office/officeart/2005/8/layout/orgChart1"/>
    <dgm:cxn modelId="{143443C5-C2CF-4904-93F0-C9AEFBF136E0}" type="presOf" srcId="{5732FC7C-4D05-465A-8F87-65FADF2CF1F3}" destId="{B2DCE1C1-4CA4-47B1-B9E1-8761E3CD6C62}" srcOrd="0" destOrd="0" presId="urn:microsoft.com/office/officeart/2005/8/layout/orgChart1"/>
    <dgm:cxn modelId="{C5ED39CD-1E9D-4F09-BFBE-A87BEF878D1B}" type="presOf" srcId="{0BED9D0E-4419-4707-89C0-033B2C08A8BA}" destId="{5304875E-6794-463B-8A38-2E1FDE5BABDB}" srcOrd="1"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E708E3F3-C463-4F9F-B018-154EB7D20D6B}" type="presOf" srcId="{50955908-1694-482D-BD6F-C04C01D438DC}" destId="{85522D5B-892E-46EC-AFD0-8CF00F1ED0FC}" srcOrd="0" destOrd="0" presId="urn:microsoft.com/office/officeart/2005/8/layout/orgChart1"/>
    <dgm:cxn modelId="{DAC197FD-2F93-4EAD-B4CB-5441A626D8C0}" type="presOf" srcId="{DD5E7C8F-E225-4B9C-AD21-EA6BE6352751}" destId="{C03E6650-4F3F-4164-923F-64697DF8CDA9}" srcOrd="1" destOrd="0" presId="urn:microsoft.com/office/officeart/2005/8/layout/orgChart1"/>
    <dgm:cxn modelId="{A56067CF-FC4E-424B-A4CD-EB78C7742AA2}" type="presParOf" srcId="{B2DCE1C1-4CA4-47B1-B9E1-8761E3CD6C62}" destId="{DB645ACD-5B55-41EA-B1D3-8D86921AE2E6}" srcOrd="0" destOrd="0" presId="urn:microsoft.com/office/officeart/2005/8/layout/orgChart1"/>
    <dgm:cxn modelId="{E2F09659-3067-4AF6-8D98-3CCB0A6D0872}" type="presParOf" srcId="{DB645ACD-5B55-41EA-B1D3-8D86921AE2E6}" destId="{9932454F-CCE1-420C-8164-F95895ABC91E}" srcOrd="0" destOrd="0" presId="urn:microsoft.com/office/officeart/2005/8/layout/orgChart1"/>
    <dgm:cxn modelId="{E25BC54B-DDB5-4DF2-A85A-BA189B917252}" type="presParOf" srcId="{9932454F-CCE1-420C-8164-F95895ABC91E}" destId="{8168D708-111D-4BFD-A76B-53BE00A2051E}" srcOrd="0" destOrd="0" presId="urn:microsoft.com/office/officeart/2005/8/layout/orgChart1"/>
    <dgm:cxn modelId="{DEAC8DAF-04BD-4F25-8DE4-E4446C78DF7F}" type="presParOf" srcId="{9932454F-CCE1-420C-8164-F95895ABC91E}" destId="{C541BE7D-C1EE-4D07-8020-0D2AEE3BC172}" srcOrd="1" destOrd="0" presId="urn:microsoft.com/office/officeart/2005/8/layout/orgChart1"/>
    <dgm:cxn modelId="{FA68565F-B90D-4E26-ACEC-AE2B3DC3C533}" type="presParOf" srcId="{DB645ACD-5B55-41EA-B1D3-8D86921AE2E6}" destId="{7F162232-1235-4DCE-9EDC-E1B61298E7A5}" srcOrd="1" destOrd="0" presId="urn:microsoft.com/office/officeart/2005/8/layout/orgChart1"/>
    <dgm:cxn modelId="{BDDED3AB-6783-4DB9-8123-F187E58DFC22}" type="presParOf" srcId="{7F162232-1235-4DCE-9EDC-E1B61298E7A5}" destId="{7563B796-8385-456C-A9D1-80D29D1A2991}" srcOrd="0" destOrd="0" presId="urn:microsoft.com/office/officeart/2005/8/layout/orgChart1"/>
    <dgm:cxn modelId="{653AB605-0C4C-4FC3-81F8-E989D2850B05}" type="presParOf" srcId="{7F162232-1235-4DCE-9EDC-E1B61298E7A5}" destId="{19AABB88-5723-4DF7-B513-C52C6D48C029}" srcOrd="1" destOrd="0" presId="urn:microsoft.com/office/officeart/2005/8/layout/orgChart1"/>
    <dgm:cxn modelId="{5711B0FE-6AE3-43A2-B806-734F35857955}" type="presParOf" srcId="{19AABB88-5723-4DF7-B513-C52C6D48C029}" destId="{123E00F8-9960-49F4-AC78-A55B68325C65}" srcOrd="0" destOrd="0" presId="urn:microsoft.com/office/officeart/2005/8/layout/orgChart1"/>
    <dgm:cxn modelId="{5BB40744-A676-4B65-A5A9-8229EA1EECE2}" type="presParOf" srcId="{123E00F8-9960-49F4-AC78-A55B68325C65}" destId="{23BC9DEC-491D-4FB7-A841-E6D19B57FCD7}" srcOrd="0" destOrd="0" presId="urn:microsoft.com/office/officeart/2005/8/layout/orgChart1"/>
    <dgm:cxn modelId="{FC0A14D0-0D53-4E37-B7D3-960B389BD87B}" type="presParOf" srcId="{123E00F8-9960-49F4-AC78-A55B68325C65}" destId="{000F4AD4-046D-4206-95A7-9833B6F682CA}" srcOrd="1" destOrd="0" presId="urn:microsoft.com/office/officeart/2005/8/layout/orgChart1"/>
    <dgm:cxn modelId="{3B56C60A-0F7A-481B-8EE0-0F6C049FC8F8}" type="presParOf" srcId="{19AABB88-5723-4DF7-B513-C52C6D48C029}" destId="{02D75F8B-D540-444F-902E-7F83EF6C108F}" srcOrd="1" destOrd="0" presId="urn:microsoft.com/office/officeart/2005/8/layout/orgChart1"/>
    <dgm:cxn modelId="{E71FA0EE-1346-4588-955B-0057792DA2EB}" type="presParOf" srcId="{02D75F8B-D540-444F-902E-7F83EF6C108F}" destId="{6C62C63C-2189-4BF9-9749-73C32BEF5B0B}" srcOrd="0" destOrd="0" presId="urn:microsoft.com/office/officeart/2005/8/layout/orgChart1"/>
    <dgm:cxn modelId="{45818C29-627F-4D33-9A81-4FAFB48E47D3}" type="presParOf" srcId="{02D75F8B-D540-444F-902E-7F83EF6C108F}" destId="{22347C40-84C7-403E-8689-A7B76C71821B}" srcOrd="1" destOrd="0" presId="urn:microsoft.com/office/officeart/2005/8/layout/orgChart1"/>
    <dgm:cxn modelId="{C64F1830-0246-41FD-B68B-A4F596238ECE}" type="presParOf" srcId="{22347C40-84C7-403E-8689-A7B76C71821B}" destId="{E4C8EF38-B227-498D-BE48-2C1145A6A2C1}" srcOrd="0" destOrd="0" presId="urn:microsoft.com/office/officeart/2005/8/layout/orgChart1"/>
    <dgm:cxn modelId="{794880CA-A336-49EE-8875-5F391A7098CC}" type="presParOf" srcId="{E4C8EF38-B227-498D-BE48-2C1145A6A2C1}" destId="{4B5389D9-B13C-48A2-B3BF-48F9B84F66F0}" srcOrd="0" destOrd="0" presId="urn:microsoft.com/office/officeart/2005/8/layout/orgChart1"/>
    <dgm:cxn modelId="{1075739F-8E27-49B5-B4C4-4BECF92AA186}" type="presParOf" srcId="{E4C8EF38-B227-498D-BE48-2C1145A6A2C1}" destId="{FBC8F129-5F57-4A1A-9A97-4EFE434EF3B4}" srcOrd="1" destOrd="0" presId="urn:microsoft.com/office/officeart/2005/8/layout/orgChart1"/>
    <dgm:cxn modelId="{B1CA4CDA-3352-491B-BAE6-4649C99F190D}" type="presParOf" srcId="{22347C40-84C7-403E-8689-A7B76C71821B}" destId="{ECB3CCA3-3645-4034-A26F-810609C4CC5F}" srcOrd="1" destOrd="0" presId="urn:microsoft.com/office/officeart/2005/8/layout/orgChart1"/>
    <dgm:cxn modelId="{55F456D9-4238-4406-8FFC-6740DAEBD779}" type="presParOf" srcId="{22347C40-84C7-403E-8689-A7B76C71821B}" destId="{17E02F64-CA2C-499A-86D2-2DF203D864AB}" srcOrd="2" destOrd="0" presId="urn:microsoft.com/office/officeart/2005/8/layout/orgChart1"/>
    <dgm:cxn modelId="{9BF3B447-8EAE-407D-84C0-0CC739F97C15}" type="presParOf" srcId="{02D75F8B-D540-444F-902E-7F83EF6C108F}" destId="{098F8F92-5D01-4829-BD12-20A4C33A56BA}" srcOrd="2" destOrd="0" presId="urn:microsoft.com/office/officeart/2005/8/layout/orgChart1"/>
    <dgm:cxn modelId="{047FC0F2-69A2-46AF-A64E-037F9E76F6FB}" type="presParOf" srcId="{02D75F8B-D540-444F-902E-7F83EF6C108F}" destId="{D8AE8DD5-02BC-48A6-855C-82C93635321D}" srcOrd="3" destOrd="0" presId="urn:microsoft.com/office/officeart/2005/8/layout/orgChart1"/>
    <dgm:cxn modelId="{9449FD9D-6357-43FB-B5AD-74FC95319100}" type="presParOf" srcId="{D8AE8DD5-02BC-48A6-855C-82C93635321D}" destId="{17804954-97F0-43C9-BE2F-0423A05E9DD2}" srcOrd="0" destOrd="0" presId="urn:microsoft.com/office/officeart/2005/8/layout/orgChart1"/>
    <dgm:cxn modelId="{FA19A9B5-89E1-4BEB-BA3A-E6D676914672}" type="presParOf" srcId="{17804954-97F0-43C9-BE2F-0423A05E9DD2}" destId="{E23A8842-47DB-472E-9463-9F6D26779072}" srcOrd="0" destOrd="0" presId="urn:microsoft.com/office/officeart/2005/8/layout/orgChart1"/>
    <dgm:cxn modelId="{545CAB8C-80A1-4BF8-8351-99D987B5EA48}" type="presParOf" srcId="{17804954-97F0-43C9-BE2F-0423A05E9DD2}" destId="{5304875E-6794-463B-8A38-2E1FDE5BABDB}" srcOrd="1" destOrd="0" presId="urn:microsoft.com/office/officeart/2005/8/layout/orgChart1"/>
    <dgm:cxn modelId="{E04F6F89-5BD8-4F92-9CD3-A813F8176D77}" type="presParOf" srcId="{D8AE8DD5-02BC-48A6-855C-82C93635321D}" destId="{177E710E-8994-4C18-845D-6FA283F3E677}" srcOrd="1" destOrd="0" presId="urn:microsoft.com/office/officeart/2005/8/layout/orgChart1"/>
    <dgm:cxn modelId="{A5B397C1-6FAA-4843-A10C-9E2F29F02B05}" type="presParOf" srcId="{D8AE8DD5-02BC-48A6-855C-82C93635321D}" destId="{F3FA7754-03E1-4A7B-9784-39E0DECB25D9}" srcOrd="2" destOrd="0" presId="urn:microsoft.com/office/officeart/2005/8/layout/orgChart1"/>
    <dgm:cxn modelId="{59684532-90D9-4807-A901-7D5E1BBA185B}" type="presParOf" srcId="{02D75F8B-D540-444F-902E-7F83EF6C108F}" destId="{5E7D5EBB-7C5D-4E14-AAB8-BEB88A4A4B7F}" srcOrd="4" destOrd="0" presId="urn:microsoft.com/office/officeart/2005/8/layout/orgChart1"/>
    <dgm:cxn modelId="{5E7DA4F5-ABC3-4BC6-8228-B1D1088E8FC2}" type="presParOf" srcId="{02D75F8B-D540-444F-902E-7F83EF6C108F}" destId="{9B17FCAB-92EF-4C56-93AA-3668BFD5D295}" srcOrd="5" destOrd="0" presId="urn:microsoft.com/office/officeart/2005/8/layout/orgChart1"/>
    <dgm:cxn modelId="{6B65AAEF-3B5F-4F09-A1CB-1591455143F0}" type="presParOf" srcId="{9B17FCAB-92EF-4C56-93AA-3668BFD5D295}" destId="{85F019C9-882A-469F-BE57-9FFA1EDB4653}" srcOrd="0" destOrd="0" presId="urn:microsoft.com/office/officeart/2005/8/layout/orgChart1"/>
    <dgm:cxn modelId="{B2B44B9C-E913-452D-9370-F06764FA26ED}" type="presParOf" srcId="{85F019C9-882A-469F-BE57-9FFA1EDB4653}" destId="{5ED4DB88-48D6-467D-9903-37C8BFA12080}" srcOrd="0" destOrd="0" presId="urn:microsoft.com/office/officeart/2005/8/layout/orgChart1"/>
    <dgm:cxn modelId="{4149F998-A699-40BC-894E-1F2CF4A925D0}" type="presParOf" srcId="{85F019C9-882A-469F-BE57-9FFA1EDB4653}" destId="{C03E6650-4F3F-4164-923F-64697DF8CDA9}" srcOrd="1" destOrd="0" presId="urn:microsoft.com/office/officeart/2005/8/layout/orgChart1"/>
    <dgm:cxn modelId="{688CE012-95F3-4A76-9A2C-EB6566194D1B}" type="presParOf" srcId="{9B17FCAB-92EF-4C56-93AA-3668BFD5D295}" destId="{70E52A3D-105B-4819-8718-FA3EF8A6DABD}" srcOrd="1" destOrd="0" presId="urn:microsoft.com/office/officeart/2005/8/layout/orgChart1"/>
    <dgm:cxn modelId="{C3D706A0-D037-41EA-A70B-B1C087C8A047}" type="presParOf" srcId="{9B17FCAB-92EF-4C56-93AA-3668BFD5D295}" destId="{519EFB48-826B-4BE0-BBD9-682933AB9317}" srcOrd="2" destOrd="0" presId="urn:microsoft.com/office/officeart/2005/8/layout/orgChart1"/>
    <dgm:cxn modelId="{1BF97764-ECEE-4299-968D-2007A8A85EBF}" type="presParOf" srcId="{02D75F8B-D540-444F-902E-7F83EF6C108F}" destId="{A76680A0-D94C-4876-9425-BD2ACBE015EB}" srcOrd="6" destOrd="0" presId="urn:microsoft.com/office/officeart/2005/8/layout/orgChart1"/>
    <dgm:cxn modelId="{A1F218AE-B6C6-474F-A113-9B8B7E9DB1D5}" type="presParOf" srcId="{02D75F8B-D540-444F-902E-7F83EF6C108F}" destId="{A617DCD9-7D5E-435F-8BBC-6D27ADA632D4}" srcOrd="7" destOrd="0" presId="urn:microsoft.com/office/officeart/2005/8/layout/orgChart1"/>
    <dgm:cxn modelId="{647B6728-442D-463E-8CFE-F4A5F4C0D5E5}" type="presParOf" srcId="{A617DCD9-7D5E-435F-8BBC-6D27ADA632D4}" destId="{0BAD7021-BFE7-4AA7-8D2F-09EC360E21EA}" srcOrd="0" destOrd="0" presId="urn:microsoft.com/office/officeart/2005/8/layout/orgChart1"/>
    <dgm:cxn modelId="{477DF2C0-7447-43F3-9969-D6A77098B8DF}" type="presParOf" srcId="{0BAD7021-BFE7-4AA7-8D2F-09EC360E21EA}" destId="{AB949CA5-5EEA-4A00-88EF-43885D56D765}" srcOrd="0" destOrd="0" presId="urn:microsoft.com/office/officeart/2005/8/layout/orgChart1"/>
    <dgm:cxn modelId="{8A8B3750-4F49-4053-A761-5F3D2AD33E02}" type="presParOf" srcId="{0BAD7021-BFE7-4AA7-8D2F-09EC360E21EA}" destId="{BB59B3FF-2CB2-4789-A023-7067EBB3985D}" srcOrd="1" destOrd="0" presId="urn:microsoft.com/office/officeart/2005/8/layout/orgChart1"/>
    <dgm:cxn modelId="{F37AADE0-972E-4CC6-9212-03A6BB1F5CAF}" type="presParOf" srcId="{A617DCD9-7D5E-435F-8BBC-6D27ADA632D4}" destId="{84469143-68D5-4FE6-B73F-796D5315EECC}" srcOrd="1" destOrd="0" presId="urn:microsoft.com/office/officeart/2005/8/layout/orgChart1"/>
    <dgm:cxn modelId="{CD79AD40-61B8-41CE-BD21-F081F25C08DB}" type="presParOf" srcId="{A617DCD9-7D5E-435F-8BBC-6D27ADA632D4}" destId="{DEF83AD8-1256-4854-A423-479DD49A71B8}" srcOrd="2" destOrd="0" presId="urn:microsoft.com/office/officeart/2005/8/layout/orgChart1"/>
    <dgm:cxn modelId="{686B671B-5FA0-4F3C-99EB-AF59BB1BDF66}" type="presParOf" srcId="{02D75F8B-D540-444F-902E-7F83EF6C108F}" destId="{73AA092C-F348-4D43-BA05-F3B93267D971}" srcOrd="8" destOrd="0" presId="urn:microsoft.com/office/officeart/2005/8/layout/orgChart1"/>
    <dgm:cxn modelId="{F690967D-F30D-40B6-998B-155552EE7850}" type="presParOf" srcId="{02D75F8B-D540-444F-902E-7F83EF6C108F}" destId="{7F9E4EFA-C772-40B6-8B5D-3C6F1B7E9BA8}" srcOrd="9" destOrd="0" presId="urn:microsoft.com/office/officeart/2005/8/layout/orgChart1"/>
    <dgm:cxn modelId="{857D5CFB-0B0E-487B-BAC3-17536A42E392}" type="presParOf" srcId="{7F9E4EFA-C772-40B6-8B5D-3C6F1B7E9BA8}" destId="{AE76FFEF-725B-4962-BA08-202F8F0282C4}" srcOrd="0" destOrd="0" presId="urn:microsoft.com/office/officeart/2005/8/layout/orgChart1"/>
    <dgm:cxn modelId="{EC107175-850F-4E2D-8877-DAC39BE0D705}" type="presParOf" srcId="{AE76FFEF-725B-4962-BA08-202F8F0282C4}" destId="{211B4F57-0A09-401B-B60A-0BA9C7DFC24D}" srcOrd="0" destOrd="0" presId="urn:microsoft.com/office/officeart/2005/8/layout/orgChart1"/>
    <dgm:cxn modelId="{592D87B1-2072-477E-94BB-975233CF0162}" type="presParOf" srcId="{AE76FFEF-725B-4962-BA08-202F8F0282C4}" destId="{2B3A4619-B730-4CEA-BB65-7351646026B3}" srcOrd="1" destOrd="0" presId="urn:microsoft.com/office/officeart/2005/8/layout/orgChart1"/>
    <dgm:cxn modelId="{D5955BD7-BC3C-497C-A77B-4E6290D23EF9}" type="presParOf" srcId="{7F9E4EFA-C772-40B6-8B5D-3C6F1B7E9BA8}" destId="{D4C443E3-3DD7-4E2A-870F-A9FE716B5734}" srcOrd="1" destOrd="0" presId="urn:microsoft.com/office/officeart/2005/8/layout/orgChart1"/>
    <dgm:cxn modelId="{D1F9EAAA-FB64-4735-8B29-0B139D7AD34A}" type="presParOf" srcId="{7F9E4EFA-C772-40B6-8B5D-3C6F1B7E9BA8}" destId="{76D824E7-97C6-4E12-91EE-58E70C22A1D9}" srcOrd="2" destOrd="0" presId="urn:microsoft.com/office/officeart/2005/8/layout/orgChart1"/>
    <dgm:cxn modelId="{7076335A-B5DF-49B4-8AFF-7D2883980CB2}" type="presParOf" srcId="{02D75F8B-D540-444F-902E-7F83EF6C108F}" destId="{8D05F1D0-1894-4299-B798-E8F274871921}" srcOrd="10" destOrd="0" presId="urn:microsoft.com/office/officeart/2005/8/layout/orgChart1"/>
    <dgm:cxn modelId="{243E083E-35E7-4F67-B7E7-346B50D4C8FF}" type="presParOf" srcId="{02D75F8B-D540-444F-902E-7F83EF6C108F}" destId="{967AC2DA-694B-4481-8E41-FDE625AD12B5}" srcOrd="11" destOrd="0" presId="urn:microsoft.com/office/officeart/2005/8/layout/orgChart1"/>
    <dgm:cxn modelId="{55D66E18-673F-482B-AB5C-1D7A7EAFD8E0}" type="presParOf" srcId="{967AC2DA-694B-4481-8E41-FDE625AD12B5}" destId="{F0A4ED01-1CFE-4514-9008-9A1F63633484}" srcOrd="0" destOrd="0" presId="urn:microsoft.com/office/officeart/2005/8/layout/orgChart1"/>
    <dgm:cxn modelId="{547B8BA1-2AA5-4B0F-BFC4-4F05AF1491D1}" type="presParOf" srcId="{F0A4ED01-1CFE-4514-9008-9A1F63633484}" destId="{85522D5B-892E-46EC-AFD0-8CF00F1ED0FC}" srcOrd="0" destOrd="0" presId="urn:microsoft.com/office/officeart/2005/8/layout/orgChart1"/>
    <dgm:cxn modelId="{C5756BD9-EC6B-406F-A5B0-E0EFD66BE5B3}" type="presParOf" srcId="{F0A4ED01-1CFE-4514-9008-9A1F63633484}" destId="{CEBF9439-F4CD-4BDA-B24C-9F27DF4C47DB}" srcOrd="1" destOrd="0" presId="urn:microsoft.com/office/officeart/2005/8/layout/orgChart1"/>
    <dgm:cxn modelId="{6627DFF6-BADC-439E-885D-C43B9227FB9A}" type="presParOf" srcId="{967AC2DA-694B-4481-8E41-FDE625AD12B5}" destId="{3311D1DC-F884-4D40-BD56-3A271C867018}" srcOrd="1" destOrd="0" presId="urn:microsoft.com/office/officeart/2005/8/layout/orgChart1"/>
    <dgm:cxn modelId="{D8DB0A3D-501C-406A-8A1D-75EDD1F6DADF}" type="presParOf" srcId="{967AC2DA-694B-4481-8E41-FDE625AD12B5}" destId="{07AF7CCA-56C3-42B7-B605-D2FD6AC8BF92}" srcOrd="2" destOrd="0" presId="urn:microsoft.com/office/officeart/2005/8/layout/orgChart1"/>
    <dgm:cxn modelId="{B7D174F7-593B-4770-9DA7-991682A4EC19}" type="presParOf" srcId="{19AABB88-5723-4DF7-B513-C52C6D48C029}" destId="{E11A6F86-315D-407F-BC9F-E52937751E6F}" srcOrd="2" destOrd="0" presId="urn:microsoft.com/office/officeart/2005/8/layout/orgChart1"/>
    <dgm:cxn modelId="{D0A91E5E-E397-4A70-8F7F-ADC72890121D}"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3A0A272-B842-4C42-9AFB-90CC0DE59EB3}" type="doc">
      <dgm:prSet loTypeId="urn:microsoft.com/office/officeart/2005/8/layout/vList2" loCatId="list" qsTypeId="urn:microsoft.com/office/officeart/2005/8/quickstyle/simple1" qsCatId="simple" csTypeId="urn:microsoft.com/office/officeart/2005/8/colors/accent4_4" csCatId="accent4" phldr="1"/>
      <dgm:spPr/>
      <dgm:t>
        <a:bodyPr/>
        <a:lstStyle/>
        <a:p>
          <a:endParaRPr lang="it-IT"/>
        </a:p>
      </dgm:t>
    </dgm:pt>
    <dgm:pt modelId="{2C943C1D-EECA-4FEE-B001-AD4C40091B84}">
      <dgm:prSet phldrT="[Testo]"/>
      <dgm:spPr>
        <a:solidFill>
          <a:schemeClr val="bg1">
            <a:lumMod val="50000"/>
          </a:schemeClr>
        </a:solidFill>
      </dgm:spPr>
      <dgm:t>
        <a:bodyPr/>
        <a:lstStyle/>
        <a:p>
          <a:r>
            <a:rPr lang="en-US" noProof="0" dirty="0"/>
            <a:t>Input</a:t>
          </a:r>
        </a:p>
      </dgm:t>
    </dgm:pt>
    <dgm:pt modelId="{1ABB439C-E7FD-4B61-89AE-642EF370D606}" type="parTrans" cxnId="{7E9996C1-116F-4615-B8BB-D7709B144632}">
      <dgm:prSet/>
      <dgm:spPr/>
      <dgm:t>
        <a:bodyPr/>
        <a:lstStyle/>
        <a:p>
          <a:endParaRPr lang="en-US" noProof="0" dirty="0"/>
        </a:p>
      </dgm:t>
    </dgm:pt>
    <dgm:pt modelId="{CA7A14AC-900F-4A7D-BC31-60706EB301BD}" type="sibTrans" cxnId="{7E9996C1-116F-4615-B8BB-D7709B144632}">
      <dgm:prSet/>
      <dgm:spPr/>
      <dgm:t>
        <a:bodyPr/>
        <a:lstStyle/>
        <a:p>
          <a:endParaRPr lang="en-US" noProof="0" dirty="0"/>
        </a:p>
      </dgm:t>
    </dgm:pt>
    <dgm:pt modelId="{D5570B92-301A-4ECD-8B75-53F5B0D32D75}">
      <dgm:prSet phldrT="[Testo]"/>
      <dgm:spPr/>
      <dgm:t>
        <a:bodyPr/>
        <a:lstStyle/>
        <a:p>
          <a:r>
            <a:rPr lang="en-US" noProof="0" dirty="0"/>
            <a:t>Risk management plan</a:t>
          </a:r>
        </a:p>
      </dgm:t>
    </dgm:pt>
    <dgm:pt modelId="{F7CB3475-B918-44E5-BEA1-3CB033011487}" type="parTrans" cxnId="{E55D31D1-9673-489C-81DB-AD410F386F31}">
      <dgm:prSet/>
      <dgm:spPr/>
      <dgm:t>
        <a:bodyPr/>
        <a:lstStyle/>
        <a:p>
          <a:endParaRPr lang="en-US" noProof="0" dirty="0"/>
        </a:p>
      </dgm:t>
    </dgm:pt>
    <dgm:pt modelId="{F8C277FA-1D46-40D2-AA0B-B300D1BA62BA}" type="sibTrans" cxnId="{E55D31D1-9673-489C-81DB-AD410F386F31}">
      <dgm:prSet/>
      <dgm:spPr/>
      <dgm:t>
        <a:bodyPr/>
        <a:lstStyle/>
        <a:p>
          <a:endParaRPr lang="en-US" noProof="0" dirty="0"/>
        </a:p>
      </dgm:t>
    </dgm:pt>
    <dgm:pt modelId="{6A0AEEAC-49EC-4E52-846D-226451884DE4}">
      <dgm:prSet phldrT="[Testo]"/>
      <dgm:spPr/>
      <dgm:t>
        <a:bodyPr/>
        <a:lstStyle/>
        <a:p>
          <a:r>
            <a:rPr lang="en-US" noProof="0" dirty="0"/>
            <a:t>Tools &amp; Techniques </a:t>
          </a:r>
        </a:p>
      </dgm:t>
    </dgm:pt>
    <dgm:pt modelId="{78B7BF49-011A-424A-B31B-3C27B813E920}" type="parTrans" cxnId="{0EA2950D-C468-4560-9DBD-487B9C881FF3}">
      <dgm:prSet/>
      <dgm:spPr/>
      <dgm:t>
        <a:bodyPr/>
        <a:lstStyle/>
        <a:p>
          <a:endParaRPr lang="en-US" noProof="0" dirty="0"/>
        </a:p>
      </dgm:t>
    </dgm:pt>
    <dgm:pt modelId="{22CF7362-CF95-490F-AA04-60179A702243}" type="sibTrans" cxnId="{0EA2950D-C468-4560-9DBD-487B9C881FF3}">
      <dgm:prSet/>
      <dgm:spPr/>
      <dgm:t>
        <a:bodyPr/>
        <a:lstStyle/>
        <a:p>
          <a:endParaRPr lang="en-US" noProof="0" dirty="0"/>
        </a:p>
      </dgm:t>
    </dgm:pt>
    <dgm:pt modelId="{F2A9E3BA-88BA-4B72-A42E-8091C8F956E4}">
      <dgm:prSet phldrT="[Testo]"/>
      <dgm:spPr/>
      <dgm:t>
        <a:bodyPr/>
        <a:lstStyle/>
        <a:p>
          <a:r>
            <a:rPr lang="en-US" noProof="0" dirty="0"/>
            <a:t>Data gathering and representation techniques</a:t>
          </a:r>
        </a:p>
      </dgm:t>
    </dgm:pt>
    <dgm:pt modelId="{C0E65C3B-9BFF-4FC2-964E-7DE74FCBF0A1}" type="parTrans" cxnId="{884A3E40-F596-480F-8558-AB4F690CFB87}">
      <dgm:prSet/>
      <dgm:spPr/>
      <dgm:t>
        <a:bodyPr/>
        <a:lstStyle/>
        <a:p>
          <a:endParaRPr lang="en-US" noProof="0" dirty="0"/>
        </a:p>
      </dgm:t>
    </dgm:pt>
    <dgm:pt modelId="{A595E46D-DC93-4642-BBF2-74A19F589C48}" type="sibTrans" cxnId="{884A3E40-F596-480F-8558-AB4F690CFB87}">
      <dgm:prSet/>
      <dgm:spPr/>
      <dgm:t>
        <a:bodyPr/>
        <a:lstStyle/>
        <a:p>
          <a:endParaRPr lang="en-US" noProof="0" dirty="0"/>
        </a:p>
      </dgm:t>
    </dgm:pt>
    <dgm:pt modelId="{709505F0-F6DE-4893-84D0-0B82B0B51EC9}">
      <dgm:prSet phldrT="[Testo]"/>
      <dgm:spPr/>
      <dgm:t>
        <a:bodyPr/>
        <a:lstStyle/>
        <a:p>
          <a:r>
            <a:rPr lang="en-US" noProof="0" dirty="0"/>
            <a:t>Output</a:t>
          </a:r>
        </a:p>
      </dgm:t>
    </dgm:pt>
    <dgm:pt modelId="{64F55946-C314-405A-9E2A-4A7C6FF86C3D}" type="parTrans" cxnId="{1FE10A3A-3D54-4FD8-9724-23AFCE3870C0}">
      <dgm:prSet/>
      <dgm:spPr/>
      <dgm:t>
        <a:bodyPr/>
        <a:lstStyle/>
        <a:p>
          <a:endParaRPr lang="en-US" noProof="0" dirty="0"/>
        </a:p>
      </dgm:t>
    </dgm:pt>
    <dgm:pt modelId="{3FEC2F50-DF73-483C-B41A-18B37358B472}" type="sibTrans" cxnId="{1FE10A3A-3D54-4FD8-9724-23AFCE3870C0}">
      <dgm:prSet/>
      <dgm:spPr/>
      <dgm:t>
        <a:bodyPr/>
        <a:lstStyle/>
        <a:p>
          <a:endParaRPr lang="en-US" noProof="0" dirty="0"/>
        </a:p>
      </dgm:t>
    </dgm:pt>
    <dgm:pt modelId="{69F23914-B525-477A-AEFB-4C8E6B2BFF14}">
      <dgm:prSet phldrT="[Testo]"/>
      <dgm:spPr/>
      <dgm:t>
        <a:bodyPr/>
        <a:lstStyle/>
        <a:p>
          <a:r>
            <a:rPr lang="en-US" noProof="0" dirty="0"/>
            <a:t>Project documents updates</a:t>
          </a:r>
        </a:p>
      </dgm:t>
    </dgm:pt>
    <dgm:pt modelId="{99C97AF8-F9A6-4161-862F-02BFEEFD097C}" type="parTrans" cxnId="{59FAF1C4-FC83-467F-827A-C2CAF9E7A709}">
      <dgm:prSet/>
      <dgm:spPr/>
      <dgm:t>
        <a:bodyPr/>
        <a:lstStyle/>
        <a:p>
          <a:endParaRPr lang="en-US" noProof="0" dirty="0"/>
        </a:p>
      </dgm:t>
    </dgm:pt>
    <dgm:pt modelId="{334F518A-0AA8-4A87-A389-16AB80634D6D}" type="sibTrans" cxnId="{59FAF1C4-FC83-467F-827A-C2CAF9E7A709}">
      <dgm:prSet/>
      <dgm:spPr/>
      <dgm:t>
        <a:bodyPr/>
        <a:lstStyle/>
        <a:p>
          <a:endParaRPr lang="en-US" noProof="0" dirty="0"/>
        </a:p>
      </dgm:t>
    </dgm:pt>
    <dgm:pt modelId="{9A8F9039-2FD8-4F07-A6C4-0E844F402410}">
      <dgm:prSet/>
      <dgm:spPr/>
      <dgm:t>
        <a:bodyPr/>
        <a:lstStyle/>
        <a:p>
          <a:r>
            <a:rPr lang="en-US" noProof="0" dirty="0"/>
            <a:t>Cost management plan</a:t>
          </a:r>
        </a:p>
      </dgm:t>
    </dgm:pt>
    <dgm:pt modelId="{54BDA20D-E3D4-40A2-83AC-F9C291B12605}" type="parTrans" cxnId="{33591BDA-BB50-443D-A815-C2C7B82AB9A0}">
      <dgm:prSet/>
      <dgm:spPr/>
      <dgm:t>
        <a:bodyPr/>
        <a:lstStyle/>
        <a:p>
          <a:endParaRPr lang="en-US" noProof="0" dirty="0"/>
        </a:p>
      </dgm:t>
    </dgm:pt>
    <dgm:pt modelId="{D890774D-12EA-4466-83FD-6E583255BD03}" type="sibTrans" cxnId="{33591BDA-BB50-443D-A815-C2C7B82AB9A0}">
      <dgm:prSet/>
      <dgm:spPr/>
      <dgm:t>
        <a:bodyPr/>
        <a:lstStyle/>
        <a:p>
          <a:endParaRPr lang="en-US" noProof="0" dirty="0"/>
        </a:p>
      </dgm:t>
    </dgm:pt>
    <dgm:pt modelId="{48A6B28B-484F-4C7B-9FFB-2A2C57F13CA8}">
      <dgm:prSet/>
      <dgm:spPr/>
      <dgm:t>
        <a:bodyPr/>
        <a:lstStyle/>
        <a:p>
          <a:r>
            <a:rPr lang="en-US" noProof="0" dirty="0"/>
            <a:t>Schedule management plan</a:t>
          </a:r>
        </a:p>
      </dgm:t>
    </dgm:pt>
    <dgm:pt modelId="{110A35F7-F929-4251-A554-D49113FD5942}" type="parTrans" cxnId="{F79248EB-CC09-4A17-8C61-B5642AD5B8B9}">
      <dgm:prSet/>
      <dgm:spPr/>
      <dgm:t>
        <a:bodyPr/>
        <a:lstStyle/>
        <a:p>
          <a:endParaRPr lang="en-US" noProof="0" dirty="0"/>
        </a:p>
      </dgm:t>
    </dgm:pt>
    <dgm:pt modelId="{8382C0F1-A606-49A0-80D6-6EB2392A270A}" type="sibTrans" cxnId="{F79248EB-CC09-4A17-8C61-B5642AD5B8B9}">
      <dgm:prSet/>
      <dgm:spPr/>
      <dgm:t>
        <a:bodyPr/>
        <a:lstStyle/>
        <a:p>
          <a:endParaRPr lang="en-US" noProof="0" dirty="0"/>
        </a:p>
      </dgm:t>
    </dgm:pt>
    <dgm:pt modelId="{BC07A264-322E-4EC2-A15E-C16D466493C3}">
      <dgm:prSet/>
      <dgm:spPr/>
      <dgm:t>
        <a:bodyPr/>
        <a:lstStyle/>
        <a:p>
          <a:r>
            <a:rPr lang="en-US" noProof="0" dirty="0"/>
            <a:t>Risk register</a:t>
          </a:r>
        </a:p>
      </dgm:t>
    </dgm:pt>
    <dgm:pt modelId="{1CC4B6C8-157C-42D5-9749-C2FC5B9485F6}" type="parTrans" cxnId="{B4946287-C69F-4F24-A931-B29462F86A8D}">
      <dgm:prSet/>
      <dgm:spPr/>
      <dgm:t>
        <a:bodyPr/>
        <a:lstStyle/>
        <a:p>
          <a:endParaRPr lang="en-US" noProof="0" dirty="0"/>
        </a:p>
      </dgm:t>
    </dgm:pt>
    <dgm:pt modelId="{6CC3D61D-73D6-45B6-98A8-2A6361D12AB7}" type="sibTrans" cxnId="{B4946287-C69F-4F24-A931-B29462F86A8D}">
      <dgm:prSet/>
      <dgm:spPr/>
      <dgm:t>
        <a:bodyPr/>
        <a:lstStyle/>
        <a:p>
          <a:endParaRPr lang="en-US" noProof="0" dirty="0"/>
        </a:p>
      </dgm:t>
    </dgm:pt>
    <dgm:pt modelId="{49EA43EA-6461-4149-A0AD-ADA8724DCDBC}">
      <dgm:prSet/>
      <dgm:spPr/>
      <dgm:t>
        <a:bodyPr/>
        <a:lstStyle/>
        <a:p>
          <a:r>
            <a:rPr lang="en-US" noProof="0" dirty="0"/>
            <a:t>Enterprise environmental factors</a:t>
          </a:r>
        </a:p>
      </dgm:t>
    </dgm:pt>
    <dgm:pt modelId="{FC226335-FD40-4B37-AFAB-AC1DB8F03265}" type="parTrans" cxnId="{4A21A455-55AF-4CD4-BC6D-66E6A065AC93}">
      <dgm:prSet/>
      <dgm:spPr/>
      <dgm:t>
        <a:bodyPr/>
        <a:lstStyle/>
        <a:p>
          <a:endParaRPr lang="en-US" noProof="0" dirty="0"/>
        </a:p>
      </dgm:t>
    </dgm:pt>
    <dgm:pt modelId="{A4095083-6663-44C3-95D8-4818F8A09433}" type="sibTrans" cxnId="{4A21A455-55AF-4CD4-BC6D-66E6A065AC93}">
      <dgm:prSet/>
      <dgm:spPr/>
      <dgm:t>
        <a:bodyPr/>
        <a:lstStyle/>
        <a:p>
          <a:endParaRPr lang="en-US" noProof="0" dirty="0"/>
        </a:p>
      </dgm:t>
    </dgm:pt>
    <dgm:pt modelId="{0273217E-B2D7-4600-B3E2-389F58FC7960}">
      <dgm:prSet/>
      <dgm:spPr/>
      <dgm:t>
        <a:bodyPr/>
        <a:lstStyle/>
        <a:p>
          <a:r>
            <a:rPr lang="en-US" noProof="0" dirty="0"/>
            <a:t>Organizational process assets</a:t>
          </a:r>
        </a:p>
      </dgm:t>
    </dgm:pt>
    <dgm:pt modelId="{BA0DF0D9-6D99-4671-AC4E-326D1B9E9EC0}" type="parTrans" cxnId="{9AA89A59-37A9-4753-9B99-23C52E360E70}">
      <dgm:prSet/>
      <dgm:spPr/>
      <dgm:t>
        <a:bodyPr/>
        <a:lstStyle/>
        <a:p>
          <a:endParaRPr lang="en-US" noProof="0" dirty="0"/>
        </a:p>
      </dgm:t>
    </dgm:pt>
    <dgm:pt modelId="{D0ED62BF-1ADC-4EE9-88A6-CB63C26F4BF0}" type="sibTrans" cxnId="{9AA89A59-37A9-4753-9B99-23C52E360E70}">
      <dgm:prSet/>
      <dgm:spPr/>
      <dgm:t>
        <a:bodyPr/>
        <a:lstStyle/>
        <a:p>
          <a:endParaRPr lang="en-US" noProof="0" dirty="0"/>
        </a:p>
      </dgm:t>
    </dgm:pt>
    <dgm:pt modelId="{0A22DE88-CD1D-433D-8095-5D3DA0AE6E44}">
      <dgm:prSet/>
      <dgm:spPr/>
      <dgm:t>
        <a:bodyPr/>
        <a:lstStyle/>
        <a:p>
          <a:r>
            <a:rPr lang="en-US" noProof="0" dirty="0"/>
            <a:t>Quantitative risk analysis and modeling techniques</a:t>
          </a:r>
        </a:p>
      </dgm:t>
    </dgm:pt>
    <dgm:pt modelId="{9D29B4A7-0B86-45B7-9481-5A741701F223}" type="parTrans" cxnId="{8E5383E9-053F-497A-A136-1F278BB4B791}">
      <dgm:prSet/>
      <dgm:spPr/>
      <dgm:t>
        <a:bodyPr/>
        <a:lstStyle/>
        <a:p>
          <a:endParaRPr lang="en-US" noProof="0" dirty="0"/>
        </a:p>
      </dgm:t>
    </dgm:pt>
    <dgm:pt modelId="{1FA22898-F4C5-4CA6-A004-9C5808D9D5A5}" type="sibTrans" cxnId="{8E5383E9-053F-497A-A136-1F278BB4B791}">
      <dgm:prSet/>
      <dgm:spPr/>
      <dgm:t>
        <a:bodyPr/>
        <a:lstStyle/>
        <a:p>
          <a:endParaRPr lang="en-US" noProof="0" dirty="0"/>
        </a:p>
      </dgm:t>
    </dgm:pt>
    <dgm:pt modelId="{4E01B011-1632-4406-B2F7-7A207709483C}">
      <dgm:prSet/>
      <dgm:spPr/>
      <dgm:t>
        <a:bodyPr/>
        <a:lstStyle/>
        <a:p>
          <a:r>
            <a:rPr lang="en-US" noProof="0" dirty="0"/>
            <a:t>Expert judgment</a:t>
          </a:r>
        </a:p>
      </dgm:t>
    </dgm:pt>
    <dgm:pt modelId="{047A31E3-BED3-4B83-AA45-FF57224C15C7}" type="parTrans" cxnId="{9FB1BC06-EA51-4CF9-B5A3-0CEB1482138F}">
      <dgm:prSet/>
      <dgm:spPr/>
      <dgm:t>
        <a:bodyPr/>
        <a:lstStyle/>
        <a:p>
          <a:endParaRPr lang="en-US" noProof="0" dirty="0"/>
        </a:p>
      </dgm:t>
    </dgm:pt>
    <dgm:pt modelId="{B9EA8EE8-5041-45FD-9B36-9DC6326239C1}" type="sibTrans" cxnId="{9FB1BC06-EA51-4CF9-B5A3-0CEB1482138F}">
      <dgm:prSet/>
      <dgm:spPr/>
      <dgm:t>
        <a:bodyPr/>
        <a:lstStyle/>
        <a:p>
          <a:endParaRPr lang="en-US" noProof="0" dirty="0"/>
        </a:p>
      </dgm:t>
    </dgm:pt>
    <dgm:pt modelId="{2D32639D-724E-4E90-91CB-8A7E55B6EC2B}" type="pres">
      <dgm:prSet presAssocID="{B3A0A272-B842-4C42-9AFB-90CC0DE59EB3}" presName="linear" presStyleCnt="0">
        <dgm:presLayoutVars>
          <dgm:animLvl val="lvl"/>
          <dgm:resizeHandles val="exact"/>
        </dgm:presLayoutVars>
      </dgm:prSet>
      <dgm:spPr/>
    </dgm:pt>
    <dgm:pt modelId="{FB30FAA1-933C-4A39-96BB-CD9828922F7E}" type="pres">
      <dgm:prSet presAssocID="{2C943C1D-EECA-4FEE-B001-AD4C40091B84}" presName="parentText" presStyleLbl="node1" presStyleIdx="0" presStyleCnt="3" custScaleY="149730" custLinFactNeighborX="1641" custLinFactNeighborY="-1516">
        <dgm:presLayoutVars>
          <dgm:chMax val="0"/>
          <dgm:bulletEnabled val="1"/>
        </dgm:presLayoutVars>
      </dgm:prSet>
      <dgm:spPr/>
    </dgm:pt>
    <dgm:pt modelId="{6FF7B2BA-684C-47B9-AED9-51FAC8F084B3}" type="pres">
      <dgm:prSet presAssocID="{2C943C1D-EECA-4FEE-B001-AD4C40091B84}" presName="childText" presStyleLbl="revTx" presStyleIdx="0" presStyleCnt="3">
        <dgm:presLayoutVars>
          <dgm:bulletEnabled val="1"/>
        </dgm:presLayoutVars>
      </dgm:prSet>
      <dgm:spPr/>
    </dgm:pt>
    <dgm:pt modelId="{E5D16EE5-6402-4900-9E64-53CA23F8DBE1}" type="pres">
      <dgm:prSet presAssocID="{6A0AEEAC-49EC-4E52-846D-226451884DE4}" presName="parentText" presStyleLbl="node1" presStyleIdx="1" presStyleCnt="3">
        <dgm:presLayoutVars>
          <dgm:chMax val="0"/>
          <dgm:bulletEnabled val="1"/>
        </dgm:presLayoutVars>
      </dgm:prSet>
      <dgm:spPr/>
    </dgm:pt>
    <dgm:pt modelId="{73DAE44C-9200-4F3A-B88B-FB2CE2EFC5F2}" type="pres">
      <dgm:prSet presAssocID="{6A0AEEAC-49EC-4E52-846D-226451884DE4}" presName="childText" presStyleLbl="revTx" presStyleIdx="1" presStyleCnt="3">
        <dgm:presLayoutVars>
          <dgm:bulletEnabled val="1"/>
        </dgm:presLayoutVars>
      </dgm:prSet>
      <dgm:spPr/>
    </dgm:pt>
    <dgm:pt modelId="{6D5EF2BB-E120-495D-9547-E6F6CC333FA9}" type="pres">
      <dgm:prSet presAssocID="{709505F0-F6DE-4893-84D0-0B82B0B51EC9}" presName="parentText" presStyleLbl="node1" presStyleIdx="2" presStyleCnt="3">
        <dgm:presLayoutVars>
          <dgm:chMax val="0"/>
          <dgm:bulletEnabled val="1"/>
        </dgm:presLayoutVars>
      </dgm:prSet>
      <dgm:spPr/>
    </dgm:pt>
    <dgm:pt modelId="{9CECA89D-41A9-423A-BAD0-309A8AC9412C}" type="pres">
      <dgm:prSet presAssocID="{709505F0-F6DE-4893-84D0-0B82B0B51EC9}" presName="childText" presStyleLbl="revTx" presStyleIdx="2" presStyleCnt="3">
        <dgm:presLayoutVars>
          <dgm:bulletEnabled val="1"/>
        </dgm:presLayoutVars>
      </dgm:prSet>
      <dgm:spPr/>
    </dgm:pt>
  </dgm:ptLst>
  <dgm:cxnLst>
    <dgm:cxn modelId="{9FB1BC06-EA51-4CF9-B5A3-0CEB1482138F}" srcId="{6A0AEEAC-49EC-4E52-846D-226451884DE4}" destId="{4E01B011-1632-4406-B2F7-7A207709483C}" srcOrd="2" destOrd="0" parTransId="{047A31E3-BED3-4B83-AA45-FF57224C15C7}" sibTransId="{B9EA8EE8-5041-45FD-9B36-9DC6326239C1}"/>
    <dgm:cxn modelId="{0EA2950D-C468-4560-9DBD-487B9C881FF3}" srcId="{B3A0A272-B842-4C42-9AFB-90CC0DE59EB3}" destId="{6A0AEEAC-49EC-4E52-846D-226451884DE4}" srcOrd="1" destOrd="0" parTransId="{78B7BF49-011A-424A-B31B-3C27B813E920}" sibTransId="{22CF7362-CF95-490F-AA04-60179A702243}"/>
    <dgm:cxn modelId="{51FA4521-7D9F-4419-B5A1-12432E090CF0}" type="presOf" srcId="{709505F0-F6DE-4893-84D0-0B82B0B51EC9}" destId="{6D5EF2BB-E120-495D-9547-E6F6CC333FA9}" srcOrd="0" destOrd="0" presId="urn:microsoft.com/office/officeart/2005/8/layout/vList2"/>
    <dgm:cxn modelId="{FD5A8225-8F54-4973-9E0F-216CE6136818}" type="presOf" srcId="{69F23914-B525-477A-AEFB-4C8E6B2BFF14}" destId="{9CECA89D-41A9-423A-BAD0-309A8AC9412C}" srcOrd="0" destOrd="0" presId="urn:microsoft.com/office/officeart/2005/8/layout/vList2"/>
    <dgm:cxn modelId="{AA6A1B26-0749-4D99-B03B-D6F2900DAC4A}" type="presOf" srcId="{48A6B28B-484F-4C7B-9FFB-2A2C57F13CA8}" destId="{6FF7B2BA-684C-47B9-AED9-51FAC8F084B3}" srcOrd="0" destOrd="2" presId="urn:microsoft.com/office/officeart/2005/8/layout/vList2"/>
    <dgm:cxn modelId="{1FE10A3A-3D54-4FD8-9724-23AFCE3870C0}" srcId="{B3A0A272-B842-4C42-9AFB-90CC0DE59EB3}" destId="{709505F0-F6DE-4893-84D0-0B82B0B51EC9}" srcOrd="2" destOrd="0" parTransId="{64F55946-C314-405A-9E2A-4A7C6FF86C3D}" sibTransId="{3FEC2F50-DF73-483C-B41A-18B37358B472}"/>
    <dgm:cxn modelId="{884A3E40-F596-480F-8558-AB4F690CFB87}" srcId="{6A0AEEAC-49EC-4E52-846D-226451884DE4}" destId="{F2A9E3BA-88BA-4B72-A42E-8091C8F956E4}" srcOrd="0" destOrd="0" parTransId="{C0E65C3B-9BFF-4FC2-964E-7DE74FCBF0A1}" sibTransId="{A595E46D-DC93-4642-BBF2-74A19F589C48}"/>
    <dgm:cxn modelId="{7B1E2B44-318E-4A73-B25F-2F49E11F757F}" type="presOf" srcId="{9A8F9039-2FD8-4F07-A6C4-0E844F402410}" destId="{6FF7B2BA-684C-47B9-AED9-51FAC8F084B3}" srcOrd="0" destOrd="1" presId="urn:microsoft.com/office/officeart/2005/8/layout/vList2"/>
    <dgm:cxn modelId="{4A21A455-55AF-4CD4-BC6D-66E6A065AC93}" srcId="{2C943C1D-EECA-4FEE-B001-AD4C40091B84}" destId="{49EA43EA-6461-4149-A0AD-ADA8724DCDBC}" srcOrd="4" destOrd="0" parTransId="{FC226335-FD40-4B37-AFAB-AC1DB8F03265}" sibTransId="{A4095083-6663-44C3-95D8-4818F8A09433}"/>
    <dgm:cxn modelId="{9AA89A59-37A9-4753-9B99-23C52E360E70}" srcId="{2C943C1D-EECA-4FEE-B001-AD4C40091B84}" destId="{0273217E-B2D7-4600-B3E2-389F58FC7960}" srcOrd="5" destOrd="0" parTransId="{BA0DF0D9-6D99-4671-AC4E-326D1B9E9EC0}" sibTransId="{D0ED62BF-1ADC-4EE9-88A6-CB63C26F4BF0}"/>
    <dgm:cxn modelId="{4B7AC37B-85F9-4499-8244-4FF7E6F65A9F}" type="presOf" srcId="{D5570B92-301A-4ECD-8B75-53F5B0D32D75}" destId="{6FF7B2BA-684C-47B9-AED9-51FAC8F084B3}" srcOrd="0" destOrd="0" presId="urn:microsoft.com/office/officeart/2005/8/layout/vList2"/>
    <dgm:cxn modelId="{B4946287-C69F-4F24-A931-B29462F86A8D}" srcId="{2C943C1D-EECA-4FEE-B001-AD4C40091B84}" destId="{BC07A264-322E-4EC2-A15E-C16D466493C3}" srcOrd="3" destOrd="0" parTransId="{1CC4B6C8-157C-42D5-9749-C2FC5B9485F6}" sibTransId="{6CC3D61D-73D6-45B6-98A8-2A6361D12AB7}"/>
    <dgm:cxn modelId="{0023CD88-6BF4-4580-A168-19EE7E5838F8}" type="presOf" srcId="{B3A0A272-B842-4C42-9AFB-90CC0DE59EB3}" destId="{2D32639D-724E-4E90-91CB-8A7E55B6EC2B}" srcOrd="0" destOrd="0" presId="urn:microsoft.com/office/officeart/2005/8/layout/vList2"/>
    <dgm:cxn modelId="{ADF0A393-B797-40F5-87DB-4F0914C9C19B}" type="presOf" srcId="{0A22DE88-CD1D-433D-8095-5D3DA0AE6E44}" destId="{73DAE44C-9200-4F3A-B88B-FB2CE2EFC5F2}" srcOrd="0" destOrd="1" presId="urn:microsoft.com/office/officeart/2005/8/layout/vList2"/>
    <dgm:cxn modelId="{91276DA7-D9C2-4B59-96C2-EAB777EEE54C}" type="presOf" srcId="{0273217E-B2D7-4600-B3E2-389F58FC7960}" destId="{6FF7B2BA-684C-47B9-AED9-51FAC8F084B3}" srcOrd="0" destOrd="5" presId="urn:microsoft.com/office/officeart/2005/8/layout/vList2"/>
    <dgm:cxn modelId="{B79226C1-8354-49D2-AFF3-BCCF525E3BB1}" type="presOf" srcId="{6A0AEEAC-49EC-4E52-846D-226451884DE4}" destId="{E5D16EE5-6402-4900-9E64-53CA23F8DBE1}" srcOrd="0" destOrd="0" presId="urn:microsoft.com/office/officeart/2005/8/layout/vList2"/>
    <dgm:cxn modelId="{7E9996C1-116F-4615-B8BB-D7709B144632}" srcId="{B3A0A272-B842-4C42-9AFB-90CC0DE59EB3}" destId="{2C943C1D-EECA-4FEE-B001-AD4C40091B84}" srcOrd="0" destOrd="0" parTransId="{1ABB439C-E7FD-4B61-89AE-642EF370D606}" sibTransId="{CA7A14AC-900F-4A7D-BC31-60706EB301BD}"/>
    <dgm:cxn modelId="{59FAF1C4-FC83-467F-827A-C2CAF9E7A709}" srcId="{709505F0-F6DE-4893-84D0-0B82B0B51EC9}" destId="{69F23914-B525-477A-AEFB-4C8E6B2BFF14}" srcOrd="0" destOrd="0" parTransId="{99C97AF8-F9A6-4161-862F-02BFEEFD097C}" sibTransId="{334F518A-0AA8-4A87-A389-16AB80634D6D}"/>
    <dgm:cxn modelId="{E55D31D1-9673-489C-81DB-AD410F386F31}" srcId="{2C943C1D-EECA-4FEE-B001-AD4C40091B84}" destId="{D5570B92-301A-4ECD-8B75-53F5B0D32D75}" srcOrd="0" destOrd="0" parTransId="{F7CB3475-B918-44E5-BEA1-3CB033011487}" sibTransId="{F8C277FA-1D46-40D2-AA0B-B300D1BA62BA}"/>
    <dgm:cxn modelId="{33591BDA-BB50-443D-A815-C2C7B82AB9A0}" srcId="{2C943C1D-EECA-4FEE-B001-AD4C40091B84}" destId="{9A8F9039-2FD8-4F07-A6C4-0E844F402410}" srcOrd="1" destOrd="0" parTransId="{54BDA20D-E3D4-40A2-83AC-F9C291B12605}" sibTransId="{D890774D-12EA-4466-83FD-6E583255BD03}"/>
    <dgm:cxn modelId="{9A3258DD-A0B2-4EEA-B5D6-1E21696CEF02}" type="presOf" srcId="{2C943C1D-EECA-4FEE-B001-AD4C40091B84}" destId="{FB30FAA1-933C-4A39-96BB-CD9828922F7E}" srcOrd="0" destOrd="0" presId="urn:microsoft.com/office/officeart/2005/8/layout/vList2"/>
    <dgm:cxn modelId="{41830ADE-55A8-4507-81E7-5EB047C37B11}" type="presOf" srcId="{F2A9E3BA-88BA-4B72-A42E-8091C8F956E4}" destId="{73DAE44C-9200-4F3A-B88B-FB2CE2EFC5F2}" srcOrd="0" destOrd="0" presId="urn:microsoft.com/office/officeart/2005/8/layout/vList2"/>
    <dgm:cxn modelId="{0F0553E1-8CF5-4C9E-84CD-9E59817DB1BF}" type="presOf" srcId="{4E01B011-1632-4406-B2F7-7A207709483C}" destId="{73DAE44C-9200-4F3A-B88B-FB2CE2EFC5F2}" srcOrd="0" destOrd="2" presId="urn:microsoft.com/office/officeart/2005/8/layout/vList2"/>
    <dgm:cxn modelId="{8E5383E9-053F-497A-A136-1F278BB4B791}" srcId="{6A0AEEAC-49EC-4E52-846D-226451884DE4}" destId="{0A22DE88-CD1D-433D-8095-5D3DA0AE6E44}" srcOrd="1" destOrd="0" parTransId="{9D29B4A7-0B86-45B7-9481-5A741701F223}" sibTransId="{1FA22898-F4C5-4CA6-A004-9C5808D9D5A5}"/>
    <dgm:cxn modelId="{F79248EB-CC09-4A17-8C61-B5642AD5B8B9}" srcId="{2C943C1D-EECA-4FEE-B001-AD4C40091B84}" destId="{48A6B28B-484F-4C7B-9FFB-2A2C57F13CA8}" srcOrd="2" destOrd="0" parTransId="{110A35F7-F929-4251-A554-D49113FD5942}" sibTransId="{8382C0F1-A606-49A0-80D6-6EB2392A270A}"/>
    <dgm:cxn modelId="{C4B3ABFC-8B57-4A7F-A84C-D26C26F7B733}" type="presOf" srcId="{BC07A264-322E-4EC2-A15E-C16D466493C3}" destId="{6FF7B2BA-684C-47B9-AED9-51FAC8F084B3}" srcOrd="0" destOrd="3" presId="urn:microsoft.com/office/officeart/2005/8/layout/vList2"/>
    <dgm:cxn modelId="{1CABE1FF-DA2B-4BF8-8F69-7762FE267271}" type="presOf" srcId="{49EA43EA-6461-4149-A0AD-ADA8724DCDBC}" destId="{6FF7B2BA-684C-47B9-AED9-51FAC8F084B3}" srcOrd="0" destOrd="4" presId="urn:microsoft.com/office/officeart/2005/8/layout/vList2"/>
    <dgm:cxn modelId="{8A769E94-98BB-43EA-86A6-C5BA851D9760}" type="presParOf" srcId="{2D32639D-724E-4E90-91CB-8A7E55B6EC2B}" destId="{FB30FAA1-933C-4A39-96BB-CD9828922F7E}" srcOrd="0" destOrd="0" presId="urn:microsoft.com/office/officeart/2005/8/layout/vList2"/>
    <dgm:cxn modelId="{6593EBA6-A2CE-4E27-86D5-00BDD318DBCE}" type="presParOf" srcId="{2D32639D-724E-4E90-91CB-8A7E55B6EC2B}" destId="{6FF7B2BA-684C-47B9-AED9-51FAC8F084B3}" srcOrd="1" destOrd="0" presId="urn:microsoft.com/office/officeart/2005/8/layout/vList2"/>
    <dgm:cxn modelId="{8B67C5D0-0803-499A-9E11-3FFFB7CC45E9}" type="presParOf" srcId="{2D32639D-724E-4E90-91CB-8A7E55B6EC2B}" destId="{E5D16EE5-6402-4900-9E64-53CA23F8DBE1}" srcOrd="2" destOrd="0" presId="urn:microsoft.com/office/officeart/2005/8/layout/vList2"/>
    <dgm:cxn modelId="{CE17896A-DD65-4F01-A136-B50F774E4509}" type="presParOf" srcId="{2D32639D-724E-4E90-91CB-8A7E55B6EC2B}" destId="{73DAE44C-9200-4F3A-B88B-FB2CE2EFC5F2}" srcOrd="3" destOrd="0" presId="urn:microsoft.com/office/officeart/2005/8/layout/vList2"/>
    <dgm:cxn modelId="{D3EC2ED1-3461-460A-A93B-8F7B709A2612}" type="presParOf" srcId="{2D32639D-724E-4E90-91CB-8A7E55B6EC2B}" destId="{6D5EF2BB-E120-495D-9547-E6F6CC333FA9}" srcOrd="4" destOrd="0" presId="urn:microsoft.com/office/officeart/2005/8/layout/vList2"/>
    <dgm:cxn modelId="{7FCD44DD-D623-4549-9779-D64D1707325E}" type="presParOf" srcId="{2D32639D-724E-4E90-91CB-8A7E55B6EC2B}" destId="{9CECA89D-41A9-423A-BAD0-309A8AC9412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chemeClr val="bg1"/>
        </a:solidFill>
      </dgm:spPr>
      <dgm:t>
        <a:bodyPr/>
        <a:lstStyle/>
        <a:p>
          <a:r>
            <a:rPr lang="en-US" b="0" noProof="0" dirty="0">
              <a:solidFill>
                <a:schemeClr val="tx1"/>
              </a:solidFill>
            </a:rPr>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a:solidFill>
          <a:srgbClr val="FF0000"/>
        </a:solidFill>
      </dgm:spPr>
      <dgm:t>
        <a:bodyPr/>
        <a:lstStyle/>
        <a:p>
          <a:r>
            <a:rPr lang="en-US" b="1" noProof="0" dirty="0">
              <a:solidFill>
                <a:schemeClr val="bg1"/>
              </a:solidFill>
            </a:rPr>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dgm:t>
        <a:bodyPr/>
        <a:lstStyle/>
        <a:p>
          <a:r>
            <a:rPr lang="en-US" noProof="0" dirty="0"/>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AD5B3414-42EE-4E22-B9FF-8727658E27C8}" srcId="{5732FC7C-4D05-465A-8F87-65FADF2CF1F3}" destId="{910CEB26-5683-4E54-8BF2-717468D36E57}" srcOrd="0" destOrd="0" parTransId="{C5D0D7EB-D89F-456B-B36B-F9C82B8E8397}" sibTransId="{77207E75-ACC8-4387-A11D-7B8BE81CED65}"/>
    <dgm:cxn modelId="{D28D3520-46F6-4831-917C-3EE23F49DF9E}" type="presOf" srcId="{910CEB26-5683-4E54-8BF2-717468D36E57}" destId="{C541BE7D-C1EE-4D07-8020-0D2AEE3BC172}" srcOrd="1" destOrd="0" presId="urn:microsoft.com/office/officeart/2005/8/layout/orgChart1"/>
    <dgm:cxn modelId="{6B3D2129-EC1F-4F15-95B5-F4DAF7BE018D}" type="presOf" srcId="{0EB1F6BB-6BFD-47ED-9B03-CB660E4820A0}" destId="{AB949CA5-5EEA-4A00-88EF-43885D56D765}"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A9DAF23A-CF99-4696-B9C8-8BD4C16DE4C2}" srcId="{3F64DD8B-D8A1-4FEC-BE6C-DAE71BED4B23}" destId="{7C69A925-A39E-4BB5-B363-D96809E3EC1C}" srcOrd="0" destOrd="0" parTransId="{49E2CD8A-BB77-4314-A1E6-152F6F158413}" sibTransId="{6DE6FEB5-DE17-4548-9DA6-7C970C7B145D}"/>
    <dgm:cxn modelId="{B63C513D-E4BF-411E-B0C9-569B5DEAAD63}" type="presOf" srcId="{F8A19A4D-577C-45FD-BA30-8EFF44878AED}" destId="{A76680A0-D94C-4876-9425-BD2ACBE015EB}" srcOrd="0" destOrd="0" presId="urn:microsoft.com/office/officeart/2005/8/layout/orgChart1"/>
    <dgm:cxn modelId="{47EFE747-0E02-4E2C-A2FD-5D5D78D07C55}" type="presOf" srcId="{42E9A6CC-FBDC-4FA5-8F60-EC35F72D7746}" destId="{8D05F1D0-1894-4299-B798-E8F274871921}" srcOrd="0" destOrd="0" presId="urn:microsoft.com/office/officeart/2005/8/layout/orgChart1"/>
    <dgm:cxn modelId="{608FEA48-E928-4CAA-8BEB-B743CF1C70D6}" type="presOf" srcId="{49E2CD8A-BB77-4314-A1E6-152F6F158413}" destId="{6C62C63C-2189-4BF9-9749-73C32BEF5B0B}" srcOrd="0" destOrd="0" presId="urn:microsoft.com/office/officeart/2005/8/layout/orgChart1"/>
    <dgm:cxn modelId="{7A4E286D-6427-4AB2-BBE3-C05E135E6289}" type="presOf" srcId="{7C69A925-A39E-4BB5-B363-D96809E3EC1C}" destId="{4B5389D9-B13C-48A2-B3BF-48F9B84F66F0}" srcOrd="0" destOrd="0" presId="urn:microsoft.com/office/officeart/2005/8/layout/orgChart1"/>
    <dgm:cxn modelId="{FC5C3F78-E4C3-4426-9CDC-537F3EBE2D09}" type="presOf" srcId="{3F64DD8B-D8A1-4FEC-BE6C-DAE71BED4B23}" destId="{23BC9DEC-491D-4FB7-A841-E6D19B57FCD7}"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4F7C0787-A5DC-4E6F-8DDD-1BE96C445A00}" type="presOf" srcId="{A4D5C85F-2134-4863-BF03-B90ED721C422}" destId="{73AA092C-F348-4D43-BA05-F3B93267D971}" srcOrd="0" destOrd="0" presId="urn:microsoft.com/office/officeart/2005/8/layout/orgChart1"/>
    <dgm:cxn modelId="{B42DA488-59FA-4758-A44E-D3CB6454D9BE}" srcId="{3F64DD8B-D8A1-4FEC-BE6C-DAE71BED4B23}" destId="{50955908-1694-482D-BD6F-C04C01D438DC}" srcOrd="5" destOrd="0" parTransId="{42E9A6CC-FBDC-4FA5-8F60-EC35F72D7746}" sibTransId="{8DF1D480-9C53-4874-BC3C-EE918C131801}"/>
    <dgm:cxn modelId="{34BFDD89-6766-4A97-83C8-0D0738BB684A}" type="presOf" srcId="{5732FC7C-4D05-465A-8F87-65FADF2CF1F3}" destId="{B2DCE1C1-4CA4-47B1-B9E1-8761E3CD6C62}" srcOrd="0" destOrd="0" presId="urn:microsoft.com/office/officeart/2005/8/layout/orgChart1"/>
    <dgm:cxn modelId="{213D908D-0DD6-43B7-BAE1-EED33485B963}" srcId="{3F64DD8B-D8A1-4FEC-BE6C-DAE71BED4B23}" destId="{DD5E7C8F-E225-4B9C-AD21-EA6BE6352751}" srcOrd="2" destOrd="0" parTransId="{A56BCF70-C320-495F-9D47-D102341DA2FB}" sibTransId="{4D4925AE-FAC2-4A31-8E19-C98746E38685}"/>
    <dgm:cxn modelId="{BBE5CB8F-F373-4B50-A310-082C83E57C08}" type="presOf" srcId="{7C69A925-A39E-4BB5-B363-D96809E3EC1C}" destId="{FBC8F129-5F57-4A1A-9A97-4EFE434EF3B4}" srcOrd="1" destOrd="0" presId="urn:microsoft.com/office/officeart/2005/8/layout/orgChart1"/>
    <dgm:cxn modelId="{8F770395-AB10-4525-9F8C-FC4D564FCF1A}" type="presOf" srcId="{50955908-1694-482D-BD6F-C04C01D438DC}" destId="{CEBF9439-F4CD-4BDA-B24C-9F27DF4C47DB}" srcOrd="1" destOrd="0" presId="urn:microsoft.com/office/officeart/2005/8/layout/orgChart1"/>
    <dgm:cxn modelId="{DFADD496-C829-45F2-B2ED-94F76E1BA7B1}" type="presOf" srcId="{6D951906-95CE-4054-B2EF-9AFA0DE76DD6}" destId="{211B4F57-0A09-401B-B60A-0BA9C7DFC24D}" srcOrd="0"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1707EDA8-1AC7-4EF4-B421-E4829A671FD4}" type="presOf" srcId="{DD5E7C8F-E225-4B9C-AD21-EA6BE6352751}" destId="{C03E6650-4F3F-4164-923F-64697DF8CDA9}" srcOrd="1" destOrd="0" presId="urn:microsoft.com/office/officeart/2005/8/layout/orgChart1"/>
    <dgm:cxn modelId="{3E7A82B2-9972-408F-9E0D-48A85BC7D124}" type="presOf" srcId="{50955908-1694-482D-BD6F-C04C01D438DC}" destId="{85522D5B-892E-46EC-AFD0-8CF00F1ED0FC}" srcOrd="0" destOrd="0" presId="urn:microsoft.com/office/officeart/2005/8/layout/orgChart1"/>
    <dgm:cxn modelId="{C5E640BB-E075-4504-8F0C-8FF0C4D6938F}" type="presOf" srcId="{6D951906-95CE-4054-B2EF-9AFA0DE76DD6}" destId="{2B3A4619-B730-4CEA-BB65-7351646026B3}" srcOrd="1" destOrd="0" presId="urn:microsoft.com/office/officeart/2005/8/layout/orgChart1"/>
    <dgm:cxn modelId="{334988BE-C10D-4468-9540-3BA30558BA6B}" type="presOf" srcId="{0BED9D0E-4419-4707-89C0-033B2C08A8BA}" destId="{E23A8842-47DB-472E-9463-9F6D26779072}" srcOrd="0" destOrd="0" presId="urn:microsoft.com/office/officeart/2005/8/layout/orgChart1"/>
    <dgm:cxn modelId="{06464DC8-CAE9-4D5A-8249-376BAC2DEB8C}" type="presOf" srcId="{F36CAF5D-5C5C-4E53-9C4B-9D7BA43D08CB}" destId="{098F8F92-5D01-4829-BD12-20A4C33A56BA}" srcOrd="0" destOrd="0" presId="urn:microsoft.com/office/officeart/2005/8/layout/orgChart1"/>
    <dgm:cxn modelId="{304EFED3-886A-4F3B-A234-088095B95BD1}" type="presOf" srcId="{910CEB26-5683-4E54-8BF2-717468D36E57}" destId="{8168D708-111D-4BFD-A76B-53BE00A2051E}"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EAEF68DE-BD1D-4EF5-9D96-971BAC4859D6}" type="presOf" srcId="{3F64DD8B-D8A1-4FEC-BE6C-DAE71BED4B23}" destId="{000F4AD4-046D-4206-95A7-9833B6F682CA}" srcOrd="1" destOrd="0" presId="urn:microsoft.com/office/officeart/2005/8/layout/orgChart1"/>
    <dgm:cxn modelId="{90CDFFE0-FC7B-42A1-B9A2-F92B5A8EB173}" type="presOf" srcId="{1B1AC38C-8E1D-4D15-97EB-5AB2E357526A}" destId="{7563B796-8385-456C-A9D1-80D29D1A2991}" srcOrd="0" destOrd="0" presId="urn:microsoft.com/office/officeart/2005/8/layout/orgChart1"/>
    <dgm:cxn modelId="{735140E4-5B62-4DC2-86DC-664DCE94191F}" type="presOf" srcId="{0BED9D0E-4419-4707-89C0-033B2C08A8BA}" destId="{5304875E-6794-463B-8A38-2E1FDE5BABDB}" srcOrd="1" destOrd="0" presId="urn:microsoft.com/office/officeart/2005/8/layout/orgChart1"/>
    <dgm:cxn modelId="{25FEE9ED-8E4E-41F7-956E-4C303AF031DA}" type="presOf" srcId="{A56BCF70-C320-495F-9D47-D102341DA2FB}" destId="{5E7D5EBB-7C5D-4E14-AAB8-BEB88A4A4B7F}" srcOrd="0" destOrd="0" presId="urn:microsoft.com/office/officeart/2005/8/layout/orgChart1"/>
    <dgm:cxn modelId="{2426A8F9-051E-4E0C-A197-B55F75154F3D}" type="presOf" srcId="{0EB1F6BB-6BFD-47ED-9B03-CB660E4820A0}" destId="{BB59B3FF-2CB2-4789-A023-7067EBB3985D}" srcOrd="1" destOrd="0" presId="urn:microsoft.com/office/officeart/2005/8/layout/orgChart1"/>
    <dgm:cxn modelId="{6BF675FE-50EE-4F98-B9E6-157AB5FE2AF3}" type="presOf" srcId="{DD5E7C8F-E225-4B9C-AD21-EA6BE6352751}" destId="{5ED4DB88-48D6-467D-9903-37C8BFA12080}" srcOrd="0" destOrd="0" presId="urn:microsoft.com/office/officeart/2005/8/layout/orgChart1"/>
    <dgm:cxn modelId="{2B58DCFD-5B33-45DA-BA01-AD9B38F7B3BB}" type="presParOf" srcId="{B2DCE1C1-4CA4-47B1-B9E1-8761E3CD6C62}" destId="{DB645ACD-5B55-41EA-B1D3-8D86921AE2E6}" srcOrd="0" destOrd="0" presId="urn:microsoft.com/office/officeart/2005/8/layout/orgChart1"/>
    <dgm:cxn modelId="{469C855A-8CB9-4919-BB11-D352DD9433FF}" type="presParOf" srcId="{DB645ACD-5B55-41EA-B1D3-8D86921AE2E6}" destId="{9932454F-CCE1-420C-8164-F95895ABC91E}" srcOrd="0" destOrd="0" presId="urn:microsoft.com/office/officeart/2005/8/layout/orgChart1"/>
    <dgm:cxn modelId="{1343E951-A334-48E0-8750-1D1023079CA5}" type="presParOf" srcId="{9932454F-CCE1-420C-8164-F95895ABC91E}" destId="{8168D708-111D-4BFD-A76B-53BE00A2051E}" srcOrd="0" destOrd="0" presId="urn:microsoft.com/office/officeart/2005/8/layout/orgChart1"/>
    <dgm:cxn modelId="{0658E5C5-95A2-4023-A2B9-59BDC1CC1059}" type="presParOf" srcId="{9932454F-CCE1-420C-8164-F95895ABC91E}" destId="{C541BE7D-C1EE-4D07-8020-0D2AEE3BC172}" srcOrd="1" destOrd="0" presId="urn:microsoft.com/office/officeart/2005/8/layout/orgChart1"/>
    <dgm:cxn modelId="{45EE5F9A-BC2F-4A65-9E0C-29CC020CD284}" type="presParOf" srcId="{DB645ACD-5B55-41EA-B1D3-8D86921AE2E6}" destId="{7F162232-1235-4DCE-9EDC-E1B61298E7A5}" srcOrd="1" destOrd="0" presId="urn:microsoft.com/office/officeart/2005/8/layout/orgChart1"/>
    <dgm:cxn modelId="{E9E87154-9929-4163-8BAA-D7D30A632D0F}" type="presParOf" srcId="{7F162232-1235-4DCE-9EDC-E1B61298E7A5}" destId="{7563B796-8385-456C-A9D1-80D29D1A2991}" srcOrd="0" destOrd="0" presId="urn:microsoft.com/office/officeart/2005/8/layout/orgChart1"/>
    <dgm:cxn modelId="{33E8059D-7131-4249-91A5-E2D5E2676101}" type="presParOf" srcId="{7F162232-1235-4DCE-9EDC-E1B61298E7A5}" destId="{19AABB88-5723-4DF7-B513-C52C6D48C029}" srcOrd="1" destOrd="0" presId="urn:microsoft.com/office/officeart/2005/8/layout/orgChart1"/>
    <dgm:cxn modelId="{C396308D-3ED3-45FA-9548-8350E7C12E43}" type="presParOf" srcId="{19AABB88-5723-4DF7-B513-C52C6D48C029}" destId="{123E00F8-9960-49F4-AC78-A55B68325C65}" srcOrd="0" destOrd="0" presId="urn:microsoft.com/office/officeart/2005/8/layout/orgChart1"/>
    <dgm:cxn modelId="{7A7F2BB5-07B0-4CD2-8106-EA50D385D5F9}" type="presParOf" srcId="{123E00F8-9960-49F4-AC78-A55B68325C65}" destId="{23BC9DEC-491D-4FB7-A841-E6D19B57FCD7}" srcOrd="0" destOrd="0" presId="urn:microsoft.com/office/officeart/2005/8/layout/orgChart1"/>
    <dgm:cxn modelId="{F9AB8C8C-7348-4061-B3EB-E2585D4874AF}" type="presParOf" srcId="{123E00F8-9960-49F4-AC78-A55B68325C65}" destId="{000F4AD4-046D-4206-95A7-9833B6F682CA}" srcOrd="1" destOrd="0" presId="urn:microsoft.com/office/officeart/2005/8/layout/orgChart1"/>
    <dgm:cxn modelId="{F89E169A-5488-41F3-8A47-F0FA498D5B72}" type="presParOf" srcId="{19AABB88-5723-4DF7-B513-C52C6D48C029}" destId="{02D75F8B-D540-444F-902E-7F83EF6C108F}" srcOrd="1" destOrd="0" presId="urn:microsoft.com/office/officeart/2005/8/layout/orgChart1"/>
    <dgm:cxn modelId="{08121071-C8DE-4623-B154-CCE4D6C39E2B}" type="presParOf" srcId="{02D75F8B-D540-444F-902E-7F83EF6C108F}" destId="{6C62C63C-2189-4BF9-9749-73C32BEF5B0B}" srcOrd="0" destOrd="0" presId="urn:microsoft.com/office/officeart/2005/8/layout/orgChart1"/>
    <dgm:cxn modelId="{F6313535-CA41-4843-BB9E-5A27DC5853DB}" type="presParOf" srcId="{02D75F8B-D540-444F-902E-7F83EF6C108F}" destId="{22347C40-84C7-403E-8689-A7B76C71821B}" srcOrd="1" destOrd="0" presId="urn:microsoft.com/office/officeart/2005/8/layout/orgChart1"/>
    <dgm:cxn modelId="{3D6E2C50-0A18-4D65-9F4A-31FDDDE4E6C4}" type="presParOf" srcId="{22347C40-84C7-403E-8689-A7B76C71821B}" destId="{E4C8EF38-B227-498D-BE48-2C1145A6A2C1}" srcOrd="0" destOrd="0" presId="urn:microsoft.com/office/officeart/2005/8/layout/orgChart1"/>
    <dgm:cxn modelId="{819F37C3-EAF7-4E1C-83B6-6F9EFAEC6E62}" type="presParOf" srcId="{E4C8EF38-B227-498D-BE48-2C1145A6A2C1}" destId="{4B5389D9-B13C-48A2-B3BF-48F9B84F66F0}" srcOrd="0" destOrd="0" presId="urn:microsoft.com/office/officeart/2005/8/layout/orgChart1"/>
    <dgm:cxn modelId="{D5ACFA80-A687-493B-970C-3F63926D3DD9}" type="presParOf" srcId="{E4C8EF38-B227-498D-BE48-2C1145A6A2C1}" destId="{FBC8F129-5F57-4A1A-9A97-4EFE434EF3B4}" srcOrd="1" destOrd="0" presId="urn:microsoft.com/office/officeart/2005/8/layout/orgChart1"/>
    <dgm:cxn modelId="{D359AC01-D6B7-4A0C-A24E-FA00FF297185}" type="presParOf" srcId="{22347C40-84C7-403E-8689-A7B76C71821B}" destId="{ECB3CCA3-3645-4034-A26F-810609C4CC5F}" srcOrd="1" destOrd="0" presId="urn:microsoft.com/office/officeart/2005/8/layout/orgChart1"/>
    <dgm:cxn modelId="{108D9B3E-F952-4093-B7B1-3277B0AB5815}" type="presParOf" srcId="{22347C40-84C7-403E-8689-A7B76C71821B}" destId="{17E02F64-CA2C-499A-86D2-2DF203D864AB}" srcOrd="2" destOrd="0" presId="urn:microsoft.com/office/officeart/2005/8/layout/orgChart1"/>
    <dgm:cxn modelId="{3AF4444F-1232-43BF-9D0D-350228D41F57}" type="presParOf" srcId="{02D75F8B-D540-444F-902E-7F83EF6C108F}" destId="{098F8F92-5D01-4829-BD12-20A4C33A56BA}" srcOrd="2" destOrd="0" presId="urn:microsoft.com/office/officeart/2005/8/layout/orgChart1"/>
    <dgm:cxn modelId="{7D4F2F84-8038-4E07-8307-2AB1388A0E6E}" type="presParOf" srcId="{02D75F8B-D540-444F-902E-7F83EF6C108F}" destId="{D8AE8DD5-02BC-48A6-855C-82C93635321D}" srcOrd="3" destOrd="0" presId="urn:microsoft.com/office/officeart/2005/8/layout/orgChart1"/>
    <dgm:cxn modelId="{54961F9E-07A7-42BF-A79E-5873C6C805D0}" type="presParOf" srcId="{D8AE8DD5-02BC-48A6-855C-82C93635321D}" destId="{17804954-97F0-43C9-BE2F-0423A05E9DD2}" srcOrd="0" destOrd="0" presId="urn:microsoft.com/office/officeart/2005/8/layout/orgChart1"/>
    <dgm:cxn modelId="{91B01514-1FF9-4F05-B7F0-84EF676BC7CC}" type="presParOf" srcId="{17804954-97F0-43C9-BE2F-0423A05E9DD2}" destId="{E23A8842-47DB-472E-9463-9F6D26779072}" srcOrd="0" destOrd="0" presId="urn:microsoft.com/office/officeart/2005/8/layout/orgChart1"/>
    <dgm:cxn modelId="{3F4144DF-905F-46C6-9CD8-C98764608F86}" type="presParOf" srcId="{17804954-97F0-43C9-BE2F-0423A05E9DD2}" destId="{5304875E-6794-463B-8A38-2E1FDE5BABDB}" srcOrd="1" destOrd="0" presId="urn:microsoft.com/office/officeart/2005/8/layout/orgChart1"/>
    <dgm:cxn modelId="{F0D7EBAD-991F-49E5-B692-0A3A07969EB3}" type="presParOf" srcId="{D8AE8DD5-02BC-48A6-855C-82C93635321D}" destId="{177E710E-8994-4C18-845D-6FA283F3E677}" srcOrd="1" destOrd="0" presId="urn:microsoft.com/office/officeart/2005/8/layout/orgChart1"/>
    <dgm:cxn modelId="{1E082103-299D-42AE-B26D-9ECA06BC7C85}" type="presParOf" srcId="{D8AE8DD5-02BC-48A6-855C-82C93635321D}" destId="{F3FA7754-03E1-4A7B-9784-39E0DECB25D9}" srcOrd="2" destOrd="0" presId="urn:microsoft.com/office/officeart/2005/8/layout/orgChart1"/>
    <dgm:cxn modelId="{90EABF8A-7A41-47D1-B617-85C5616389F2}" type="presParOf" srcId="{02D75F8B-D540-444F-902E-7F83EF6C108F}" destId="{5E7D5EBB-7C5D-4E14-AAB8-BEB88A4A4B7F}" srcOrd="4" destOrd="0" presId="urn:microsoft.com/office/officeart/2005/8/layout/orgChart1"/>
    <dgm:cxn modelId="{253C24A7-39FC-406C-93BB-4BABF1005186}" type="presParOf" srcId="{02D75F8B-D540-444F-902E-7F83EF6C108F}" destId="{9B17FCAB-92EF-4C56-93AA-3668BFD5D295}" srcOrd="5" destOrd="0" presId="urn:microsoft.com/office/officeart/2005/8/layout/orgChart1"/>
    <dgm:cxn modelId="{51D76259-6FEF-4549-9853-7E0AB0B4DB08}" type="presParOf" srcId="{9B17FCAB-92EF-4C56-93AA-3668BFD5D295}" destId="{85F019C9-882A-469F-BE57-9FFA1EDB4653}" srcOrd="0" destOrd="0" presId="urn:microsoft.com/office/officeart/2005/8/layout/orgChart1"/>
    <dgm:cxn modelId="{F9D7F5FD-33A1-46EC-8E29-14FE44526492}" type="presParOf" srcId="{85F019C9-882A-469F-BE57-9FFA1EDB4653}" destId="{5ED4DB88-48D6-467D-9903-37C8BFA12080}" srcOrd="0" destOrd="0" presId="urn:microsoft.com/office/officeart/2005/8/layout/orgChart1"/>
    <dgm:cxn modelId="{E93DAC92-835E-455B-A502-5C2E68DCBB73}" type="presParOf" srcId="{85F019C9-882A-469F-BE57-9FFA1EDB4653}" destId="{C03E6650-4F3F-4164-923F-64697DF8CDA9}" srcOrd="1" destOrd="0" presId="urn:microsoft.com/office/officeart/2005/8/layout/orgChart1"/>
    <dgm:cxn modelId="{63428019-E9B5-46A5-8686-9B870C153F27}" type="presParOf" srcId="{9B17FCAB-92EF-4C56-93AA-3668BFD5D295}" destId="{70E52A3D-105B-4819-8718-FA3EF8A6DABD}" srcOrd="1" destOrd="0" presId="urn:microsoft.com/office/officeart/2005/8/layout/orgChart1"/>
    <dgm:cxn modelId="{B8F89459-AE8F-4882-A982-816E1CB5DB30}" type="presParOf" srcId="{9B17FCAB-92EF-4C56-93AA-3668BFD5D295}" destId="{519EFB48-826B-4BE0-BBD9-682933AB9317}" srcOrd="2" destOrd="0" presId="urn:microsoft.com/office/officeart/2005/8/layout/orgChart1"/>
    <dgm:cxn modelId="{02FE1950-ADA8-43B2-96A7-10B7BB04D7EF}" type="presParOf" srcId="{02D75F8B-D540-444F-902E-7F83EF6C108F}" destId="{A76680A0-D94C-4876-9425-BD2ACBE015EB}" srcOrd="6" destOrd="0" presId="urn:microsoft.com/office/officeart/2005/8/layout/orgChart1"/>
    <dgm:cxn modelId="{7C922D34-C054-4147-B5AF-0FB90791885F}" type="presParOf" srcId="{02D75F8B-D540-444F-902E-7F83EF6C108F}" destId="{A617DCD9-7D5E-435F-8BBC-6D27ADA632D4}" srcOrd="7" destOrd="0" presId="urn:microsoft.com/office/officeart/2005/8/layout/orgChart1"/>
    <dgm:cxn modelId="{AB896E0B-E4A0-41AF-A087-1F0CFC7278A8}" type="presParOf" srcId="{A617DCD9-7D5E-435F-8BBC-6D27ADA632D4}" destId="{0BAD7021-BFE7-4AA7-8D2F-09EC360E21EA}" srcOrd="0" destOrd="0" presId="urn:microsoft.com/office/officeart/2005/8/layout/orgChart1"/>
    <dgm:cxn modelId="{D33F0FCE-1466-47FD-8302-8E6205D9C55D}" type="presParOf" srcId="{0BAD7021-BFE7-4AA7-8D2F-09EC360E21EA}" destId="{AB949CA5-5EEA-4A00-88EF-43885D56D765}" srcOrd="0" destOrd="0" presId="urn:microsoft.com/office/officeart/2005/8/layout/orgChart1"/>
    <dgm:cxn modelId="{48939D2B-3C62-4D18-B6FB-D02814873C48}" type="presParOf" srcId="{0BAD7021-BFE7-4AA7-8D2F-09EC360E21EA}" destId="{BB59B3FF-2CB2-4789-A023-7067EBB3985D}" srcOrd="1" destOrd="0" presId="urn:microsoft.com/office/officeart/2005/8/layout/orgChart1"/>
    <dgm:cxn modelId="{03911F62-1E2A-4870-AA3E-ED5195B00672}" type="presParOf" srcId="{A617DCD9-7D5E-435F-8BBC-6D27ADA632D4}" destId="{84469143-68D5-4FE6-B73F-796D5315EECC}" srcOrd="1" destOrd="0" presId="urn:microsoft.com/office/officeart/2005/8/layout/orgChart1"/>
    <dgm:cxn modelId="{C106ECF4-6C6B-4011-9C2E-F2040BA0EC8A}" type="presParOf" srcId="{A617DCD9-7D5E-435F-8BBC-6D27ADA632D4}" destId="{DEF83AD8-1256-4854-A423-479DD49A71B8}" srcOrd="2" destOrd="0" presId="urn:microsoft.com/office/officeart/2005/8/layout/orgChart1"/>
    <dgm:cxn modelId="{B73A6203-5CFD-4B88-A1F9-22EC2DCBAFF4}" type="presParOf" srcId="{02D75F8B-D540-444F-902E-7F83EF6C108F}" destId="{73AA092C-F348-4D43-BA05-F3B93267D971}" srcOrd="8" destOrd="0" presId="urn:microsoft.com/office/officeart/2005/8/layout/orgChart1"/>
    <dgm:cxn modelId="{D0968548-FCF3-4E82-945D-D2151AE0C622}" type="presParOf" srcId="{02D75F8B-D540-444F-902E-7F83EF6C108F}" destId="{7F9E4EFA-C772-40B6-8B5D-3C6F1B7E9BA8}" srcOrd="9" destOrd="0" presId="urn:microsoft.com/office/officeart/2005/8/layout/orgChart1"/>
    <dgm:cxn modelId="{5BB72DB5-58F8-4AEB-9B81-84C30B8E9529}" type="presParOf" srcId="{7F9E4EFA-C772-40B6-8B5D-3C6F1B7E9BA8}" destId="{AE76FFEF-725B-4962-BA08-202F8F0282C4}" srcOrd="0" destOrd="0" presId="urn:microsoft.com/office/officeart/2005/8/layout/orgChart1"/>
    <dgm:cxn modelId="{2F102E0A-3D8F-4314-ADD4-5D7D161DE6A8}" type="presParOf" srcId="{AE76FFEF-725B-4962-BA08-202F8F0282C4}" destId="{211B4F57-0A09-401B-B60A-0BA9C7DFC24D}" srcOrd="0" destOrd="0" presId="urn:microsoft.com/office/officeart/2005/8/layout/orgChart1"/>
    <dgm:cxn modelId="{20BC74DC-DB52-4E33-8BC9-A760E07B3D0B}" type="presParOf" srcId="{AE76FFEF-725B-4962-BA08-202F8F0282C4}" destId="{2B3A4619-B730-4CEA-BB65-7351646026B3}" srcOrd="1" destOrd="0" presId="urn:microsoft.com/office/officeart/2005/8/layout/orgChart1"/>
    <dgm:cxn modelId="{BFF0C5CA-BFE1-4EE5-9357-0791FCD21D1A}" type="presParOf" srcId="{7F9E4EFA-C772-40B6-8B5D-3C6F1B7E9BA8}" destId="{D4C443E3-3DD7-4E2A-870F-A9FE716B5734}" srcOrd="1" destOrd="0" presId="urn:microsoft.com/office/officeart/2005/8/layout/orgChart1"/>
    <dgm:cxn modelId="{7AF96CCC-B4AD-4F5D-BB5C-36F109265B7F}" type="presParOf" srcId="{7F9E4EFA-C772-40B6-8B5D-3C6F1B7E9BA8}" destId="{76D824E7-97C6-4E12-91EE-58E70C22A1D9}" srcOrd="2" destOrd="0" presId="urn:microsoft.com/office/officeart/2005/8/layout/orgChart1"/>
    <dgm:cxn modelId="{6603AB1F-97DB-4B61-AED5-A7C21BD8C33D}" type="presParOf" srcId="{02D75F8B-D540-444F-902E-7F83EF6C108F}" destId="{8D05F1D0-1894-4299-B798-E8F274871921}" srcOrd="10" destOrd="0" presId="urn:microsoft.com/office/officeart/2005/8/layout/orgChart1"/>
    <dgm:cxn modelId="{B1BF6F33-1F7C-4D6B-B999-F77BE3FD5352}" type="presParOf" srcId="{02D75F8B-D540-444F-902E-7F83EF6C108F}" destId="{967AC2DA-694B-4481-8E41-FDE625AD12B5}" srcOrd="11" destOrd="0" presId="urn:microsoft.com/office/officeart/2005/8/layout/orgChart1"/>
    <dgm:cxn modelId="{FCA6C9BE-7CB4-42C6-B927-9EB9FC9515B2}" type="presParOf" srcId="{967AC2DA-694B-4481-8E41-FDE625AD12B5}" destId="{F0A4ED01-1CFE-4514-9008-9A1F63633484}" srcOrd="0" destOrd="0" presId="urn:microsoft.com/office/officeart/2005/8/layout/orgChart1"/>
    <dgm:cxn modelId="{D1C3478D-FF69-4B20-A7C4-6C7D611C7A89}" type="presParOf" srcId="{F0A4ED01-1CFE-4514-9008-9A1F63633484}" destId="{85522D5B-892E-46EC-AFD0-8CF00F1ED0FC}" srcOrd="0" destOrd="0" presId="urn:microsoft.com/office/officeart/2005/8/layout/orgChart1"/>
    <dgm:cxn modelId="{58A84B91-94DC-42AC-886E-FC09AECADC7B}" type="presParOf" srcId="{F0A4ED01-1CFE-4514-9008-9A1F63633484}" destId="{CEBF9439-F4CD-4BDA-B24C-9F27DF4C47DB}" srcOrd="1" destOrd="0" presId="urn:microsoft.com/office/officeart/2005/8/layout/orgChart1"/>
    <dgm:cxn modelId="{A6E0E00C-CD04-411B-9FF7-13D7242FCB08}" type="presParOf" srcId="{967AC2DA-694B-4481-8E41-FDE625AD12B5}" destId="{3311D1DC-F884-4D40-BD56-3A271C867018}" srcOrd="1" destOrd="0" presId="urn:microsoft.com/office/officeart/2005/8/layout/orgChart1"/>
    <dgm:cxn modelId="{5B163DB9-2954-4A42-9699-5310EEDEEB1E}" type="presParOf" srcId="{967AC2DA-694B-4481-8E41-FDE625AD12B5}" destId="{07AF7CCA-56C3-42B7-B605-D2FD6AC8BF92}" srcOrd="2" destOrd="0" presId="urn:microsoft.com/office/officeart/2005/8/layout/orgChart1"/>
    <dgm:cxn modelId="{A42272BE-AEC9-4F04-AF0C-06233BD902A4}" type="presParOf" srcId="{19AABB88-5723-4DF7-B513-C52C6D48C029}" destId="{E11A6F86-315D-407F-BC9F-E52937751E6F}" srcOrd="2" destOrd="0" presId="urn:microsoft.com/office/officeart/2005/8/layout/orgChart1"/>
    <dgm:cxn modelId="{29B7931D-0786-44D4-B687-A802EB08CB96}"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chemeClr val="bg1"/>
        </a:solidFill>
      </dgm:spPr>
      <dgm:t>
        <a:bodyPr/>
        <a:lstStyle/>
        <a:p>
          <a:r>
            <a:rPr lang="en-US" b="0" noProof="0" dirty="0">
              <a:solidFill>
                <a:schemeClr val="tx1"/>
              </a:solidFill>
            </a:rPr>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a:solidFill>
          <a:schemeClr val="bg1"/>
        </a:solidFill>
      </dgm:spPr>
      <dgm:t>
        <a:bodyPr/>
        <a:lstStyle/>
        <a:p>
          <a:r>
            <a:rPr lang="en-US" b="0" noProof="0" dirty="0">
              <a:solidFill>
                <a:schemeClr val="tx1"/>
              </a:solidFill>
            </a:rPr>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a:solidFill>
          <a:srgbClr val="FF0000"/>
        </a:solidFill>
      </dgm:spPr>
      <dgm:t>
        <a:bodyPr/>
        <a:lstStyle/>
        <a:p>
          <a:r>
            <a:rPr lang="en-US" b="1" noProof="0" dirty="0">
              <a:solidFill>
                <a:schemeClr val="bg1"/>
              </a:solidFill>
            </a:rPr>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B8604803-8A1C-40DB-B7CE-02D7724E9A7E}" type="presOf" srcId="{6D951906-95CE-4054-B2EF-9AFA0DE76DD6}" destId="{2B3A4619-B730-4CEA-BB65-7351646026B3}" srcOrd="1" destOrd="0" presId="urn:microsoft.com/office/officeart/2005/8/layout/orgChart1"/>
    <dgm:cxn modelId="{84E2610E-0540-4D26-AF90-37A08D8D7A5F}" type="presOf" srcId="{7C69A925-A39E-4BB5-B363-D96809E3EC1C}" destId="{FBC8F129-5F57-4A1A-9A97-4EFE434EF3B4}" srcOrd="1"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67CD7819-19B1-4906-889F-8D5B6EA2DC5D}" type="presOf" srcId="{49E2CD8A-BB77-4314-A1E6-152F6F158413}" destId="{6C62C63C-2189-4BF9-9749-73C32BEF5B0B}" srcOrd="0" destOrd="0" presId="urn:microsoft.com/office/officeart/2005/8/layout/orgChart1"/>
    <dgm:cxn modelId="{7C96C329-08FC-46F0-90E8-CB49B469BAB4}" type="presOf" srcId="{3F64DD8B-D8A1-4FEC-BE6C-DAE71BED4B23}" destId="{23BC9DEC-491D-4FB7-A841-E6D19B57FCD7}"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A9DAF23A-CF99-4696-B9C8-8BD4C16DE4C2}" srcId="{3F64DD8B-D8A1-4FEC-BE6C-DAE71BED4B23}" destId="{7C69A925-A39E-4BB5-B363-D96809E3EC1C}" srcOrd="0" destOrd="0" parTransId="{49E2CD8A-BB77-4314-A1E6-152F6F158413}" sibTransId="{6DE6FEB5-DE17-4548-9DA6-7C970C7B145D}"/>
    <dgm:cxn modelId="{072FBB3F-FB42-49F4-84ED-316755256375}" type="presOf" srcId="{6D951906-95CE-4054-B2EF-9AFA0DE76DD6}" destId="{211B4F57-0A09-401B-B60A-0BA9C7DFC24D}" srcOrd="0" destOrd="0" presId="urn:microsoft.com/office/officeart/2005/8/layout/orgChart1"/>
    <dgm:cxn modelId="{334BCB42-AEBE-4B63-A0FE-4D256951B33D}" type="presOf" srcId="{910CEB26-5683-4E54-8BF2-717468D36E57}" destId="{C541BE7D-C1EE-4D07-8020-0D2AEE3BC172}" srcOrd="1" destOrd="0" presId="urn:microsoft.com/office/officeart/2005/8/layout/orgChart1"/>
    <dgm:cxn modelId="{C259E362-1BC1-41BA-B89B-EA11EBC3A070}" type="presOf" srcId="{5732FC7C-4D05-465A-8F87-65FADF2CF1F3}" destId="{B2DCE1C1-4CA4-47B1-B9E1-8761E3CD6C62}" srcOrd="0" destOrd="0" presId="urn:microsoft.com/office/officeart/2005/8/layout/orgChart1"/>
    <dgm:cxn modelId="{06FAFC46-8AD2-4D1F-A5C6-78382339EB72}" type="presOf" srcId="{910CEB26-5683-4E54-8BF2-717468D36E57}" destId="{8168D708-111D-4BFD-A76B-53BE00A2051E}" srcOrd="0" destOrd="0" presId="urn:microsoft.com/office/officeart/2005/8/layout/orgChart1"/>
    <dgm:cxn modelId="{844A094D-BFE1-45EC-A487-9EAFA6ACFEC7}" type="presOf" srcId="{3F64DD8B-D8A1-4FEC-BE6C-DAE71BED4B23}" destId="{000F4AD4-046D-4206-95A7-9833B6F682CA}" srcOrd="1" destOrd="0" presId="urn:microsoft.com/office/officeart/2005/8/layout/orgChart1"/>
    <dgm:cxn modelId="{801AB957-B65A-43B1-8C84-9B1564818A40}" type="presOf" srcId="{F8A19A4D-577C-45FD-BA30-8EFF44878AED}" destId="{A76680A0-D94C-4876-9425-BD2ACBE015EB}" srcOrd="0" destOrd="0" presId="urn:microsoft.com/office/officeart/2005/8/layout/orgChart1"/>
    <dgm:cxn modelId="{A08B2E5A-8FFC-4EF6-851D-1B6FCCB72D3A}" type="presOf" srcId="{0EB1F6BB-6BFD-47ED-9B03-CB660E4820A0}" destId="{BB59B3FF-2CB2-4789-A023-7067EBB3985D}" srcOrd="1" destOrd="0" presId="urn:microsoft.com/office/officeart/2005/8/layout/orgChart1"/>
    <dgm:cxn modelId="{B8AA9B7D-2373-4AFA-808C-CA523DE08871}" type="presOf" srcId="{0BED9D0E-4419-4707-89C0-033B2C08A8BA}" destId="{E23A8842-47DB-472E-9463-9F6D26779072}"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ECC5BC89-147C-420C-8F89-D9AC083FD41B}" type="presOf" srcId="{DD5E7C8F-E225-4B9C-AD21-EA6BE6352751}" destId="{5ED4DB88-48D6-467D-9903-37C8BFA12080}" srcOrd="0" destOrd="0" presId="urn:microsoft.com/office/officeart/2005/8/layout/orgChart1"/>
    <dgm:cxn modelId="{213D908D-0DD6-43B7-BAE1-EED33485B963}" srcId="{3F64DD8B-D8A1-4FEC-BE6C-DAE71BED4B23}" destId="{DD5E7C8F-E225-4B9C-AD21-EA6BE6352751}" srcOrd="2" destOrd="0" parTransId="{A56BCF70-C320-495F-9D47-D102341DA2FB}" sibTransId="{4D4925AE-FAC2-4A31-8E19-C98746E38685}"/>
    <dgm:cxn modelId="{1C24DBA2-91CA-4517-888D-41B78941CDAD}" srcId="{3F64DD8B-D8A1-4FEC-BE6C-DAE71BED4B23}" destId="{0EB1F6BB-6BFD-47ED-9B03-CB660E4820A0}" srcOrd="3" destOrd="0" parTransId="{F8A19A4D-577C-45FD-BA30-8EFF44878AED}" sibTransId="{FC8C1FAE-CF53-4DF2-B8B6-3530A07A21BA}"/>
    <dgm:cxn modelId="{9D2D37A7-168E-4801-99C3-688302191689}" type="presOf" srcId="{42E9A6CC-FBDC-4FA5-8F60-EC35F72D7746}" destId="{8D05F1D0-1894-4299-B798-E8F274871921}" srcOrd="0" destOrd="0" presId="urn:microsoft.com/office/officeart/2005/8/layout/orgChart1"/>
    <dgm:cxn modelId="{AE0F89A7-2235-4D8C-9805-1FDA5E623FCA}" type="presOf" srcId="{0EB1F6BB-6BFD-47ED-9B03-CB660E4820A0}" destId="{AB949CA5-5EEA-4A00-88EF-43885D56D765}" srcOrd="0" destOrd="0" presId="urn:microsoft.com/office/officeart/2005/8/layout/orgChart1"/>
    <dgm:cxn modelId="{CAB6EDA7-10F1-4E3A-983E-D9B3ECAD2890}" type="presOf" srcId="{7C69A925-A39E-4BB5-B363-D96809E3EC1C}" destId="{4B5389D9-B13C-48A2-B3BF-48F9B84F66F0}" srcOrd="0" destOrd="0" presId="urn:microsoft.com/office/officeart/2005/8/layout/orgChart1"/>
    <dgm:cxn modelId="{64AE15B7-B533-4181-B38B-8A0DEB7BBA44}" type="presOf" srcId="{DD5E7C8F-E225-4B9C-AD21-EA6BE6352751}" destId="{C03E6650-4F3F-4164-923F-64697DF8CDA9}" srcOrd="1" destOrd="0" presId="urn:microsoft.com/office/officeart/2005/8/layout/orgChart1"/>
    <dgm:cxn modelId="{C015ACB8-0BFE-49E3-A755-1D883A075754}" type="presOf" srcId="{1B1AC38C-8E1D-4D15-97EB-5AB2E357526A}" destId="{7563B796-8385-456C-A9D1-80D29D1A2991}" srcOrd="0" destOrd="0" presId="urn:microsoft.com/office/officeart/2005/8/layout/orgChart1"/>
    <dgm:cxn modelId="{ED48ECBB-F806-40FA-A30D-7EA8352E06E8}" type="presOf" srcId="{50955908-1694-482D-BD6F-C04C01D438DC}" destId="{85522D5B-892E-46EC-AFD0-8CF00F1ED0FC}" srcOrd="0" destOrd="0" presId="urn:microsoft.com/office/officeart/2005/8/layout/orgChart1"/>
    <dgm:cxn modelId="{DD7EB4C2-0756-45CB-9DEE-BACE7C419F3D}" type="presOf" srcId="{A56BCF70-C320-495F-9D47-D102341DA2FB}" destId="{5E7D5EBB-7C5D-4E14-AAB8-BEB88A4A4B7F}" srcOrd="0" destOrd="0" presId="urn:microsoft.com/office/officeart/2005/8/layout/orgChart1"/>
    <dgm:cxn modelId="{F6B657C3-A546-4598-B775-A4B6156C0041}" type="presOf" srcId="{0BED9D0E-4419-4707-89C0-033B2C08A8BA}" destId="{5304875E-6794-463B-8A38-2E1FDE5BABDB}" srcOrd="1"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660BB9DE-D41F-4187-B0F0-3AA71057FD5C}" type="presOf" srcId="{A4D5C85F-2134-4863-BF03-B90ED721C422}" destId="{73AA092C-F348-4D43-BA05-F3B93267D971}" srcOrd="0" destOrd="0" presId="urn:microsoft.com/office/officeart/2005/8/layout/orgChart1"/>
    <dgm:cxn modelId="{C3FD4BF2-F63F-46FE-88CC-BBCD9DE7B4FF}" type="presOf" srcId="{F36CAF5D-5C5C-4E53-9C4B-9D7BA43D08CB}" destId="{098F8F92-5D01-4829-BD12-20A4C33A56BA}" srcOrd="0" destOrd="0" presId="urn:microsoft.com/office/officeart/2005/8/layout/orgChart1"/>
    <dgm:cxn modelId="{DC67B9FC-9E01-4926-B12B-144356BA9EFE}" type="presOf" srcId="{50955908-1694-482D-BD6F-C04C01D438DC}" destId="{CEBF9439-F4CD-4BDA-B24C-9F27DF4C47DB}" srcOrd="1" destOrd="0" presId="urn:microsoft.com/office/officeart/2005/8/layout/orgChart1"/>
    <dgm:cxn modelId="{C669DA71-747D-4D8B-8F88-B4F2AEF49342}" type="presParOf" srcId="{B2DCE1C1-4CA4-47B1-B9E1-8761E3CD6C62}" destId="{DB645ACD-5B55-41EA-B1D3-8D86921AE2E6}" srcOrd="0" destOrd="0" presId="urn:microsoft.com/office/officeart/2005/8/layout/orgChart1"/>
    <dgm:cxn modelId="{D343A039-F75F-4B2C-A8AB-0F29266F6A51}" type="presParOf" srcId="{DB645ACD-5B55-41EA-B1D3-8D86921AE2E6}" destId="{9932454F-CCE1-420C-8164-F95895ABC91E}" srcOrd="0" destOrd="0" presId="urn:microsoft.com/office/officeart/2005/8/layout/orgChart1"/>
    <dgm:cxn modelId="{34793710-FC4D-486F-970F-40F787E9575A}" type="presParOf" srcId="{9932454F-CCE1-420C-8164-F95895ABC91E}" destId="{8168D708-111D-4BFD-A76B-53BE00A2051E}" srcOrd="0" destOrd="0" presId="urn:microsoft.com/office/officeart/2005/8/layout/orgChart1"/>
    <dgm:cxn modelId="{6516C657-C1EF-4ED4-AE9C-BFEF57CB8E5E}" type="presParOf" srcId="{9932454F-CCE1-420C-8164-F95895ABC91E}" destId="{C541BE7D-C1EE-4D07-8020-0D2AEE3BC172}" srcOrd="1" destOrd="0" presId="urn:microsoft.com/office/officeart/2005/8/layout/orgChart1"/>
    <dgm:cxn modelId="{E91CF53C-C300-4C40-B84F-3F5CAE21E2D1}" type="presParOf" srcId="{DB645ACD-5B55-41EA-B1D3-8D86921AE2E6}" destId="{7F162232-1235-4DCE-9EDC-E1B61298E7A5}" srcOrd="1" destOrd="0" presId="urn:microsoft.com/office/officeart/2005/8/layout/orgChart1"/>
    <dgm:cxn modelId="{7E7EC73A-740B-441E-9012-5DB607486790}" type="presParOf" srcId="{7F162232-1235-4DCE-9EDC-E1B61298E7A5}" destId="{7563B796-8385-456C-A9D1-80D29D1A2991}" srcOrd="0" destOrd="0" presId="urn:microsoft.com/office/officeart/2005/8/layout/orgChart1"/>
    <dgm:cxn modelId="{9E442634-6BEB-49CF-9876-F2ADB889397C}" type="presParOf" srcId="{7F162232-1235-4DCE-9EDC-E1B61298E7A5}" destId="{19AABB88-5723-4DF7-B513-C52C6D48C029}" srcOrd="1" destOrd="0" presId="urn:microsoft.com/office/officeart/2005/8/layout/orgChart1"/>
    <dgm:cxn modelId="{22DEC5B0-3A58-45D9-BB3C-448CF815787F}" type="presParOf" srcId="{19AABB88-5723-4DF7-B513-C52C6D48C029}" destId="{123E00F8-9960-49F4-AC78-A55B68325C65}" srcOrd="0" destOrd="0" presId="urn:microsoft.com/office/officeart/2005/8/layout/orgChart1"/>
    <dgm:cxn modelId="{931F56D8-1F10-4598-BCAA-C64A8E1DBE39}" type="presParOf" srcId="{123E00F8-9960-49F4-AC78-A55B68325C65}" destId="{23BC9DEC-491D-4FB7-A841-E6D19B57FCD7}" srcOrd="0" destOrd="0" presId="urn:microsoft.com/office/officeart/2005/8/layout/orgChart1"/>
    <dgm:cxn modelId="{C07B6545-BBC4-4D5D-A212-6D1A4C19B961}" type="presParOf" srcId="{123E00F8-9960-49F4-AC78-A55B68325C65}" destId="{000F4AD4-046D-4206-95A7-9833B6F682CA}" srcOrd="1" destOrd="0" presId="urn:microsoft.com/office/officeart/2005/8/layout/orgChart1"/>
    <dgm:cxn modelId="{72B3C228-472E-440F-84F7-6F9F15B6C92D}" type="presParOf" srcId="{19AABB88-5723-4DF7-B513-C52C6D48C029}" destId="{02D75F8B-D540-444F-902E-7F83EF6C108F}" srcOrd="1" destOrd="0" presId="urn:microsoft.com/office/officeart/2005/8/layout/orgChart1"/>
    <dgm:cxn modelId="{9A61AE61-5E2D-4BD1-9BCB-EDE68AF4CFF5}" type="presParOf" srcId="{02D75F8B-D540-444F-902E-7F83EF6C108F}" destId="{6C62C63C-2189-4BF9-9749-73C32BEF5B0B}" srcOrd="0" destOrd="0" presId="urn:microsoft.com/office/officeart/2005/8/layout/orgChart1"/>
    <dgm:cxn modelId="{4AE875E7-6CC5-4BA8-8DB7-59EDAFF31E58}" type="presParOf" srcId="{02D75F8B-D540-444F-902E-7F83EF6C108F}" destId="{22347C40-84C7-403E-8689-A7B76C71821B}" srcOrd="1" destOrd="0" presId="urn:microsoft.com/office/officeart/2005/8/layout/orgChart1"/>
    <dgm:cxn modelId="{322B1623-981C-457A-B099-6A4F375CAAD2}" type="presParOf" srcId="{22347C40-84C7-403E-8689-A7B76C71821B}" destId="{E4C8EF38-B227-498D-BE48-2C1145A6A2C1}" srcOrd="0" destOrd="0" presId="urn:microsoft.com/office/officeart/2005/8/layout/orgChart1"/>
    <dgm:cxn modelId="{BA0F44D4-7794-4A54-A1F0-2A9B58962486}" type="presParOf" srcId="{E4C8EF38-B227-498D-BE48-2C1145A6A2C1}" destId="{4B5389D9-B13C-48A2-B3BF-48F9B84F66F0}" srcOrd="0" destOrd="0" presId="urn:microsoft.com/office/officeart/2005/8/layout/orgChart1"/>
    <dgm:cxn modelId="{A9720852-7938-490C-8B64-C703A7E08427}" type="presParOf" srcId="{E4C8EF38-B227-498D-BE48-2C1145A6A2C1}" destId="{FBC8F129-5F57-4A1A-9A97-4EFE434EF3B4}" srcOrd="1" destOrd="0" presId="urn:microsoft.com/office/officeart/2005/8/layout/orgChart1"/>
    <dgm:cxn modelId="{6847B502-7FA2-4C76-879D-EF64FDABF100}" type="presParOf" srcId="{22347C40-84C7-403E-8689-A7B76C71821B}" destId="{ECB3CCA3-3645-4034-A26F-810609C4CC5F}" srcOrd="1" destOrd="0" presId="urn:microsoft.com/office/officeart/2005/8/layout/orgChart1"/>
    <dgm:cxn modelId="{1D215D37-0E69-4EC2-A896-D9281B691462}" type="presParOf" srcId="{22347C40-84C7-403E-8689-A7B76C71821B}" destId="{17E02F64-CA2C-499A-86D2-2DF203D864AB}" srcOrd="2" destOrd="0" presId="urn:microsoft.com/office/officeart/2005/8/layout/orgChart1"/>
    <dgm:cxn modelId="{F9CCA1AE-FC4F-4033-9D67-BB59C694EAFA}" type="presParOf" srcId="{02D75F8B-D540-444F-902E-7F83EF6C108F}" destId="{098F8F92-5D01-4829-BD12-20A4C33A56BA}" srcOrd="2" destOrd="0" presId="urn:microsoft.com/office/officeart/2005/8/layout/orgChart1"/>
    <dgm:cxn modelId="{4E6002CA-86D8-4679-908C-82CB3BD7F77D}" type="presParOf" srcId="{02D75F8B-D540-444F-902E-7F83EF6C108F}" destId="{D8AE8DD5-02BC-48A6-855C-82C93635321D}" srcOrd="3" destOrd="0" presId="urn:microsoft.com/office/officeart/2005/8/layout/orgChart1"/>
    <dgm:cxn modelId="{080B5961-C632-43FF-A0A5-F284783C6AED}" type="presParOf" srcId="{D8AE8DD5-02BC-48A6-855C-82C93635321D}" destId="{17804954-97F0-43C9-BE2F-0423A05E9DD2}" srcOrd="0" destOrd="0" presId="urn:microsoft.com/office/officeart/2005/8/layout/orgChart1"/>
    <dgm:cxn modelId="{95056B54-E9CC-468E-AB0F-38017A13F00D}" type="presParOf" srcId="{17804954-97F0-43C9-BE2F-0423A05E9DD2}" destId="{E23A8842-47DB-472E-9463-9F6D26779072}" srcOrd="0" destOrd="0" presId="urn:microsoft.com/office/officeart/2005/8/layout/orgChart1"/>
    <dgm:cxn modelId="{7196E9ED-BBC6-41FC-85A6-E56E49EF8669}" type="presParOf" srcId="{17804954-97F0-43C9-BE2F-0423A05E9DD2}" destId="{5304875E-6794-463B-8A38-2E1FDE5BABDB}" srcOrd="1" destOrd="0" presId="urn:microsoft.com/office/officeart/2005/8/layout/orgChart1"/>
    <dgm:cxn modelId="{2F8EF2A7-74EC-4F52-AB54-481F070EAE14}" type="presParOf" srcId="{D8AE8DD5-02BC-48A6-855C-82C93635321D}" destId="{177E710E-8994-4C18-845D-6FA283F3E677}" srcOrd="1" destOrd="0" presId="urn:microsoft.com/office/officeart/2005/8/layout/orgChart1"/>
    <dgm:cxn modelId="{1DC80C83-4730-4132-9B14-741DF25AFAF1}" type="presParOf" srcId="{D8AE8DD5-02BC-48A6-855C-82C93635321D}" destId="{F3FA7754-03E1-4A7B-9784-39E0DECB25D9}" srcOrd="2" destOrd="0" presId="urn:microsoft.com/office/officeart/2005/8/layout/orgChart1"/>
    <dgm:cxn modelId="{D1348B8E-8CF3-4AE5-8102-B0429561872D}" type="presParOf" srcId="{02D75F8B-D540-444F-902E-7F83EF6C108F}" destId="{5E7D5EBB-7C5D-4E14-AAB8-BEB88A4A4B7F}" srcOrd="4" destOrd="0" presId="urn:microsoft.com/office/officeart/2005/8/layout/orgChart1"/>
    <dgm:cxn modelId="{3D9150DC-470E-4877-9FFD-9A6C1E58B0B8}" type="presParOf" srcId="{02D75F8B-D540-444F-902E-7F83EF6C108F}" destId="{9B17FCAB-92EF-4C56-93AA-3668BFD5D295}" srcOrd="5" destOrd="0" presId="urn:microsoft.com/office/officeart/2005/8/layout/orgChart1"/>
    <dgm:cxn modelId="{42D1E9B4-D175-4365-AADA-B8753BB996A3}" type="presParOf" srcId="{9B17FCAB-92EF-4C56-93AA-3668BFD5D295}" destId="{85F019C9-882A-469F-BE57-9FFA1EDB4653}" srcOrd="0" destOrd="0" presId="urn:microsoft.com/office/officeart/2005/8/layout/orgChart1"/>
    <dgm:cxn modelId="{C6F3CDDB-C2CD-4E10-9515-06435B3787A6}" type="presParOf" srcId="{85F019C9-882A-469F-BE57-9FFA1EDB4653}" destId="{5ED4DB88-48D6-467D-9903-37C8BFA12080}" srcOrd="0" destOrd="0" presId="urn:microsoft.com/office/officeart/2005/8/layout/orgChart1"/>
    <dgm:cxn modelId="{58C30423-B6A2-4C89-8B97-3945DA89C74C}" type="presParOf" srcId="{85F019C9-882A-469F-BE57-9FFA1EDB4653}" destId="{C03E6650-4F3F-4164-923F-64697DF8CDA9}" srcOrd="1" destOrd="0" presId="urn:microsoft.com/office/officeart/2005/8/layout/orgChart1"/>
    <dgm:cxn modelId="{BF9A70EE-6683-4DB8-ACC9-80D31A98B39C}" type="presParOf" srcId="{9B17FCAB-92EF-4C56-93AA-3668BFD5D295}" destId="{70E52A3D-105B-4819-8718-FA3EF8A6DABD}" srcOrd="1" destOrd="0" presId="urn:microsoft.com/office/officeart/2005/8/layout/orgChart1"/>
    <dgm:cxn modelId="{4303C2E4-021B-43F7-82C0-024A5A2AE224}" type="presParOf" srcId="{9B17FCAB-92EF-4C56-93AA-3668BFD5D295}" destId="{519EFB48-826B-4BE0-BBD9-682933AB9317}" srcOrd="2" destOrd="0" presId="urn:microsoft.com/office/officeart/2005/8/layout/orgChart1"/>
    <dgm:cxn modelId="{792D740D-8CF6-43E4-906C-803A7BD62DAE}" type="presParOf" srcId="{02D75F8B-D540-444F-902E-7F83EF6C108F}" destId="{A76680A0-D94C-4876-9425-BD2ACBE015EB}" srcOrd="6" destOrd="0" presId="urn:microsoft.com/office/officeart/2005/8/layout/orgChart1"/>
    <dgm:cxn modelId="{6347795D-8408-40D8-8B86-A96D98C78FC3}" type="presParOf" srcId="{02D75F8B-D540-444F-902E-7F83EF6C108F}" destId="{A617DCD9-7D5E-435F-8BBC-6D27ADA632D4}" srcOrd="7" destOrd="0" presId="urn:microsoft.com/office/officeart/2005/8/layout/orgChart1"/>
    <dgm:cxn modelId="{2EF3BEF1-4E58-408B-8A76-E62B15E638AA}" type="presParOf" srcId="{A617DCD9-7D5E-435F-8BBC-6D27ADA632D4}" destId="{0BAD7021-BFE7-4AA7-8D2F-09EC360E21EA}" srcOrd="0" destOrd="0" presId="urn:microsoft.com/office/officeart/2005/8/layout/orgChart1"/>
    <dgm:cxn modelId="{4FB69D1D-47CF-48C9-AF24-21EB5F301920}" type="presParOf" srcId="{0BAD7021-BFE7-4AA7-8D2F-09EC360E21EA}" destId="{AB949CA5-5EEA-4A00-88EF-43885D56D765}" srcOrd="0" destOrd="0" presId="urn:microsoft.com/office/officeart/2005/8/layout/orgChart1"/>
    <dgm:cxn modelId="{679F3087-02C9-4966-B830-2CF51500810D}" type="presParOf" srcId="{0BAD7021-BFE7-4AA7-8D2F-09EC360E21EA}" destId="{BB59B3FF-2CB2-4789-A023-7067EBB3985D}" srcOrd="1" destOrd="0" presId="urn:microsoft.com/office/officeart/2005/8/layout/orgChart1"/>
    <dgm:cxn modelId="{2F2DC03E-903F-47B3-853A-7A26B673D556}" type="presParOf" srcId="{A617DCD9-7D5E-435F-8BBC-6D27ADA632D4}" destId="{84469143-68D5-4FE6-B73F-796D5315EECC}" srcOrd="1" destOrd="0" presId="urn:microsoft.com/office/officeart/2005/8/layout/orgChart1"/>
    <dgm:cxn modelId="{2D709857-5B03-4A6F-B92D-0D43ECE6EC87}" type="presParOf" srcId="{A617DCD9-7D5E-435F-8BBC-6D27ADA632D4}" destId="{DEF83AD8-1256-4854-A423-479DD49A71B8}" srcOrd="2" destOrd="0" presId="urn:microsoft.com/office/officeart/2005/8/layout/orgChart1"/>
    <dgm:cxn modelId="{DB871B24-9BA4-4C38-80F2-DB631670199B}" type="presParOf" srcId="{02D75F8B-D540-444F-902E-7F83EF6C108F}" destId="{73AA092C-F348-4D43-BA05-F3B93267D971}" srcOrd="8" destOrd="0" presId="urn:microsoft.com/office/officeart/2005/8/layout/orgChart1"/>
    <dgm:cxn modelId="{181D50FA-0A55-4523-AC03-7114E9288229}" type="presParOf" srcId="{02D75F8B-D540-444F-902E-7F83EF6C108F}" destId="{7F9E4EFA-C772-40B6-8B5D-3C6F1B7E9BA8}" srcOrd="9" destOrd="0" presId="urn:microsoft.com/office/officeart/2005/8/layout/orgChart1"/>
    <dgm:cxn modelId="{78A3BE46-AEE8-41E6-86D9-BF55D313CB67}" type="presParOf" srcId="{7F9E4EFA-C772-40B6-8B5D-3C6F1B7E9BA8}" destId="{AE76FFEF-725B-4962-BA08-202F8F0282C4}" srcOrd="0" destOrd="0" presId="urn:microsoft.com/office/officeart/2005/8/layout/orgChart1"/>
    <dgm:cxn modelId="{C5A1199F-48DD-4474-B3A2-73FD5E58CBDD}" type="presParOf" srcId="{AE76FFEF-725B-4962-BA08-202F8F0282C4}" destId="{211B4F57-0A09-401B-B60A-0BA9C7DFC24D}" srcOrd="0" destOrd="0" presId="urn:microsoft.com/office/officeart/2005/8/layout/orgChart1"/>
    <dgm:cxn modelId="{2F5B69B9-7C75-4950-8B3A-C782B30E905B}" type="presParOf" srcId="{AE76FFEF-725B-4962-BA08-202F8F0282C4}" destId="{2B3A4619-B730-4CEA-BB65-7351646026B3}" srcOrd="1" destOrd="0" presId="urn:microsoft.com/office/officeart/2005/8/layout/orgChart1"/>
    <dgm:cxn modelId="{47B75644-94AB-4E99-9081-E389FBC000F9}" type="presParOf" srcId="{7F9E4EFA-C772-40B6-8B5D-3C6F1B7E9BA8}" destId="{D4C443E3-3DD7-4E2A-870F-A9FE716B5734}" srcOrd="1" destOrd="0" presId="urn:microsoft.com/office/officeart/2005/8/layout/orgChart1"/>
    <dgm:cxn modelId="{175B6926-BFBC-42A7-9FED-4CC590E904D8}" type="presParOf" srcId="{7F9E4EFA-C772-40B6-8B5D-3C6F1B7E9BA8}" destId="{76D824E7-97C6-4E12-91EE-58E70C22A1D9}" srcOrd="2" destOrd="0" presId="urn:microsoft.com/office/officeart/2005/8/layout/orgChart1"/>
    <dgm:cxn modelId="{8D2E9906-D99C-4710-B102-A184A125FE46}" type="presParOf" srcId="{02D75F8B-D540-444F-902E-7F83EF6C108F}" destId="{8D05F1D0-1894-4299-B798-E8F274871921}" srcOrd="10" destOrd="0" presId="urn:microsoft.com/office/officeart/2005/8/layout/orgChart1"/>
    <dgm:cxn modelId="{A4BADBA0-B291-45A4-8648-FAF88E6A3CD7}" type="presParOf" srcId="{02D75F8B-D540-444F-902E-7F83EF6C108F}" destId="{967AC2DA-694B-4481-8E41-FDE625AD12B5}" srcOrd="11" destOrd="0" presId="urn:microsoft.com/office/officeart/2005/8/layout/orgChart1"/>
    <dgm:cxn modelId="{6BA04EDA-9306-4E49-9506-DE953BBC218B}" type="presParOf" srcId="{967AC2DA-694B-4481-8E41-FDE625AD12B5}" destId="{F0A4ED01-1CFE-4514-9008-9A1F63633484}" srcOrd="0" destOrd="0" presId="urn:microsoft.com/office/officeart/2005/8/layout/orgChart1"/>
    <dgm:cxn modelId="{9D7A7EF7-6C9E-49D5-ABFC-E023E4E1CA9E}" type="presParOf" srcId="{F0A4ED01-1CFE-4514-9008-9A1F63633484}" destId="{85522D5B-892E-46EC-AFD0-8CF00F1ED0FC}" srcOrd="0" destOrd="0" presId="urn:microsoft.com/office/officeart/2005/8/layout/orgChart1"/>
    <dgm:cxn modelId="{8199F063-0426-40EB-B870-0A63B87134BB}" type="presParOf" srcId="{F0A4ED01-1CFE-4514-9008-9A1F63633484}" destId="{CEBF9439-F4CD-4BDA-B24C-9F27DF4C47DB}" srcOrd="1" destOrd="0" presId="urn:microsoft.com/office/officeart/2005/8/layout/orgChart1"/>
    <dgm:cxn modelId="{C0AE4D93-D154-4742-A41F-B1EFA794C07E}" type="presParOf" srcId="{967AC2DA-694B-4481-8E41-FDE625AD12B5}" destId="{3311D1DC-F884-4D40-BD56-3A271C867018}" srcOrd="1" destOrd="0" presId="urn:microsoft.com/office/officeart/2005/8/layout/orgChart1"/>
    <dgm:cxn modelId="{2604378C-6307-431F-8F95-C307D2BF10B2}" type="presParOf" srcId="{967AC2DA-694B-4481-8E41-FDE625AD12B5}" destId="{07AF7CCA-56C3-42B7-B605-D2FD6AC8BF92}" srcOrd="2" destOrd="0" presId="urn:microsoft.com/office/officeart/2005/8/layout/orgChart1"/>
    <dgm:cxn modelId="{228C9445-BB87-4536-9289-78BAC77BC8BB}" type="presParOf" srcId="{19AABB88-5723-4DF7-B513-C52C6D48C029}" destId="{E11A6F86-315D-407F-BC9F-E52937751E6F}" srcOrd="2" destOrd="0" presId="urn:microsoft.com/office/officeart/2005/8/layout/orgChart1"/>
    <dgm:cxn modelId="{11DA593D-0844-4BF6-AF50-80401949A455}"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3A0A272-B842-4C42-9AFB-90CC0DE59EB3}" type="doc">
      <dgm:prSet loTypeId="urn:microsoft.com/office/officeart/2005/8/layout/vList2" loCatId="list" qsTypeId="urn:microsoft.com/office/officeart/2005/8/quickstyle/simple1" qsCatId="simple" csTypeId="urn:microsoft.com/office/officeart/2005/8/colors/accent4_4" csCatId="accent4" phldr="1"/>
      <dgm:spPr/>
      <dgm:t>
        <a:bodyPr/>
        <a:lstStyle/>
        <a:p>
          <a:endParaRPr lang="it-IT"/>
        </a:p>
      </dgm:t>
    </dgm:pt>
    <dgm:pt modelId="{2C943C1D-EECA-4FEE-B001-AD4C40091B84}">
      <dgm:prSet phldrT="[Testo]"/>
      <dgm:spPr>
        <a:solidFill>
          <a:schemeClr val="bg1">
            <a:lumMod val="50000"/>
          </a:schemeClr>
        </a:solidFill>
      </dgm:spPr>
      <dgm:t>
        <a:bodyPr/>
        <a:lstStyle/>
        <a:p>
          <a:r>
            <a:rPr lang="en-US" noProof="0" dirty="0"/>
            <a:t>Input</a:t>
          </a:r>
        </a:p>
      </dgm:t>
    </dgm:pt>
    <dgm:pt modelId="{1ABB439C-E7FD-4B61-89AE-642EF370D606}" type="parTrans" cxnId="{7E9996C1-116F-4615-B8BB-D7709B144632}">
      <dgm:prSet/>
      <dgm:spPr/>
      <dgm:t>
        <a:bodyPr/>
        <a:lstStyle/>
        <a:p>
          <a:endParaRPr lang="en-US" noProof="0" dirty="0"/>
        </a:p>
      </dgm:t>
    </dgm:pt>
    <dgm:pt modelId="{CA7A14AC-900F-4A7D-BC31-60706EB301BD}" type="sibTrans" cxnId="{7E9996C1-116F-4615-B8BB-D7709B144632}">
      <dgm:prSet/>
      <dgm:spPr/>
      <dgm:t>
        <a:bodyPr/>
        <a:lstStyle/>
        <a:p>
          <a:endParaRPr lang="en-US" noProof="0" dirty="0"/>
        </a:p>
      </dgm:t>
    </dgm:pt>
    <dgm:pt modelId="{D5570B92-301A-4ECD-8B75-53F5B0D32D75}">
      <dgm:prSet phldrT="[Testo]"/>
      <dgm:spPr/>
      <dgm:t>
        <a:bodyPr/>
        <a:lstStyle/>
        <a:p>
          <a:r>
            <a:rPr lang="en-US" noProof="0" dirty="0"/>
            <a:t>Risk management plan</a:t>
          </a:r>
        </a:p>
      </dgm:t>
    </dgm:pt>
    <dgm:pt modelId="{F7CB3475-B918-44E5-BEA1-3CB033011487}" type="parTrans" cxnId="{E55D31D1-9673-489C-81DB-AD410F386F31}">
      <dgm:prSet/>
      <dgm:spPr/>
      <dgm:t>
        <a:bodyPr/>
        <a:lstStyle/>
        <a:p>
          <a:endParaRPr lang="en-US" noProof="0" dirty="0"/>
        </a:p>
      </dgm:t>
    </dgm:pt>
    <dgm:pt modelId="{F8C277FA-1D46-40D2-AA0B-B300D1BA62BA}" type="sibTrans" cxnId="{E55D31D1-9673-489C-81DB-AD410F386F31}">
      <dgm:prSet/>
      <dgm:spPr/>
      <dgm:t>
        <a:bodyPr/>
        <a:lstStyle/>
        <a:p>
          <a:endParaRPr lang="en-US" noProof="0" dirty="0"/>
        </a:p>
      </dgm:t>
    </dgm:pt>
    <dgm:pt modelId="{6A0AEEAC-49EC-4E52-846D-226451884DE4}">
      <dgm:prSet phldrT="[Testo]"/>
      <dgm:spPr/>
      <dgm:t>
        <a:bodyPr/>
        <a:lstStyle/>
        <a:p>
          <a:r>
            <a:rPr lang="en-US" noProof="0" dirty="0"/>
            <a:t>Tools &amp; Techniques </a:t>
          </a:r>
        </a:p>
      </dgm:t>
    </dgm:pt>
    <dgm:pt modelId="{78B7BF49-011A-424A-B31B-3C27B813E920}" type="parTrans" cxnId="{0EA2950D-C468-4560-9DBD-487B9C881FF3}">
      <dgm:prSet/>
      <dgm:spPr/>
      <dgm:t>
        <a:bodyPr/>
        <a:lstStyle/>
        <a:p>
          <a:endParaRPr lang="en-US" noProof="0" dirty="0"/>
        </a:p>
      </dgm:t>
    </dgm:pt>
    <dgm:pt modelId="{22CF7362-CF95-490F-AA04-60179A702243}" type="sibTrans" cxnId="{0EA2950D-C468-4560-9DBD-487B9C881FF3}">
      <dgm:prSet/>
      <dgm:spPr/>
      <dgm:t>
        <a:bodyPr/>
        <a:lstStyle/>
        <a:p>
          <a:endParaRPr lang="en-US" noProof="0" dirty="0"/>
        </a:p>
      </dgm:t>
    </dgm:pt>
    <dgm:pt modelId="{F2A9E3BA-88BA-4B72-A42E-8091C8F956E4}">
      <dgm:prSet phldrT="[Testo]"/>
      <dgm:spPr/>
      <dgm:t>
        <a:bodyPr/>
        <a:lstStyle/>
        <a:p>
          <a:r>
            <a:rPr lang="en-US" noProof="0" dirty="0"/>
            <a:t>Strategies for negative risks or threats</a:t>
          </a:r>
        </a:p>
      </dgm:t>
    </dgm:pt>
    <dgm:pt modelId="{C0E65C3B-9BFF-4FC2-964E-7DE74FCBF0A1}" type="parTrans" cxnId="{884A3E40-F596-480F-8558-AB4F690CFB87}">
      <dgm:prSet/>
      <dgm:spPr/>
      <dgm:t>
        <a:bodyPr/>
        <a:lstStyle/>
        <a:p>
          <a:endParaRPr lang="en-US" noProof="0" dirty="0"/>
        </a:p>
      </dgm:t>
    </dgm:pt>
    <dgm:pt modelId="{A595E46D-DC93-4642-BBF2-74A19F589C48}" type="sibTrans" cxnId="{884A3E40-F596-480F-8558-AB4F690CFB87}">
      <dgm:prSet/>
      <dgm:spPr/>
      <dgm:t>
        <a:bodyPr/>
        <a:lstStyle/>
        <a:p>
          <a:endParaRPr lang="en-US" noProof="0" dirty="0"/>
        </a:p>
      </dgm:t>
    </dgm:pt>
    <dgm:pt modelId="{709505F0-F6DE-4893-84D0-0B82B0B51EC9}">
      <dgm:prSet phldrT="[Testo]"/>
      <dgm:spPr/>
      <dgm:t>
        <a:bodyPr/>
        <a:lstStyle/>
        <a:p>
          <a:r>
            <a:rPr lang="en-US" noProof="0" dirty="0"/>
            <a:t>Output</a:t>
          </a:r>
        </a:p>
      </dgm:t>
    </dgm:pt>
    <dgm:pt modelId="{64F55946-C314-405A-9E2A-4A7C6FF86C3D}" type="parTrans" cxnId="{1FE10A3A-3D54-4FD8-9724-23AFCE3870C0}">
      <dgm:prSet/>
      <dgm:spPr/>
      <dgm:t>
        <a:bodyPr/>
        <a:lstStyle/>
        <a:p>
          <a:endParaRPr lang="en-US" noProof="0" dirty="0"/>
        </a:p>
      </dgm:t>
    </dgm:pt>
    <dgm:pt modelId="{3FEC2F50-DF73-483C-B41A-18B37358B472}" type="sibTrans" cxnId="{1FE10A3A-3D54-4FD8-9724-23AFCE3870C0}">
      <dgm:prSet/>
      <dgm:spPr/>
      <dgm:t>
        <a:bodyPr/>
        <a:lstStyle/>
        <a:p>
          <a:endParaRPr lang="en-US" noProof="0" dirty="0"/>
        </a:p>
      </dgm:t>
    </dgm:pt>
    <dgm:pt modelId="{69F23914-B525-477A-AEFB-4C8E6B2BFF14}">
      <dgm:prSet phldrT="[Testo]"/>
      <dgm:spPr/>
      <dgm:t>
        <a:bodyPr/>
        <a:lstStyle/>
        <a:p>
          <a:r>
            <a:rPr lang="en-US" noProof="0" dirty="0"/>
            <a:t>Project management plan updates</a:t>
          </a:r>
        </a:p>
      </dgm:t>
    </dgm:pt>
    <dgm:pt modelId="{99C97AF8-F9A6-4161-862F-02BFEEFD097C}" type="parTrans" cxnId="{59FAF1C4-FC83-467F-827A-C2CAF9E7A709}">
      <dgm:prSet/>
      <dgm:spPr/>
      <dgm:t>
        <a:bodyPr/>
        <a:lstStyle/>
        <a:p>
          <a:endParaRPr lang="en-US" noProof="0" dirty="0"/>
        </a:p>
      </dgm:t>
    </dgm:pt>
    <dgm:pt modelId="{334F518A-0AA8-4A87-A389-16AB80634D6D}" type="sibTrans" cxnId="{59FAF1C4-FC83-467F-827A-C2CAF9E7A709}">
      <dgm:prSet/>
      <dgm:spPr/>
      <dgm:t>
        <a:bodyPr/>
        <a:lstStyle/>
        <a:p>
          <a:endParaRPr lang="en-US" noProof="0" dirty="0"/>
        </a:p>
      </dgm:t>
    </dgm:pt>
    <dgm:pt modelId="{BFFEBE14-6C77-4467-87B3-BCAB786D046E}">
      <dgm:prSet/>
      <dgm:spPr/>
      <dgm:t>
        <a:bodyPr/>
        <a:lstStyle/>
        <a:p>
          <a:r>
            <a:rPr lang="en-US" noProof="0" dirty="0"/>
            <a:t>Risk register</a:t>
          </a:r>
        </a:p>
      </dgm:t>
    </dgm:pt>
    <dgm:pt modelId="{F43565DF-1B11-4558-AA38-DDC3FB159D7F}" type="parTrans" cxnId="{78C22514-A53B-42A6-9813-123EFB8BF749}">
      <dgm:prSet/>
      <dgm:spPr/>
      <dgm:t>
        <a:bodyPr/>
        <a:lstStyle/>
        <a:p>
          <a:endParaRPr lang="en-US" noProof="0" dirty="0"/>
        </a:p>
      </dgm:t>
    </dgm:pt>
    <dgm:pt modelId="{19AD8049-EE87-4673-82F4-24893802EF60}" type="sibTrans" cxnId="{78C22514-A53B-42A6-9813-123EFB8BF749}">
      <dgm:prSet/>
      <dgm:spPr/>
      <dgm:t>
        <a:bodyPr/>
        <a:lstStyle/>
        <a:p>
          <a:endParaRPr lang="en-US" noProof="0" dirty="0"/>
        </a:p>
      </dgm:t>
    </dgm:pt>
    <dgm:pt modelId="{C20B2E6D-4691-4F89-B518-38ACC12FCB80}">
      <dgm:prSet/>
      <dgm:spPr/>
      <dgm:t>
        <a:bodyPr/>
        <a:lstStyle/>
        <a:p>
          <a:r>
            <a:rPr lang="en-US" noProof="0" dirty="0"/>
            <a:t>Strategies for positive risks or opportunities</a:t>
          </a:r>
        </a:p>
      </dgm:t>
    </dgm:pt>
    <dgm:pt modelId="{81577DEB-7B9C-4201-AD4A-94BE189E9700}" type="parTrans" cxnId="{3B0B2698-B95D-419C-BFDD-68530F16AA00}">
      <dgm:prSet/>
      <dgm:spPr/>
      <dgm:t>
        <a:bodyPr/>
        <a:lstStyle/>
        <a:p>
          <a:endParaRPr lang="en-US" noProof="0" dirty="0"/>
        </a:p>
      </dgm:t>
    </dgm:pt>
    <dgm:pt modelId="{E899C289-1535-44FF-9392-2FD3A0CA235D}" type="sibTrans" cxnId="{3B0B2698-B95D-419C-BFDD-68530F16AA00}">
      <dgm:prSet/>
      <dgm:spPr/>
      <dgm:t>
        <a:bodyPr/>
        <a:lstStyle/>
        <a:p>
          <a:endParaRPr lang="en-US" noProof="0" dirty="0"/>
        </a:p>
      </dgm:t>
    </dgm:pt>
    <dgm:pt modelId="{8F4C29B4-0232-4923-AF7B-E15E48A3464B}">
      <dgm:prSet/>
      <dgm:spPr/>
      <dgm:t>
        <a:bodyPr/>
        <a:lstStyle/>
        <a:p>
          <a:r>
            <a:rPr lang="en-US" noProof="0" dirty="0"/>
            <a:t>Contingent response strategies</a:t>
          </a:r>
        </a:p>
      </dgm:t>
    </dgm:pt>
    <dgm:pt modelId="{7BD663B1-451A-41C9-B451-29FEFA92F292}" type="parTrans" cxnId="{1191ABF5-66C7-4182-A28F-05EA8DEC797F}">
      <dgm:prSet/>
      <dgm:spPr/>
      <dgm:t>
        <a:bodyPr/>
        <a:lstStyle/>
        <a:p>
          <a:endParaRPr lang="en-US" noProof="0" dirty="0"/>
        </a:p>
      </dgm:t>
    </dgm:pt>
    <dgm:pt modelId="{358F675E-89AE-421E-B832-0E5920A30BBE}" type="sibTrans" cxnId="{1191ABF5-66C7-4182-A28F-05EA8DEC797F}">
      <dgm:prSet/>
      <dgm:spPr/>
      <dgm:t>
        <a:bodyPr/>
        <a:lstStyle/>
        <a:p>
          <a:endParaRPr lang="en-US" noProof="0" dirty="0"/>
        </a:p>
      </dgm:t>
    </dgm:pt>
    <dgm:pt modelId="{CD514B28-4D5F-4D3F-8198-72459C47BDE8}">
      <dgm:prSet/>
      <dgm:spPr/>
      <dgm:t>
        <a:bodyPr/>
        <a:lstStyle/>
        <a:p>
          <a:r>
            <a:rPr lang="en-US" noProof="0" dirty="0"/>
            <a:t>Expert judgment</a:t>
          </a:r>
        </a:p>
      </dgm:t>
    </dgm:pt>
    <dgm:pt modelId="{A55097A6-64BA-4FC5-8E5F-0E2C786EB280}" type="parTrans" cxnId="{4736FB11-0AF1-4F1A-ACC6-CA340F611E42}">
      <dgm:prSet/>
      <dgm:spPr/>
      <dgm:t>
        <a:bodyPr/>
        <a:lstStyle/>
        <a:p>
          <a:endParaRPr lang="en-US" noProof="0" dirty="0"/>
        </a:p>
      </dgm:t>
    </dgm:pt>
    <dgm:pt modelId="{DFCB6623-3FF9-4038-8727-E1447847606D}" type="sibTrans" cxnId="{4736FB11-0AF1-4F1A-ACC6-CA340F611E42}">
      <dgm:prSet/>
      <dgm:spPr/>
      <dgm:t>
        <a:bodyPr/>
        <a:lstStyle/>
        <a:p>
          <a:endParaRPr lang="en-US" noProof="0" dirty="0"/>
        </a:p>
      </dgm:t>
    </dgm:pt>
    <dgm:pt modelId="{C1D72D98-9796-47E4-A2D5-E7454380D3D1}">
      <dgm:prSet phldrT="[Testo]"/>
      <dgm:spPr/>
      <dgm:t>
        <a:bodyPr/>
        <a:lstStyle/>
        <a:p>
          <a:r>
            <a:rPr lang="en-US" noProof="0" dirty="0"/>
            <a:t>Project documents updates</a:t>
          </a:r>
        </a:p>
      </dgm:t>
    </dgm:pt>
    <dgm:pt modelId="{6A50FF4F-A761-4FB4-9BAD-F83DD5FE5784}" type="parTrans" cxnId="{282387C4-0325-496C-B252-CDFE744A3031}">
      <dgm:prSet/>
      <dgm:spPr/>
      <dgm:t>
        <a:bodyPr/>
        <a:lstStyle/>
        <a:p>
          <a:endParaRPr lang="en-US" noProof="0" dirty="0"/>
        </a:p>
      </dgm:t>
    </dgm:pt>
    <dgm:pt modelId="{0608BD56-DECB-4FB2-982E-052B09014DF6}" type="sibTrans" cxnId="{282387C4-0325-496C-B252-CDFE744A3031}">
      <dgm:prSet/>
      <dgm:spPr/>
      <dgm:t>
        <a:bodyPr/>
        <a:lstStyle/>
        <a:p>
          <a:endParaRPr lang="en-US" noProof="0" dirty="0"/>
        </a:p>
      </dgm:t>
    </dgm:pt>
    <dgm:pt modelId="{2D32639D-724E-4E90-91CB-8A7E55B6EC2B}" type="pres">
      <dgm:prSet presAssocID="{B3A0A272-B842-4C42-9AFB-90CC0DE59EB3}" presName="linear" presStyleCnt="0">
        <dgm:presLayoutVars>
          <dgm:animLvl val="lvl"/>
          <dgm:resizeHandles val="exact"/>
        </dgm:presLayoutVars>
      </dgm:prSet>
      <dgm:spPr/>
    </dgm:pt>
    <dgm:pt modelId="{FB30FAA1-933C-4A39-96BB-CD9828922F7E}" type="pres">
      <dgm:prSet presAssocID="{2C943C1D-EECA-4FEE-B001-AD4C40091B84}" presName="parentText" presStyleLbl="node1" presStyleIdx="0" presStyleCnt="3" custScaleY="149730" custLinFactNeighborX="1641" custLinFactNeighborY="-1516">
        <dgm:presLayoutVars>
          <dgm:chMax val="0"/>
          <dgm:bulletEnabled val="1"/>
        </dgm:presLayoutVars>
      </dgm:prSet>
      <dgm:spPr/>
    </dgm:pt>
    <dgm:pt modelId="{6FF7B2BA-684C-47B9-AED9-51FAC8F084B3}" type="pres">
      <dgm:prSet presAssocID="{2C943C1D-EECA-4FEE-B001-AD4C40091B84}" presName="childText" presStyleLbl="revTx" presStyleIdx="0" presStyleCnt="3">
        <dgm:presLayoutVars>
          <dgm:bulletEnabled val="1"/>
        </dgm:presLayoutVars>
      </dgm:prSet>
      <dgm:spPr/>
    </dgm:pt>
    <dgm:pt modelId="{E5D16EE5-6402-4900-9E64-53CA23F8DBE1}" type="pres">
      <dgm:prSet presAssocID="{6A0AEEAC-49EC-4E52-846D-226451884DE4}" presName="parentText" presStyleLbl="node1" presStyleIdx="1" presStyleCnt="3">
        <dgm:presLayoutVars>
          <dgm:chMax val="0"/>
          <dgm:bulletEnabled val="1"/>
        </dgm:presLayoutVars>
      </dgm:prSet>
      <dgm:spPr/>
    </dgm:pt>
    <dgm:pt modelId="{73DAE44C-9200-4F3A-B88B-FB2CE2EFC5F2}" type="pres">
      <dgm:prSet presAssocID="{6A0AEEAC-49EC-4E52-846D-226451884DE4}" presName="childText" presStyleLbl="revTx" presStyleIdx="1" presStyleCnt="3">
        <dgm:presLayoutVars>
          <dgm:bulletEnabled val="1"/>
        </dgm:presLayoutVars>
      </dgm:prSet>
      <dgm:spPr/>
    </dgm:pt>
    <dgm:pt modelId="{6D5EF2BB-E120-495D-9547-E6F6CC333FA9}" type="pres">
      <dgm:prSet presAssocID="{709505F0-F6DE-4893-84D0-0B82B0B51EC9}" presName="parentText" presStyleLbl="node1" presStyleIdx="2" presStyleCnt="3">
        <dgm:presLayoutVars>
          <dgm:chMax val="0"/>
          <dgm:bulletEnabled val="1"/>
        </dgm:presLayoutVars>
      </dgm:prSet>
      <dgm:spPr/>
    </dgm:pt>
    <dgm:pt modelId="{9CECA89D-41A9-423A-BAD0-309A8AC9412C}" type="pres">
      <dgm:prSet presAssocID="{709505F0-F6DE-4893-84D0-0B82B0B51EC9}" presName="childText" presStyleLbl="revTx" presStyleIdx="2" presStyleCnt="3">
        <dgm:presLayoutVars>
          <dgm:bulletEnabled val="1"/>
        </dgm:presLayoutVars>
      </dgm:prSet>
      <dgm:spPr/>
    </dgm:pt>
  </dgm:ptLst>
  <dgm:cxnLst>
    <dgm:cxn modelId="{D4DE7301-5C7D-4E3A-B301-FEC9717512FF}" type="presOf" srcId="{C20B2E6D-4691-4F89-B518-38ACC12FCB80}" destId="{73DAE44C-9200-4F3A-B88B-FB2CE2EFC5F2}" srcOrd="0" destOrd="1" presId="urn:microsoft.com/office/officeart/2005/8/layout/vList2"/>
    <dgm:cxn modelId="{0EA2950D-C468-4560-9DBD-487B9C881FF3}" srcId="{B3A0A272-B842-4C42-9AFB-90CC0DE59EB3}" destId="{6A0AEEAC-49EC-4E52-846D-226451884DE4}" srcOrd="1" destOrd="0" parTransId="{78B7BF49-011A-424A-B31B-3C27B813E920}" sibTransId="{22CF7362-CF95-490F-AA04-60179A702243}"/>
    <dgm:cxn modelId="{4736FB11-0AF1-4F1A-ACC6-CA340F611E42}" srcId="{6A0AEEAC-49EC-4E52-846D-226451884DE4}" destId="{CD514B28-4D5F-4D3F-8198-72459C47BDE8}" srcOrd="3" destOrd="0" parTransId="{A55097A6-64BA-4FC5-8E5F-0E2C786EB280}" sibTransId="{DFCB6623-3FF9-4038-8727-E1447847606D}"/>
    <dgm:cxn modelId="{78C22514-A53B-42A6-9813-123EFB8BF749}" srcId="{2C943C1D-EECA-4FEE-B001-AD4C40091B84}" destId="{BFFEBE14-6C77-4467-87B3-BCAB786D046E}" srcOrd="1" destOrd="0" parTransId="{F43565DF-1B11-4558-AA38-DDC3FB159D7F}" sibTransId="{19AD8049-EE87-4673-82F4-24893802EF60}"/>
    <dgm:cxn modelId="{23D8FE24-C5F5-4892-8C54-41D9E16F3CBA}" type="presOf" srcId="{F2A9E3BA-88BA-4B72-A42E-8091C8F956E4}" destId="{73DAE44C-9200-4F3A-B88B-FB2CE2EFC5F2}" srcOrd="0" destOrd="0" presId="urn:microsoft.com/office/officeart/2005/8/layout/vList2"/>
    <dgm:cxn modelId="{1A274030-5661-4A9F-B1FD-305DFC0AFBAF}" type="presOf" srcId="{2C943C1D-EECA-4FEE-B001-AD4C40091B84}" destId="{FB30FAA1-933C-4A39-96BB-CD9828922F7E}" srcOrd="0" destOrd="0" presId="urn:microsoft.com/office/officeart/2005/8/layout/vList2"/>
    <dgm:cxn modelId="{1FE10A3A-3D54-4FD8-9724-23AFCE3870C0}" srcId="{B3A0A272-B842-4C42-9AFB-90CC0DE59EB3}" destId="{709505F0-F6DE-4893-84D0-0B82B0B51EC9}" srcOrd="2" destOrd="0" parTransId="{64F55946-C314-405A-9E2A-4A7C6FF86C3D}" sibTransId="{3FEC2F50-DF73-483C-B41A-18B37358B472}"/>
    <dgm:cxn modelId="{884A3E40-F596-480F-8558-AB4F690CFB87}" srcId="{6A0AEEAC-49EC-4E52-846D-226451884DE4}" destId="{F2A9E3BA-88BA-4B72-A42E-8091C8F956E4}" srcOrd="0" destOrd="0" parTransId="{C0E65C3B-9BFF-4FC2-964E-7DE74FCBF0A1}" sibTransId="{A595E46D-DC93-4642-BBF2-74A19F589C48}"/>
    <dgm:cxn modelId="{8B779873-1C9F-4088-90CF-AFA863EA5661}" type="presOf" srcId="{B3A0A272-B842-4C42-9AFB-90CC0DE59EB3}" destId="{2D32639D-724E-4E90-91CB-8A7E55B6EC2B}" srcOrd="0" destOrd="0" presId="urn:microsoft.com/office/officeart/2005/8/layout/vList2"/>
    <dgm:cxn modelId="{41B97658-9EBE-4FAD-B258-DFF6EE265A4D}" type="presOf" srcId="{69F23914-B525-477A-AEFB-4C8E6B2BFF14}" destId="{9CECA89D-41A9-423A-BAD0-309A8AC9412C}" srcOrd="0" destOrd="0" presId="urn:microsoft.com/office/officeart/2005/8/layout/vList2"/>
    <dgm:cxn modelId="{35C0327C-8C80-4F41-BD44-D03B66A77E0F}" type="presOf" srcId="{8F4C29B4-0232-4923-AF7B-E15E48A3464B}" destId="{73DAE44C-9200-4F3A-B88B-FB2CE2EFC5F2}" srcOrd="0" destOrd="2" presId="urn:microsoft.com/office/officeart/2005/8/layout/vList2"/>
    <dgm:cxn modelId="{D47E6889-89D2-4BEA-820E-7E218D97E9D7}" type="presOf" srcId="{D5570B92-301A-4ECD-8B75-53F5B0D32D75}" destId="{6FF7B2BA-684C-47B9-AED9-51FAC8F084B3}" srcOrd="0" destOrd="0" presId="urn:microsoft.com/office/officeart/2005/8/layout/vList2"/>
    <dgm:cxn modelId="{7263CF8F-FA5B-4A48-AC0D-B409CF9D3F27}" type="presOf" srcId="{6A0AEEAC-49EC-4E52-846D-226451884DE4}" destId="{E5D16EE5-6402-4900-9E64-53CA23F8DBE1}" srcOrd="0" destOrd="0" presId="urn:microsoft.com/office/officeart/2005/8/layout/vList2"/>
    <dgm:cxn modelId="{3B0B2698-B95D-419C-BFDD-68530F16AA00}" srcId="{6A0AEEAC-49EC-4E52-846D-226451884DE4}" destId="{C20B2E6D-4691-4F89-B518-38ACC12FCB80}" srcOrd="1" destOrd="0" parTransId="{81577DEB-7B9C-4201-AD4A-94BE189E9700}" sibTransId="{E899C289-1535-44FF-9392-2FD3A0CA235D}"/>
    <dgm:cxn modelId="{14D41FA4-6D98-41D5-96F5-E8BFC35D8B9A}" type="presOf" srcId="{C1D72D98-9796-47E4-A2D5-E7454380D3D1}" destId="{9CECA89D-41A9-423A-BAD0-309A8AC9412C}" srcOrd="0" destOrd="1" presId="urn:microsoft.com/office/officeart/2005/8/layout/vList2"/>
    <dgm:cxn modelId="{7E9996C1-116F-4615-B8BB-D7709B144632}" srcId="{B3A0A272-B842-4C42-9AFB-90CC0DE59EB3}" destId="{2C943C1D-EECA-4FEE-B001-AD4C40091B84}" srcOrd="0" destOrd="0" parTransId="{1ABB439C-E7FD-4B61-89AE-642EF370D606}" sibTransId="{CA7A14AC-900F-4A7D-BC31-60706EB301BD}"/>
    <dgm:cxn modelId="{58D7C0C1-F287-4B4B-8235-72160412FC22}" type="presOf" srcId="{709505F0-F6DE-4893-84D0-0B82B0B51EC9}" destId="{6D5EF2BB-E120-495D-9547-E6F6CC333FA9}" srcOrd="0" destOrd="0" presId="urn:microsoft.com/office/officeart/2005/8/layout/vList2"/>
    <dgm:cxn modelId="{2BCCA3C3-F23F-4227-BA67-B4D22CC08BFA}" type="presOf" srcId="{BFFEBE14-6C77-4467-87B3-BCAB786D046E}" destId="{6FF7B2BA-684C-47B9-AED9-51FAC8F084B3}" srcOrd="0" destOrd="1" presId="urn:microsoft.com/office/officeart/2005/8/layout/vList2"/>
    <dgm:cxn modelId="{282387C4-0325-496C-B252-CDFE744A3031}" srcId="{709505F0-F6DE-4893-84D0-0B82B0B51EC9}" destId="{C1D72D98-9796-47E4-A2D5-E7454380D3D1}" srcOrd="1" destOrd="0" parTransId="{6A50FF4F-A761-4FB4-9BAD-F83DD5FE5784}" sibTransId="{0608BD56-DECB-4FB2-982E-052B09014DF6}"/>
    <dgm:cxn modelId="{59FAF1C4-FC83-467F-827A-C2CAF9E7A709}" srcId="{709505F0-F6DE-4893-84D0-0B82B0B51EC9}" destId="{69F23914-B525-477A-AEFB-4C8E6B2BFF14}" srcOrd="0" destOrd="0" parTransId="{99C97AF8-F9A6-4161-862F-02BFEEFD097C}" sibTransId="{334F518A-0AA8-4A87-A389-16AB80634D6D}"/>
    <dgm:cxn modelId="{E55D31D1-9673-489C-81DB-AD410F386F31}" srcId="{2C943C1D-EECA-4FEE-B001-AD4C40091B84}" destId="{D5570B92-301A-4ECD-8B75-53F5B0D32D75}" srcOrd="0" destOrd="0" parTransId="{F7CB3475-B918-44E5-BEA1-3CB033011487}" sibTransId="{F8C277FA-1D46-40D2-AA0B-B300D1BA62BA}"/>
    <dgm:cxn modelId="{94A081D7-AAE0-4593-979E-FFCA45ADD95E}" type="presOf" srcId="{CD514B28-4D5F-4D3F-8198-72459C47BDE8}" destId="{73DAE44C-9200-4F3A-B88B-FB2CE2EFC5F2}" srcOrd="0" destOrd="3" presId="urn:microsoft.com/office/officeart/2005/8/layout/vList2"/>
    <dgm:cxn modelId="{1191ABF5-66C7-4182-A28F-05EA8DEC797F}" srcId="{6A0AEEAC-49EC-4E52-846D-226451884DE4}" destId="{8F4C29B4-0232-4923-AF7B-E15E48A3464B}" srcOrd="2" destOrd="0" parTransId="{7BD663B1-451A-41C9-B451-29FEFA92F292}" sibTransId="{358F675E-89AE-421E-B832-0E5920A30BBE}"/>
    <dgm:cxn modelId="{1EC94831-9B5A-4436-98DD-708846A3310C}" type="presParOf" srcId="{2D32639D-724E-4E90-91CB-8A7E55B6EC2B}" destId="{FB30FAA1-933C-4A39-96BB-CD9828922F7E}" srcOrd="0" destOrd="0" presId="urn:microsoft.com/office/officeart/2005/8/layout/vList2"/>
    <dgm:cxn modelId="{E5FBCD2D-AAD1-4A03-AFF1-52F3539AE432}" type="presParOf" srcId="{2D32639D-724E-4E90-91CB-8A7E55B6EC2B}" destId="{6FF7B2BA-684C-47B9-AED9-51FAC8F084B3}" srcOrd="1" destOrd="0" presId="urn:microsoft.com/office/officeart/2005/8/layout/vList2"/>
    <dgm:cxn modelId="{1CE9BE4E-9433-4A14-B4D2-33E22595F0DB}" type="presParOf" srcId="{2D32639D-724E-4E90-91CB-8A7E55B6EC2B}" destId="{E5D16EE5-6402-4900-9E64-53CA23F8DBE1}" srcOrd="2" destOrd="0" presId="urn:microsoft.com/office/officeart/2005/8/layout/vList2"/>
    <dgm:cxn modelId="{7A65C155-7127-47F0-9AE2-C6B9739839A8}" type="presParOf" srcId="{2D32639D-724E-4E90-91CB-8A7E55B6EC2B}" destId="{73DAE44C-9200-4F3A-B88B-FB2CE2EFC5F2}" srcOrd="3" destOrd="0" presId="urn:microsoft.com/office/officeart/2005/8/layout/vList2"/>
    <dgm:cxn modelId="{54BA0630-785B-4321-9CE6-C4CDE43DB2EF}" type="presParOf" srcId="{2D32639D-724E-4E90-91CB-8A7E55B6EC2B}" destId="{6D5EF2BB-E120-495D-9547-E6F6CC333FA9}" srcOrd="4" destOrd="0" presId="urn:microsoft.com/office/officeart/2005/8/layout/vList2"/>
    <dgm:cxn modelId="{7F4B47EB-F469-441E-A51F-54D8CE443D1D}" type="presParOf" srcId="{2D32639D-724E-4E90-91CB-8A7E55B6EC2B}" destId="{9CECA89D-41A9-423A-BAD0-309A8AC9412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chemeClr val="bg1"/>
        </a:solidFill>
      </dgm:spPr>
      <dgm:t>
        <a:bodyPr/>
        <a:lstStyle/>
        <a:p>
          <a:r>
            <a:rPr lang="en-US" b="0" noProof="0" dirty="0">
              <a:solidFill>
                <a:schemeClr val="tx1"/>
              </a:solidFill>
            </a:rPr>
            <a:t>Perform 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a:solidFill>
          <a:schemeClr val="bg1"/>
        </a:solidFill>
      </dgm:spPr>
      <dgm:t>
        <a:bodyPr/>
        <a:lstStyle/>
        <a:p>
          <a:r>
            <a:rPr lang="en-US" b="0" noProof="0" dirty="0">
              <a:solidFill>
                <a:schemeClr val="tx1"/>
              </a:solidFill>
            </a:rPr>
            <a:t>Perform 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a:solidFill>
          <a:srgbClr val="FF0000"/>
        </a:solidFill>
      </dgm:spPr>
      <dgm:t>
        <a:bodyPr/>
        <a:lstStyle/>
        <a:p>
          <a:r>
            <a:rPr lang="en-US" b="1" noProof="0" dirty="0">
              <a:solidFill>
                <a:schemeClr val="bg1"/>
              </a:solidFill>
            </a:rPr>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dgm:t>
        <a:bodyPr/>
        <a:lstStyle/>
        <a:p>
          <a:r>
            <a:rPr lang="en-US" noProof="0" dirty="0"/>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22B21501-5BC8-499E-943D-6E36D65CA78A}" type="presOf" srcId="{50955908-1694-482D-BD6F-C04C01D438DC}" destId="{85522D5B-892E-46EC-AFD0-8CF00F1ED0FC}" srcOrd="0" destOrd="0" presId="urn:microsoft.com/office/officeart/2005/8/layout/orgChart1"/>
    <dgm:cxn modelId="{C5F9EE01-CA5E-47CC-A34A-AC1B8B68B420}" type="presOf" srcId="{42E9A6CC-FBDC-4FA5-8F60-EC35F72D7746}" destId="{8D05F1D0-1894-4299-B798-E8F274871921}" srcOrd="0" destOrd="0" presId="urn:microsoft.com/office/officeart/2005/8/layout/orgChart1"/>
    <dgm:cxn modelId="{674D7103-0C52-4CC1-B985-D5452E828EB3}" type="presOf" srcId="{DD5E7C8F-E225-4B9C-AD21-EA6BE6352751}" destId="{5ED4DB88-48D6-467D-9903-37C8BFA12080}" srcOrd="0" destOrd="0" presId="urn:microsoft.com/office/officeart/2005/8/layout/orgChart1"/>
    <dgm:cxn modelId="{6214BC08-82D3-4B1B-BF3F-267CBFA4FF89}" type="presOf" srcId="{0BED9D0E-4419-4707-89C0-033B2C08A8BA}" destId="{5304875E-6794-463B-8A38-2E1FDE5BABDB}" srcOrd="1" destOrd="0" presId="urn:microsoft.com/office/officeart/2005/8/layout/orgChart1"/>
    <dgm:cxn modelId="{9E42420D-DBED-4A1E-B2B6-BF2EE8EE7D59}" type="presOf" srcId="{0EB1F6BB-6BFD-47ED-9B03-CB660E4820A0}" destId="{BB59B3FF-2CB2-4789-A023-7067EBB3985D}" srcOrd="1" destOrd="0" presId="urn:microsoft.com/office/officeart/2005/8/layout/orgChart1"/>
    <dgm:cxn modelId="{88394810-1DC9-49B8-96E4-187EBFD7D5B3}" type="presOf" srcId="{3F64DD8B-D8A1-4FEC-BE6C-DAE71BED4B23}" destId="{000F4AD4-046D-4206-95A7-9833B6F682CA}" srcOrd="1"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0FA87B2A-26B4-403F-8746-A18A10045B99}" type="presOf" srcId="{F8A19A4D-577C-45FD-BA30-8EFF44878AED}" destId="{A76680A0-D94C-4876-9425-BD2ACBE015EB}"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A9DAF23A-CF99-4696-B9C8-8BD4C16DE4C2}" srcId="{3F64DD8B-D8A1-4FEC-BE6C-DAE71BED4B23}" destId="{7C69A925-A39E-4BB5-B363-D96809E3EC1C}" srcOrd="0" destOrd="0" parTransId="{49E2CD8A-BB77-4314-A1E6-152F6F158413}" sibTransId="{6DE6FEB5-DE17-4548-9DA6-7C970C7B145D}"/>
    <dgm:cxn modelId="{6C0F4F60-9675-4842-8F1B-5910CD8AFE18}" type="presOf" srcId="{1B1AC38C-8E1D-4D15-97EB-5AB2E357526A}" destId="{7563B796-8385-456C-A9D1-80D29D1A2991}" srcOrd="0" destOrd="0" presId="urn:microsoft.com/office/officeart/2005/8/layout/orgChart1"/>
    <dgm:cxn modelId="{A81F7D41-58C0-4AD3-9278-7F553A74C097}" type="presOf" srcId="{7C69A925-A39E-4BB5-B363-D96809E3EC1C}" destId="{FBC8F129-5F57-4A1A-9A97-4EFE434EF3B4}" srcOrd="1" destOrd="0" presId="urn:microsoft.com/office/officeart/2005/8/layout/orgChart1"/>
    <dgm:cxn modelId="{5D936648-CEC4-490E-A072-F63660697C48}" type="presOf" srcId="{6D951906-95CE-4054-B2EF-9AFA0DE76DD6}" destId="{211B4F57-0A09-401B-B60A-0BA9C7DFC24D}" srcOrd="0" destOrd="0" presId="urn:microsoft.com/office/officeart/2005/8/layout/orgChart1"/>
    <dgm:cxn modelId="{56EAF871-F0CC-47C6-9416-67208505CC3F}" type="presOf" srcId="{A4D5C85F-2134-4863-BF03-B90ED721C422}" destId="{73AA092C-F348-4D43-BA05-F3B93267D971}" srcOrd="0"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124FE786-EE9C-4565-A854-B018A154F7D2}" type="presOf" srcId="{49E2CD8A-BB77-4314-A1E6-152F6F158413}" destId="{6C62C63C-2189-4BF9-9749-73C32BEF5B0B}" srcOrd="0" destOrd="0" presId="urn:microsoft.com/office/officeart/2005/8/layout/orgChart1"/>
    <dgm:cxn modelId="{B42DA488-59FA-4758-A44E-D3CB6454D9BE}" srcId="{3F64DD8B-D8A1-4FEC-BE6C-DAE71BED4B23}" destId="{50955908-1694-482D-BD6F-C04C01D438DC}" srcOrd="5" destOrd="0" parTransId="{42E9A6CC-FBDC-4FA5-8F60-EC35F72D7746}" sibTransId="{8DF1D480-9C53-4874-BC3C-EE918C131801}"/>
    <dgm:cxn modelId="{47CB3C89-36F8-4578-82A2-D7490DA29A4A}" type="presOf" srcId="{F36CAF5D-5C5C-4E53-9C4B-9D7BA43D08CB}" destId="{098F8F92-5D01-4829-BD12-20A4C33A56BA}" srcOrd="0" destOrd="0" presId="urn:microsoft.com/office/officeart/2005/8/layout/orgChart1"/>
    <dgm:cxn modelId="{213D908D-0DD6-43B7-BAE1-EED33485B963}" srcId="{3F64DD8B-D8A1-4FEC-BE6C-DAE71BED4B23}" destId="{DD5E7C8F-E225-4B9C-AD21-EA6BE6352751}" srcOrd="2" destOrd="0" parTransId="{A56BCF70-C320-495F-9D47-D102341DA2FB}" sibTransId="{4D4925AE-FAC2-4A31-8E19-C98746E38685}"/>
    <dgm:cxn modelId="{FAC0FE92-73EC-492A-BCC7-FE45B4A4D86B}" type="presOf" srcId="{910CEB26-5683-4E54-8BF2-717468D36E57}" destId="{C541BE7D-C1EE-4D07-8020-0D2AEE3BC172}" srcOrd="1" destOrd="0" presId="urn:microsoft.com/office/officeart/2005/8/layout/orgChart1"/>
    <dgm:cxn modelId="{1C762A9D-4086-4DD1-8DFD-B30D7D7FE195}" type="presOf" srcId="{7C69A925-A39E-4BB5-B363-D96809E3EC1C}" destId="{4B5389D9-B13C-48A2-B3BF-48F9B84F66F0}" srcOrd="0"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18A1E9C4-CF40-4E94-ACB5-4254089D6306}" type="presOf" srcId="{3F64DD8B-D8A1-4FEC-BE6C-DAE71BED4B23}" destId="{23BC9DEC-491D-4FB7-A841-E6D19B57FCD7}" srcOrd="0" destOrd="0" presId="urn:microsoft.com/office/officeart/2005/8/layout/orgChart1"/>
    <dgm:cxn modelId="{6E2F3DC8-25ED-457B-BB51-7F5D6E4D560D}" type="presOf" srcId="{DD5E7C8F-E225-4B9C-AD21-EA6BE6352751}" destId="{C03E6650-4F3F-4164-923F-64697DF8CDA9}" srcOrd="1" destOrd="0" presId="urn:microsoft.com/office/officeart/2005/8/layout/orgChart1"/>
    <dgm:cxn modelId="{A0AEE9C8-354D-43EB-9C78-CED1DF4729F5}" type="presOf" srcId="{6D951906-95CE-4054-B2EF-9AFA0DE76DD6}" destId="{2B3A4619-B730-4CEA-BB65-7351646026B3}" srcOrd="1" destOrd="0" presId="urn:microsoft.com/office/officeart/2005/8/layout/orgChart1"/>
    <dgm:cxn modelId="{BD8867C9-91BB-41CC-AADF-D61E32221A0E}" type="presOf" srcId="{0EB1F6BB-6BFD-47ED-9B03-CB660E4820A0}" destId="{AB949CA5-5EEA-4A00-88EF-43885D56D765}" srcOrd="0" destOrd="0" presId="urn:microsoft.com/office/officeart/2005/8/layout/orgChart1"/>
    <dgm:cxn modelId="{752F59C9-0D65-4041-8E90-D2BCD920E076}" type="presOf" srcId="{910CEB26-5683-4E54-8BF2-717468D36E57}" destId="{8168D708-111D-4BFD-A76B-53BE00A2051E}" srcOrd="0" destOrd="0" presId="urn:microsoft.com/office/officeart/2005/8/layout/orgChart1"/>
    <dgm:cxn modelId="{7C1B95CE-CD7A-49F2-8A2F-AD14A79F1AEB}" type="presOf" srcId="{A56BCF70-C320-495F-9D47-D102341DA2FB}" destId="{5E7D5EBB-7C5D-4E14-AAB8-BEB88A4A4B7F}" srcOrd="0" destOrd="0" presId="urn:microsoft.com/office/officeart/2005/8/layout/orgChart1"/>
    <dgm:cxn modelId="{048853DB-25D0-4027-928E-77A9E1CF5AB9}" type="presOf" srcId="{5732FC7C-4D05-465A-8F87-65FADF2CF1F3}" destId="{B2DCE1C1-4CA4-47B1-B9E1-8761E3CD6C62}" srcOrd="0" destOrd="0" presId="urn:microsoft.com/office/officeart/2005/8/layout/orgChart1"/>
    <dgm:cxn modelId="{975CAEDD-4F06-46BE-ADA6-99BC54D271DB}" type="presOf" srcId="{50955908-1694-482D-BD6F-C04C01D438DC}" destId="{CEBF9439-F4CD-4BDA-B24C-9F27DF4C47DB}" srcOrd="1"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045B83F4-01D1-4C87-8921-F93BB9A91B01}" type="presOf" srcId="{0BED9D0E-4419-4707-89C0-033B2C08A8BA}" destId="{E23A8842-47DB-472E-9463-9F6D26779072}" srcOrd="0" destOrd="0" presId="urn:microsoft.com/office/officeart/2005/8/layout/orgChart1"/>
    <dgm:cxn modelId="{A8527D86-A702-41D9-BACB-ECE06E8E6805}" type="presParOf" srcId="{B2DCE1C1-4CA4-47B1-B9E1-8761E3CD6C62}" destId="{DB645ACD-5B55-41EA-B1D3-8D86921AE2E6}" srcOrd="0" destOrd="0" presId="urn:microsoft.com/office/officeart/2005/8/layout/orgChart1"/>
    <dgm:cxn modelId="{3B4F92D6-06BA-4AF0-9CD3-D535C2BFFFC0}" type="presParOf" srcId="{DB645ACD-5B55-41EA-B1D3-8D86921AE2E6}" destId="{9932454F-CCE1-420C-8164-F95895ABC91E}" srcOrd="0" destOrd="0" presId="urn:microsoft.com/office/officeart/2005/8/layout/orgChart1"/>
    <dgm:cxn modelId="{98680114-F3BE-4083-A4ED-C24C3DBAE7BF}" type="presParOf" srcId="{9932454F-CCE1-420C-8164-F95895ABC91E}" destId="{8168D708-111D-4BFD-A76B-53BE00A2051E}" srcOrd="0" destOrd="0" presId="urn:microsoft.com/office/officeart/2005/8/layout/orgChart1"/>
    <dgm:cxn modelId="{2EC7F0CC-464F-43E9-8C42-4B7E0EEA0603}" type="presParOf" srcId="{9932454F-CCE1-420C-8164-F95895ABC91E}" destId="{C541BE7D-C1EE-4D07-8020-0D2AEE3BC172}" srcOrd="1" destOrd="0" presId="urn:microsoft.com/office/officeart/2005/8/layout/orgChart1"/>
    <dgm:cxn modelId="{0B29630F-97AF-4BD0-AC6C-E0D309DE6537}" type="presParOf" srcId="{DB645ACD-5B55-41EA-B1D3-8D86921AE2E6}" destId="{7F162232-1235-4DCE-9EDC-E1B61298E7A5}" srcOrd="1" destOrd="0" presId="urn:microsoft.com/office/officeart/2005/8/layout/orgChart1"/>
    <dgm:cxn modelId="{61FD777C-05AB-4CD3-B6C4-CEFFFD3C93A0}" type="presParOf" srcId="{7F162232-1235-4DCE-9EDC-E1B61298E7A5}" destId="{7563B796-8385-456C-A9D1-80D29D1A2991}" srcOrd="0" destOrd="0" presId="urn:microsoft.com/office/officeart/2005/8/layout/orgChart1"/>
    <dgm:cxn modelId="{E61B489F-D7DF-4024-A9B4-509C26ECE232}" type="presParOf" srcId="{7F162232-1235-4DCE-9EDC-E1B61298E7A5}" destId="{19AABB88-5723-4DF7-B513-C52C6D48C029}" srcOrd="1" destOrd="0" presId="urn:microsoft.com/office/officeart/2005/8/layout/orgChart1"/>
    <dgm:cxn modelId="{71008990-1DE8-4338-88C4-3972BAA996A6}" type="presParOf" srcId="{19AABB88-5723-4DF7-B513-C52C6D48C029}" destId="{123E00F8-9960-49F4-AC78-A55B68325C65}" srcOrd="0" destOrd="0" presId="urn:microsoft.com/office/officeart/2005/8/layout/orgChart1"/>
    <dgm:cxn modelId="{3A206E86-4872-4B06-91E0-FF6587788B47}" type="presParOf" srcId="{123E00F8-9960-49F4-AC78-A55B68325C65}" destId="{23BC9DEC-491D-4FB7-A841-E6D19B57FCD7}" srcOrd="0" destOrd="0" presId="urn:microsoft.com/office/officeart/2005/8/layout/orgChart1"/>
    <dgm:cxn modelId="{6DF4F0C4-F330-4CEA-BEB4-331967EF6841}" type="presParOf" srcId="{123E00F8-9960-49F4-AC78-A55B68325C65}" destId="{000F4AD4-046D-4206-95A7-9833B6F682CA}" srcOrd="1" destOrd="0" presId="urn:microsoft.com/office/officeart/2005/8/layout/orgChart1"/>
    <dgm:cxn modelId="{9FDED855-F74E-4238-8209-0DB25EA08575}" type="presParOf" srcId="{19AABB88-5723-4DF7-B513-C52C6D48C029}" destId="{02D75F8B-D540-444F-902E-7F83EF6C108F}" srcOrd="1" destOrd="0" presId="urn:microsoft.com/office/officeart/2005/8/layout/orgChart1"/>
    <dgm:cxn modelId="{0475564F-F915-40D8-93D2-9399E337388E}" type="presParOf" srcId="{02D75F8B-D540-444F-902E-7F83EF6C108F}" destId="{6C62C63C-2189-4BF9-9749-73C32BEF5B0B}" srcOrd="0" destOrd="0" presId="urn:microsoft.com/office/officeart/2005/8/layout/orgChart1"/>
    <dgm:cxn modelId="{120A3FD3-1C52-4CCB-B1F7-AB104910CC97}" type="presParOf" srcId="{02D75F8B-D540-444F-902E-7F83EF6C108F}" destId="{22347C40-84C7-403E-8689-A7B76C71821B}" srcOrd="1" destOrd="0" presId="urn:microsoft.com/office/officeart/2005/8/layout/orgChart1"/>
    <dgm:cxn modelId="{64FE8BE1-345D-46FD-847C-F5719030B763}" type="presParOf" srcId="{22347C40-84C7-403E-8689-A7B76C71821B}" destId="{E4C8EF38-B227-498D-BE48-2C1145A6A2C1}" srcOrd="0" destOrd="0" presId="urn:microsoft.com/office/officeart/2005/8/layout/orgChart1"/>
    <dgm:cxn modelId="{8C8FD64D-578D-440A-B316-F895D43FE640}" type="presParOf" srcId="{E4C8EF38-B227-498D-BE48-2C1145A6A2C1}" destId="{4B5389D9-B13C-48A2-B3BF-48F9B84F66F0}" srcOrd="0" destOrd="0" presId="urn:microsoft.com/office/officeart/2005/8/layout/orgChart1"/>
    <dgm:cxn modelId="{C2497DBB-39EC-4BA2-B7E9-4D65DD7C94B5}" type="presParOf" srcId="{E4C8EF38-B227-498D-BE48-2C1145A6A2C1}" destId="{FBC8F129-5F57-4A1A-9A97-4EFE434EF3B4}" srcOrd="1" destOrd="0" presId="urn:microsoft.com/office/officeart/2005/8/layout/orgChart1"/>
    <dgm:cxn modelId="{A96CCA50-5776-425F-B62F-B01D1F8E75A0}" type="presParOf" srcId="{22347C40-84C7-403E-8689-A7B76C71821B}" destId="{ECB3CCA3-3645-4034-A26F-810609C4CC5F}" srcOrd="1" destOrd="0" presId="urn:microsoft.com/office/officeart/2005/8/layout/orgChart1"/>
    <dgm:cxn modelId="{0724E8C0-54E6-4034-A556-0C4B37D2B4B8}" type="presParOf" srcId="{22347C40-84C7-403E-8689-A7B76C71821B}" destId="{17E02F64-CA2C-499A-86D2-2DF203D864AB}" srcOrd="2" destOrd="0" presId="urn:microsoft.com/office/officeart/2005/8/layout/orgChart1"/>
    <dgm:cxn modelId="{E4F26CFB-D927-40CF-98C1-58A3E2534E0F}" type="presParOf" srcId="{02D75F8B-D540-444F-902E-7F83EF6C108F}" destId="{098F8F92-5D01-4829-BD12-20A4C33A56BA}" srcOrd="2" destOrd="0" presId="urn:microsoft.com/office/officeart/2005/8/layout/orgChart1"/>
    <dgm:cxn modelId="{8D8DF55C-E393-40E3-B0E2-EC9D4D5D8607}" type="presParOf" srcId="{02D75F8B-D540-444F-902E-7F83EF6C108F}" destId="{D8AE8DD5-02BC-48A6-855C-82C93635321D}" srcOrd="3" destOrd="0" presId="urn:microsoft.com/office/officeart/2005/8/layout/orgChart1"/>
    <dgm:cxn modelId="{1FAE1844-D50E-4A29-9D60-682A81269DCD}" type="presParOf" srcId="{D8AE8DD5-02BC-48A6-855C-82C93635321D}" destId="{17804954-97F0-43C9-BE2F-0423A05E9DD2}" srcOrd="0" destOrd="0" presId="urn:microsoft.com/office/officeart/2005/8/layout/orgChart1"/>
    <dgm:cxn modelId="{53EC2233-1F5F-4D82-818B-2DB1EC8211E2}" type="presParOf" srcId="{17804954-97F0-43C9-BE2F-0423A05E9DD2}" destId="{E23A8842-47DB-472E-9463-9F6D26779072}" srcOrd="0" destOrd="0" presId="urn:microsoft.com/office/officeart/2005/8/layout/orgChart1"/>
    <dgm:cxn modelId="{06755278-3AA3-458A-BAD8-45909DB306DA}" type="presParOf" srcId="{17804954-97F0-43C9-BE2F-0423A05E9DD2}" destId="{5304875E-6794-463B-8A38-2E1FDE5BABDB}" srcOrd="1" destOrd="0" presId="urn:microsoft.com/office/officeart/2005/8/layout/orgChart1"/>
    <dgm:cxn modelId="{29AD69FF-EBEC-404A-8E96-062809C34FCF}" type="presParOf" srcId="{D8AE8DD5-02BC-48A6-855C-82C93635321D}" destId="{177E710E-8994-4C18-845D-6FA283F3E677}" srcOrd="1" destOrd="0" presId="urn:microsoft.com/office/officeart/2005/8/layout/orgChart1"/>
    <dgm:cxn modelId="{465007CE-52FE-42D9-BA81-3300AEF20ABA}" type="presParOf" srcId="{D8AE8DD5-02BC-48A6-855C-82C93635321D}" destId="{F3FA7754-03E1-4A7B-9784-39E0DECB25D9}" srcOrd="2" destOrd="0" presId="urn:microsoft.com/office/officeart/2005/8/layout/orgChart1"/>
    <dgm:cxn modelId="{1F40B821-CD54-4536-9397-D9E8D7841FBF}" type="presParOf" srcId="{02D75F8B-D540-444F-902E-7F83EF6C108F}" destId="{5E7D5EBB-7C5D-4E14-AAB8-BEB88A4A4B7F}" srcOrd="4" destOrd="0" presId="urn:microsoft.com/office/officeart/2005/8/layout/orgChart1"/>
    <dgm:cxn modelId="{BC0A659E-55BD-4CB9-A0D7-A565C5EEB7C4}" type="presParOf" srcId="{02D75F8B-D540-444F-902E-7F83EF6C108F}" destId="{9B17FCAB-92EF-4C56-93AA-3668BFD5D295}" srcOrd="5" destOrd="0" presId="urn:microsoft.com/office/officeart/2005/8/layout/orgChart1"/>
    <dgm:cxn modelId="{37DD597D-7270-4F68-A991-9097A8C5A78A}" type="presParOf" srcId="{9B17FCAB-92EF-4C56-93AA-3668BFD5D295}" destId="{85F019C9-882A-469F-BE57-9FFA1EDB4653}" srcOrd="0" destOrd="0" presId="urn:microsoft.com/office/officeart/2005/8/layout/orgChart1"/>
    <dgm:cxn modelId="{93D763B5-5625-44E1-A94F-9EDA5946BFD2}" type="presParOf" srcId="{85F019C9-882A-469F-BE57-9FFA1EDB4653}" destId="{5ED4DB88-48D6-467D-9903-37C8BFA12080}" srcOrd="0" destOrd="0" presId="urn:microsoft.com/office/officeart/2005/8/layout/orgChart1"/>
    <dgm:cxn modelId="{DF7BD8AE-6C93-4B53-A5BA-AF786BCAB236}" type="presParOf" srcId="{85F019C9-882A-469F-BE57-9FFA1EDB4653}" destId="{C03E6650-4F3F-4164-923F-64697DF8CDA9}" srcOrd="1" destOrd="0" presId="urn:microsoft.com/office/officeart/2005/8/layout/orgChart1"/>
    <dgm:cxn modelId="{2436A091-042E-4773-93F9-E656A5C3C781}" type="presParOf" srcId="{9B17FCAB-92EF-4C56-93AA-3668BFD5D295}" destId="{70E52A3D-105B-4819-8718-FA3EF8A6DABD}" srcOrd="1" destOrd="0" presId="urn:microsoft.com/office/officeart/2005/8/layout/orgChart1"/>
    <dgm:cxn modelId="{6551E9BE-B6BE-4C6E-A8A4-E1AC60337AE5}" type="presParOf" srcId="{9B17FCAB-92EF-4C56-93AA-3668BFD5D295}" destId="{519EFB48-826B-4BE0-BBD9-682933AB9317}" srcOrd="2" destOrd="0" presId="urn:microsoft.com/office/officeart/2005/8/layout/orgChart1"/>
    <dgm:cxn modelId="{FE09F6ED-849D-4A49-A4D4-B6AA1A734E5A}" type="presParOf" srcId="{02D75F8B-D540-444F-902E-7F83EF6C108F}" destId="{A76680A0-D94C-4876-9425-BD2ACBE015EB}" srcOrd="6" destOrd="0" presId="urn:microsoft.com/office/officeart/2005/8/layout/orgChart1"/>
    <dgm:cxn modelId="{19BE8EFA-5D71-4E5B-AE54-63DDF296D86B}" type="presParOf" srcId="{02D75F8B-D540-444F-902E-7F83EF6C108F}" destId="{A617DCD9-7D5E-435F-8BBC-6D27ADA632D4}" srcOrd="7" destOrd="0" presId="urn:microsoft.com/office/officeart/2005/8/layout/orgChart1"/>
    <dgm:cxn modelId="{96A7AF83-1976-460E-A993-9D443855E07E}" type="presParOf" srcId="{A617DCD9-7D5E-435F-8BBC-6D27ADA632D4}" destId="{0BAD7021-BFE7-4AA7-8D2F-09EC360E21EA}" srcOrd="0" destOrd="0" presId="urn:microsoft.com/office/officeart/2005/8/layout/orgChart1"/>
    <dgm:cxn modelId="{F59B73D5-2486-4599-A88C-AF63DD829FC5}" type="presParOf" srcId="{0BAD7021-BFE7-4AA7-8D2F-09EC360E21EA}" destId="{AB949CA5-5EEA-4A00-88EF-43885D56D765}" srcOrd="0" destOrd="0" presId="urn:microsoft.com/office/officeart/2005/8/layout/orgChart1"/>
    <dgm:cxn modelId="{5B2E625A-43EB-40B6-92EE-61CC5C95631C}" type="presParOf" srcId="{0BAD7021-BFE7-4AA7-8D2F-09EC360E21EA}" destId="{BB59B3FF-2CB2-4789-A023-7067EBB3985D}" srcOrd="1" destOrd="0" presId="urn:microsoft.com/office/officeart/2005/8/layout/orgChart1"/>
    <dgm:cxn modelId="{0A3A0494-FA1B-4CEC-AE2E-9C49A3E11FF3}" type="presParOf" srcId="{A617DCD9-7D5E-435F-8BBC-6D27ADA632D4}" destId="{84469143-68D5-4FE6-B73F-796D5315EECC}" srcOrd="1" destOrd="0" presId="urn:microsoft.com/office/officeart/2005/8/layout/orgChart1"/>
    <dgm:cxn modelId="{24848D16-654A-4BD2-B2B6-F910B811B8A7}" type="presParOf" srcId="{A617DCD9-7D5E-435F-8BBC-6D27ADA632D4}" destId="{DEF83AD8-1256-4854-A423-479DD49A71B8}" srcOrd="2" destOrd="0" presId="urn:microsoft.com/office/officeart/2005/8/layout/orgChart1"/>
    <dgm:cxn modelId="{50D276C0-82EE-4F74-B5B6-1E961B9EEFFF}" type="presParOf" srcId="{02D75F8B-D540-444F-902E-7F83EF6C108F}" destId="{73AA092C-F348-4D43-BA05-F3B93267D971}" srcOrd="8" destOrd="0" presId="urn:microsoft.com/office/officeart/2005/8/layout/orgChart1"/>
    <dgm:cxn modelId="{CBF7D971-15EE-472F-8D82-36C1AD66B7A8}" type="presParOf" srcId="{02D75F8B-D540-444F-902E-7F83EF6C108F}" destId="{7F9E4EFA-C772-40B6-8B5D-3C6F1B7E9BA8}" srcOrd="9" destOrd="0" presId="urn:microsoft.com/office/officeart/2005/8/layout/orgChart1"/>
    <dgm:cxn modelId="{D4F11026-BCA4-4EF8-B358-9624038F0CEA}" type="presParOf" srcId="{7F9E4EFA-C772-40B6-8B5D-3C6F1B7E9BA8}" destId="{AE76FFEF-725B-4962-BA08-202F8F0282C4}" srcOrd="0" destOrd="0" presId="urn:microsoft.com/office/officeart/2005/8/layout/orgChart1"/>
    <dgm:cxn modelId="{19C684D6-AEC4-4AF0-95C0-E40A5D98431F}" type="presParOf" srcId="{AE76FFEF-725B-4962-BA08-202F8F0282C4}" destId="{211B4F57-0A09-401B-B60A-0BA9C7DFC24D}" srcOrd="0" destOrd="0" presId="urn:microsoft.com/office/officeart/2005/8/layout/orgChart1"/>
    <dgm:cxn modelId="{E4F1ECB5-E275-4145-81AE-D85A92B93FBE}" type="presParOf" srcId="{AE76FFEF-725B-4962-BA08-202F8F0282C4}" destId="{2B3A4619-B730-4CEA-BB65-7351646026B3}" srcOrd="1" destOrd="0" presId="urn:microsoft.com/office/officeart/2005/8/layout/orgChart1"/>
    <dgm:cxn modelId="{09743F27-EC9D-476E-9991-7D2725C60071}" type="presParOf" srcId="{7F9E4EFA-C772-40B6-8B5D-3C6F1B7E9BA8}" destId="{D4C443E3-3DD7-4E2A-870F-A9FE716B5734}" srcOrd="1" destOrd="0" presId="urn:microsoft.com/office/officeart/2005/8/layout/orgChart1"/>
    <dgm:cxn modelId="{19E80765-4EA3-4B61-95A6-B64F9E2D1917}" type="presParOf" srcId="{7F9E4EFA-C772-40B6-8B5D-3C6F1B7E9BA8}" destId="{76D824E7-97C6-4E12-91EE-58E70C22A1D9}" srcOrd="2" destOrd="0" presId="urn:microsoft.com/office/officeart/2005/8/layout/orgChart1"/>
    <dgm:cxn modelId="{60506BF7-31C5-4155-9B35-8D7663498F56}" type="presParOf" srcId="{02D75F8B-D540-444F-902E-7F83EF6C108F}" destId="{8D05F1D0-1894-4299-B798-E8F274871921}" srcOrd="10" destOrd="0" presId="urn:microsoft.com/office/officeart/2005/8/layout/orgChart1"/>
    <dgm:cxn modelId="{84524E06-1EE7-4138-8397-E49AC5B881E6}" type="presParOf" srcId="{02D75F8B-D540-444F-902E-7F83EF6C108F}" destId="{967AC2DA-694B-4481-8E41-FDE625AD12B5}" srcOrd="11" destOrd="0" presId="urn:microsoft.com/office/officeart/2005/8/layout/orgChart1"/>
    <dgm:cxn modelId="{6A6BE1C2-C91E-4D0F-BAD7-9E7CDF8C5F3A}" type="presParOf" srcId="{967AC2DA-694B-4481-8E41-FDE625AD12B5}" destId="{F0A4ED01-1CFE-4514-9008-9A1F63633484}" srcOrd="0" destOrd="0" presId="urn:microsoft.com/office/officeart/2005/8/layout/orgChart1"/>
    <dgm:cxn modelId="{5DC25345-6A6E-40F3-900D-9864F89AC291}" type="presParOf" srcId="{F0A4ED01-1CFE-4514-9008-9A1F63633484}" destId="{85522D5B-892E-46EC-AFD0-8CF00F1ED0FC}" srcOrd="0" destOrd="0" presId="urn:microsoft.com/office/officeart/2005/8/layout/orgChart1"/>
    <dgm:cxn modelId="{0FAB1486-5A4E-4ECD-B2E7-29CBB4231704}" type="presParOf" srcId="{F0A4ED01-1CFE-4514-9008-9A1F63633484}" destId="{CEBF9439-F4CD-4BDA-B24C-9F27DF4C47DB}" srcOrd="1" destOrd="0" presId="urn:microsoft.com/office/officeart/2005/8/layout/orgChart1"/>
    <dgm:cxn modelId="{291B2EFE-DBE0-4876-823C-5E4E90875ED1}" type="presParOf" srcId="{967AC2DA-694B-4481-8E41-FDE625AD12B5}" destId="{3311D1DC-F884-4D40-BD56-3A271C867018}" srcOrd="1" destOrd="0" presId="urn:microsoft.com/office/officeart/2005/8/layout/orgChart1"/>
    <dgm:cxn modelId="{061861CC-B2FE-4D61-96A1-3D52B2681CD5}" type="presParOf" srcId="{967AC2DA-694B-4481-8E41-FDE625AD12B5}" destId="{07AF7CCA-56C3-42B7-B605-D2FD6AC8BF92}" srcOrd="2" destOrd="0" presId="urn:microsoft.com/office/officeart/2005/8/layout/orgChart1"/>
    <dgm:cxn modelId="{BA73F8C4-ACDF-458C-8238-C7B28DD4B131}" type="presParOf" srcId="{19AABB88-5723-4DF7-B513-C52C6D48C029}" destId="{E11A6F86-315D-407F-BC9F-E52937751E6F}" srcOrd="2" destOrd="0" presId="urn:microsoft.com/office/officeart/2005/8/layout/orgChart1"/>
    <dgm:cxn modelId="{FF6CFB44-A870-41BF-B83B-6641CE5E6121}"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chemeClr val="bg1"/>
        </a:solidFill>
      </dgm:spPr>
      <dgm:t>
        <a:bodyPr/>
        <a:lstStyle/>
        <a:p>
          <a:r>
            <a:rPr lang="en-US" b="0" noProof="0" dirty="0">
              <a:solidFill>
                <a:schemeClr val="tx1"/>
              </a:solidFill>
            </a:rPr>
            <a:t>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a:solidFill>
          <a:schemeClr val="bg1"/>
        </a:solidFill>
      </dgm:spPr>
      <dgm:t>
        <a:bodyPr/>
        <a:lstStyle/>
        <a:p>
          <a:r>
            <a:rPr lang="en-US" b="0" noProof="0" dirty="0">
              <a:solidFill>
                <a:schemeClr val="tx1"/>
              </a:solidFill>
            </a:rPr>
            <a:t>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a:solidFill>
          <a:schemeClr val="bg1"/>
        </a:solidFill>
      </dgm:spPr>
      <dgm:t>
        <a:bodyPr/>
        <a:lstStyle/>
        <a:p>
          <a:r>
            <a:rPr lang="en-US" b="0" noProof="0" dirty="0">
              <a:solidFill>
                <a:schemeClr val="tx1"/>
              </a:solidFill>
            </a:rPr>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a:solidFill>
          <a:srgbClr val="FF0000"/>
        </a:solidFill>
      </dgm:spPr>
      <dgm:t>
        <a:bodyPr/>
        <a:lstStyle/>
        <a:p>
          <a:r>
            <a:rPr lang="en-US" b="1" noProof="0" dirty="0">
              <a:solidFill>
                <a:schemeClr val="bg1"/>
              </a:solidFill>
            </a:rPr>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AD5B3414-42EE-4E22-B9FF-8727658E27C8}" srcId="{5732FC7C-4D05-465A-8F87-65FADF2CF1F3}" destId="{910CEB26-5683-4E54-8BF2-717468D36E57}" srcOrd="0" destOrd="0" parTransId="{C5D0D7EB-D89F-456B-B36B-F9C82B8E8397}" sibTransId="{77207E75-ACC8-4387-A11D-7B8BE81CED65}"/>
    <dgm:cxn modelId="{92EFD525-535E-4617-9010-F41BB5C948DB}" type="presOf" srcId="{50955908-1694-482D-BD6F-C04C01D438DC}" destId="{CEBF9439-F4CD-4BDA-B24C-9F27DF4C47DB}" srcOrd="1" destOrd="0" presId="urn:microsoft.com/office/officeart/2005/8/layout/orgChart1"/>
    <dgm:cxn modelId="{DE0B2727-C5EF-4C26-931E-02873B1E6431}" type="presOf" srcId="{910CEB26-5683-4E54-8BF2-717468D36E57}" destId="{C541BE7D-C1EE-4D07-8020-0D2AEE3BC172}" srcOrd="1"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B413FA2E-BE5C-4D4A-B2BB-97BF0E38EC28}" type="presOf" srcId="{DD5E7C8F-E225-4B9C-AD21-EA6BE6352751}" destId="{C03E6650-4F3F-4164-923F-64697DF8CDA9}" srcOrd="1" destOrd="0" presId="urn:microsoft.com/office/officeart/2005/8/layout/orgChart1"/>
    <dgm:cxn modelId="{8DEB5A30-FEAC-4039-A3FC-BB963A977651}" type="presOf" srcId="{7C69A925-A39E-4BB5-B363-D96809E3EC1C}" destId="{4B5389D9-B13C-48A2-B3BF-48F9B84F66F0}" srcOrd="0" destOrd="0" presId="urn:microsoft.com/office/officeart/2005/8/layout/orgChart1"/>
    <dgm:cxn modelId="{A3CB9F30-F1DA-4C20-AED3-7CEFC824996C}" type="presOf" srcId="{0BED9D0E-4419-4707-89C0-033B2C08A8BA}" destId="{5304875E-6794-463B-8A38-2E1FDE5BABDB}" srcOrd="1"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2499015C-D15B-43C2-A229-559C6A055C82}" type="presOf" srcId="{0EB1F6BB-6BFD-47ED-9B03-CB660E4820A0}" destId="{BB59B3FF-2CB2-4789-A023-7067EBB3985D}" srcOrd="1" destOrd="0" presId="urn:microsoft.com/office/officeart/2005/8/layout/orgChart1"/>
    <dgm:cxn modelId="{C137DC67-6B05-4C9D-933D-8DD00C5D2D5F}" type="presOf" srcId="{5732FC7C-4D05-465A-8F87-65FADF2CF1F3}" destId="{B2DCE1C1-4CA4-47B1-B9E1-8761E3CD6C62}" srcOrd="0" destOrd="0" presId="urn:microsoft.com/office/officeart/2005/8/layout/orgChart1"/>
    <dgm:cxn modelId="{92E6E44A-8522-4B6D-9F3F-327A420CE902}" type="presOf" srcId="{42E9A6CC-FBDC-4FA5-8F60-EC35F72D7746}" destId="{8D05F1D0-1894-4299-B798-E8F274871921}" srcOrd="0" destOrd="0" presId="urn:microsoft.com/office/officeart/2005/8/layout/orgChart1"/>
    <dgm:cxn modelId="{2823F86B-3F57-4FC7-BBB8-06758B95B7DA}" type="presOf" srcId="{F36CAF5D-5C5C-4E53-9C4B-9D7BA43D08CB}" destId="{098F8F92-5D01-4829-BD12-20A4C33A56BA}" srcOrd="0" destOrd="0" presId="urn:microsoft.com/office/officeart/2005/8/layout/orgChart1"/>
    <dgm:cxn modelId="{28EE6170-CB73-4890-A8CF-78FE057C4A57}" type="presOf" srcId="{3F64DD8B-D8A1-4FEC-BE6C-DAE71BED4B23}" destId="{000F4AD4-046D-4206-95A7-9833B6F682CA}" srcOrd="1" destOrd="0" presId="urn:microsoft.com/office/officeart/2005/8/layout/orgChart1"/>
    <dgm:cxn modelId="{B5369E58-F5FF-4737-9212-8EAF411155D3}" type="presOf" srcId="{50955908-1694-482D-BD6F-C04C01D438DC}" destId="{85522D5B-892E-46EC-AFD0-8CF00F1ED0FC}" srcOrd="0" destOrd="0" presId="urn:microsoft.com/office/officeart/2005/8/layout/orgChart1"/>
    <dgm:cxn modelId="{64E00E7E-FBF3-47DF-B506-907F037F540D}" type="presOf" srcId="{6D951906-95CE-4054-B2EF-9AFA0DE76DD6}" destId="{2B3A4619-B730-4CEA-BB65-7351646026B3}" srcOrd="1"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6257C86-F30A-4530-9015-41963608071B}" type="presOf" srcId="{1B1AC38C-8E1D-4D15-97EB-5AB2E357526A}" destId="{7563B796-8385-456C-A9D1-80D29D1A2991}" srcOrd="0" destOrd="0" presId="urn:microsoft.com/office/officeart/2005/8/layout/orgChart1"/>
    <dgm:cxn modelId="{B42DA488-59FA-4758-A44E-D3CB6454D9BE}" srcId="{3F64DD8B-D8A1-4FEC-BE6C-DAE71BED4B23}" destId="{50955908-1694-482D-BD6F-C04C01D438DC}" srcOrd="5" destOrd="0" parTransId="{42E9A6CC-FBDC-4FA5-8F60-EC35F72D7746}" sibTransId="{8DF1D480-9C53-4874-BC3C-EE918C131801}"/>
    <dgm:cxn modelId="{87328689-31E2-4E16-8BEA-5C704700F7C1}" type="presOf" srcId="{0BED9D0E-4419-4707-89C0-033B2C08A8BA}" destId="{E23A8842-47DB-472E-9463-9F6D26779072}" srcOrd="0" destOrd="0" presId="urn:microsoft.com/office/officeart/2005/8/layout/orgChart1"/>
    <dgm:cxn modelId="{213D908D-0DD6-43B7-BAE1-EED33485B963}" srcId="{3F64DD8B-D8A1-4FEC-BE6C-DAE71BED4B23}" destId="{DD5E7C8F-E225-4B9C-AD21-EA6BE6352751}" srcOrd="2" destOrd="0" parTransId="{A56BCF70-C320-495F-9D47-D102341DA2FB}" sibTransId="{4D4925AE-FAC2-4A31-8E19-C98746E38685}"/>
    <dgm:cxn modelId="{064A0B8E-9678-4F26-82A0-B61E52C9E807}" type="presOf" srcId="{0EB1F6BB-6BFD-47ED-9B03-CB660E4820A0}" destId="{AB949CA5-5EEA-4A00-88EF-43885D56D765}" srcOrd="0" destOrd="0" presId="urn:microsoft.com/office/officeart/2005/8/layout/orgChart1"/>
    <dgm:cxn modelId="{9903B79E-E630-4352-BC89-AA044AD78947}" type="presOf" srcId="{A56BCF70-C320-495F-9D47-D102341DA2FB}" destId="{5E7D5EBB-7C5D-4E14-AAB8-BEB88A4A4B7F}" srcOrd="0"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2287A1AD-CD91-457A-A866-042EFBE8E0A8}" type="presOf" srcId="{F8A19A4D-577C-45FD-BA30-8EFF44878AED}" destId="{A76680A0-D94C-4876-9425-BD2ACBE015EB}" srcOrd="0" destOrd="0" presId="urn:microsoft.com/office/officeart/2005/8/layout/orgChart1"/>
    <dgm:cxn modelId="{9CCDC1AE-5ECC-47E6-AED0-819BA1FF356F}" type="presOf" srcId="{6D951906-95CE-4054-B2EF-9AFA0DE76DD6}" destId="{211B4F57-0A09-401B-B60A-0BA9C7DFC24D}" srcOrd="0" destOrd="0" presId="urn:microsoft.com/office/officeart/2005/8/layout/orgChart1"/>
    <dgm:cxn modelId="{02553CB2-EE55-44C1-B9BE-CE6E29ED0412}" type="presOf" srcId="{7C69A925-A39E-4BB5-B363-D96809E3EC1C}" destId="{FBC8F129-5F57-4A1A-9A97-4EFE434EF3B4}" srcOrd="1" destOrd="0" presId="urn:microsoft.com/office/officeart/2005/8/layout/orgChart1"/>
    <dgm:cxn modelId="{9CF14FBA-AF74-474F-9F32-3A13D527DEAA}" type="presOf" srcId="{DD5E7C8F-E225-4B9C-AD21-EA6BE6352751}" destId="{5ED4DB88-48D6-467D-9903-37C8BFA12080}" srcOrd="0" destOrd="0" presId="urn:microsoft.com/office/officeart/2005/8/layout/orgChart1"/>
    <dgm:cxn modelId="{486F1CC3-9EDD-4E69-9904-11165F72BC9C}" type="presOf" srcId="{3F64DD8B-D8A1-4FEC-BE6C-DAE71BED4B23}" destId="{23BC9DEC-491D-4FB7-A841-E6D19B57FCD7}" srcOrd="0" destOrd="0" presId="urn:microsoft.com/office/officeart/2005/8/layout/orgChart1"/>
    <dgm:cxn modelId="{494639CE-8927-437F-9218-432A8F86726B}" type="presOf" srcId="{49E2CD8A-BB77-4314-A1E6-152F6F158413}" destId="{6C62C63C-2189-4BF9-9749-73C32BEF5B0B}"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65EA3DE3-A245-4240-94A9-2F5FB9CE27EA}" type="presOf" srcId="{910CEB26-5683-4E54-8BF2-717468D36E57}" destId="{8168D708-111D-4BFD-A76B-53BE00A2051E}" srcOrd="0" destOrd="0" presId="urn:microsoft.com/office/officeart/2005/8/layout/orgChart1"/>
    <dgm:cxn modelId="{4EE5E5E3-3653-4910-B39D-8D1A7AF31F6B}" type="presOf" srcId="{A4D5C85F-2134-4863-BF03-B90ED721C422}" destId="{73AA092C-F348-4D43-BA05-F3B93267D971}" srcOrd="0" destOrd="0" presId="urn:microsoft.com/office/officeart/2005/8/layout/orgChart1"/>
    <dgm:cxn modelId="{107E5F57-4515-4F35-AF72-7F2936722BC8}" type="presParOf" srcId="{B2DCE1C1-4CA4-47B1-B9E1-8761E3CD6C62}" destId="{DB645ACD-5B55-41EA-B1D3-8D86921AE2E6}" srcOrd="0" destOrd="0" presId="urn:microsoft.com/office/officeart/2005/8/layout/orgChart1"/>
    <dgm:cxn modelId="{E3CC2588-3072-4B60-8182-6772094429CD}" type="presParOf" srcId="{DB645ACD-5B55-41EA-B1D3-8D86921AE2E6}" destId="{9932454F-CCE1-420C-8164-F95895ABC91E}" srcOrd="0" destOrd="0" presId="urn:microsoft.com/office/officeart/2005/8/layout/orgChart1"/>
    <dgm:cxn modelId="{6431270A-05AC-40E4-AEF3-C7A814E75705}" type="presParOf" srcId="{9932454F-CCE1-420C-8164-F95895ABC91E}" destId="{8168D708-111D-4BFD-A76B-53BE00A2051E}" srcOrd="0" destOrd="0" presId="urn:microsoft.com/office/officeart/2005/8/layout/orgChart1"/>
    <dgm:cxn modelId="{2EDB3F97-EFA8-4C7C-A76A-E34733C3C4F1}" type="presParOf" srcId="{9932454F-CCE1-420C-8164-F95895ABC91E}" destId="{C541BE7D-C1EE-4D07-8020-0D2AEE3BC172}" srcOrd="1" destOrd="0" presId="urn:microsoft.com/office/officeart/2005/8/layout/orgChart1"/>
    <dgm:cxn modelId="{FFFE4405-B32A-4592-91C6-8F02090D33E0}" type="presParOf" srcId="{DB645ACD-5B55-41EA-B1D3-8D86921AE2E6}" destId="{7F162232-1235-4DCE-9EDC-E1B61298E7A5}" srcOrd="1" destOrd="0" presId="urn:microsoft.com/office/officeart/2005/8/layout/orgChart1"/>
    <dgm:cxn modelId="{C0853C0B-3B12-47FA-B92B-81FF609CF978}" type="presParOf" srcId="{7F162232-1235-4DCE-9EDC-E1B61298E7A5}" destId="{7563B796-8385-456C-A9D1-80D29D1A2991}" srcOrd="0" destOrd="0" presId="urn:microsoft.com/office/officeart/2005/8/layout/orgChart1"/>
    <dgm:cxn modelId="{941F50C0-C81C-409A-933A-941ED9670773}" type="presParOf" srcId="{7F162232-1235-4DCE-9EDC-E1B61298E7A5}" destId="{19AABB88-5723-4DF7-B513-C52C6D48C029}" srcOrd="1" destOrd="0" presId="urn:microsoft.com/office/officeart/2005/8/layout/orgChart1"/>
    <dgm:cxn modelId="{860A1EEE-77DA-4A2D-80BF-1C7C537475D6}" type="presParOf" srcId="{19AABB88-5723-4DF7-B513-C52C6D48C029}" destId="{123E00F8-9960-49F4-AC78-A55B68325C65}" srcOrd="0" destOrd="0" presId="urn:microsoft.com/office/officeart/2005/8/layout/orgChart1"/>
    <dgm:cxn modelId="{CB376E8C-80DD-4E79-9F23-84A14D65B393}" type="presParOf" srcId="{123E00F8-9960-49F4-AC78-A55B68325C65}" destId="{23BC9DEC-491D-4FB7-A841-E6D19B57FCD7}" srcOrd="0" destOrd="0" presId="urn:microsoft.com/office/officeart/2005/8/layout/orgChart1"/>
    <dgm:cxn modelId="{2B262B15-161D-4FAD-8C1B-6D5B4C1FC9D8}" type="presParOf" srcId="{123E00F8-9960-49F4-AC78-A55B68325C65}" destId="{000F4AD4-046D-4206-95A7-9833B6F682CA}" srcOrd="1" destOrd="0" presId="urn:microsoft.com/office/officeart/2005/8/layout/orgChart1"/>
    <dgm:cxn modelId="{48384FF1-0DFA-4EED-B319-0F23F2AE4993}" type="presParOf" srcId="{19AABB88-5723-4DF7-B513-C52C6D48C029}" destId="{02D75F8B-D540-444F-902E-7F83EF6C108F}" srcOrd="1" destOrd="0" presId="urn:microsoft.com/office/officeart/2005/8/layout/orgChart1"/>
    <dgm:cxn modelId="{2D10C1D7-984C-4A1F-987F-22DD868A6FBE}" type="presParOf" srcId="{02D75F8B-D540-444F-902E-7F83EF6C108F}" destId="{6C62C63C-2189-4BF9-9749-73C32BEF5B0B}" srcOrd="0" destOrd="0" presId="urn:microsoft.com/office/officeart/2005/8/layout/orgChart1"/>
    <dgm:cxn modelId="{706CA148-94AF-4686-8D4A-1A9147381EDC}" type="presParOf" srcId="{02D75F8B-D540-444F-902E-7F83EF6C108F}" destId="{22347C40-84C7-403E-8689-A7B76C71821B}" srcOrd="1" destOrd="0" presId="urn:microsoft.com/office/officeart/2005/8/layout/orgChart1"/>
    <dgm:cxn modelId="{4DA3B4E5-9D67-484E-B0B9-8A79F8011F8F}" type="presParOf" srcId="{22347C40-84C7-403E-8689-A7B76C71821B}" destId="{E4C8EF38-B227-498D-BE48-2C1145A6A2C1}" srcOrd="0" destOrd="0" presId="urn:microsoft.com/office/officeart/2005/8/layout/orgChart1"/>
    <dgm:cxn modelId="{31EC0B36-83CE-472F-83DA-70212E1AC3F3}" type="presParOf" srcId="{E4C8EF38-B227-498D-BE48-2C1145A6A2C1}" destId="{4B5389D9-B13C-48A2-B3BF-48F9B84F66F0}" srcOrd="0" destOrd="0" presId="urn:microsoft.com/office/officeart/2005/8/layout/orgChart1"/>
    <dgm:cxn modelId="{0835516F-8382-4245-9B9B-A0FF55B7041D}" type="presParOf" srcId="{E4C8EF38-B227-498D-BE48-2C1145A6A2C1}" destId="{FBC8F129-5F57-4A1A-9A97-4EFE434EF3B4}" srcOrd="1" destOrd="0" presId="urn:microsoft.com/office/officeart/2005/8/layout/orgChart1"/>
    <dgm:cxn modelId="{D98FD852-1EBE-4EA9-A4CC-160A3C9E9DF8}" type="presParOf" srcId="{22347C40-84C7-403E-8689-A7B76C71821B}" destId="{ECB3CCA3-3645-4034-A26F-810609C4CC5F}" srcOrd="1" destOrd="0" presId="urn:microsoft.com/office/officeart/2005/8/layout/orgChart1"/>
    <dgm:cxn modelId="{1C7028C7-EE25-4243-987B-486CBD484E89}" type="presParOf" srcId="{22347C40-84C7-403E-8689-A7B76C71821B}" destId="{17E02F64-CA2C-499A-86D2-2DF203D864AB}" srcOrd="2" destOrd="0" presId="urn:microsoft.com/office/officeart/2005/8/layout/orgChart1"/>
    <dgm:cxn modelId="{9A9D04C7-3C36-434E-868A-1B4D6702D533}" type="presParOf" srcId="{02D75F8B-D540-444F-902E-7F83EF6C108F}" destId="{098F8F92-5D01-4829-BD12-20A4C33A56BA}" srcOrd="2" destOrd="0" presId="urn:microsoft.com/office/officeart/2005/8/layout/orgChart1"/>
    <dgm:cxn modelId="{8EF6567C-50C1-4EA6-AF4A-03C38C18A182}" type="presParOf" srcId="{02D75F8B-D540-444F-902E-7F83EF6C108F}" destId="{D8AE8DD5-02BC-48A6-855C-82C93635321D}" srcOrd="3" destOrd="0" presId="urn:microsoft.com/office/officeart/2005/8/layout/orgChart1"/>
    <dgm:cxn modelId="{ED437B44-9BEA-474B-B66D-9FEF97ADF034}" type="presParOf" srcId="{D8AE8DD5-02BC-48A6-855C-82C93635321D}" destId="{17804954-97F0-43C9-BE2F-0423A05E9DD2}" srcOrd="0" destOrd="0" presId="urn:microsoft.com/office/officeart/2005/8/layout/orgChart1"/>
    <dgm:cxn modelId="{C38C8486-248C-4C3B-9B04-93222FFC8DB5}" type="presParOf" srcId="{17804954-97F0-43C9-BE2F-0423A05E9DD2}" destId="{E23A8842-47DB-472E-9463-9F6D26779072}" srcOrd="0" destOrd="0" presId="urn:microsoft.com/office/officeart/2005/8/layout/orgChart1"/>
    <dgm:cxn modelId="{7B9AC142-1821-457B-9F6F-05988FCB56D1}" type="presParOf" srcId="{17804954-97F0-43C9-BE2F-0423A05E9DD2}" destId="{5304875E-6794-463B-8A38-2E1FDE5BABDB}" srcOrd="1" destOrd="0" presId="urn:microsoft.com/office/officeart/2005/8/layout/orgChart1"/>
    <dgm:cxn modelId="{B3E22751-82A1-4CD0-8EA9-F4785BD30306}" type="presParOf" srcId="{D8AE8DD5-02BC-48A6-855C-82C93635321D}" destId="{177E710E-8994-4C18-845D-6FA283F3E677}" srcOrd="1" destOrd="0" presId="urn:microsoft.com/office/officeart/2005/8/layout/orgChart1"/>
    <dgm:cxn modelId="{23D176D2-1177-45C7-82C9-453327FCB5B6}" type="presParOf" srcId="{D8AE8DD5-02BC-48A6-855C-82C93635321D}" destId="{F3FA7754-03E1-4A7B-9784-39E0DECB25D9}" srcOrd="2" destOrd="0" presId="urn:microsoft.com/office/officeart/2005/8/layout/orgChart1"/>
    <dgm:cxn modelId="{53255E1F-F186-454E-B8A2-BCA61ED3641F}" type="presParOf" srcId="{02D75F8B-D540-444F-902E-7F83EF6C108F}" destId="{5E7D5EBB-7C5D-4E14-AAB8-BEB88A4A4B7F}" srcOrd="4" destOrd="0" presId="urn:microsoft.com/office/officeart/2005/8/layout/orgChart1"/>
    <dgm:cxn modelId="{CA4F6425-EECE-4398-ABF9-0E96F7C29B77}" type="presParOf" srcId="{02D75F8B-D540-444F-902E-7F83EF6C108F}" destId="{9B17FCAB-92EF-4C56-93AA-3668BFD5D295}" srcOrd="5" destOrd="0" presId="urn:microsoft.com/office/officeart/2005/8/layout/orgChart1"/>
    <dgm:cxn modelId="{67E52946-7412-4303-B5E8-8AF243695BFC}" type="presParOf" srcId="{9B17FCAB-92EF-4C56-93AA-3668BFD5D295}" destId="{85F019C9-882A-469F-BE57-9FFA1EDB4653}" srcOrd="0" destOrd="0" presId="urn:microsoft.com/office/officeart/2005/8/layout/orgChart1"/>
    <dgm:cxn modelId="{B4505CD2-3DD7-40C4-8C5C-906B89A10570}" type="presParOf" srcId="{85F019C9-882A-469F-BE57-9FFA1EDB4653}" destId="{5ED4DB88-48D6-467D-9903-37C8BFA12080}" srcOrd="0" destOrd="0" presId="urn:microsoft.com/office/officeart/2005/8/layout/orgChart1"/>
    <dgm:cxn modelId="{50B35E68-CE0B-49F9-AB2C-46AC1A47CADA}" type="presParOf" srcId="{85F019C9-882A-469F-BE57-9FFA1EDB4653}" destId="{C03E6650-4F3F-4164-923F-64697DF8CDA9}" srcOrd="1" destOrd="0" presId="urn:microsoft.com/office/officeart/2005/8/layout/orgChart1"/>
    <dgm:cxn modelId="{C1EFBFE3-5F10-471C-B642-7178428A6600}" type="presParOf" srcId="{9B17FCAB-92EF-4C56-93AA-3668BFD5D295}" destId="{70E52A3D-105B-4819-8718-FA3EF8A6DABD}" srcOrd="1" destOrd="0" presId="urn:microsoft.com/office/officeart/2005/8/layout/orgChart1"/>
    <dgm:cxn modelId="{0EBCBDDD-31CA-4529-83EC-ABE257592C1D}" type="presParOf" srcId="{9B17FCAB-92EF-4C56-93AA-3668BFD5D295}" destId="{519EFB48-826B-4BE0-BBD9-682933AB9317}" srcOrd="2" destOrd="0" presId="urn:microsoft.com/office/officeart/2005/8/layout/orgChart1"/>
    <dgm:cxn modelId="{6633725C-D36C-4C7F-9B7B-293D2535A4AE}" type="presParOf" srcId="{02D75F8B-D540-444F-902E-7F83EF6C108F}" destId="{A76680A0-D94C-4876-9425-BD2ACBE015EB}" srcOrd="6" destOrd="0" presId="urn:microsoft.com/office/officeart/2005/8/layout/orgChart1"/>
    <dgm:cxn modelId="{7BCD7350-C6C2-47A7-84BD-3FC92758B429}" type="presParOf" srcId="{02D75F8B-D540-444F-902E-7F83EF6C108F}" destId="{A617DCD9-7D5E-435F-8BBC-6D27ADA632D4}" srcOrd="7" destOrd="0" presId="urn:microsoft.com/office/officeart/2005/8/layout/orgChart1"/>
    <dgm:cxn modelId="{B10CFDA3-29B8-4E9D-BF50-3C71AC138A3A}" type="presParOf" srcId="{A617DCD9-7D5E-435F-8BBC-6D27ADA632D4}" destId="{0BAD7021-BFE7-4AA7-8D2F-09EC360E21EA}" srcOrd="0" destOrd="0" presId="urn:microsoft.com/office/officeart/2005/8/layout/orgChart1"/>
    <dgm:cxn modelId="{5802D983-B7D9-4039-8F71-E1AD8BCDE208}" type="presParOf" srcId="{0BAD7021-BFE7-4AA7-8D2F-09EC360E21EA}" destId="{AB949CA5-5EEA-4A00-88EF-43885D56D765}" srcOrd="0" destOrd="0" presId="urn:microsoft.com/office/officeart/2005/8/layout/orgChart1"/>
    <dgm:cxn modelId="{13A074B6-13AA-4FFD-A21E-1B5C0853C768}" type="presParOf" srcId="{0BAD7021-BFE7-4AA7-8D2F-09EC360E21EA}" destId="{BB59B3FF-2CB2-4789-A023-7067EBB3985D}" srcOrd="1" destOrd="0" presId="urn:microsoft.com/office/officeart/2005/8/layout/orgChart1"/>
    <dgm:cxn modelId="{F5DFF889-2733-4E5F-AD5F-9672C0103E4E}" type="presParOf" srcId="{A617DCD9-7D5E-435F-8BBC-6D27ADA632D4}" destId="{84469143-68D5-4FE6-B73F-796D5315EECC}" srcOrd="1" destOrd="0" presId="urn:microsoft.com/office/officeart/2005/8/layout/orgChart1"/>
    <dgm:cxn modelId="{054FCB56-8B69-4444-83F9-C2CFD7519728}" type="presParOf" srcId="{A617DCD9-7D5E-435F-8BBC-6D27ADA632D4}" destId="{DEF83AD8-1256-4854-A423-479DD49A71B8}" srcOrd="2" destOrd="0" presId="urn:microsoft.com/office/officeart/2005/8/layout/orgChart1"/>
    <dgm:cxn modelId="{485FD838-6754-4F2B-A55D-FADC3FE48A4A}" type="presParOf" srcId="{02D75F8B-D540-444F-902E-7F83EF6C108F}" destId="{73AA092C-F348-4D43-BA05-F3B93267D971}" srcOrd="8" destOrd="0" presId="urn:microsoft.com/office/officeart/2005/8/layout/orgChart1"/>
    <dgm:cxn modelId="{AEEC82B4-94F9-4614-91C5-9E419D99938E}" type="presParOf" srcId="{02D75F8B-D540-444F-902E-7F83EF6C108F}" destId="{7F9E4EFA-C772-40B6-8B5D-3C6F1B7E9BA8}" srcOrd="9" destOrd="0" presId="urn:microsoft.com/office/officeart/2005/8/layout/orgChart1"/>
    <dgm:cxn modelId="{BEE99B66-B76D-44DC-9A46-21228C864910}" type="presParOf" srcId="{7F9E4EFA-C772-40B6-8B5D-3C6F1B7E9BA8}" destId="{AE76FFEF-725B-4962-BA08-202F8F0282C4}" srcOrd="0" destOrd="0" presId="urn:microsoft.com/office/officeart/2005/8/layout/orgChart1"/>
    <dgm:cxn modelId="{F86E7B2F-3097-4C72-BA1A-ED252FF566F1}" type="presParOf" srcId="{AE76FFEF-725B-4962-BA08-202F8F0282C4}" destId="{211B4F57-0A09-401B-B60A-0BA9C7DFC24D}" srcOrd="0" destOrd="0" presId="urn:microsoft.com/office/officeart/2005/8/layout/orgChart1"/>
    <dgm:cxn modelId="{BB7FC9A8-52AD-45F0-A9B3-43BF53850B4A}" type="presParOf" srcId="{AE76FFEF-725B-4962-BA08-202F8F0282C4}" destId="{2B3A4619-B730-4CEA-BB65-7351646026B3}" srcOrd="1" destOrd="0" presId="urn:microsoft.com/office/officeart/2005/8/layout/orgChart1"/>
    <dgm:cxn modelId="{73CFD0F9-4CCD-4BEF-87A5-CAA8FAAAD5A0}" type="presParOf" srcId="{7F9E4EFA-C772-40B6-8B5D-3C6F1B7E9BA8}" destId="{D4C443E3-3DD7-4E2A-870F-A9FE716B5734}" srcOrd="1" destOrd="0" presId="urn:microsoft.com/office/officeart/2005/8/layout/orgChart1"/>
    <dgm:cxn modelId="{CADBBAF5-8AFA-41AC-A76D-99D5B036278B}" type="presParOf" srcId="{7F9E4EFA-C772-40B6-8B5D-3C6F1B7E9BA8}" destId="{76D824E7-97C6-4E12-91EE-58E70C22A1D9}" srcOrd="2" destOrd="0" presId="urn:microsoft.com/office/officeart/2005/8/layout/orgChart1"/>
    <dgm:cxn modelId="{2548D3AB-92B3-45C4-B9B1-249C69E2E054}" type="presParOf" srcId="{02D75F8B-D540-444F-902E-7F83EF6C108F}" destId="{8D05F1D0-1894-4299-B798-E8F274871921}" srcOrd="10" destOrd="0" presId="urn:microsoft.com/office/officeart/2005/8/layout/orgChart1"/>
    <dgm:cxn modelId="{519826C8-8A30-4988-8834-9ECA334042ED}" type="presParOf" srcId="{02D75F8B-D540-444F-902E-7F83EF6C108F}" destId="{967AC2DA-694B-4481-8E41-FDE625AD12B5}" srcOrd="11" destOrd="0" presId="urn:microsoft.com/office/officeart/2005/8/layout/orgChart1"/>
    <dgm:cxn modelId="{908F04B1-2E10-4A26-9598-9A0253051E6E}" type="presParOf" srcId="{967AC2DA-694B-4481-8E41-FDE625AD12B5}" destId="{F0A4ED01-1CFE-4514-9008-9A1F63633484}" srcOrd="0" destOrd="0" presId="urn:microsoft.com/office/officeart/2005/8/layout/orgChart1"/>
    <dgm:cxn modelId="{7D445DB0-4A0F-45C3-8C1B-1F458833565D}" type="presParOf" srcId="{F0A4ED01-1CFE-4514-9008-9A1F63633484}" destId="{85522D5B-892E-46EC-AFD0-8CF00F1ED0FC}" srcOrd="0" destOrd="0" presId="urn:microsoft.com/office/officeart/2005/8/layout/orgChart1"/>
    <dgm:cxn modelId="{ED26AAB6-753A-4915-95AD-1D3B97D92542}" type="presParOf" srcId="{F0A4ED01-1CFE-4514-9008-9A1F63633484}" destId="{CEBF9439-F4CD-4BDA-B24C-9F27DF4C47DB}" srcOrd="1" destOrd="0" presId="urn:microsoft.com/office/officeart/2005/8/layout/orgChart1"/>
    <dgm:cxn modelId="{3575AF42-2518-46FC-B28B-35E15A5F30E1}" type="presParOf" srcId="{967AC2DA-694B-4481-8E41-FDE625AD12B5}" destId="{3311D1DC-F884-4D40-BD56-3A271C867018}" srcOrd="1" destOrd="0" presId="urn:microsoft.com/office/officeart/2005/8/layout/orgChart1"/>
    <dgm:cxn modelId="{F651C3D7-706B-4BE8-8B93-CD655BA2BD0C}" type="presParOf" srcId="{967AC2DA-694B-4481-8E41-FDE625AD12B5}" destId="{07AF7CCA-56C3-42B7-B605-D2FD6AC8BF92}" srcOrd="2" destOrd="0" presId="urn:microsoft.com/office/officeart/2005/8/layout/orgChart1"/>
    <dgm:cxn modelId="{2996BA54-E344-49A9-8A93-0D02B3DEFD64}" type="presParOf" srcId="{19AABB88-5723-4DF7-B513-C52C6D48C029}" destId="{E11A6F86-315D-407F-BC9F-E52937751E6F}" srcOrd="2" destOrd="0" presId="urn:microsoft.com/office/officeart/2005/8/layout/orgChart1"/>
    <dgm:cxn modelId="{FC0904DB-8094-4C1D-90DF-45FE411AE380}"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B3A0A272-B842-4C42-9AFB-90CC0DE59EB3}" type="doc">
      <dgm:prSet loTypeId="urn:microsoft.com/office/officeart/2005/8/layout/vList2" loCatId="list" qsTypeId="urn:microsoft.com/office/officeart/2005/8/quickstyle/simple1" qsCatId="simple" csTypeId="urn:microsoft.com/office/officeart/2005/8/colors/accent4_4" csCatId="accent4" phldr="1"/>
      <dgm:spPr/>
      <dgm:t>
        <a:bodyPr/>
        <a:lstStyle/>
        <a:p>
          <a:endParaRPr lang="it-IT"/>
        </a:p>
      </dgm:t>
    </dgm:pt>
    <dgm:pt modelId="{2C943C1D-EECA-4FEE-B001-AD4C40091B84}">
      <dgm:prSet phldrT="[Testo]"/>
      <dgm:spPr>
        <a:solidFill>
          <a:schemeClr val="bg1">
            <a:lumMod val="50000"/>
          </a:schemeClr>
        </a:solidFill>
      </dgm:spPr>
      <dgm:t>
        <a:bodyPr/>
        <a:lstStyle/>
        <a:p>
          <a:r>
            <a:rPr lang="en-US" noProof="0" dirty="0"/>
            <a:t>Input</a:t>
          </a:r>
        </a:p>
      </dgm:t>
    </dgm:pt>
    <dgm:pt modelId="{1ABB439C-E7FD-4B61-89AE-642EF370D606}" type="parTrans" cxnId="{7E9996C1-116F-4615-B8BB-D7709B144632}">
      <dgm:prSet/>
      <dgm:spPr/>
      <dgm:t>
        <a:bodyPr/>
        <a:lstStyle/>
        <a:p>
          <a:endParaRPr lang="en-US" noProof="0" dirty="0"/>
        </a:p>
      </dgm:t>
    </dgm:pt>
    <dgm:pt modelId="{CA7A14AC-900F-4A7D-BC31-60706EB301BD}" type="sibTrans" cxnId="{7E9996C1-116F-4615-B8BB-D7709B144632}">
      <dgm:prSet/>
      <dgm:spPr/>
      <dgm:t>
        <a:bodyPr/>
        <a:lstStyle/>
        <a:p>
          <a:endParaRPr lang="en-US" noProof="0" dirty="0"/>
        </a:p>
      </dgm:t>
    </dgm:pt>
    <dgm:pt modelId="{D5570B92-301A-4ECD-8B75-53F5B0D32D75}">
      <dgm:prSet phldrT="[Testo]"/>
      <dgm:spPr/>
      <dgm:t>
        <a:bodyPr/>
        <a:lstStyle/>
        <a:p>
          <a:r>
            <a:rPr lang="en-US" noProof="0" dirty="0"/>
            <a:t>Project management plan</a:t>
          </a:r>
        </a:p>
      </dgm:t>
    </dgm:pt>
    <dgm:pt modelId="{F7CB3475-B918-44E5-BEA1-3CB033011487}" type="parTrans" cxnId="{E55D31D1-9673-489C-81DB-AD410F386F31}">
      <dgm:prSet/>
      <dgm:spPr/>
      <dgm:t>
        <a:bodyPr/>
        <a:lstStyle/>
        <a:p>
          <a:endParaRPr lang="en-US" noProof="0" dirty="0"/>
        </a:p>
      </dgm:t>
    </dgm:pt>
    <dgm:pt modelId="{F8C277FA-1D46-40D2-AA0B-B300D1BA62BA}" type="sibTrans" cxnId="{E55D31D1-9673-489C-81DB-AD410F386F31}">
      <dgm:prSet/>
      <dgm:spPr/>
      <dgm:t>
        <a:bodyPr/>
        <a:lstStyle/>
        <a:p>
          <a:endParaRPr lang="en-US" noProof="0" dirty="0"/>
        </a:p>
      </dgm:t>
    </dgm:pt>
    <dgm:pt modelId="{6A0AEEAC-49EC-4E52-846D-226451884DE4}">
      <dgm:prSet phldrT="[Testo]"/>
      <dgm:spPr/>
      <dgm:t>
        <a:bodyPr/>
        <a:lstStyle/>
        <a:p>
          <a:r>
            <a:rPr lang="en-US" noProof="0" dirty="0"/>
            <a:t>Tools &amp; Techniques </a:t>
          </a:r>
        </a:p>
      </dgm:t>
    </dgm:pt>
    <dgm:pt modelId="{78B7BF49-011A-424A-B31B-3C27B813E920}" type="parTrans" cxnId="{0EA2950D-C468-4560-9DBD-487B9C881FF3}">
      <dgm:prSet/>
      <dgm:spPr/>
      <dgm:t>
        <a:bodyPr/>
        <a:lstStyle/>
        <a:p>
          <a:endParaRPr lang="en-US" noProof="0" dirty="0"/>
        </a:p>
      </dgm:t>
    </dgm:pt>
    <dgm:pt modelId="{22CF7362-CF95-490F-AA04-60179A702243}" type="sibTrans" cxnId="{0EA2950D-C468-4560-9DBD-487B9C881FF3}">
      <dgm:prSet/>
      <dgm:spPr/>
      <dgm:t>
        <a:bodyPr/>
        <a:lstStyle/>
        <a:p>
          <a:endParaRPr lang="en-US" noProof="0" dirty="0"/>
        </a:p>
      </dgm:t>
    </dgm:pt>
    <dgm:pt modelId="{F2A9E3BA-88BA-4B72-A42E-8091C8F956E4}">
      <dgm:prSet phldrT="[Testo]"/>
      <dgm:spPr/>
      <dgm:t>
        <a:bodyPr/>
        <a:lstStyle/>
        <a:p>
          <a:r>
            <a:rPr lang="en-US" noProof="0" dirty="0"/>
            <a:t>Risk reassessment</a:t>
          </a:r>
        </a:p>
      </dgm:t>
    </dgm:pt>
    <dgm:pt modelId="{C0E65C3B-9BFF-4FC2-964E-7DE74FCBF0A1}" type="parTrans" cxnId="{884A3E40-F596-480F-8558-AB4F690CFB87}">
      <dgm:prSet/>
      <dgm:spPr/>
      <dgm:t>
        <a:bodyPr/>
        <a:lstStyle/>
        <a:p>
          <a:endParaRPr lang="en-US" noProof="0" dirty="0"/>
        </a:p>
      </dgm:t>
    </dgm:pt>
    <dgm:pt modelId="{A595E46D-DC93-4642-BBF2-74A19F589C48}" type="sibTrans" cxnId="{884A3E40-F596-480F-8558-AB4F690CFB87}">
      <dgm:prSet/>
      <dgm:spPr/>
      <dgm:t>
        <a:bodyPr/>
        <a:lstStyle/>
        <a:p>
          <a:endParaRPr lang="en-US" noProof="0" dirty="0"/>
        </a:p>
      </dgm:t>
    </dgm:pt>
    <dgm:pt modelId="{709505F0-F6DE-4893-84D0-0B82B0B51EC9}">
      <dgm:prSet phldrT="[Testo]"/>
      <dgm:spPr/>
      <dgm:t>
        <a:bodyPr/>
        <a:lstStyle/>
        <a:p>
          <a:r>
            <a:rPr lang="en-US" noProof="0" dirty="0"/>
            <a:t>Output</a:t>
          </a:r>
        </a:p>
      </dgm:t>
    </dgm:pt>
    <dgm:pt modelId="{64F55946-C314-405A-9E2A-4A7C6FF86C3D}" type="parTrans" cxnId="{1FE10A3A-3D54-4FD8-9724-23AFCE3870C0}">
      <dgm:prSet/>
      <dgm:spPr/>
      <dgm:t>
        <a:bodyPr/>
        <a:lstStyle/>
        <a:p>
          <a:endParaRPr lang="en-US" noProof="0" dirty="0"/>
        </a:p>
      </dgm:t>
    </dgm:pt>
    <dgm:pt modelId="{3FEC2F50-DF73-483C-B41A-18B37358B472}" type="sibTrans" cxnId="{1FE10A3A-3D54-4FD8-9724-23AFCE3870C0}">
      <dgm:prSet/>
      <dgm:spPr/>
      <dgm:t>
        <a:bodyPr/>
        <a:lstStyle/>
        <a:p>
          <a:endParaRPr lang="en-US" noProof="0" dirty="0"/>
        </a:p>
      </dgm:t>
    </dgm:pt>
    <dgm:pt modelId="{69F23914-B525-477A-AEFB-4C8E6B2BFF14}">
      <dgm:prSet phldrT="[Testo]"/>
      <dgm:spPr/>
      <dgm:t>
        <a:bodyPr/>
        <a:lstStyle/>
        <a:p>
          <a:r>
            <a:rPr lang="en-US" noProof="0" dirty="0"/>
            <a:t>Work performance information</a:t>
          </a:r>
        </a:p>
      </dgm:t>
    </dgm:pt>
    <dgm:pt modelId="{99C97AF8-F9A6-4161-862F-02BFEEFD097C}" type="parTrans" cxnId="{59FAF1C4-FC83-467F-827A-C2CAF9E7A709}">
      <dgm:prSet/>
      <dgm:spPr/>
      <dgm:t>
        <a:bodyPr/>
        <a:lstStyle/>
        <a:p>
          <a:endParaRPr lang="en-US" noProof="0" dirty="0"/>
        </a:p>
      </dgm:t>
    </dgm:pt>
    <dgm:pt modelId="{334F518A-0AA8-4A87-A389-16AB80634D6D}" type="sibTrans" cxnId="{59FAF1C4-FC83-467F-827A-C2CAF9E7A709}">
      <dgm:prSet/>
      <dgm:spPr/>
      <dgm:t>
        <a:bodyPr/>
        <a:lstStyle/>
        <a:p>
          <a:endParaRPr lang="en-US" noProof="0" dirty="0"/>
        </a:p>
      </dgm:t>
    </dgm:pt>
    <dgm:pt modelId="{50E62752-FB1A-408C-B105-621ACDE0AE60}">
      <dgm:prSet/>
      <dgm:spPr/>
      <dgm:t>
        <a:bodyPr/>
        <a:lstStyle/>
        <a:p>
          <a:r>
            <a:rPr lang="en-US" noProof="0" dirty="0"/>
            <a:t>Risk register</a:t>
          </a:r>
        </a:p>
      </dgm:t>
    </dgm:pt>
    <dgm:pt modelId="{823E1FBF-1A40-46F0-A12C-248BF3FA3C81}" type="parTrans" cxnId="{07C46EA1-7230-4B62-944C-B81A01DF939C}">
      <dgm:prSet/>
      <dgm:spPr/>
      <dgm:t>
        <a:bodyPr/>
        <a:lstStyle/>
        <a:p>
          <a:endParaRPr lang="en-US" noProof="0" dirty="0"/>
        </a:p>
      </dgm:t>
    </dgm:pt>
    <dgm:pt modelId="{BDF92CA7-56D9-4FEE-9A41-37CD29B39ED2}" type="sibTrans" cxnId="{07C46EA1-7230-4B62-944C-B81A01DF939C}">
      <dgm:prSet/>
      <dgm:spPr/>
      <dgm:t>
        <a:bodyPr/>
        <a:lstStyle/>
        <a:p>
          <a:endParaRPr lang="en-US" noProof="0" dirty="0"/>
        </a:p>
      </dgm:t>
    </dgm:pt>
    <dgm:pt modelId="{D0C1FB4E-27AD-4B6F-A5D1-2B0E38F562A3}">
      <dgm:prSet/>
      <dgm:spPr/>
      <dgm:t>
        <a:bodyPr/>
        <a:lstStyle/>
        <a:p>
          <a:r>
            <a:rPr lang="en-US" noProof="0" dirty="0"/>
            <a:t>Work performance data</a:t>
          </a:r>
        </a:p>
      </dgm:t>
    </dgm:pt>
    <dgm:pt modelId="{496C9D5B-A578-433A-A015-494A42231CE8}" type="parTrans" cxnId="{ED382314-7237-4E1B-932F-315AABCF0609}">
      <dgm:prSet/>
      <dgm:spPr/>
      <dgm:t>
        <a:bodyPr/>
        <a:lstStyle/>
        <a:p>
          <a:endParaRPr lang="en-US" noProof="0" dirty="0"/>
        </a:p>
      </dgm:t>
    </dgm:pt>
    <dgm:pt modelId="{8B747242-3CB9-4B99-9D88-5F21E0DCEA08}" type="sibTrans" cxnId="{ED382314-7237-4E1B-932F-315AABCF0609}">
      <dgm:prSet/>
      <dgm:spPr/>
      <dgm:t>
        <a:bodyPr/>
        <a:lstStyle/>
        <a:p>
          <a:endParaRPr lang="en-US" noProof="0" dirty="0"/>
        </a:p>
      </dgm:t>
    </dgm:pt>
    <dgm:pt modelId="{995A92C2-582F-498D-ACAB-C31D9644C41E}">
      <dgm:prSet/>
      <dgm:spPr/>
      <dgm:t>
        <a:bodyPr/>
        <a:lstStyle/>
        <a:p>
          <a:r>
            <a:rPr lang="en-US" noProof="0" dirty="0"/>
            <a:t>Work performance reports</a:t>
          </a:r>
        </a:p>
      </dgm:t>
    </dgm:pt>
    <dgm:pt modelId="{D146AE5E-DB79-40D7-80B6-55E7F80B556C}" type="parTrans" cxnId="{72399631-0B36-4A7C-B714-90FF99FE8F29}">
      <dgm:prSet/>
      <dgm:spPr/>
      <dgm:t>
        <a:bodyPr/>
        <a:lstStyle/>
        <a:p>
          <a:endParaRPr lang="en-US" noProof="0" dirty="0"/>
        </a:p>
      </dgm:t>
    </dgm:pt>
    <dgm:pt modelId="{306C0926-BB4F-4B6E-9274-CE4A246B8589}" type="sibTrans" cxnId="{72399631-0B36-4A7C-B714-90FF99FE8F29}">
      <dgm:prSet/>
      <dgm:spPr/>
      <dgm:t>
        <a:bodyPr/>
        <a:lstStyle/>
        <a:p>
          <a:endParaRPr lang="en-US" noProof="0" dirty="0"/>
        </a:p>
      </dgm:t>
    </dgm:pt>
    <dgm:pt modelId="{4313D52A-5E6E-434C-BE5E-9622C3450B95}">
      <dgm:prSet/>
      <dgm:spPr/>
      <dgm:t>
        <a:bodyPr/>
        <a:lstStyle/>
        <a:p>
          <a:r>
            <a:rPr lang="en-US" noProof="0" dirty="0"/>
            <a:t>Risk audits</a:t>
          </a:r>
        </a:p>
      </dgm:t>
    </dgm:pt>
    <dgm:pt modelId="{41C872FC-FD90-484F-8A89-CEEB51711511}" type="parTrans" cxnId="{D1A28B43-9570-4CCD-9974-41DAD88A573F}">
      <dgm:prSet/>
      <dgm:spPr/>
      <dgm:t>
        <a:bodyPr/>
        <a:lstStyle/>
        <a:p>
          <a:endParaRPr lang="en-US" noProof="0" dirty="0"/>
        </a:p>
      </dgm:t>
    </dgm:pt>
    <dgm:pt modelId="{4CE433FD-812C-414A-992E-A8B2CA3749C3}" type="sibTrans" cxnId="{D1A28B43-9570-4CCD-9974-41DAD88A573F}">
      <dgm:prSet/>
      <dgm:spPr/>
      <dgm:t>
        <a:bodyPr/>
        <a:lstStyle/>
        <a:p>
          <a:endParaRPr lang="en-US" noProof="0" dirty="0"/>
        </a:p>
      </dgm:t>
    </dgm:pt>
    <dgm:pt modelId="{1A72A207-C494-465A-9BC2-4D5DBBE3551E}">
      <dgm:prSet/>
      <dgm:spPr/>
      <dgm:t>
        <a:bodyPr/>
        <a:lstStyle/>
        <a:p>
          <a:r>
            <a:rPr lang="en-US" noProof="0" dirty="0"/>
            <a:t>Variance and trend analysis</a:t>
          </a:r>
        </a:p>
      </dgm:t>
    </dgm:pt>
    <dgm:pt modelId="{4472CB5E-859E-49AC-87D3-6D3DBB7C6B65}" type="parTrans" cxnId="{FBE1E88B-3D4F-4DD2-A58F-1969486C34C7}">
      <dgm:prSet/>
      <dgm:spPr/>
      <dgm:t>
        <a:bodyPr/>
        <a:lstStyle/>
        <a:p>
          <a:endParaRPr lang="en-US" noProof="0" dirty="0"/>
        </a:p>
      </dgm:t>
    </dgm:pt>
    <dgm:pt modelId="{F5550346-923A-413D-87FA-036763F376B5}" type="sibTrans" cxnId="{FBE1E88B-3D4F-4DD2-A58F-1969486C34C7}">
      <dgm:prSet/>
      <dgm:spPr/>
      <dgm:t>
        <a:bodyPr/>
        <a:lstStyle/>
        <a:p>
          <a:endParaRPr lang="en-US" noProof="0" dirty="0"/>
        </a:p>
      </dgm:t>
    </dgm:pt>
    <dgm:pt modelId="{A153E773-0B26-4D58-9DE6-58B9E995F033}">
      <dgm:prSet/>
      <dgm:spPr/>
      <dgm:t>
        <a:bodyPr/>
        <a:lstStyle/>
        <a:p>
          <a:r>
            <a:rPr lang="en-US" noProof="0" dirty="0"/>
            <a:t>Technical performance measurement</a:t>
          </a:r>
        </a:p>
      </dgm:t>
    </dgm:pt>
    <dgm:pt modelId="{630EE809-554D-4A52-81F3-184F9308DAA2}" type="parTrans" cxnId="{DFC286B1-C961-45EE-98F5-306D11069A6A}">
      <dgm:prSet/>
      <dgm:spPr/>
      <dgm:t>
        <a:bodyPr/>
        <a:lstStyle/>
        <a:p>
          <a:endParaRPr lang="en-US" noProof="0" dirty="0"/>
        </a:p>
      </dgm:t>
    </dgm:pt>
    <dgm:pt modelId="{42DD6017-D535-4F90-8CDC-7C5F7E2D7E4C}" type="sibTrans" cxnId="{DFC286B1-C961-45EE-98F5-306D11069A6A}">
      <dgm:prSet/>
      <dgm:spPr/>
      <dgm:t>
        <a:bodyPr/>
        <a:lstStyle/>
        <a:p>
          <a:endParaRPr lang="en-US" noProof="0" dirty="0"/>
        </a:p>
      </dgm:t>
    </dgm:pt>
    <dgm:pt modelId="{62A46C2D-76F4-40F1-8248-DC8C830C1777}">
      <dgm:prSet/>
      <dgm:spPr/>
      <dgm:t>
        <a:bodyPr/>
        <a:lstStyle/>
        <a:p>
          <a:r>
            <a:rPr lang="en-US" noProof="0" dirty="0"/>
            <a:t>Reserve analysis</a:t>
          </a:r>
        </a:p>
      </dgm:t>
    </dgm:pt>
    <dgm:pt modelId="{18D775B6-5833-4CC3-9296-C3A3F53F267E}" type="parTrans" cxnId="{EB2ED9EE-3675-48E2-8D2D-4E34A5AA11C6}">
      <dgm:prSet/>
      <dgm:spPr/>
      <dgm:t>
        <a:bodyPr/>
        <a:lstStyle/>
        <a:p>
          <a:endParaRPr lang="en-US" noProof="0" dirty="0"/>
        </a:p>
      </dgm:t>
    </dgm:pt>
    <dgm:pt modelId="{6305A34D-EA5D-4B89-8C8A-2CC11EC1D575}" type="sibTrans" cxnId="{EB2ED9EE-3675-48E2-8D2D-4E34A5AA11C6}">
      <dgm:prSet/>
      <dgm:spPr/>
      <dgm:t>
        <a:bodyPr/>
        <a:lstStyle/>
        <a:p>
          <a:endParaRPr lang="en-US" noProof="0" dirty="0"/>
        </a:p>
      </dgm:t>
    </dgm:pt>
    <dgm:pt modelId="{D28160FD-8F2F-43F2-B3AE-6C64E9D5DE7F}">
      <dgm:prSet/>
      <dgm:spPr/>
      <dgm:t>
        <a:bodyPr/>
        <a:lstStyle/>
        <a:p>
          <a:r>
            <a:rPr lang="en-US" noProof="0" dirty="0"/>
            <a:t>Meetings</a:t>
          </a:r>
        </a:p>
      </dgm:t>
    </dgm:pt>
    <dgm:pt modelId="{E84C39F3-4E5C-4022-B02A-96F28A50BCC4}" type="parTrans" cxnId="{5D7110D0-5720-4064-B9AD-59825F4FFD04}">
      <dgm:prSet/>
      <dgm:spPr/>
      <dgm:t>
        <a:bodyPr/>
        <a:lstStyle/>
        <a:p>
          <a:endParaRPr lang="en-US" noProof="0" dirty="0"/>
        </a:p>
      </dgm:t>
    </dgm:pt>
    <dgm:pt modelId="{C783F9C6-DBE9-4DD0-BABD-CCA7BEFB9C2A}" type="sibTrans" cxnId="{5D7110D0-5720-4064-B9AD-59825F4FFD04}">
      <dgm:prSet/>
      <dgm:spPr/>
      <dgm:t>
        <a:bodyPr/>
        <a:lstStyle/>
        <a:p>
          <a:endParaRPr lang="en-US" noProof="0" dirty="0"/>
        </a:p>
      </dgm:t>
    </dgm:pt>
    <dgm:pt modelId="{9448883E-DEEF-4E88-AE19-389D6EEBB751}">
      <dgm:prSet/>
      <dgm:spPr/>
      <dgm:t>
        <a:bodyPr/>
        <a:lstStyle/>
        <a:p>
          <a:r>
            <a:rPr lang="en-US" noProof="0" dirty="0"/>
            <a:t>Change requests</a:t>
          </a:r>
        </a:p>
      </dgm:t>
    </dgm:pt>
    <dgm:pt modelId="{F34FB988-E19E-47B5-BC12-D564336E3598}" type="parTrans" cxnId="{9F0415D0-A422-41E6-8A2E-F082C43749E8}">
      <dgm:prSet/>
      <dgm:spPr/>
      <dgm:t>
        <a:bodyPr/>
        <a:lstStyle/>
        <a:p>
          <a:endParaRPr lang="en-US" noProof="0" dirty="0"/>
        </a:p>
      </dgm:t>
    </dgm:pt>
    <dgm:pt modelId="{37D5923D-2C33-40D1-84D8-C6AE54C99494}" type="sibTrans" cxnId="{9F0415D0-A422-41E6-8A2E-F082C43749E8}">
      <dgm:prSet/>
      <dgm:spPr/>
      <dgm:t>
        <a:bodyPr/>
        <a:lstStyle/>
        <a:p>
          <a:endParaRPr lang="en-US" noProof="0" dirty="0"/>
        </a:p>
      </dgm:t>
    </dgm:pt>
    <dgm:pt modelId="{0758D2F1-583C-48DB-A219-957DDC48C002}">
      <dgm:prSet/>
      <dgm:spPr/>
      <dgm:t>
        <a:bodyPr/>
        <a:lstStyle/>
        <a:p>
          <a:r>
            <a:rPr lang="en-US" noProof="0" dirty="0"/>
            <a:t>Project management plan updates</a:t>
          </a:r>
        </a:p>
      </dgm:t>
    </dgm:pt>
    <dgm:pt modelId="{0376C1C5-45DB-4735-8D45-7F8DE4536667}" type="parTrans" cxnId="{F12D4836-4A03-496B-9A62-249EEBDC1A7D}">
      <dgm:prSet/>
      <dgm:spPr/>
      <dgm:t>
        <a:bodyPr/>
        <a:lstStyle/>
        <a:p>
          <a:endParaRPr lang="en-US" noProof="0" dirty="0"/>
        </a:p>
      </dgm:t>
    </dgm:pt>
    <dgm:pt modelId="{0D245DC7-C0D7-440B-A8DE-0B1D64686139}" type="sibTrans" cxnId="{F12D4836-4A03-496B-9A62-249EEBDC1A7D}">
      <dgm:prSet/>
      <dgm:spPr/>
      <dgm:t>
        <a:bodyPr/>
        <a:lstStyle/>
        <a:p>
          <a:endParaRPr lang="en-US" noProof="0" dirty="0"/>
        </a:p>
      </dgm:t>
    </dgm:pt>
    <dgm:pt modelId="{161F2D01-C8DE-44F9-8CE6-80552C66D0BF}">
      <dgm:prSet/>
      <dgm:spPr/>
      <dgm:t>
        <a:bodyPr/>
        <a:lstStyle/>
        <a:p>
          <a:r>
            <a:rPr lang="en-US" noProof="0" dirty="0"/>
            <a:t>Project document updates</a:t>
          </a:r>
        </a:p>
      </dgm:t>
    </dgm:pt>
    <dgm:pt modelId="{FE73EF77-8A05-4E7B-9739-E0B32549662D}" type="parTrans" cxnId="{3B59EC47-484A-47D2-B464-F13C430F5E39}">
      <dgm:prSet/>
      <dgm:spPr/>
      <dgm:t>
        <a:bodyPr/>
        <a:lstStyle/>
        <a:p>
          <a:endParaRPr lang="en-US" noProof="0" dirty="0"/>
        </a:p>
      </dgm:t>
    </dgm:pt>
    <dgm:pt modelId="{E05BC720-16B8-44AA-ABCA-944D34519A01}" type="sibTrans" cxnId="{3B59EC47-484A-47D2-B464-F13C430F5E39}">
      <dgm:prSet/>
      <dgm:spPr/>
      <dgm:t>
        <a:bodyPr/>
        <a:lstStyle/>
        <a:p>
          <a:endParaRPr lang="en-US" noProof="0" dirty="0"/>
        </a:p>
      </dgm:t>
    </dgm:pt>
    <dgm:pt modelId="{6117C63F-4F8E-44D0-9496-4C5F0B8E3C72}">
      <dgm:prSet/>
      <dgm:spPr/>
      <dgm:t>
        <a:bodyPr/>
        <a:lstStyle/>
        <a:p>
          <a:r>
            <a:rPr lang="en-US" noProof="0" dirty="0"/>
            <a:t>Organizational process assets updates</a:t>
          </a:r>
        </a:p>
      </dgm:t>
    </dgm:pt>
    <dgm:pt modelId="{F959719A-35EA-46FE-9D18-B2A1DB7FC3FC}" type="parTrans" cxnId="{D387A998-3464-46D9-AB32-666302D202B7}">
      <dgm:prSet/>
      <dgm:spPr/>
      <dgm:t>
        <a:bodyPr/>
        <a:lstStyle/>
        <a:p>
          <a:endParaRPr lang="en-US" noProof="0" dirty="0"/>
        </a:p>
      </dgm:t>
    </dgm:pt>
    <dgm:pt modelId="{74C8F58B-359E-4B79-BAF8-7B1444E8E5F7}" type="sibTrans" cxnId="{D387A998-3464-46D9-AB32-666302D202B7}">
      <dgm:prSet/>
      <dgm:spPr/>
      <dgm:t>
        <a:bodyPr/>
        <a:lstStyle/>
        <a:p>
          <a:endParaRPr lang="en-US" noProof="0" dirty="0"/>
        </a:p>
      </dgm:t>
    </dgm:pt>
    <dgm:pt modelId="{2D32639D-724E-4E90-91CB-8A7E55B6EC2B}" type="pres">
      <dgm:prSet presAssocID="{B3A0A272-B842-4C42-9AFB-90CC0DE59EB3}" presName="linear" presStyleCnt="0">
        <dgm:presLayoutVars>
          <dgm:animLvl val="lvl"/>
          <dgm:resizeHandles val="exact"/>
        </dgm:presLayoutVars>
      </dgm:prSet>
      <dgm:spPr/>
    </dgm:pt>
    <dgm:pt modelId="{FB30FAA1-933C-4A39-96BB-CD9828922F7E}" type="pres">
      <dgm:prSet presAssocID="{2C943C1D-EECA-4FEE-B001-AD4C40091B84}" presName="parentText" presStyleLbl="node1" presStyleIdx="0" presStyleCnt="3" custScaleY="149730" custLinFactNeighborX="1641" custLinFactNeighborY="-1516">
        <dgm:presLayoutVars>
          <dgm:chMax val="0"/>
          <dgm:bulletEnabled val="1"/>
        </dgm:presLayoutVars>
      </dgm:prSet>
      <dgm:spPr/>
    </dgm:pt>
    <dgm:pt modelId="{6FF7B2BA-684C-47B9-AED9-51FAC8F084B3}" type="pres">
      <dgm:prSet presAssocID="{2C943C1D-EECA-4FEE-B001-AD4C40091B84}" presName="childText" presStyleLbl="revTx" presStyleIdx="0" presStyleCnt="3">
        <dgm:presLayoutVars>
          <dgm:bulletEnabled val="1"/>
        </dgm:presLayoutVars>
      </dgm:prSet>
      <dgm:spPr/>
    </dgm:pt>
    <dgm:pt modelId="{E5D16EE5-6402-4900-9E64-53CA23F8DBE1}" type="pres">
      <dgm:prSet presAssocID="{6A0AEEAC-49EC-4E52-846D-226451884DE4}" presName="parentText" presStyleLbl="node1" presStyleIdx="1" presStyleCnt="3">
        <dgm:presLayoutVars>
          <dgm:chMax val="0"/>
          <dgm:bulletEnabled val="1"/>
        </dgm:presLayoutVars>
      </dgm:prSet>
      <dgm:spPr/>
    </dgm:pt>
    <dgm:pt modelId="{73DAE44C-9200-4F3A-B88B-FB2CE2EFC5F2}" type="pres">
      <dgm:prSet presAssocID="{6A0AEEAC-49EC-4E52-846D-226451884DE4}" presName="childText" presStyleLbl="revTx" presStyleIdx="1" presStyleCnt="3">
        <dgm:presLayoutVars>
          <dgm:bulletEnabled val="1"/>
        </dgm:presLayoutVars>
      </dgm:prSet>
      <dgm:spPr/>
    </dgm:pt>
    <dgm:pt modelId="{6D5EF2BB-E120-495D-9547-E6F6CC333FA9}" type="pres">
      <dgm:prSet presAssocID="{709505F0-F6DE-4893-84D0-0B82B0B51EC9}" presName="parentText" presStyleLbl="node1" presStyleIdx="2" presStyleCnt="3">
        <dgm:presLayoutVars>
          <dgm:chMax val="0"/>
          <dgm:bulletEnabled val="1"/>
        </dgm:presLayoutVars>
      </dgm:prSet>
      <dgm:spPr/>
    </dgm:pt>
    <dgm:pt modelId="{9CECA89D-41A9-423A-BAD0-309A8AC9412C}" type="pres">
      <dgm:prSet presAssocID="{709505F0-F6DE-4893-84D0-0B82B0B51EC9}" presName="childText" presStyleLbl="revTx" presStyleIdx="2" presStyleCnt="3">
        <dgm:presLayoutVars>
          <dgm:bulletEnabled val="1"/>
        </dgm:presLayoutVars>
      </dgm:prSet>
      <dgm:spPr/>
    </dgm:pt>
  </dgm:ptLst>
  <dgm:cxnLst>
    <dgm:cxn modelId="{0EA2950D-C468-4560-9DBD-487B9C881FF3}" srcId="{B3A0A272-B842-4C42-9AFB-90CC0DE59EB3}" destId="{6A0AEEAC-49EC-4E52-846D-226451884DE4}" srcOrd="1" destOrd="0" parTransId="{78B7BF49-011A-424A-B31B-3C27B813E920}" sibTransId="{22CF7362-CF95-490F-AA04-60179A702243}"/>
    <dgm:cxn modelId="{ED382314-7237-4E1B-932F-315AABCF0609}" srcId="{2C943C1D-EECA-4FEE-B001-AD4C40091B84}" destId="{D0C1FB4E-27AD-4B6F-A5D1-2B0E38F562A3}" srcOrd="2" destOrd="0" parTransId="{496C9D5B-A578-433A-A015-494A42231CE8}" sibTransId="{8B747242-3CB9-4B99-9D88-5F21E0DCEA08}"/>
    <dgm:cxn modelId="{ED69C818-AA04-42CE-9456-269E70197A26}" type="presOf" srcId="{69F23914-B525-477A-AEFB-4C8E6B2BFF14}" destId="{9CECA89D-41A9-423A-BAD0-309A8AC9412C}" srcOrd="0" destOrd="0" presId="urn:microsoft.com/office/officeart/2005/8/layout/vList2"/>
    <dgm:cxn modelId="{72399631-0B36-4A7C-B714-90FF99FE8F29}" srcId="{2C943C1D-EECA-4FEE-B001-AD4C40091B84}" destId="{995A92C2-582F-498D-ACAB-C31D9644C41E}" srcOrd="3" destOrd="0" parTransId="{D146AE5E-DB79-40D7-80B6-55E7F80B556C}" sibTransId="{306C0926-BB4F-4B6E-9274-CE4A246B8589}"/>
    <dgm:cxn modelId="{03651236-EF1E-4FDA-9C58-BD0CB0406364}" type="presOf" srcId="{6A0AEEAC-49EC-4E52-846D-226451884DE4}" destId="{E5D16EE5-6402-4900-9E64-53CA23F8DBE1}" srcOrd="0" destOrd="0" presId="urn:microsoft.com/office/officeart/2005/8/layout/vList2"/>
    <dgm:cxn modelId="{F12D4836-4A03-496B-9A62-249EEBDC1A7D}" srcId="{709505F0-F6DE-4893-84D0-0B82B0B51EC9}" destId="{0758D2F1-583C-48DB-A219-957DDC48C002}" srcOrd="2" destOrd="0" parTransId="{0376C1C5-45DB-4735-8D45-7F8DE4536667}" sibTransId="{0D245DC7-C0D7-440B-A8DE-0B1D64686139}"/>
    <dgm:cxn modelId="{19B83B38-AB5B-49A6-A851-BFF1BDC6C266}" type="presOf" srcId="{A153E773-0B26-4D58-9DE6-58B9E995F033}" destId="{73DAE44C-9200-4F3A-B88B-FB2CE2EFC5F2}" srcOrd="0" destOrd="3" presId="urn:microsoft.com/office/officeart/2005/8/layout/vList2"/>
    <dgm:cxn modelId="{1FE10A3A-3D54-4FD8-9724-23AFCE3870C0}" srcId="{B3A0A272-B842-4C42-9AFB-90CC0DE59EB3}" destId="{709505F0-F6DE-4893-84D0-0B82B0B51EC9}" srcOrd="2" destOrd="0" parTransId="{64F55946-C314-405A-9E2A-4A7C6FF86C3D}" sibTransId="{3FEC2F50-DF73-483C-B41A-18B37358B472}"/>
    <dgm:cxn modelId="{73E22440-2F4B-4307-833B-131D54367EA6}" type="presOf" srcId="{D28160FD-8F2F-43F2-B3AE-6C64E9D5DE7F}" destId="{73DAE44C-9200-4F3A-B88B-FB2CE2EFC5F2}" srcOrd="0" destOrd="5" presId="urn:microsoft.com/office/officeart/2005/8/layout/vList2"/>
    <dgm:cxn modelId="{884A3E40-F596-480F-8558-AB4F690CFB87}" srcId="{6A0AEEAC-49EC-4E52-846D-226451884DE4}" destId="{F2A9E3BA-88BA-4B72-A42E-8091C8F956E4}" srcOrd="0" destOrd="0" parTransId="{C0E65C3B-9BFF-4FC2-964E-7DE74FCBF0A1}" sibTransId="{A595E46D-DC93-4642-BBF2-74A19F589C48}"/>
    <dgm:cxn modelId="{F0F2555E-DDCF-446D-BFC0-31371D45C656}" type="presOf" srcId="{0758D2F1-583C-48DB-A219-957DDC48C002}" destId="{9CECA89D-41A9-423A-BAD0-309A8AC9412C}" srcOrd="0" destOrd="2" presId="urn:microsoft.com/office/officeart/2005/8/layout/vList2"/>
    <dgm:cxn modelId="{8B607E42-8DE7-47A0-B4B4-E8FD8D4CE838}" type="presOf" srcId="{2C943C1D-EECA-4FEE-B001-AD4C40091B84}" destId="{FB30FAA1-933C-4A39-96BB-CD9828922F7E}" srcOrd="0" destOrd="0" presId="urn:microsoft.com/office/officeart/2005/8/layout/vList2"/>
    <dgm:cxn modelId="{D1A28B43-9570-4CCD-9974-41DAD88A573F}" srcId="{6A0AEEAC-49EC-4E52-846D-226451884DE4}" destId="{4313D52A-5E6E-434C-BE5E-9622C3450B95}" srcOrd="1" destOrd="0" parTransId="{41C872FC-FD90-484F-8A89-CEEB51711511}" sibTransId="{4CE433FD-812C-414A-992E-A8B2CA3749C3}"/>
    <dgm:cxn modelId="{3B59EC47-484A-47D2-B464-F13C430F5E39}" srcId="{709505F0-F6DE-4893-84D0-0B82B0B51EC9}" destId="{161F2D01-C8DE-44F9-8CE6-80552C66D0BF}" srcOrd="3" destOrd="0" parTransId="{FE73EF77-8A05-4E7B-9739-E0B32549662D}" sibTransId="{E05BC720-16B8-44AA-ABCA-944D34519A01}"/>
    <dgm:cxn modelId="{058EF847-A826-40EB-9162-C0244022CB31}" type="presOf" srcId="{4313D52A-5E6E-434C-BE5E-9622C3450B95}" destId="{73DAE44C-9200-4F3A-B88B-FB2CE2EFC5F2}" srcOrd="0" destOrd="1" presId="urn:microsoft.com/office/officeart/2005/8/layout/vList2"/>
    <dgm:cxn modelId="{6FBF026F-7843-491E-AE68-3CF9977E40AC}" type="presOf" srcId="{F2A9E3BA-88BA-4B72-A42E-8091C8F956E4}" destId="{73DAE44C-9200-4F3A-B88B-FB2CE2EFC5F2}" srcOrd="0" destOrd="0" presId="urn:microsoft.com/office/officeart/2005/8/layout/vList2"/>
    <dgm:cxn modelId="{81279F57-F646-4AB3-B3D6-BAFFBA60BD7C}" type="presOf" srcId="{62A46C2D-76F4-40F1-8248-DC8C830C1777}" destId="{73DAE44C-9200-4F3A-B88B-FB2CE2EFC5F2}" srcOrd="0" destOrd="4" presId="urn:microsoft.com/office/officeart/2005/8/layout/vList2"/>
    <dgm:cxn modelId="{7E7F6484-B017-46C1-87EF-B7ACEB3FC2CD}" type="presOf" srcId="{B3A0A272-B842-4C42-9AFB-90CC0DE59EB3}" destId="{2D32639D-724E-4E90-91CB-8A7E55B6EC2B}" srcOrd="0" destOrd="0" presId="urn:microsoft.com/office/officeart/2005/8/layout/vList2"/>
    <dgm:cxn modelId="{FBE1E88B-3D4F-4DD2-A58F-1969486C34C7}" srcId="{6A0AEEAC-49EC-4E52-846D-226451884DE4}" destId="{1A72A207-C494-465A-9BC2-4D5DBBE3551E}" srcOrd="2" destOrd="0" parTransId="{4472CB5E-859E-49AC-87D3-6D3DBB7C6B65}" sibTransId="{F5550346-923A-413D-87FA-036763F376B5}"/>
    <dgm:cxn modelId="{D387A998-3464-46D9-AB32-666302D202B7}" srcId="{709505F0-F6DE-4893-84D0-0B82B0B51EC9}" destId="{6117C63F-4F8E-44D0-9496-4C5F0B8E3C72}" srcOrd="4" destOrd="0" parTransId="{F959719A-35EA-46FE-9D18-B2A1DB7FC3FC}" sibTransId="{74C8F58B-359E-4B79-BAF8-7B1444E8E5F7}"/>
    <dgm:cxn modelId="{07C46EA1-7230-4B62-944C-B81A01DF939C}" srcId="{2C943C1D-EECA-4FEE-B001-AD4C40091B84}" destId="{50E62752-FB1A-408C-B105-621ACDE0AE60}" srcOrd="1" destOrd="0" parTransId="{823E1FBF-1A40-46F0-A12C-248BF3FA3C81}" sibTransId="{BDF92CA7-56D9-4FEE-9A41-37CD29B39ED2}"/>
    <dgm:cxn modelId="{1C77E1A5-C24A-4643-A44D-EA21435AD905}" type="presOf" srcId="{50E62752-FB1A-408C-B105-621ACDE0AE60}" destId="{6FF7B2BA-684C-47B9-AED9-51FAC8F084B3}" srcOrd="0" destOrd="1" presId="urn:microsoft.com/office/officeart/2005/8/layout/vList2"/>
    <dgm:cxn modelId="{DC3B36A6-3A20-473D-AC91-6428FA87DC4F}" type="presOf" srcId="{D5570B92-301A-4ECD-8B75-53F5B0D32D75}" destId="{6FF7B2BA-684C-47B9-AED9-51FAC8F084B3}" srcOrd="0" destOrd="0" presId="urn:microsoft.com/office/officeart/2005/8/layout/vList2"/>
    <dgm:cxn modelId="{DFC286B1-C961-45EE-98F5-306D11069A6A}" srcId="{6A0AEEAC-49EC-4E52-846D-226451884DE4}" destId="{A153E773-0B26-4D58-9DE6-58B9E995F033}" srcOrd="3" destOrd="0" parTransId="{630EE809-554D-4A52-81F3-184F9308DAA2}" sibTransId="{42DD6017-D535-4F90-8CDC-7C5F7E2D7E4C}"/>
    <dgm:cxn modelId="{B4F681B4-7BE2-49B8-A73C-6AD4082A1591}" type="presOf" srcId="{709505F0-F6DE-4893-84D0-0B82B0B51EC9}" destId="{6D5EF2BB-E120-495D-9547-E6F6CC333FA9}" srcOrd="0" destOrd="0" presId="urn:microsoft.com/office/officeart/2005/8/layout/vList2"/>
    <dgm:cxn modelId="{58AC63BA-FC43-424C-BC79-9DC07ECBAF5D}" type="presOf" srcId="{6117C63F-4F8E-44D0-9496-4C5F0B8E3C72}" destId="{9CECA89D-41A9-423A-BAD0-309A8AC9412C}" srcOrd="0" destOrd="4" presId="urn:microsoft.com/office/officeart/2005/8/layout/vList2"/>
    <dgm:cxn modelId="{57D5B6BA-6DED-4B40-A4FE-663EA03F5DD7}" type="presOf" srcId="{161F2D01-C8DE-44F9-8CE6-80552C66D0BF}" destId="{9CECA89D-41A9-423A-BAD0-309A8AC9412C}" srcOrd="0" destOrd="3" presId="urn:microsoft.com/office/officeart/2005/8/layout/vList2"/>
    <dgm:cxn modelId="{06FDF6BF-6233-4280-B635-6B05D79FE6DC}" type="presOf" srcId="{995A92C2-582F-498D-ACAB-C31D9644C41E}" destId="{6FF7B2BA-684C-47B9-AED9-51FAC8F084B3}" srcOrd="0" destOrd="3" presId="urn:microsoft.com/office/officeart/2005/8/layout/vList2"/>
    <dgm:cxn modelId="{7E9996C1-116F-4615-B8BB-D7709B144632}" srcId="{B3A0A272-B842-4C42-9AFB-90CC0DE59EB3}" destId="{2C943C1D-EECA-4FEE-B001-AD4C40091B84}" srcOrd="0" destOrd="0" parTransId="{1ABB439C-E7FD-4B61-89AE-642EF370D606}" sibTransId="{CA7A14AC-900F-4A7D-BC31-60706EB301BD}"/>
    <dgm:cxn modelId="{59FAF1C4-FC83-467F-827A-C2CAF9E7A709}" srcId="{709505F0-F6DE-4893-84D0-0B82B0B51EC9}" destId="{69F23914-B525-477A-AEFB-4C8E6B2BFF14}" srcOrd="0" destOrd="0" parTransId="{99C97AF8-F9A6-4161-862F-02BFEEFD097C}" sibTransId="{334F518A-0AA8-4A87-A389-16AB80634D6D}"/>
    <dgm:cxn modelId="{F4FC53CA-9C99-43D5-B7E2-FB3E03C92586}" type="presOf" srcId="{D0C1FB4E-27AD-4B6F-A5D1-2B0E38F562A3}" destId="{6FF7B2BA-684C-47B9-AED9-51FAC8F084B3}" srcOrd="0" destOrd="2" presId="urn:microsoft.com/office/officeart/2005/8/layout/vList2"/>
    <dgm:cxn modelId="{5D7110D0-5720-4064-B9AD-59825F4FFD04}" srcId="{6A0AEEAC-49EC-4E52-846D-226451884DE4}" destId="{D28160FD-8F2F-43F2-B3AE-6C64E9D5DE7F}" srcOrd="5" destOrd="0" parTransId="{E84C39F3-4E5C-4022-B02A-96F28A50BCC4}" sibTransId="{C783F9C6-DBE9-4DD0-BABD-CCA7BEFB9C2A}"/>
    <dgm:cxn modelId="{9F0415D0-A422-41E6-8A2E-F082C43749E8}" srcId="{709505F0-F6DE-4893-84D0-0B82B0B51EC9}" destId="{9448883E-DEEF-4E88-AE19-389D6EEBB751}" srcOrd="1" destOrd="0" parTransId="{F34FB988-E19E-47B5-BC12-D564336E3598}" sibTransId="{37D5923D-2C33-40D1-84D8-C6AE54C99494}"/>
    <dgm:cxn modelId="{E55D31D1-9673-489C-81DB-AD410F386F31}" srcId="{2C943C1D-EECA-4FEE-B001-AD4C40091B84}" destId="{D5570B92-301A-4ECD-8B75-53F5B0D32D75}" srcOrd="0" destOrd="0" parTransId="{F7CB3475-B918-44E5-BEA1-3CB033011487}" sibTransId="{F8C277FA-1D46-40D2-AA0B-B300D1BA62BA}"/>
    <dgm:cxn modelId="{55E4C7DC-5732-407A-84A5-5630019C4344}" type="presOf" srcId="{9448883E-DEEF-4E88-AE19-389D6EEBB751}" destId="{9CECA89D-41A9-423A-BAD0-309A8AC9412C}" srcOrd="0" destOrd="1" presId="urn:microsoft.com/office/officeart/2005/8/layout/vList2"/>
    <dgm:cxn modelId="{085B71DE-6523-4129-B9B3-0D1D42ED1218}" type="presOf" srcId="{1A72A207-C494-465A-9BC2-4D5DBBE3551E}" destId="{73DAE44C-9200-4F3A-B88B-FB2CE2EFC5F2}" srcOrd="0" destOrd="2" presId="urn:microsoft.com/office/officeart/2005/8/layout/vList2"/>
    <dgm:cxn modelId="{EB2ED9EE-3675-48E2-8D2D-4E34A5AA11C6}" srcId="{6A0AEEAC-49EC-4E52-846D-226451884DE4}" destId="{62A46C2D-76F4-40F1-8248-DC8C830C1777}" srcOrd="4" destOrd="0" parTransId="{18D775B6-5833-4CC3-9296-C3A3F53F267E}" sibTransId="{6305A34D-EA5D-4B89-8C8A-2CC11EC1D575}"/>
    <dgm:cxn modelId="{2B2C3C74-D0D3-424B-AA05-85E085419204}" type="presParOf" srcId="{2D32639D-724E-4E90-91CB-8A7E55B6EC2B}" destId="{FB30FAA1-933C-4A39-96BB-CD9828922F7E}" srcOrd="0" destOrd="0" presId="urn:microsoft.com/office/officeart/2005/8/layout/vList2"/>
    <dgm:cxn modelId="{4409DCE9-AC21-45FA-909F-980D88F6CFD3}" type="presParOf" srcId="{2D32639D-724E-4E90-91CB-8A7E55B6EC2B}" destId="{6FF7B2BA-684C-47B9-AED9-51FAC8F084B3}" srcOrd="1" destOrd="0" presId="urn:microsoft.com/office/officeart/2005/8/layout/vList2"/>
    <dgm:cxn modelId="{21885891-D6DE-475C-B5E3-1DC1146EC8D4}" type="presParOf" srcId="{2D32639D-724E-4E90-91CB-8A7E55B6EC2B}" destId="{E5D16EE5-6402-4900-9E64-53CA23F8DBE1}" srcOrd="2" destOrd="0" presId="urn:microsoft.com/office/officeart/2005/8/layout/vList2"/>
    <dgm:cxn modelId="{9CFA9DC3-B7F7-4641-8D35-C4CF4A2EAA4C}" type="presParOf" srcId="{2D32639D-724E-4E90-91CB-8A7E55B6EC2B}" destId="{73DAE44C-9200-4F3A-B88B-FB2CE2EFC5F2}" srcOrd="3" destOrd="0" presId="urn:microsoft.com/office/officeart/2005/8/layout/vList2"/>
    <dgm:cxn modelId="{2C79146E-DBBE-4B88-8D9D-18FA97E8B5E2}" type="presParOf" srcId="{2D32639D-724E-4E90-91CB-8A7E55B6EC2B}" destId="{6D5EF2BB-E120-495D-9547-E6F6CC333FA9}" srcOrd="4" destOrd="0" presId="urn:microsoft.com/office/officeart/2005/8/layout/vList2"/>
    <dgm:cxn modelId="{B61575D4-6372-4DC3-97DF-09746F90FB7B}" type="presParOf" srcId="{2D32639D-724E-4E90-91CB-8A7E55B6EC2B}" destId="{9CECA89D-41A9-423A-BAD0-309A8AC9412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5732FC7C-4D05-465A-8F87-65FADF2CF1F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it-IT"/>
        </a:p>
      </dgm:t>
    </dgm:pt>
    <dgm:pt modelId="{910CEB26-5683-4E54-8BF2-717468D36E57}">
      <dgm:prSet phldrT="[Testo]"/>
      <dgm:spPr>
        <a:solidFill>
          <a:schemeClr val="bg1"/>
        </a:solidFill>
      </dgm:spPr>
      <dgm:t>
        <a:bodyPr/>
        <a:lstStyle/>
        <a:p>
          <a:r>
            <a:rPr lang="en-US" b="1" noProof="0" dirty="0">
              <a:solidFill>
                <a:schemeClr val="tx1"/>
              </a:solidFill>
            </a:rPr>
            <a:t>Project Management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3F64DD8B-D8A1-4FEC-BE6C-DAE71BED4B23}">
      <dgm:prSet phldrT="[Testo]"/>
      <dgm:spPr>
        <a:solidFill>
          <a:schemeClr val="bg1"/>
        </a:solidFill>
      </dgm:spPr>
      <dgm:t>
        <a:bodyPr/>
        <a:lstStyle/>
        <a:p>
          <a:r>
            <a:rPr lang="en-US" b="1" noProof="0" dirty="0">
              <a:solidFill>
                <a:schemeClr val="tx1"/>
              </a:solidFill>
            </a:rPr>
            <a:t>Risk</a:t>
          </a:r>
        </a:p>
      </dgm:t>
    </dgm:pt>
    <dgm:pt modelId="{1B1AC38C-8E1D-4D15-97EB-5AB2E357526A}" type="parTrans" cxnId="{C8C3C3DD-ECB7-4079-B02E-2430977C0965}">
      <dgm:prSet/>
      <dgm:spPr/>
      <dgm:t>
        <a:bodyPr/>
        <a:lstStyle/>
        <a:p>
          <a:endParaRPr lang="it-IT" b="1"/>
        </a:p>
      </dgm:t>
    </dgm:pt>
    <dgm:pt modelId="{AE06F3B6-D186-402F-9AEA-CE85EA27F63D}" type="sibTrans" cxnId="{C8C3C3DD-ECB7-4079-B02E-2430977C0965}">
      <dgm:prSet/>
      <dgm:spPr/>
      <dgm:t>
        <a:bodyPr/>
        <a:lstStyle/>
        <a:p>
          <a:endParaRPr lang="it-IT" b="1"/>
        </a:p>
      </dgm:t>
    </dgm:pt>
    <dgm:pt modelId="{7C69A925-A39E-4BB5-B363-D96809E3EC1C}">
      <dgm:prSet phldrT="[Testo]"/>
      <dgm:spPr>
        <a:solidFill>
          <a:schemeClr val="bg1"/>
        </a:solidFill>
      </dgm:spPr>
      <dgm:t>
        <a:bodyPr/>
        <a:lstStyle/>
        <a:p>
          <a:r>
            <a:rPr lang="en-US" b="0" noProof="0" dirty="0">
              <a:solidFill>
                <a:schemeClr val="tx1"/>
              </a:solidFill>
            </a:rPr>
            <a:t>Plan Risk Management</a:t>
          </a:r>
        </a:p>
      </dgm:t>
    </dgm:pt>
    <dgm:pt modelId="{49E2CD8A-BB77-4314-A1E6-152F6F158413}" type="parTrans" cxnId="{A9DAF23A-CF99-4696-B9C8-8BD4C16DE4C2}">
      <dgm:prSet/>
      <dgm:spPr/>
      <dgm:t>
        <a:bodyPr/>
        <a:lstStyle/>
        <a:p>
          <a:endParaRPr lang="it-IT"/>
        </a:p>
      </dgm:t>
    </dgm:pt>
    <dgm:pt modelId="{6DE6FEB5-DE17-4548-9DA6-7C970C7B145D}" type="sibTrans" cxnId="{A9DAF23A-CF99-4696-B9C8-8BD4C16DE4C2}">
      <dgm:prSet/>
      <dgm:spPr/>
      <dgm:t>
        <a:bodyPr/>
        <a:lstStyle/>
        <a:p>
          <a:endParaRPr lang="it-IT"/>
        </a:p>
      </dgm:t>
    </dgm:pt>
    <dgm:pt modelId="{0BED9D0E-4419-4707-89C0-033B2C08A8BA}">
      <dgm:prSet/>
      <dgm:spPr>
        <a:solidFill>
          <a:schemeClr val="bg1"/>
        </a:solidFill>
      </dgm:spPr>
      <dgm:t>
        <a:bodyPr/>
        <a:lstStyle/>
        <a:p>
          <a:r>
            <a:rPr lang="en-US" b="0" noProof="0" dirty="0">
              <a:solidFill>
                <a:schemeClr val="tx1"/>
              </a:solidFill>
            </a:rPr>
            <a:t>Identify Risks</a:t>
          </a:r>
        </a:p>
      </dgm:t>
    </dgm:pt>
    <dgm:pt modelId="{F36CAF5D-5C5C-4E53-9C4B-9D7BA43D08CB}" type="parTrans" cxnId="{933D1285-3B9F-4446-9BB5-FA294C562CF6}">
      <dgm:prSet/>
      <dgm:spPr/>
      <dgm:t>
        <a:bodyPr/>
        <a:lstStyle/>
        <a:p>
          <a:endParaRPr lang="it-IT"/>
        </a:p>
      </dgm:t>
    </dgm:pt>
    <dgm:pt modelId="{1FA2456D-9DB0-466E-B89F-7210DFBB929A}" type="sibTrans" cxnId="{933D1285-3B9F-4446-9BB5-FA294C562CF6}">
      <dgm:prSet/>
      <dgm:spPr/>
      <dgm:t>
        <a:bodyPr/>
        <a:lstStyle/>
        <a:p>
          <a:endParaRPr lang="it-IT"/>
        </a:p>
      </dgm:t>
    </dgm:pt>
    <dgm:pt modelId="{DD5E7C8F-E225-4B9C-AD21-EA6BE6352751}">
      <dgm:prSet/>
      <dgm:spPr>
        <a:solidFill>
          <a:schemeClr val="bg1"/>
        </a:solidFill>
      </dgm:spPr>
      <dgm:t>
        <a:bodyPr/>
        <a:lstStyle/>
        <a:p>
          <a:r>
            <a:rPr lang="en-US" b="0" noProof="0" dirty="0">
              <a:solidFill>
                <a:schemeClr val="tx1"/>
              </a:solidFill>
            </a:rPr>
            <a:t>Perform Qualitative Risk Analysis</a:t>
          </a:r>
        </a:p>
      </dgm:t>
    </dgm:pt>
    <dgm:pt modelId="{A56BCF70-C320-495F-9D47-D102341DA2FB}" type="parTrans" cxnId="{213D908D-0DD6-43B7-BAE1-EED33485B963}">
      <dgm:prSet/>
      <dgm:spPr/>
      <dgm:t>
        <a:bodyPr/>
        <a:lstStyle/>
        <a:p>
          <a:endParaRPr lang="it-IT"/>
        </a:p>
      </dgm:t>
    </dgm:pt>
    <dgm:pt modelId="{4D4925AE-FAC2-4A31-8E19-C98746E38685}" type="sibTrans" cxnId="{213D908D-0DD6-43B7-BAE1-EED33485B963}">
      <dgm:prSet/>
      <dgm:spPr/>
      <dgm:t>
        <a:bodyPr/>
        <a:lstStyle/>
        <a:p>
          <a:endParaRPr lang="it-IT"/>
        </a:p>
      </dgm:t>
    </dgm:pt>
    <dgm:pt modelId="{0EB1F6BB-6BFD-47ED-9B03-CB660E4820A0}">
      <dgm:prSet/>
      <dgm:spPr>
        <a:solidFill>
          <a:schemeClr val="bg1"/>
        </a:solidFill>
      </dgm:spPr>
      <dgm:t>
        <a:bodyPr/>
        <a:lstStyle/>
        <a:p>
          <a:r>
            <a:rPr lang="en-US" b="0" noProof="0" dirty="0">
              <a:solidFill>
                <a:schemeClr val="tx1"/>
              </a:solidFill>
            </a:rPr>
            <a:t>Perform Quantitative Risk Analysis</a:t>
          </a:r>
        </a:p>
      </dgm:t>
    </dgm:pt>
    <dgm:pt modelId="{F8A19A4D-577C-45FD-BA30-8EFF44878AED}" type="parTrans" cxnId="{1C24DBA2-91CA-4517-888D-41B78941CDAD}">
      <dgm:prSet/>
      <dgm:spPr/>
      <dgm:t>
        <a:bodyPr/>
        <a:lstStyle/>
        <a:p>
          <a:endParaRPr lang="it-IT"/>
        </a:p>
      </dgm:t>
    </dgm:pt>
    <dgm:pt modelId="{FC8C1FAE-CF53-4DF2-B8B6-3530A07A21BA}" type="sibTrans" cxnId="{1C24DBA2-91CA-4517-888D-41B78941CDAD}">
      <dgm:prSet/>
      <dgm:spPr/>
      <dgm:t>
        <a:bodyPr/>
        <a:lstStyle/>
        <a:p>
          <a:endParaRPr lang="it-IT"/>
        </a:p>
      </dgm:t>
    </dgm:pt>
    <dgm:pt modelId="{6D951906-95CE-4054-B2EF-9AFA0DE76DD6}">
      <dgm:prSet/>
      <dgm:spPr>
        <a:solidFill>
          <a:schemeClr val="bg1"/>
        </a:solidFill>
      </dgm:spPr>
      <dgm:t>
        <a:bodyPr/>
        <a:lstStyle/>
        <a:p>
          <a:r>
            <a:rPr lang="en-US" b="0" noProof="0" dirty="0">
              <a:solidFill>
                <a:schemeClr val="tx1"/>
              </a:solidFill>
            </a:rPr>
            <a:t>Plan Risk Responses</a:t>
          </a:r>
        </a:p>
      </dgm:t>
    </dgm:pt>
    <dgm:pt modelId="{A4D5C85F-2134-4863-BF03-B90ED721C422}" type="parTrans" cxnId="{3822A42A-AE5A-4DE8-961F-C2AE956461F5}">
      <dgm:prSet/>
      <dgm:spPr/>
      <dgm:t>
        <a:bodyPr/>
        <a:lstStyle/>
        <a:p>
          <a:endParaRPr lang="it-IT"/>
        </a:p>
      </dgm:t>
    </dgm:pt>
    <dgm:pt modelId="{B634F56B-B23D-492F-8EF4-C2546149CEDD}" type="sibTrans" cxnId="{3822A42A-AE5A-4DE8-961F-C2AE956461F5}">
      <dgm:prSet/>
      <dgm:spPr/>
      <dgm:t>
        <a:bodyPr/>
        <a:lstStyle/>
        <a:p>
          <a:endParaRPr lang="it-IT"/>
        </a:p>
      </dgm:t>
    </dgm:pt>
    <dgm:pt modelId="{50955908-1694-482D-BD6F-C04C01D438DC}">
      <dgm:prSet/>
      <dgm:spPr>
        <a:solidFill>
          <a:srgbClr val="FF0000"/>
        </a:solidFill>
      </dgm:spPr>
      <dgm:t>
        <a:bodyPr/>
        <a:lstStyle/>
        <a:p>
          <a:r>
            <a:rPr lang="en-US" b="1" noProof="0" dirty="0">
              <a:solidFill>
                <a:schemeClr val="bg1"/>
              </a:solidFill>
            </a:rPr>
            <a:t>Control Risks </a:t>
          </a:r>
        </a:p>
      </dgm:t>
    </dgm:pt>
    <dgm:pt modelId="{42E9A6CC-FBDC-4FA5-8F60-EC35F72D7746}" type="parTrans" cxnId="{B42DA488-59FA-4758-A44E-D3CB6454D9BE}">
      <dgm:prSet/>
      <dgm:spPr/>
      <dgm:t>
        <a:bodyPr/>
        <a:lstStyle/>
        <a:p>
          <a:endParaRPr lang="it-IT"/>
        </a:p>
      </dgm:t>
    </dgm:pt>
    <dgm:pt modelId="{8DF1D480-9C53-4874-BC3C-EE918C131801}" type="sibTrans" cxnId="{B42DA488-59FA-4758-A44E-D3CB6454D9BE}">
      <dgm:prSet/>
      <dgm:spPr/>
      <dgm:t>
        <a:bodyPr/>
        <a:lstStyle/>
        <a:p>
          <a:endParaRPr lang="it-IT"/>
        </a:p>
      </dgm:t>
    </dgm:pt>
    <dgm:pt modelId="{B2DCE1C1-4CA4-47B1-B9E1-8761E3CD6C62}" type="pres">
      <dgm:prSet presAssocID="{5732FC7C-4D05-465A-8F87-65FADF2CF1F3}" presName="hierChild1" presStyleCnt="0">
        <dgm:presLayoutVars>
          <dgm:orgChart val="1"/>
          <dgm:chPref val="1"/>
          <dgm:dir/>
          <dgm:animOne val="branch"/>
          <dgm:animLvl val="lvl"/>
          <dgm:resizeHandles/>
        </dgm:presLayoutVars>
      </dgm:prSet>
      <dgm:spPr/>
    </dgm:pt>
    <dgm:pt modelId="{DB645ACD-5B55-41EA-B1D3-8D86921AE2E6}" type="pres">
      <dgm:prSet presAssocID="{910CEB26-5683-4E54-8BF2-717468D36E57}" presName="hierRoot1" presStyleCnt="0">
        <dgm:presLayoutVars>
          <dgm:hierBranch/>
        </dgm:presLayoutVars>
      </dgm:prSet>
      <dgm:spPr/>
    </dgm:pt>
    <dgm:pt modelId="{9932454F-CCE1-420C-8164-F95895ABC91E}" type="pres">
      <dgm:prSet presAssocID="{910CEB26-5683-4E54-8BF2-717468D36E57}" presName="rootComposite1" presStyleCnt="0"/>
      <dgm:spPr/>
    </dgm:pt>
    <dgm:pt modelId="{8168D708-111D-4BFD-A76B-53BE00A2051E}" type="pres">
      <dgm:prSet presAssocID="{910CEB26-5683-4E54-8BF2-717468D36E57}" presName="rootText1" presStyleLbl="node0" presStyleIdx="0" presStyleCnt="1">
        <dgm:presLayoutVars>
          <dgm:chPref val="3"/>
        </dgm:presLayoutVars>
      </dgm:prSet>
      <dgm:spPr/>
    </dgm:pt>
    <dgm:pt modelId="{C541BE7D-C1EE-4D07-8020-0D2AEE3BC172}" type="pres">
      <dgm:prSet presAssocID="{910CEB26-5683-4E54-8BF2-717468D36E57}" presName="rootConnector1" presStyleLbl="node1" presStyleIdx="0" presStyleCnt="0"/>
      <dgm:spPr/>
    </dgm:pt>
    <dgm:pt modelId="{7F162232-1235-4DCE-9EDC-E1B61298E7A5}" type="pres">
      <dgm:prSet presAssocID="{910CEB26-5683-4E54-8BF2-717468D36E57}" presName="hierChild2" presStyleCnt="0"/>
      <dgm:spPr/>
    </dgm:pt>
    <dgm:pt modelId="{7563B796-8385-456C-A9D1-80D29D1A2991}" type="pres">
      <dgm:prSet presAssocID="{1B1AC38C-8E1D-4D15-97EB-5AB2E357526A}" presName="Name35" presStyleLbl="parChTrans1D2" presStyleIdx="0" presStyleCnt="1"/>
      <dgm:spPr/>
    </dgm:pt>
    <dgm:pt modelId="{19AABB88-5723-4DF7-B513-C52C6D48C029}" type="pres">
      <dgm:prSet presAssocID="{3F64DD8B-D8A1-4FEC-BE6C-DAE71BED4B23}" presName="hierRoot2" presStyleCnt="0">
        <dgm:presLayoutVars>
          <dgm:hierBranch val="hang"/>
        </dgm:presLayoutVars>
      </dgm:prSet>
      <dgm:spPr/>
    </dgm:pt>
    <dgm:pt modelId="{123E00F8-9960-49F4-AC78-A55B68325C65}" type="pres">
      <dgm:prSet presAssocID="{3F64DD8B-D8A1-4FEC-BE6C-DAE71BED4B23}" presName="rootComposite" presStyleCnt="0"/>
      <dgm:spPr/>
    </dgm:pt>
    <dgm:pt modelId="{23BC9DEC-491D-4FB7-A841-E6D19B57FCD7}" type="pres">
      <dgm:prSet presAssocID="{3F64DD8B-D8A1-4FEC-BE6C-DAE71BED4B23}" presName="rootText" presStyleLbl="node2" presStyleIdx="0" presStyleCnt="1">
        <dgm:presLayoutVars>
          <dgm:chPref val="3"/>
        </dgm:presLayoutVars>
      </dgm:prSet>
      <dgm:spPr/>
    </dgm:pt>
    <dgm:pt modelId="{000F4AD4-046D-4206-95A7-9833B6F682CA}" type="pres">
      <dgm:prSet presAssocID="{3F64DD8B-D8A1-4FEC-BE6C-DAE71BED4B23}" presName="rootConnector" presStyleLbl="node2" presStyleIdx="0" presStyleCnt="1"/>
      <dgm:spPr/>
    </dgm:pt>
    <dgm:pt modelId="{02D75F8B-D540-444F-902E-7F83EF6C108F}" type="pres">
      <dgm:prSet presAssocID="{3F64DD8B-D8A1-4FEC-BE6C-DAE71BED4B23}" presName="hierChild4" presStyleCnt="0"/>
      <dgm:spPr/>
    </dgm:pt>
    <dgm:pt modelId="{6C62C63C-2189-4BF9-9749-73C32BEF5B0B}" type="pres">
      <dgm:prSet presAssocID="{49E2CD8A-BB77-4314-A1E6-152F6F158413}" presName="Name48" presStyleLbl="parChTrans1D3" presStyleIdx="0" presStyleCnt="6"/>
      <dgm:spPr/>
    </dgm:pt>
    <dgm:pt modelId="{22347C40-84C7-403E-8689-A7B76C71821B}" type="pres">
      <dgm:prSet presAssocID="{7C69A925-A39E-4BB5-B363-D96809E3EC1C}" presName="hierRoot2" presStyleCnt="0">
        <dgm:presLayoutVars>
          <dgm:hierBranch val="init"/>
        </dgm:presLayoutVars>
      </dgm:prSet>
      <dgm:spPr/>
    </dgm:pt>
    <dgm:pt modelId="{E4C8EF38-B227-498D-BE48-2C1145A6A2C1}" type="pres">
      <dgm:prSet presAssocID="{7C69A925-A39E-4BB5-B363-D96809E3EC1C}" presName="rootComposite" presStyleCnt="0"/>
      <dgm:spPr/>
    </dgm:pt>
    <dgm:pt modelId="{4B5389D9-B13C-48A2-B3BF-48F9B84F66F0}" type="pres">
      <dgm:prSet presAssocID="{7C69A925-A39E-4BB5-B363-D96809E3EC1C}" presName="rootText" presStyleLbl="node3" presStyleIdx="0" presStyleCnt="6">
        <dgm:presLayoutVars>
          <dgm:chPref val="3"/>
        </dgm:presLayoutVars>
      </dgm:prSet>
      <dgm:spPr/>
    </dgm:pt>
    <dgm:pt modelId="{FBC8F129-5F57-4A1A-9A97-4EFE434EF3B4}" type="pres">
      <dgm:prSet presAssocID="{7C69A925-A39E-4BB5-B363-D96809E3EC1C}" presName="rootConnector" presStyleLbl="node3" presStyleIdx="0" presStyleCnt="6"/>
      <dgm:spPr/>
    </dgm:pt>
    <dgm:pt modelId="{ECB3CCA3-3645-4034-A26F-810609C4CC5F}" type="pres">
      <dgm:prSet presAssocID="{7C69A925-A39E-4BB5-B363-D96809E3EC1C}" presName="hierChild4" presStyleCnt="0"/>
      <dgm:spPr/>
    </dgm:pt>
    <dgm:pt modelId="{17E02F64-CA2C-499A-86D2-2DF203D864AB}" type="pres">
      <dgm:prSet presAssocID="{7C69A925-A39E-4BB5-B363-D96809E3EC1C}" presName="hierChild5" presStyleCnt="0"/>
      <dgm:spPr/>
    </dgm:pt>
    <dgm:pt modelId="{098F8F92-5D01-4829-BD12-20A4C33A56BA}" type="pres">
      <dgm:prSet presAssocID="{F36CAF5D-5C5C-4E53-9C4B-9D7BA43D08CB}" presName="Name48" presStyleLbl="parChTrans1D3" presStyleIdx="1" presStyleCnt="6"/>
      <dgm:spPr/>
    </dgm:pt>
    <dgm:pt modelId="{D8AE8DD5-02BC-48A6-855C-82C93635321D}" type="pres">
      <dgm:prSet presAssocID="{0BED9D0E-4419-4707-89C0-033B2C08A8BA}" presName="hierRoot2" presStyleCnt="0">
        <dgm:presLayoutVars>
          <dgm:hierBranch val="init"/>
        </dgm:presLayoutVars>
      </dgm:prSet>
      <dgm:spPr/>
    </dgm:pt>
    <dgm:pt modelId="{17804954-97F0-43C9-BE2F-0423A05E9DD2}" type="pres">
      <dgm:prSet presAssocID="{0BED9D0E-4419-4707-89C0-033B2C08A8BA}" presName="rootComposite" presStyleCnt="0"/>
      <dgm:spPr/>
    </dgm:pt>
    <dgm:pt modelId="{E23A8842-47DB-472E-9463-9F6D26779072}" type="pres">
      <dgm:prSet presAssocID="{0BED9D0E-4419-4707-89C0-033B2C08A8BA}" presName="rootText" presStyleLbl="node3" presStyleIdx="1" presStyleCnt="6">
        <dgm:presLayoutVars>
          <dgm:chPref val="3"/>
        </dgm:presLayoutVars>
      </dgm:prSet>
      <dgm:spPr/>
    </dgm:pt>
    <dgm:pt modelId="{5304875E-6794-463B-8A38-2E1FDE5BABDB}" type="pres">
      <dgm:prSet presAssocID="{0BED9D0E-4419-4707-89C0-033B2C08A8BA}" presName="rootConnector" presStyleLbl="node3" presStyleIdx="1" presStyleCnt="6"/>
      <dgm:spPr/>
    </dgm:pt>
    <dgm:pt modelId="{177E710E-8994-4C18-845D-6FA283F3E677}" type="pres">
      <dgm:prSet presAssocID="{0BED9D0E-4419-4707-89C0-033B2C08A8BA}" presName="hierChild4" presStyleCnt="0"/>
      <dgm:spPr/>
    </dgm:pt>
    <dgm:pt modelId="{F3FA7754-03E1-4A7B-9784-39E0DECB25D9}" type="pres">
      <dgm:prSet presAssocID="{0BED9D0E-4419-4707-89C0-033B2C08A8BA}" presName="hierChild5" presStyleCnt="0"/>
      <dgm:spPr/>
    </dgm:pt>
    <dgm:pt modelId="{5E7D5EBB-7C5D-4E14-AAB8-BEB88A4A4B7F}" type="pres">
      <dgm:prSet presAssocID="{A56BCF70-C320-495F-9D47-D102341DA2FB}" presName="Name48" presStyleLbl="parChTrans1D3" presStyleIdx="2" presStyleCnt="6"/>
      <dgm:spPr/>
    </dgm:pt>
    <dgm:pt modelId="{9B17FCAB-92EF-4C56-93AA-3668BFD5D295}" type="pres">
      <dgm:prSet presAssocID="{DD5E7C8F-E225-4B9C-AD21-EA6BE6352751}" presName="hierRoot2" presStyleCnt="0">
        <dgm:presLayoutVars>
          <dgm:hierBranch val="init"/>
        </dgm:presLayoutVars>
      </dgm:prSet>
      <dgm:spPr/>
    </dgm:pt>
    <dgm:pt modelId="{85F019C9-882A-469F-BE57-9FFA1EDB4653}" type="pres">
      <dgm:prSet presAssocID="{DD5E7C8F-E225-4B9C-AD21-EA6BE6352751}" presName="rootComposite" presStyleCnt="0"/>
      <dgm:spPr/>
    </dgm:pt>
    <dgm:pt modelId="{5ED4DB88-48D6-467D-9903-37C8BFA12080}" type="pres">
      <dgm:prSet presAssocID="{DD5E7C8F-E225-4B9C-AD21-EA6BE6352751}" presName="rootText" presStyleLbl="node3" presStyleIdx="2" presStyleCnt="6">
        <dgm:presLayoutVars>
          <dgm:chPref val="3"/>
        </dgm:presLayoutVars>
      </dgm:prSet>
      <dgm:spPr/>
    </dgm:pt>
    <dgm:pt modelId="{C03E6650-4F3F-4164-923F-64697DF8CDA9}" type="pres">
      <dgm:prSet presAssocID="{DD5E7C8F-E225-4B9C-AD21-EA6BE6352751}" presName="rootConnector" presStyleLbl="node3" presStyleIdx="2" presStyleCnt="6"/>
      <dgm:spPr/>
    </dgm:pt>
    <dgm:pt modelId="{70E52A3D-105B-4819-8718-FA3EF8A6DABD}" type="pres">
      <dgm:prSet presAssocID="{DD5E7C8F-E225-4B9C-AD21-EA6BE6352751}" presName="hierChild4" presStyleCnt="0"/>
      <dgm:spPr/>
    </dgm:pt>
    <dgm:pt modelId="{519EFB48-826B-4BE0-BBD9-682933AB9317}" type="pres">
      <dgm:prSet presAssocID="{DD5E7C8F-E225-4B9C-AD21-EA6BE6352751}" presName="hierChild5" presStyleCnt="0"/>
      <dgm:spPr/>
    </dgm:pt>
    <dgm:pt modelId="{A76680A0-D94C-4876-9425-BD2ACBE015EB}" type="pres">
      <dgm:prSet presAssocID="{F8A19A4D-577C-45FD-BA30-8EFF44878AED}" presName="Name48" presStyleLbl="parChTrans1D3" presStyleIdx="3" presStyleCnt="6"/>
      <dgm:spPr/>
    </dgm:pt>
    <dgm:pt modelId="{A617DCD9-7D5E-435F-8BBC-6D27ADA632D4}" type="pres">
      <dgm:prSet presAssocID="{0EB1F6BB-6BFD-47ED-9B03-CB660E4820A0}" presName="hierRoot2" presStyleCnt="0">
        <dgm:presLayoutVars>
          <dgm:hierBranch val="init"/>
        </dgm:presLayoutVars>
      </dgm:prSet>
      <dgm:spPr/>
    </dgm:pt>
    <dgm:pt modelId="{0BAD7021-BFE7-4AA7-8D2F-09EC360E21EA}" type="pres">
      <dgm:prSet presAssocID="{0EB1F6BB-6BFD-47ED-9B03-CB660E4820A0}" presName="rootComposite" presStyleCnt="0"/>
      <dgm:spPr/>
    </dgm:pt>
    <dgm:pt modelId="{AB949CA5-5EEA-4A00-88EF-43885D56D765}" type="pres">
      <dgm:prSet presAssocID="{0EB1F6BB-6BFD-47ED-9B03-CB660E4820A0}" presName="rootText" presStyleLbl="node3" presStyleIdx="3" presStyleCnt="6">
        <dgm:presLayoutVars>
          <dgm:chPref val="3"/>
        </dgm:presLayoutVars>
      </dgm:prSet>
      <dgm:spPr/>
    </dgm:pt>
    <dgm:pt modelId="{BB59B3FF-2CB2-4789-A023-7067EBB3985D}" type="pres">
      <dgm:prSet presAssocID="{0EB1F6BB-6BFD-47ED-9B03-CB660E4820A0}" presName="rootConnector" presStyleLbl="node3" presStyleIdx="3" presStyleCnt="6"/>
      <dgm:spPr/>
    </dgm:pt>
    <dgm:pt modelId="{84469143-68D5-4FE6-B73F-796D5315EECC}" type="pres">
      <dgm:prSet presAssocID="{0EB1F6BB-6BFD-47ED-9B03-CB660E4820A0}" presName="hierChild4" presStyleCnt="0"/>
      <dgm:spPr/>
    </dgm:pt>
    <dgm:pt modelId="{DEF83AD8-1256-4854-A423-479DD49A71B8}" type="pres">
      <dgm:prSet presAssocID="{0EB1F6BB-6BFD-47ED-9B03-CB660E4820A0}" presName="hierChild5" presStyleCnt="0"/>
      <dgm:spPr/>
    </dgm:pt>
    <dgm:pt modelId="{73AA092C-F348-4D43-BA05-F3B93267D971}" type="pres">
      <dgm:prSet presAssocID="{A4D5C85F-2134-4863-BF03-B90ED721C422}" presName="Name48" presStyleLbl="parChTrans1D3" presStyleIdx="4" presStyleCnt="6"/>
      <dgm:spPr/>
    </dgm:pt>
    <dgm:pt modelId="{7F9E4EFA-C772-40B6-8B5D-3C6F1B7E9BA8}" type="pres">
      <dgm:prSet presAssocID="{6D951906-95CE-4054-B2EF-9AFA0DE76DD6}" presName="hierRoot2" presStyleCnt="0">
        <dgm:presLayoutVars>
          <dgm:hierBranch val="init"/>
        </dgm:presLayoutVars>
      </dgm:prSet>
      <dgm:spPr/>
    </dgm:pt>
    <dgm:pt modelId="{AE76FFEF-725B-4962-BA08-202F8F0282C4}" type="pres">
      <dgm:prSet presAssocID="{6D951906-95CE-4054-B2EF-9AFA0DE76DD6}" presName="rootComposite" presStyleCnt="0"/>
      <dgm:spPr/>
    </dgm:pt>
    <dgm:pt modelId="{211B4F57-0A09-401B-B60A-0BA9C7DFC24D}" type="pres">
      <dgm:prSet presAssocID="{6D951906-95CE-4054-B2EF-9AFA0DE76DD6}" presName="rootText" presStyleLbl="node3" presStyleIdx="4" presStyleCnt="6">
        <dgm:presLayoutVars>
          <dgm:chPref val="3"/>
        </dgm:presLayoutVars>
      </dgm:prSet>
      <dgm:spPr/>
    </dgm:pt>
    <dgm:pt modelId="{2B3A4619-B730-4CEA-BB65-7351646026B3}" type="pres">
      <dgm:prSet presAssocID="{6D951906-95CE-4054-B2EF-9AFA0DE76DD6}" presName="rootConnector" presStyleLbl="node3" presStyleIdx="4" presStyleCnt="6"/>
      <dgm:spPr/>
    </dgm:pt>
    <dgm:pt modelId="{D4C443E3-3DD7-4E2A-870F-A9FE716B5734}" type="pres">
      <dgm:prSet presAssocID="{6D951906-95CE-4054-B2EF-9AFA0DE76DD6}" presName="hierChild4" presStyleCnt="0"/>
      <dgm:spPr/>
    </dgm:pt>
    <dgm:pt modelId="{76D824E7-97C6-4E12-91EE-58E70C22A1D9}" type="pres">
      <dgm:prSet presAssocID="{6D951906-95CE-4054-B2EF-9AFA0DE76DD6}" presName="hierChild5" presStyleCnt="0"/>
      <dgm:spPr/>
    </dgm:pt>
    <dgm:pt modelId="{8D05F1D0-1894-4299-B798-E8F274871921}" type="pres">
      <dgm:prSet presAssocID="{42E9A6CC-FBDC-4FA5-8F60-EC35F72D7746}" presName="Name48" presStyleLbl="parChTrans1D3" presStyleIdx="5" presStyleCnt="6"/>
      <dgm:spPr/>
    </dgm:pt>
    <dgm:pt modelId="{967AC2DA-694B-4481-8E41-FDE625AD12B5}" type="pres">
      <dgm:prSet presAssocID="{50955908-1694-482D-BD6F-C04C01D438DC}" presName="hierRoot2" presStyleCnt="0">
        <dgm:presLayoutVars>
          <dgm:hierBranch val="init"/>
        </dgm:presLayoutVars>
      </dgm:prSet>
      <dgm:spPr/>
    </dgm:pt>
    <dgm:pt modelId="{F0A4ED01-1CFE-4514-9008-9A1F63633484}" type="pres">
      <dgm:prSet presAssocID="{50955908-1694-482D-BD6F-C04C01D438DC}" presName="rootComposite" presStyleCnt="0"/>
      <dgm:spPr/>
    </dgm:pt>
    <dgm:pt modelId="{85522D5B-892E-46EC-AFD0-8CF00F1ED0FC}" type="pres">
      <dgm:prSet presAssocID="{50955908-1694-482D-BD6F-C04C01D438DC}" presName="rootText" presStyleLbl="node3" presStyleIdx="5" presStyleCnt="6">
        <dgm:presLayoutVars>
          <dgm:chPref val="3"/>
        </dgm:presLayoutVars>
      </dgm:prSet>
      <dgm:spPr/>
    </dgm:pt>
    <dgm:pt modelId="{CEBF9439-F4CD-4BDA-B24C-9F27DF4C47DB}" type="pres">
      <dgm:prSet presAssocID="{50955908-1694-482D-BD6F-C04C01D438DC}" presName="rootConnector" presStyleLbl="node3" presStyleIdx="5" presStyleCnt="6"/>
      <dgm:spPr/>
    </dgm:pt>
    <dgm:pt modelId="{3311D1DC-F884-4D40-BD56-3A271C867018}" type="pres">
      <dgm:prSet presAssocID="{50955908-1694-482D-BD6F-C04C01D438DC}" presName="hierChild4" presStyleCnt="0"/>
      <dgm:spPr/>
    </dgm:pt>
    <dgm:pt modelId="{07AF7CCA-56C3-42B7-B605-D2FD6AC8BF92}" type="pres">
      <dgm:prSet presAssocID="{50955908-1694-482D-BD6F-C04C01D438DC}" presName="hierChild5" presStyleCnt="0"/>
      <dgm:spPr/>
    </dgm:pt>
    <dgm:pt modelId="{E11A6F86-315D-407F-BC9F-E52937751E6F}" type="pres">
      <dgm:prSet presAssocID="{3F64DD8B-D8A1-4FEC-BE6C-DAE71BED4B23}" presName="hierChild5" presStyleCnt="0"/>
      <dgm:spPr/>
    </dgm:pt>
    <dgm:pt modelId="{860A0585-128A-4107-B174-C8FB96DF05FE}" type="pres">
      <dgm:prSet presAssocID="{910CEB26-5683-4E54-8BF2-717468D36E57}" presName="hierChild3" presStyleCnt="0"/>
      <dgm:spPr/>
    </dgm:pt>
  </dgm:ptLst>
  <dgm:cxnLst>
    <dgm:cxn modelId="{34256F04-FACC-4014-9CB1-C283B78D8AA5}" type="presOf" srcId="{DD5E7C8F-E225-4B9C-AD21-EA6BE6352751}" destId="{C03E6650-4F3F-4164-923F-64697DF8CDA9}" srcOrd="1" destOrd="0" presId="urn:microsoft.com/office/officeart/2005/8/layout/orgChart1"/>
    <dgm:cxn modelId="{3CBC3705-0F73-4767-8A5C-895BD016717F}" type="presOf" srcId="{7C69A925-A39E-4BB5-B363-D96809E3EC1C}" destId="{4B5389D9-B13C-48A2-B3BF-48F9B84F66F0}" srcOrd="0" destOrd="0" presId="urn:microsoft.com/office/officeart/2005/8/layout/orgChart1"/>
    <dgm:cxn modelId="{898BCF0B-68CC-48AE-9870-4253D3B50B73}" type="presOf" srcId="{3F64DD8B-D8A1-4FEC-BE6C-DAE71BED4B23}" destId="{000F4AD4-046D-4206-95A7-9833B6F682CA}" srcOrd="1" destOrd="0" presId="urn:microsoft.com/office/officeart/2005/8/layout/orgChart1"/>
    <dgm:cxn modelId="{2F615B0F-B53B-46F5-9491-326C3BE3B74A}" type="presOf" srcId="{0BED9D0E-4419-4707-89C0-033B2C08A8BA}" destId="{5304875E-6794-463B-8A38-2E1FDE5BABDB}" srcOrd="1" destOrd="0" presId="urn:microsoft.com/office/officeart/2005/8/layout/orgChart1"/>
    <dgm:cxn modelId="{AD5B3414-42EE-4E22-B9FF-8727658E27C8}" srcId="{5732FC7C-4D05-465A-8F87-65FADF2CF1F3}" destId="{910CEB26-5683-4E54-8BF2-717468D36E57}" srcOrd="0" destOrd="0" parTransId="{C5D0D7EB-D89F-456B-B36B-F9C82B8E8397}" sibTransId="{77207E75-ACC8-4387-A11D-7B8BE81CED65}"/>
    <dgm:cxn modelId="{18464727-8A1B-4846-BCA7-8596C192A58E}" type="presOf" srcId="{DD5E7C8F-E225-4B9C-AD21-EA6BE6352751}" destId="{5ED4DB88-48D6-467D-9903-37C8BFA12080}" srcOrd="0" destOrd="0" presId="urn:microsoft.com/office/officeart/2005/8/layout/orgChart1"/>
    <dgm:cxn modelId="{3822A42A-AE5A-4DE8-961F-C2AE956461F5}" srcId="{3F64DD8B-D8A1-4FEC-BE6C-DAE71BED4B23}" destId="{6D951906-95CE-4054-B2EF-9AFA0DE76DD6}" srcOrd="4" destOrd="0" parTransId="{A4D5C85F-2134-4863-BF03-B90ED721C422}" sibTransId="{B634F56B-B23D-492F-8EF4-C2546149CEDD}"/>
    <dgm:cxn modelId="{B725E52B-C614-4331-8AF7-8336557089A7}" type="presOf" srcId="{F36CAF5D-5C5C-4E53-9C4B-9D7BA43D08CB}" destId="{098F8F92-5D01-4829-BD12-20A4C33A56BA}" srcOrd="0" destOrd="0" presId="urn:microsoft.com/office/officeart/2005/8/layout/orgChart1"/>
    <dgm:cxn modelId="{A9DAF23A-CF99-4696-B9C8-8BD4C16DE4C2}" srcId="{3F64DD8B-D8A1-4FEC-BE6C-DAE71BED4B23}" destId="{7C69A925-A39E-4BB5-B363-D96809E3EC1C}" srcOrd="0" destOrd="0" parTransId="{49E2CD8A-BB77-4314-A1E6-152F6F158413}" sibTransId="{6DE6FEB5-DE17-4548-9DA6-7C970C7B145D}"/>
    <dgm:cxn modelId="{17B80941-C064-4183-AD7F-57A06199AD6C}" type="presOf" srcId="{50955908-1694-482D-BD6F-C04C01D438DC}" destId="{CEBF9439-F4CD-4BDA-B24C-9F27DF4C47DB}" srcOrd="1" destOrd="0" presId="urn:microsoft.com/office/officeart/2005/8/layout/orgChart1"/>
    <dgm:cxn modelId="{202F4F61-3394-4FA7-8798-82B45EAF5C54}" type="presOf" srcId="{42E9A6CC-FBDC-4FA5-8F60-EC35F72D7746}" destId="{8D05F1D0-1894-4299-B798-E8F274871921}" srcOrd="0" destOrd="0" presId="urn:microsoft.com/office/officeart/2005/8/layout/orgChart1"/>
    <dgm:cxn modelId="{CCDC7B61-0470-4B8F-BEEB-4A3861940314}" type="presOf" srcId="{A4D5C85F-2134-4863-BF03-B90ED721C422}" destId="{73AA092C-F348-4D43-BA05-F3B93267D971}" srcOrd="0" destOrd="0" presId="urn:microsoft.com/office/officeart/2005/8/layout/orgChart1"/>
    <dgm:cxn modelId="{6E187565-05A2-4AEF-A0E4-AE2CF2CF789C}" type="presOf" srcId="{910CEB26-5683-4E54-8BF2-717468D36E57}" destId="{8168D708-111D-4BFD-A76B-53BE00A2051E}" srcOrd="0" destOrd="0" presId="urn:microsoft.com/office/officeart/2005/8/layout/orgChart1"/>
    <dgm:cxn modelId="{29C46F77-8BBD-4782-A83B-8B68E37AB7E4}" type="presOf" srcId="{49E2CD8A-BB77-4314-A1E6-152F6F158413}" destId="{6C62C63C-2189-4BF9-9749-73C32BEF5B0B}" srcOrd="0" destOrd="0" presId="urn:microsoft.com/office/officeart/2005/8/layout/orgChart1"/>
    <dgm:cxn modelId="{E1E96859-E685-4FE5-A844-3313A5A7C945}" type="presOf" srcId="{910CEB26-5683-4E54-8BF2-717468D36E57}" destId="{C541BE7D-C1EE-4D07-8020-0D2AEE3BC172}" srcOrd="1" destOrd="0" presId="urn:microsoft.com/office/officeart/2005/8/layout/orgChart1"/>
    <dgm:cxn modelId="{E05B0C85-7E3F-4121-9BBF-7926A0CE7690}" type="presOf" srcId="{6D951906-95CE-4054-B2EF-9AFA0DE76DD6}" destId="{2B3A4619-B730-4CEA-BB65-7351646026B3}" srcOrd="1" destOrd="0" presId="urn:microsoft.com/office/officeart/2005/8/layout/orgChart1"/>
    <dgm:cxn modelId="{933D1285-3B9F-4446-9BB5-FA294C562CF6}" srcId="{3F64DD8B-D8A1-4FEC-BE6C-DAE71BED4B23}" destId="{0BED9D0E-4419-4707-89C0-033B2C08A8BA}" srcOrd="1" destOrd="0" parTransId="{F36CAF5D-5C5C-4E53-9C4B-9D7BA43D08CB}" sibTransId="{1FA2456D-9DB0-466E-B89F-7210DFBB929A}"/>
    <dgm:cxn modelId="{B42DA488-59FA-4758-A44E-D3CB6454D9BE}" srcId="{3F64DD8B-D8A1-4FEC-BE6C-DAE71BED4B23}" destId="{50955908-1694-482D-BD6F-C04C01D438DC}" srcOrd="5" destOrd="0" parTransId="{42E9A6CC-FBDC-4FA5-8F60-EC35F72D7746}" sibTransId="{8DF1D480-9C53-4874-BC3C-EE918C131801}"/>
    <dgm:cxn modelId="{213D908D-0DD6-43B7-BAE1-EED33485B963}" srcId="{3F64DD8B-D8A1-4FEC-BE6C-DAE71BED4B23}" destId="{DD5E7C8F-E225-4B9C-AD21-EA6BE6352751}" srcOrd="2" destOrd="0" parTransId="{A56BCF70-C320-495F-9D47-D102341DA2FB}" sibTransId="{4D4925AE-FAC2-4A31-8E19-C98746E38685}"/>
    <dgm:cxn modelId="{AAF66B9A-0FDF-468C-8FE5-C49DA5AD3F49}" type="presOf" srcId="{5732FC7C-4D05-465A-8F87-65FADF2CF1F3}" destId="{B2DCE1C1-4CA4-47B1-B9E1-8761E3CD6C62}" srcOrd="0" destOrd="0" presId="urn:microsoft.com/office/officeart/2005/8/layout/orgChart1"/>
    <dgm:cxn modelId="{17B0B7A1-F064-4CC8-91C9-C6F7EA225A25}" type="presOf" srcId="{1B1AC38C-8E1D-4D15-97EB-5AB2E357526A}" destId="{7563B796-8385-456C-A9D1-80D29D1A2991}" srcOrd="0" destOrd="0" presId="urn:microsoft.com/office/officeart/2005/8/layout/orgChart1"/>
    <dgm:cxn modelId="{1C24DBA2-91CA-4517-888D-41B78941CDAD}" srcId="{3F64DD8B-D8A1-4FEC-BE6C-DAE71BED4B23}" destId="{0EB1F6BB-6BFD-47ED-9B03-CB660E4820A0}" srcOrd="3" destOrd="0" parTransId="{F8A19A4D-577C-45FD-BA30-8EFF44878AED}" sibTransId="{FC8C1FAE-CF53-4DF2-B8B6-3530A07A21BA}"/>
    <dgm:cxn modelId="{7017E0A3-477C-413A-9FB4-972B142BDFDE}" type="presOf" srcId="{A56BCF70-C320-495F-9D47-D102341DA2FB}" destId="{5E7D5EBB-7C5D-4E14-AAB8-BEB88A4A4B7F}" srcOrd="0" destOrd="0" presId="urn:microsoft.com/office/officeart/2005/8/layout/orgChart1"/>
    <dgm:cxn modelId="{968E99A4-321A-4B03-9F7C-874794337DB0}" type="presOf" srcId="{0EB1F6BB-6BFD-47ED-9B03-CB660E4820A0}" destId="{AB949CA5-5EEA-4A00-88EF-43885D56D765}" srcOrd="0" destOrd="0" presId="urn:microsoft.com/office/officeart/2005/8/layout/orgChart1"/>
    <dgm:cxn modelId="{0B43F9C7-7928-4672-BD8C-F2EEE682BC5F}" type="presOf" srcId="{6D951906-95CE-4054-B2EF-9AFA0DE76DD6}" destId="{211B4F57-0A09-401B-B60A-0BA9C7DFC24D}" srcOrd="0" destOrd="0" presId="urn:microsoft.com/office/officeart/2005/8/layout/orgChart1"/>
    <dgm:cxn modelId="{EE36B0DC-00CA-4499-B7D4-9875A86647F5}" type="presOf" srcId="{3F64DD8B-D8A1-4FEC-BE6C-DAE71BED4B23}" destId="{23BC9DEC-491D-4FB7-A841-E6D19B57FCD7}" srcOrd="0" destOrd="0" presId="urn:microsoft.com/office/officeart/2005/8/layout/orgChart1"/>
    <dgm:cxn modelId="{C8C3C3DD-ECB7-4079-B02E-2430977C0965}" srcId="{910CEB26-5683-4E54-8BF2-717468D36E57}" destId="{3F64DD8B-D8A1-4FEC-BE6C-DAE71BED4B23}" srcOrd="0" destOrd="0" parTransId="{1B1AC38C-8E1D-4D15-97EB-5AB2E357526A}" sibTransId="{AE06F3B6-D186-402F-9AEA-CE85EA27F63D}"/>
    <dgm:cxn modelId="{4CB4FEE3-9CB5-4F44-AF30-E166FF7A6D31}" type="presOf" srcId="{7C69A925-A39E-4BB5-B363-D96809E3EC1C}" destId="{FBC8F129-5F57-4A1A-9A97-4EFE434EF3B4}" srcOrd="1" destOrd="0" presId="urn:microsoft.com/office/officeart/2005/8/layout/orgChart1"/>
    <dgm:cxn modelId="{21B1E5E9-055A-4E43-BDC1-8F818CCA29FD}" type="presOf" srcId="{0BED9D0E-4419-4707-89C0-033B2C08A8BA}" destId="{E23A8842-47DB-472E-9463-9F6D26779072}" srcOrd="0" destOrd="0" presId="urn:microsoft.com/office/officeart/2005/8/layout/orgChart1"/>
    <dgm:cxn modelId="{464680F2-0D41-48C5-965F-B3E0E841D7AD}" type="presOf" srcId="{F8A19A4D-577C-45FD-BA30-8EFF44878AED}" destId="{A76680A0-D94C-4876-9425-BD2ACBE015EB}" srcOrd="0" destOrd="0" presId="urn:microsoft.com/office/officeart/2005/8/layout/orgChart1"/>
    <dgm:cxn modelId="{3209D6F2-AC0B-455C-92C6-7DD291FB9E9A}" type="presOf" srcId="{50955908-1694-482D-BD6F-C04C01D438DC}" destId="{85522D5B-892E-46EC-AFD0-8CF00F1ED0FC}" srcOrd="0" destOrd="0" presId="urn:microsoft.com/office/officeart/2005/8/layout/orgChart1"/>
    <dgm:cxn modelId="{29EB71F5-D1C7-4BB8-88D4-E64423230B3C}" type="presOf" srcId="{0EB1F6BB-6BFD-47ED-9B03-CB660E4820A0}" destId="{BB59B3FF-2CB2-4789-A023-7067EBB3985D}" srcOrd="1" destOrd="0" presId="urn:microsoft.com/office/officeart/2005/8/layout/orgChart1"/>
    <dgm:cxn modelId="{6BCA243E-D9B5-4971-8529-A931B74BDE0C}" type="presParOf" srcId="{B2DCE1C1-4CA4-47B1-B9E1-8761E3CD6C62}" destId="{DB645ACD-5B55-41EA-B1D3-8D86921AE2E6}" srcOrd="0" destOrd="0" presId="urn:microsoft.com/office/officeart/2005/8/layout/orgChart1"/>
    <dgm:cxn modelId="{3F22647C-B029-4E2A-8830-038119871E1E}" type="presParOf" srcId="{DB645ACD-5B55-41EA-B1D3-8D86921AE2E6}" destId="{9932454F-CCE1-420C-8164-F95895ABC91E}" srcOrd="0" destOrd="0" presId="urn:microsoft.com/office/officeart/2005/8/layout/orgChart1"/>
    <dgm:cxn modelId="{D56D6AE5-4422-40FB-9BCD-8B8C63051580}" type="presParOf" srcId="{9932454F-CCE1-420C-8164-F95895ABC91E}" destId="{8168D708-111D-4BFD-A76B-53BE00A2051E}" srcOrd="0" destOrd="0" presId="urn:microsoft.com/office/officeart/2005/8/layout/orgChart1"/>
    <dgm:cxn modelId="{64F4D893-197D-47AD-A554-F5DA5F2B4979}" type="presParOf" srcId="{9932454F-CCE1-420C-8164-F95895ABC91E}" destId="{C541BE7D-C1EE-4D07-8020-0D2AEE3BC172}" srcOrd="1" destOrd="0" presId="urn:microsoft.com/office/officeart/2005/8/layout/orgChart1"/>
    <dgm:cxn modelId="{B66CBACC-FFD4-4C92-BE2C-09B170438A68}" type="presParOf" srcId="{DB645ACD-5B55-41EA-B1D3-8D86921AE2E6}" destId="{7F162232-1235-4DCE-9EDC-E1B61298E7A5}" srcOrd="1" destOrd="0" presId="urn:microsoft.com/office/officeart/2005/8/layout/orgChart1"/>
    <dgm:cxn modelId="{D23D561B-5093-4741-BBB5-6356A575D4B5}" type="presParOf" srcId="{7F162232-1235-4DCE-9EDC-E1B61298E7A5}" destId="{7563B796-8385-456C-A9D1-80D29D1A2991}" srcOrd="0" destOrd="0" presId="urn:microsoft.com/office/officeart/2005/8/layout/orgChart1"/>
    <dgm:cxn modelId="{175E5893-E051-4A26-8EBA-F1CC778607F9}" type="presParOf" srcId="{7F162232-1235-4DCE-9EDC-E1B61298E7A5}" destId="{19AABB88-5723-4DF7-B513-C52C6D48C029}" srcOrd="1" destOrd="0" presId="urn:microsoft.com/office/officeart/2005/8/layout/orgChart1"/>
    <dgm:cxn modelId="{7042A714-A36B-4A01-BEE4-FB43C76F38B7}" type="presParOf" srcId="{19AABB88-5723-4DF7-B513-C52C6D48C029}" destId="{123E00F8-9960-49F4-AC78-A55B68325C65}" srcOrd="0" destOrd="0" presId="urn:microsoft.com/office/officeart/2005/8/layout/orgChart1"/>
    <dgm:cxn modelId="{4A1729F1-90B7-48AE-9459-25737189631E}" type="presParOf" srcId="{123E00F8-9960-49F4-AC78-A55B68325C65}" destId="{23BC9DEC-491D-4FB7-A841-E6D19B57FCD7}" srcOrd="0" destOrd="0" presId="urn:microsoft.com/office/officeart/2005/8/layout/orgChart1"/>
    <dgm:cxn modelId="{27CBFBA2-D77E-4FF9-B5BA-CFAEE348EA8B}" type="presParOf" srcId="{123E00F8-9960-49F4-AC78-A55B68325C65}" destId="{000F4AD4-046D-4206-95A7-9833B6F682CA}" srcOrd="1" destOrd="0" presId="urn:microsoft.com/office/officeart/2005/8/layout/orgChart1"/>
    <dgm:cxn modelId="{AFF84535-E1B9-41B1-9D83-74D761767684}" type="presParOf" srcId="{19AABB88-5723-4DF7-B513-C52C6D48C029}" destId="{02D75F8B-D540-444F-902E-7F83EF6C108F}" srcOrd="1" destOrd="0" presId="urn:microsoft.com/office/officeart/2005/8/layout/orgChart1"/>
    <dgm:cxn modelId="{9B08F31D-2432-4BF4-9C12-A97A5B0EAECB}" type="presParOf" srcId="{02D75F8B-D540-444F-902E-7F83EF6C108F}" destId="{6C62C63C-2189-4BF9-9749-73C32BEF5B0B}" srcOrd="0" destOrd="0" presId="urn:microsoft.com/office/officeart/2005/8/layout/orgChart1"/>
    <dgm:cxn modelId="{01965830-2C93-4FBD-B6BA-E7D4179DD3D3}" type="presParOf" srcId="{02D75F8B-D540-444F-902E-7F83EF6C108F}" destId="{22347C40-84C7-403E-8689-A7B76C71821B}" srcOrd="1" destOrd="0" presId="urn:microsoft.com/office/officeart/2005/8/layout/orgChart1"/>
    <dgm:cxn modelId="{EE9880FB-34D7-4328-B63A-582AF3E6F1E3}" type="presParOf" srcId="{22347C40-84C7-403E-8689-A7B76C71821B}" destId="{E4C8EF38-B227-498D-BE48-2C1145A6A2C1}" srcOrd="0" destOrd="0" presId="urn:microsoft.com/office/officeart/2005/8/layout/orgChart1"/>
    <dgm:cxn modelId="{2B3C9642-BAD3-4B6A-8B26-F5648C54AF71}" type="presParOf" srcId="{E4C8EF38-B227-498D-BE48-2C1145A6A2C1}" destId="{4B5389D9-B13C-48A2-B3BF-48F9B84F66F0}" srcOrd="0" destOrd="0" presId="urn:microsoft.com/office/officeart/2005/8/layout/orgChart1"/>
    <dgm:cxn modelId="{71F4601A-1CD4-43E7-A902-D5B10FDCCE53}" type="presParOf" srcId="{E4C8EF38-B227-498D-BE48-2C1145A6A2C1}" destId="{FBC8F129-5F57-4A1A-9A97-4EFE434EF3B4}" srcOrd="1" destOrd="0" presId="urn:microsoft.com/office/officeart/2005/8/layout/orgChart1"/>
    <dgm:cxn modelId="{A4794D87-BCBC-49DD-9983-B5147FBC6A28}" type="presParOf" srcId="{22347C40-84C7-403E-8689-A7B76C71821B}" destId="{ECB3CCA3-3645-4034-A26F-810609C4CC5F}" srcOrd="1" destOrd="0" presId="urn:microsoft.com/office/officeart/2005/8/layout/orgChart1"/>
    <dgm:cxn modelId="{9AD6926F-8C04-459E-A662-852284410044}" type="presParOf" srcId="{22347C40-84C7-403E-8689-A7B76C71821B}" destId="{17E02F64-CA2C-499A-86D2-2DF203D864AB}" srcOrd="2" destOrd="0" presId="urn:microsoft.com/office/officeart/2005/8/layout/orgChart1"/>
    <dgm:cxn modelId="{605CFD76-817B-4877-BE3B-DE0DBCF66631}" type="presParOf" srcId="{02D75F8B-D540-444F-902E-7F83EF6C108F}" destId="{098F8F92-5D01-4829-BD12-20A4C33A56BA}" srcOrd="2" destOrd="0" presId="urn:microsoft.com/office/officeart/2005/8/layout/orgChart1"/>
    <dgm:cxn modelId="{90BB38FD-288E-4DF4-8282-9B73BBAE5189}" type="presParOf" srcId="{02D75F8B-D540-444F-902E-7F83EF6C108F}" destId="{D8AE8DD5-02BC-48A6-855C-82C93635321D}" srcOrd="3" destOrd="0" presId="urn:microsoft.com/office/officeart/2005/8/layout/orgChart1"/>
    <dgm:cxn modelId="{BF093372-AE81-49AE-9BCB-BB62FFDC0300}" type="presParOf" srcId="{D8AE8DD5-02BC-48A6-855C-82C93635321D}" destId="{17804954-97F0-43C9-BE2F-0423A05E9DD2}" srcOrd="0" destOrd="0" presId="urn:microsoft.com/office/officeart/2005/8/layout/orgChart1"/>
    <dgm:cxn modelId="{5AB25DC4-2AA1-4ECD-8ECB-260C8977FDD3}" type="presParOf" srcId="{17804954-97F0-43C9-BE2F-0423A05E9DD2}" destId="{E23A8842-47DB-472E-9463-9F6D26779072}" srcOrd="0" destOrd="0" presId="urn:microsoft.com/office/officeart/2005/8/layout/orgChart1"/>
    <dgm:cxn modelId="{9F675CA3-5C73-4DEB-AC24-650BFE82DAD0}" type="presParOf" srcId="{17804954-97F0-43C9-BE2F-0423A05E9DD2}" destId="{5304875E-6794-463B-8A38-2E1FDE5BABDB}" srcOrd="1" destOrd="0" presId="urn:microsoft.com/office/officeart/2005/8/layout/orgChart1"/>
    <dgm:cxn modelId="{6A558C81-3565-43F2-8FCD-7F6BBF3D3A8E}" type="presParOf" srcId="{D8AE8DD5-02BC-48A6-855C-82C93635321D}" destId="{177E710E-8994-4C18-845D-6FA283F3E677}" srcOrd="1" destOrd="0" presId="urn:microsoft.com/office/officeart/2005/8/layout/orgChart1"/>
    <dgm:cxn modelId="{D5D84241-3B43-459A-A6E7-F951244E9A4A}" type="presParOf" srcId="{D8AE8DD5-02BC-48A6-855C-82C93635321D}" destId="{F3FA7754-03E1-4A7B-9784-39E0DECB25D9}" srcOrd="2" destOrd="0" presId="urn:microsoft.com/office/officeart/2005/8/layout/orgChart1"/>
    <dgm:cxn modelId="{341B2904-DC03-4EF5-9379-AE886AFDDCB1}" type="presParOf" srcId="{02D75F8B-D540-444F-902E-7F83EF6C108F}" destId="{5E7D5EBB-7C5D-4E14-AAB8-BEB88A4A4B7F}" srcOrd="4" destOrd="0" presId="urn:microsoft.com/office/officeart/2005/8/layout/orgChart1"/>
    <dgm:cxn modelId="{2793A7E0-E778-464B-AE70-B1D31D69D22C}" type="presParOf" srcId="{02D75F8B-D540-444F-902E-7F83EF6C108F}" destId="{9B17FCAB-92EF-4C56-93AA-3668BFD5D295}" srcOrd="5" destOrd="0" presId="urn:microsoft.com/office/officeart/2005/8/layout/orgChart1"/>
    <dgm:cxn modelId="{7AEC86E3-7142-4998-873A-4C75AD7EFBB5}" type="presParOf" srcId="{9B17FCAB-92EF-4C56-93AA-3668BFD5D295}" destId="{85F019C9-882A-469F-BE57-9FFA1EDB4653}" srcOrd="0" destOrd="0" presId="urn:microsoft.com/office/officeart/2005/8/layout/orgChart1"/>
    <dgm:cxn modelId="{198FAF44-A6E3-401C-AAC6-4DFD251E920D}" type="presParOf" srcId="{85F019C9-882A-469F-BE57-9FFA1EDB4653}" destId="{5ED4DB88-48D6-467D-9903-37C8BFA12080}" srcOrd="0" destOrd="0" presId="urn:microsoft.com/office/officeart/2005/8/layout/orgChart1"/>
    <dgm:cxn modelId="{A06DF07F-FBE4-4E00-86AE-8891A4A2F946}" type="presParOf" srcId="{85F019C9-882A-469F-BE57-9FFA1EDB4653}" destId="{C03E6650-4F3F-4164-923F-64697DF8CDA9}" srcOrd="1" destOrd="0" presId="urn:microsoft.com/office/officeart/2005/8/layout/orgChart1"/>
    <dgm:cxn modelId="{D573471F-F3EA-4450-B5B7-0C8A6218AC1B}" type="presParOf" srcId="{9B17FCAB-92EF-4C56-93AA-3668BFD5D295}" destId="{70E52A3D-105B-4819-8718-FA3EF8A6DABD}" srcOrd="1" destOrd="0" presId="urn:microsoft.com/office/officeart/2005/8/layout/orgChart1"/>
    <dgm:cxn modelId="{02A55081-FBD4-49BC-8847-AA8C1EE51D4D}" type="presParOf" srcId="{9B17FCAB-92EF-4C56-93AA-3668BFD5D295}" destId="{519EFB48-826B-4BE0-BBD9-682933AB9317}" srcOrd="2" destOrd="0" presId="urn:microsoft.com/office/officeart/2005/8/layout/orgChart1"/>
    <dgm:cxn modelId="{F054CF16-4DC2-42FE-BD57-97AF7CB24CB4}" type="presParOf" srcId="{02D75F8B-D540-444F-902E-7F83EF6C108F}" destId="{A76680A0-D94C-4876-9425-BD2ACBE015EB}" srcOrd="6" destOrd="0" presId="urn:microsoft.com/office/officeart/2005/8/layout/orgChart1"/>
    <dgm:cxn modelId="{51E8766D-0EF8-4B46-BA30-DD1FE470156A}" type="presParOf" srcId="{02D75F8B-D540-444F-902E-7F83EF6C108F}" destId="{A617DCD9-7D5E-435F-8BBC-6D27ADA632D4}" srcOrd="7" destOrd="0" presId="urn:microsoft.com/office/officeart/2005/8/layout/orgChart1"/>
    <dgm:cxn modelId="{BA1D2EE4-EDC3-4907-9F88-E9C47120AF83}" type="presParOf" srcId="{A617DCD9-7D5E-435F-8BBC-6D27ADA632D4}" destId="{0BAD7021-BFE7-4AA7-8D2F-09EC360E21EA}" srcOrd="0" destOrd="0" presId="urn:microsoft.com/office/officeart/2005/8/layout/orgChart1"/>
    <dgm:cxn modelId="{E4BC579E-D1CE-4ED0-BF49-BB340C760AF2}" type="presParOf" srcId="{0BAD7021-BFE7-4AA7-8D2F-09EC360E21EA}" destId="{AB949CA5-5EEA-4A00-88EF-43885D56D765}" srcOrd="0" destOrd="0" presId="urn:microsoft.com/office/officeart/2005/8/layout/orgChart1"/>
    <dgm:cxn modelId="{43D64124-1C3A-4544-961D-9B8FE0208825}" type="presParOf" srcId="{0BAD7021-BFE7-4AA7-8D2F-09EC360E21EA}" destId="{BB59B3FF-2CB2-4789-A023-7067EBB3985D}" srcOrd="1" destOrd="0" presId="urn:microsoft.com/office/officeart/2005/8/layout/orgChart1"/>
    <dgm:cxn modelId="{F4A5017B-3A37-4C7D-9F80-A3A7D33496CE}" type="presParOf" srcId="{A617DCD9-7D5E-435F-8BBC-6D27ADA632D4}" destId="{84469143-68D5-4FE6-B73F-796D5315EECC}" srcOrd="1" destOrd="0" presId="urn:microsoft.com/office/officeart/2005/8/layout/orgChart1"/>
    <dgm:cxn modelId="{2B916B7D-00C0-4426-AF65-0DCC9B5873BB}" type="presParOf" srcId="{A617DCD9-7D5E-435F-8BBC-6D27ADA632D4}" destId="{DEF83AD8-1256-4854-A423-479DD49A71B8}" srcOrd="2" destOrd="0" presId="urn:microsoft.com/office/officeart/2005/8/layout/orgChart1"/>
    <dgm:cxn modelId="{04D216C5-4425-469D-A33D-D2DA68D6E2F3}" type="presParOf" srcId="{02D75F8B-D540-444F-902E-7F83EF6C108F}" destId="{73AA092C-F348-4D43-BA05-F3B93267D971}" srcOrd="8" destOrd="0" presId="urn:microsoft.com/office/officeart/2005/8/layout/orgChart1"/>
    <dgm:cxn modelId="{CF2A02E9-9B7A-493C-99E0-18B643E37D81}" type="presParOf" srcId="{02D75F8B-D540-444F-902E-7F83EF6C108F}" destId="{7F9E4EFA-C772-40B6-8B5D-3C6F1B7E9BA8}" srcOrd="9" destOrd="0" presId="urn:microsoft.com/office/officeart/2005/8/layout/orgChart1"/>
    <dgm:cxn modelId="{1B9378AF-DF33-4156-AB36-531A7E788021}" type="presParOf" srcId="{7F9E4EFA-C772-40B6-8B5D-3C6F1B7E9BA8}" destId="{AE76FFEF-725B-4962-BA08-202F8F0282C4}" srcOrd="0" destOrd="0" presId="urn:microsoft.com/office/officeart/2005/8/layout/orgChart1"/>
    <dgm:cxn modelId="{8F24AC40-4A84-4B69-AAAB-7FD6E9AA968F}" type="presParOf" srcId="{AE76FFEF-725B-4962-BA08-202F8F0282C4}" destId="{211B4F57-0A09-401B-B60A-0BA9C7DFC24D}" srcOrd="0" destOrd="0" presId="urn:microsoft.com/office/officeart/2005/8/layout/orgChart1"/>
    <dgm:cxn modelId="{98DC328D-1987-4850-9C91-724D7944370F}" type="presParOf" srcId="{AE76FFEF-725B-4962-BA08-202F8F0282C4}" destId="{2B3A4619-B730-4CEA-BB65-7351646026B3}" srcOrd="1" destOrd="0" presId="urn:microsoft.com/office/officeart/2005/8/layout/orgChart1"/>
    <dgm:cxn modelId="{F0AC0EDE-4CBE-4AA9-B0B5-ED1BEC1358FE}" type="presParOf" srcId="{7F9E4EFA-C772-40B6-8B5D-3C6F1B7E9BA8}" destId="{D4C443E3-3DD7-4E2A-870F-A9FE716B5734}" srcOrd="1" destOrd="0" presId="urn:microsoft.com/office/officeart/2005/8/layout/orgChart1"/>
    <dgm:cxn modelId="{B916B81C-382D-4A49-BE2E-865EFFB0B412}" type="presParOf" srcId="{7F9E4EFA-C772-40B6-8B5D-3C6F1B7E9BA8}" destId="{76D824E7-97C6-4E12-91EE-58E70C22A1D9}" srcOrd="2" destOrd="0" presId="urn:microsoft.com/office/officeart/2005/8/layout/orgChart1"/>
    <dgm:cxn modelId="{500DF67D-B0AB-4682-BFBB-B6DB1A1502D2}" type="presParOf" srcId="{02D75F8B-D540-444F-902E-7F83EF6C108F}" destId="{8D05F1D0-1894-4299-B798-E8F274871921}" srcOrd="10" destOrd="0" presId="urn:microsoft.com/office/officeart/2005/8/layout/orgChart1"/>
    <dgm:cxn modelId="{E333E4F8-06CE-4005-A031-D7C1D7CBA7B1}" type="presParOf" srcId="{02D75F8B-D540-444F-902E-7F83EF6C108F}" destId="{967AC2DA-694B-4481-8E41-FDE625AD12B5}" srcOrd="11" destOrd="0" presId="urn:microsoft.com/office/officeart/2005/8/layout/orgChart1"/>
    <dgm:cxn modelId="{A663CD66-329F-467F-A7BD-7DFF64301123}" type="presParOf" srcId="{967AC2DA-694B-4481-8E41-FDE625AD12B5}" destId="{F0A4ED01-1CFE-4514-9008-9A1F63633484}" srcOrd="0" destOrd="0" presId="urn:microsoft.com/office/officeart/2005/8/layout/orgChart1"/>
    <dgm:cxn modelId="{946EABB8-7CEA-4DB9-8584-CF4043B6431C}" type="presParOf" srcId="{F0A4ED01-1CFE-4514-9008-9A1F63633484}" destId="{85522D5B-892E-46EC-AFD0-8CF00F1ED0FC}" srcOrd="0" destOrd="0" presId="urn:microsoft.com/office/officeart/2005/8/layout/orgChart1"/>
    <dgm:cxn modelId="{504B9585-5045-4C47-8F69-414E00A002DC}" type="presParOf" srcId="{F0A4ED01-1CFE-4514-9008-9A1F63633484}" destId="{CEBF9439-F4CD-4BDA-B24C-9F27DF4C47DB}" srcOrd="1" destOrd="0" presId="urn:microsoft.com/office/officeart/2005/8/layout/orgChart1"/>
    <dgm:cxn modelId="{027689A3-A313-4670-A1B1-F0F46E0C6531}" type="presParOf" srcId="{967AC2DA-694B-4481-8E41-FDE625AD12B5}" destId="{3311D1DC-F884-4D40-BD56-3A271C867018}" srcOrd="1" destOrd="0" presId="urn:microsoft.com/office/officeart/2005/8/layout/orgChart1"/>
    <dgm:cxn modelId="{BD259A84-17CA-424B-ACF7-916747BFC039}" type="presParOf" srcId="{967AC2DA-694B-4481-8E41-FDE625AD12B5}" destId="{07AF7CCA-56C3-42B7-B605-D2FD6AC8BF92}" srcOrd="2" destOrd="0" presId="urn:microsoft.com/office/officeart/2005/8/layout/orgChart1"/>
    <dgm:cxn modelId="{EDE3313C-B948-42FE-8CF0-E83C4D5320E2}" type="presParOf" srcId="{19AABB88-5723-4DF7-B513-C52C6D48C029}" destId="{E11A6F86-315D-407F-BC9F-E52937751E6F}" srcOrd="2" destOrd="0" presId="urn:microsoft.com/office/officeart/2005/8/layout/orgChart1"/>
    <dgm:cxn modelId="{E28AA836-887B-4B8C-84AE-6628EA724C0F}" type="presParOf" srcId="{DB645ACD-5B55-41EA-B1D3-8D86921AE2E6}" destId="{860A0585-128A-4107-B174-C8FB96DF05FE}"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58A32D7F-26CA-4AA4-BB87-DF790C7D4A4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6DDDD12E-0514-43BD-A790-B1DAFCF34D52}">
      <dgm:prSet phldrT="[Testo]"/>
      <dgm:spPr/>
      <dgm:t>
        <a:bodyPr/>
        <a:lstStyle/>
        <a:p>
          <a:r>
            <a:rPr lang="en-US" noProof="0" dirty="0"/>
            <a:t>Risk </a:t>
          </a:r>
        </a:p>
      </dgm:t>
    </dgm:pt>
    <dgm:pt modelId="{AD71F331-6193-4047-B596-76B1F037B61E}" type="parTrans" cxnId="{36CD74F1-126D-4E49-8B36-AFFC67E3A1E2}">
      <dgm:prSet/>
      <dgm:spPr/>
      <dgm:t>
        <a:bodyPr/>
        <a:lstStyle/>
        <a:p>
          <a:endParaRPr lang="en-US" noProof="0" dirty="0"/>
        </a:p>
      </dgm:t>
    </dgm:pt>
    <dgm:pt modelId="{A9AE48CA-5AA6-43CD-AFCD-C551004EF75E}" type="sibTrans" cxnId="{36CD74F1-126D-4E49-8B36-AFFC67E3A1E2}">
      <dgm:prSet/>
      <dgm:spPr/>
      <dgm:t>
        <a:bodyPr/>
        <a:lstStyle/>
        <a:p>
          <a:endParaRPr lang="en-US" noProof="0" dirty="0"/>
        </a:p>
      </dgm:t>
    </dgm:pt>
    <dgm:pt modelId="{035EB52E-5AC1-49CF-9EB7-A8F9ADD106E8}">
      <dgm:prSet phldrT="[Testo]"/>
      <dgm:spPr>
        <a:solidFill>
          <a:schemeClr val="bg2">
            <a:lumMod val="60000"/>
            <a:lumOff val="40000"/>
          </a:schemeClr>
        </a:solidFill>
      </dgm:spPr>
      <dgm:t>
        <a:bodyPr/>
        <a:lstStyle/>
        <a:p>
          <a:r>
            <a:rPr lang="en-US" noProof="0" dirty="0"/>
            <a:t>Innovation</a:t>
          </a:r>
        </a:p>
      </dgm:t>
    </dgm:pt>
    <dgm:pt modelId="{C16859C7-2906-48E4-A4D8-C121D8FFEE26}" type="parTrans" cxnId="{500113B9-A2C4-4A05-A23B-9C9138945153}">
      <dgm:prSet/>
      <dgm:spPr/>
      <dgm:t>
        <a:bodyPr/>
        <a:lstStyle/>
        <a:p>
          <a:endParaRPr lang="en-US" noProof="0" dirty="0"/>
        </a:p>
      </dgm:t>
    </dgm:pt>
    <dgm:pt modelId="{8E667DDA-9E48-4630-94F2-D977A625F2F3}" type="sibTrans" cxnId="{500113B9-A2C4-4A05-A23B-9C9138945153}">
      <dgm:prSet/>
      <dgm:spPr/>
      <dgm:t>
        <a:bodyPr/>
        <a:lstStyle/>
        <a:p>
          <a:endParaRPr lang="en-US" noProof="0" dirty="0"/>
        </a:p>
      </dgm:t>
    </dgm:pt>
    <dgm:pt modelId="{10FB62ED-854F-4359-BA0A-00BF327EB59C}">
      <dgm:prSet phldrT="[Testo]"/>
      <dgm:spPr/>
      <dgm:t>
        <a:bodyPr/>
        <a:lstStyle/>
        <a:p>
          <a:r>
            <a:rPr lang="en-US" noProof="0" dirty="0"/>
            <a:t>Size</a:t>
          </a:r>
        </a:p>
      </dgm:t>
    </dgm:pt>
    <dgm:pt modelId="{F65A2D40-81E1-425E-9F5A-B392D52699A6}" type="parTrans" cxnId="{079FC33D-F5CA-4624-9BCE-18DAA3B7ADAA}">
      <dgm:prSet/>
      <dgm:spPr/>
      <dgm:t>
        <a:bodyPr/>
        <a:lstStyle/>
        <a:p>
          <a:endParaRPr lang="en-US" noProof="0" dirty="0"/>
        </a:p>
      </dgm:t>
    </dgm:pt>
    <dgm:pt modelId="{318AB2B9-6E19-42FB-BF56-8C6D6C54E51D}" type="sibTrans" cxnId="{079FC33D-F5CA-4624-9BCE-18DAA3B7ADAA}">
      <dgm:prSet/>
      <dgm:spPr/>
      <dgm:t>
        <a:bodyPr/>
        <a:lstStyle/>
        <a:p>
          <a:endParaRPr lang="en-US" noProof="0" dirty="0"/>
        </a:p>
      </dgm:t>
    </dgm:pt>
    <dgm:pt modelId="{6FE262BC-C65E-4F46-AF8C-870739795102}">
      <dgm:prSet phldrT="[Testo]"/>
      <dgm:spPr/>
      <dgm:t>
        <a:bodyPr/>
        <a:lstStyle/>
        <a:p>
          <a:r>
            <a:rPr lang="en-US" noProof="0" dirty="0"/>
            <a:t>Uncertainty</a:t>
          </a:r>
        </a:p>
      </dgm:t>
    </dgm:pt>
    <dgm:pt modelId="{C50A526D-3CCC-4FA0-B5AD-9FE38C0A20E9}" type="parTrans" cxnId="{AAEBDDEA-A7D7-44AE-B3AE-4BB6B1D0557D}">
      <dgm:prSet/>
      <dgm:spPr/>
      <dgm:t>
        <a:bodyPr/>
        <a:lstStyle/>
        <a:p>
          <a:endParaRPr lang="en-US" noProof="0" dirty="0"/>
        </a:p>
      </dgm:t>
    </dgm:pt>
    <dgm:pt modelId="{273B2FB3-E190-45E0-BCBB-1ADA57A70117}" type="sibTrans" cxnId="{AAEBDDEA-A7D7-44AE-B3AE-4BB6B1D0557D}">
      <dgm:prSet/>
      <dgm:spPr/>
      <dgm:t>
        <a:bodyPr/>
        <a:lstStyle/>
        <a:p>
          <a:endParaRPr lang="en-US" noProof="0" dirty="0"/>
        </a:p>
      </dgm:t>
    </dgm:pt>
    <dgm:pt modelId="{F4E2A88E-63B9-4B8C-8494-71DF1E8A249B}">
      <dgm:prSet phldrT="[Testo]"/>
      <dgm:spPr>
        <a:solidFill>
          <a:schemeClr val="bg2">
            <a:lumMod val="60000"/>
            <a:lumOff val="40000"/>
          </a:schemeClr>
        </a:solidFill>
      </dgm:spPr>
      <dgm:t>
        <a:bodyPr/>
        <a:lstStyle/>
        <a:p>
          <a:r>
            <a:rPr lang="en-US" noProof="0" dirty="0"/>
            <a:t>Technology </a:t>
          </a:r>
        </a:p>
      </dgm:t>
    </dgm:pt>
    <dgm:pt modelId="{ED09692A-6351-416D-BC5E-8B6289C291EB}" type="parTrans" cxnId="{68EB2693-CA6A-473A-9102-8449550BE7C8}">
      <dgm:prSet/>
      <dgm:spPr/>
      <dgm:t>
        <a:bodyPr/>
        <a:lstStyle/>
        <a:p>
          <a:endParaRPr lang="en-US" noProof="0" dirty="0"/>
        </a:p>
      </dgm:t>
    </dgm:pt>
    <dgm:pt modelId="{52103D3D-D8AF-42D4-8BC3-C4B5271836EC}" type="sibTrans" cxnId="{68EB2693-CA6A-473A-9102-8449550BE7C8}">
      <dgm:prSet/>
      <dgm:spPr/>
      <dgm:t>
        <a:bodyPr/>
        <a:lstStyle/>
        <a:p>
          <a:endParaRPr lang="en-US" noProof="0" dirty="0"/>
        </a:p>
      </dgm:t>
    </dgm:pt>
    <dgm:pt modelId="{7E819462-33E7-4727-941A-D923E0B37353}">
      <dgm:prSet phldrT="[Testo]"/>
      <dgm:spPr>
        <a:solidFill>
          <a:schemeClr val="bg2">
            <a:lumMod val="60000"/>
            <a:lumOff val="40000"/>
          </a:schemeClr>
        </a:solidFill>
      </dgm:spPr>
      <dgm:t>
        <a:bodyPr/>
        <a:lstStyle/>
        <a:p>
          <a:r>
            <a:rPr lang="en-US" noProof="0" dirty="0"/>
            <a:t>Information</a:t>
          </a:r>
        </a:p>
        <a:p>
          <a:r>
            <a:rPr lang="en-US" noProof="0" dirty="0"/>
            <a:t>architecture  </a:t>
          </a:r>
        </a:p>
      </dgm:t>
    </dgm:pt>
    <dgm:pt modelId="{94E1B986-D367-4757-8978-AD897E8527A2}" type="parTrans" cxnId="{23554A95-0713-44F3-B1B9-7E5E8AAC9C29}">
      <dgm:prSet/>
      <dgm:spPr/>
      <dgm:t>
        <a:bodyPr/>
        <a:lstStyle/>
        <a:p>
          <a:endParaRPr lang="en-US" noProof="0" dirty="0"/>
        </a:p>
      </dgm:t>
    </dgm:pt>
    <dgm:pt modelId="{4CBE1625-FAA0-42ED-BC7A-A28EDFD3BC4D}" type="sibTrans" cxnId="{23554A95-0713-44F3-B1B9-7E5E8AAC9C29}">
      <dgm:prSet/>
      <dgm:spPr/>
      <dgm:t>
        <a:bodyPr/>
        <a:lstStyle/>
        <a:p>
          <a:endParaRPr lang="en-US" noProof="0" dirty="0"/>
        </a:p>
      </dgm:t>
    </dgm:pt>
    <dgm:pt modelId="{D71B20C3-7825-4A17-BB63-231543C9C96D}">
      <dgm:prSet phldrT="[Testo]"/>
      <dgm:spPr>
        <a:solidFill>
          <a:schemeClr val="bg2">
            <a:lumMod val="60000"/>
            <a:lumOff val="40000"/>
          </a:schemeClr>
        </a:solidFill>
      </dgm:spPr>
      <dgm:t>
        <a:bodyPr/>
        <a:lstStyle/>
        <a:p>
          <a:r>
            <a:rPr lang="en-US" noProof="0" dirty="0"/>
            <a:t>Domain Knowledge </a:t>
          </a:r>
        </a:p>
      </dgm:t>
    </dgm:pt>
    <dgm:pt modelId="{1BDC722D-6A1D-4FD3-BA28-680238A8C93B}" type="parTrans" cxnId="{6724646C-8F2B-49D4-9B9C-310A01D23615}">
      <dgm:prSet/>
      <dgm:spPr/>
      <dgm:t>
        <a:bodyPr/>
        <a:lstStyle/>
        <a:p>
          <a:endParaRPr lang="en-US" noProof="0" dirty="0"/>
        </a:p>
      </dgm:t>
    </dgm:pt>
    <dgm:pt modelId="{51517EE7-0ECE-40B7-A4F2-3138D6EA2D9B}" type="sibTrans" cxnId="{6724646C-8F2B-49D4-9B9C-310A01D23615}">
      <dgm:prSet/>
      <dgm:spPr/>
      <dgm:t>
        <a:bodyPr/>
        <a:lstStyle/>
        <a:p>
          <a:endParaRPr lang="en-US" noProof="0" dirty="0"/>
        </a:p>
      </dgm:t>
    </dgm:pt>
    <dgm:pt modelId="{0C05F15E-60DB-49AF-B50A-886531F97F6C}">
      <dgm:prSet phldrT="[Testo]"/>
      <dgm:spPr/>
      <dgm:t>
        <a:bodyPr/>
        <a:lstStyle/>
        <a:p>
          <a:r>
            <a:rPr lang="en-US" noProof="0" dirty="0"/>
            <a:t>Effort</a:t>
          </a:r>
        </a:p>
      </dgm:t>
    </dgm:pt>
    <dgm:pt modelId="{39C7D12C-49F3-4E2A-869F-899C0F02ABFB}" type="parTrans" cxnId="{2A07C784-B8C2-446D-A7E2-F4FE9DBE7E0C}">
      <dgm:prSet/>
      <dgm:spPr/>
      <dgm:t>
        <a:bodyPr/>
        <a:lstStyle/>
        <a:p>
          <a:endParaRPr lang="en-US" noProof="0" dirty="0"/>
        </a:p>
      </dgm:t>
    </dgm:pt>
    <dgm:pt modelId="{77F20D58-6252-4E71-8B95-D8D1E8373AD2}" type="sibTrans" cxnId="{2A07C784-B8C2-446D-A7E2-F4FE9DBE7E0C}">
      <dgm:prSet/>
      <dgm:spPr/>
      <dgm:t>
        <a:bodyPr/>
        <a:lstStyle/>
        <a:p>
          <a:endParaRPr lang="en-US" noProof="0" dirty="0"/>
        </a:p>
      </dgm:t>
    </dgm:pt>
    <dgm:pt modelId="{E77A9234-8795-49E4-9823-334A06BA6F68}">
      <dgm:prSet phldrT="[Testo]"/>
      <dgm:spPr/>
      <dgm:t>
        <a:bodyPr/>
        <a:lstStyle/>
        <a:p>
          <a:r>
            <a:rPr lang="en-US" noProof="0" dirty="0"/>
            <a:t>Users</a:t>
          </a:r>
        </a:p>
      </dgm:t>
    </dgm:pt>
    <dgm:pt modelId="{E0576FBF-19DF-4E9A-9479-D85A195C64E2}" type="parTrans" cxnId="{666E647B-6DF6-42DA-8F9D-54D9C37E6C78}">
      <dgm:prSet/>
      <dgm:spPr/>
      <dgm:t>
        <a:bodyPr/>
        <a:lstStyle/>
        <a:p>
          <a:endParaRPr lang="en-US" noProof="0" dirty="0"/>
        </a:p>
      </dgm:t>
    </dgm:pt>
    <dgm:pt modelId="{873772C9-E4A7-493D-B616-72B319D245C7}" type="sibTrans" cxnId="{666E647B-6DF6-42DA-8F9D-54D9C37E6C78}">
      <dgm:prSet/>
      <dgm:spPr/>
      <dgm:t>
        <a:bodyPr/>
        <a:lstStyle/>
        <a:p>
          <a:endParaRPr lang="en-US" noProof="0" dirty="0"/>
        </a:p>
      </dgm:t>
    </dgm:pt>
    <dgm:pt modelId="{1AE1BEEC-7805-40E5-B7AD-F29B844C8605}">
      <dgm:prSet phldrT="[Testo]"/>
      <dgm:spPr/>
      <dgm:t>
        <a:bodyPr/>
        <a:lstStyle/>
        <a:p>
          <a:r>
            <a:rPr lang="en-US" noProof="0" dirty="0"/>
            <a:t>Organizational span </a:t>
          </a:r>
        </a:p>
      </dgm:t>
    </dgm:pt>
    <dgm:pt modelId="{794F03F7-E7FF-484A-BF28-B3DDA6D2C6AC}" type="parTrans" cxnId="{AAFA1A02-C786-4D63-84B6-FDF9E721E6F5}">
      <dgm:prSet/>
      <dgm:spPr/>
      <dgm:t>
        <a:bodyPr/>
        <a:lstStyle/>
        <a:p>
          <a:endParaRPr lang="en-US" noProof="0" dirty="0"/>
        </a:p>
      </dgm:t>
    </dgm:pt>
    <dgm:pt modelId="{7E136B60-ABE3-4DE5-89EC-542A50AC3232}" type="sibTrans" cxnId="{AAFA1A02-C786-4D63-84B6-FDF9E721E6F5}">
      <dgm:prSet/>
      <dgm:spPr/>
      <dgm:t>
        <a:bodyPr/>
        <a:lstStyle/>
        <a:p>
          <a:endParaRPr lang="en-US" noProof="0" dirty="0"/>
        </a:p>
      </dgm:t>
    </dgm:pt>
    <dgm:pt modelId="{85D74086-1580-40E9-94DF-C45420A9A5BD}">
      <dgm:prSet phldrT="[Testo]"/>
      <dgm:spPr/>
      <dgm:t>
        <a:bodyPr/>
        <a:lstStyle/>
        <a:p>
          <a:r>
            <a:rPr lang="en-US" noProof="0" dirty="0"/>
            <a:t>Structure of procedures</a:t>
          </a:r>
        </a:p>
      </dgm:t>
    </dgm:pt>
    <dgm:pt modelId="{9F729ADD-33CD-4A34-A790-CB9520B2CFC3}" type="parTrans" cxnId="{FA832AEA-550B-4FD5-8C56-654AE3AB70C7}">
      <dgm:prSet/>
      <dgm:spPr/>
      <dgm:t>
        <a:bodyPr/>
        <a:lstStyle/>
        <a:p>
          <a:endParaRPr lang="en-US" noProof="0" dirty="0"/>
        </a:p>
      </dgm:t>
    </dgm:pt>
    <dgm:pt modelId="{AFBC4C3D-27EE-41B6-99FD-CC1A89A1AF22}" type="sibTrans" cxnId="{FA832AEA-550B-4FD5-8C56-654AE3AB70C7}">
      <dgm:prSet/>
      <dgm:spPr/>
      <dgm:t>
        <a:bodyPr/>
        <a:lstStyle/>
        <a:p>
          <a:endParaRPr lang="en-US" noProof="0" dirty="0"/>
        </a:p>
      </dgm:t>
    </dgm:pt>
    <dgm:pt modelId="{0C066752-5A67-4EB4-A759-737B97F67698}">
      <dgm:prSet/>
      <dgm:spPr/>
      <dgm:t>
        <a:bodyPr/>
        <a:lstStyle/>
        <a:p>
          <a:r>
            <a:rPr lang="en-US" noProof="0" dirty="0"/>
            <a:t>User awareness / change readiness</a:t>
          </a:r>
        </a:p>
      </dgm:t>
    </dgm:pt>
    <dgm:pt modelId="{D73C5017-4C72-44EA-BF9D-DDB442A2DA15}" type="parTrans" cxnId="{0A8045E8-34F0-450D-92B8-430262CC8BB0}">
      <dgm:prSet/>
      <dgm:spPr/>
      <dgm:t>
        <a:bodyPr/>
        <a:lstStyle/>
        <a:p>
          <a:endParaRPr lang="en-US" noProof="0" dirty="0"/>
        </a:p>
      </dgm:t>
    </dgm:pt>
    <dgm:pt modelId="{FC49A639-4792-43C4-8B11-D8FCAB1D8A1B}" type="sibTrans" cxnId="{0A8045E8-34F0-450D-92B8-430262CC8BB0}">
      <dgm:prSet/>
      <dgm:spPr/>
      <dgm:t>
        <a:bodyPr/>
        <a:lstStyle/>
        <a:p>
          <a:endParaRPr lang="en-US" noProof="0" dirty="0"/>
        </a:p>
      </dgm:t>
    </dgm:pt>
    <dgm:pt modelId="{BA121BFF-38D8-44C4-82B4-2E3D6489808D}">
      <dgm:prSet phldrT="[Testo]"/>
      <dgm:spPr/>
      <dgm:t>
        <a:bodyPr/>
        <a:lstStyle/>
        <a:p>
          <a:r>
            <a:rPr lang="en-US" noProof="0" dirty="0"/>
            <a:t>BP innovation </a:t>
          </a:r>
        </a:p>
      </dgm:t>
    </dgm:pt>
    <dgm:pt modelId="{264AAA0E-63A0-4540-97D9-7E4C1E1CA4E5}" type="parTrans" cxnId="{9CC99042-64A4-45A9-8864-DFC62827325F}">
      <dgm:prSet/>
      <dgm:spPr/>
      <dgm:t>
        <a:bodyPr/>
        <a:lstStyle/>
        <a:p>
          <a:endParaRPr lang="en-US" noProof="0" dirty="0"/>
        </a:p>
      </dgm:t>
    </dgm:pt>
    <dgm:pt modelId="{23165E86-B00D-41F7-9521-DC872D3DAE98}" type="sibTrans" cxnId="{9CC99042-64A4-45A9-8864-DFC62827325F}">
      <dgm:prSet/>
      <dgm:spPr/>
      <dgm:t>
        <a:bodyPr/>
        <a:lstStyle/>
        <a:p>
          <a:endParaRPr lang="en-US" noProof="0" dirty="0"/>
        </a:p>
      </dgm:t>
    </dgm:pt>
    <dgm:pt modelId="{3C5534E3-104C-4235-B2E0-07546D6C8541}" type="pres">
      <dgm:prSet presAssocID="{58A32D7F-26CA-4AA4-BB87-DF790C7D4A45}" presName="hierChild1" presStyleCnt="0">
        <dgm:presLayoutVars>
          <dgm:orgChart val="1"/>
          <dgm:chPref val="1"/>
          <dgm:dir/>
          <dgm:animOne val="branch"/>
          <dgm:animLvl val="lvl"/>
          <dgm:resizeHandles/>
        </dgm:presLayoutVars>
      </dgm:prSet>
      <dgm:spPr/>
    </dgm:pt>
    <dgm:pt modelId="{62465288-6E94-4307-B1FB-4157F50ADF81}" type="pres">
      <dgm:prSet presAssocID="{6DDDD12E-0514-43BD-A790-B1DAFCF34D52}" presName="hierRoot1" presStyleCnt="0">
        <dgm:presLayoutVars>
          <dgm:hierBranch val="init"/>
        </dgm:presLayoutVars>
      </dgm:prSet>
      <dgm:spPr/>
    </dgm:pt>
    <dgm:pt modelId="{86EE1771-C5CE-4032-8F6D-35B6121B9C4A}" type="pres">
      <dgm:prSet presAssocID="{6DDDD12E-0514-43BD-A790-B1DAFCF34D52}" presName="rootComposite1" presStyleCnt="0"/>
      <dgm:spPr/>
    </dgm:pt>
    <dgm:pt modelId="{77D9728E-0E51-4F14-9B92-65F345E13930}" type="pres">
      <dgm:prSet presAssocID="{6DDDD12E-0514-43BD-A790-B1DAFCF34D52}" presName="rootText1" presStyleLbl="node0" presStyleIdx="0" presStyleCnt="1">
        <dgm:presLayoutVars>
          <dgm:chPref val="3"/>
        </dgm:presLayoutVars>
      </dgm:prSet>
      <dgm:spPr/>
    </dgm:pt>
    <dgm:pt modelId="{6D0F1ACC-1D91-48B5-B5E0-90C192D565E1}" type="pres">
      <dgm:prSet presAssocID="{6DDDD12E-0514-43BD-A790-B1DAFCF34D52}" presName="rootConnector1" presStyleLbl="node1" presStyleIdx="0" presStyleCnt="0"/>
      <dgm:spPr/>
    </dgm:pt>
    <dgm:pt modelId="{A8771425-3502-4659-A319-A21424B0D471}" type="pres">
      <dgm:prSet presAssocID="{6DDDD12E-0514-43BD-A790-B1DAFCF34D52}" presName="hierChild2" presStyleCnt="0"/>
      <dgm:spPr/>
    </dgm:pt>
    <dgm:pt modelId="{C338E306-AC68-4241-8DB1-EB5997CAF004}" type="pres">
      <dgm:prSet presAssocID="{C16859C7-2906-48E4-A4D8-C121D8FFEE26}" presName="Name37" presStyleLbl="parChTrans1D2" presStyleIdx="0" presStyleCnt="3"/>
      <dgm:spPr/>
    </dgm:pt>
    <dgm:pt modelId="{1E3F0D04-92F2-4BA1-A611-E1A60E210A92}" type="pres">
      <dgm:prSet presAssocID="{035EB52E-5AC1-49CF-9EB7-A8F9ADD106E8}" presName="hierRoot2" presStyleCnt="0">
        <dgm:presLayoutVars>
          <dgm:hierBranch val="init"/>
        </dgm:presLayoutVars>
      </dgm:prSet>
      <dgm:spPr/>
    </dgm:pt>
    <dgm:pt modelId="{F79922CA-D256-4848-8382-EB40A6CAA3B4}" type="pres">
      <dgm:prSet presAssocID="{035EB52E-5AC1-49CF-9EB7-A8F9ADD106E8}" presName="rootComposite" presStyleCnt="0"/>
      <dgm:spPr/>
    </dgm:pt>
    <dgm:pt modelId="{9BB2D6B5-4509-497C-A442-C276D2A91575}" type="pres">
      <dgm:prSet presAssocID="{035EB52E-5AC1-49CF-9EB7-A8F9ADD106E8}" presName="rootText" presStyleLbl="node2" presStyleIdx="0" presStyleCnt="3">
        <dgm:presLayoutVars>
          <dgm:chPref val="3"/>
        </dgm:presLayoutVars>
      </dgm:prSet>
      <dgm:spPr/>
    </dgm:pt>
    <dgm:pt modelId="{0CDC7AF9-E07A-4159-8BF1-5890830EE529}" type="pres">
      <dgm:prSet presAssocID="{035EB52E-5AC1-49CF-9EB7-A8F9ADD106E8}" presName="rootConnector" presStyleLbl="node2" presStyleIdx="0" presStyleCnt="3"/>
      <dgm:spPr/>
    </dgm:pt>
    <dgm:pt modelId="{F97B7A23-1A48-4E4F-91B4-FB1DBA7DF316}" type="pres">
      <dgm:prSet presAssocID="{035EB52E-5AC1-49CF-9EB7-A8F9ADD106E8}" presName="hierChild4" presStyleCnt="0"/>
      <dgm:spPr/>
    </dgm:pt>
    <dgm:pt modelId="{29A40F38-BAB0-474D-B418-3CB698A127F4}" type="pres">
      <dgm:prSet presAssocID="{ED09692A-6351-416D-BC5E-8B6289C291EB}" presName="Name37" presStyleLbl="parChTrans1D3" presStyleIdx="0" presStyleCnt="9"/>
      <dgm:spPr/>
    </dgm:pt>
    <dgm:pt modelId="{7E7E3D90-4788-4DD8-85FA-632621C43327}" type="pres">
      <dgm:prSet presAssocID="{F4E2A88E-63B9-4B8C-8494-71DF1E8A249B}" presName="hierRoot2" presStyleCnt="0">
        <dgm:presLayoutVars>
          <dgm:hierBranch val="init"/>
        </dgm:presLayoutVars>
      </dgm:prSet>
      <dgm:spPr/>
    </dgm:pt>
    <dgm:pt modelId="{45D4826D-6A26-455C-8EF9-F96FF5CA9B25}" type="pres">
      <dgm:prSet presAssocID="{F4E2A88E-63B9-4B8C-8494-71DF1E8A249B}" presName="rootComposite" presStyleCnt="0"/>
      <dgm:spPr/>
    </dgm:pt>
    <dgm:pt modelId="{95128B40-26AE-49AD-82EF-071AEA7BB205}" type="pres">
      <dgm:prSet presAssocID="{F4E2A88E-63B9-4B8C-8494-71DF1E8A249B}" presName="rootText" presStyleLbl="node3" presStyleIdx="0" presStyleCnt="9">
        <dgm:presLayoutVars>
          <dgm:chPref val="3"/>
        </dgm:presLayoutVars>
      </dgm:prSet>
      <dgm:spPr/>
    </dgm:pt>
    <dgm:pt modelId="{62A62F38-2301-467B-9B0C-F7828274BD05}" type="pres">
      <dgm:prSet presAssocID="{F4E2A88E-63B9-4B8C-8494-71DF1E8A249B}" presName="rootConnector" presStyleLbl="node3" presStyleIdx="0" presStyleCnt="9"/>
      <dgm:spPr/>
    </dgm:pt>
    <dgm:pt modelId="{6F65F10D-4C7C-47EE-8BA4-1E7F6A3AAA56}" type="pres">
      <dgm:prSet presAssocID="{F4E2A88E-63B9-4B8C-8494-71DF1E8A249B}" presName="hierChild4" presStyleCnt="0"/>
      <dgm:spPr/>
    </dgm:pt>
    <dgm:pt modelId="{F2BDBACB-2A2C-4CE7-8290-8EA9D58C5ABB}" type="pres">
      <dgm:prSet presAssocID="{F4E2A88E-63B9-4B8C-8494-71DF1E8A249B}" presName="hierChild5" presStyleCnt="0"/>
      <dgm:spPr/>
    </dgm:pt>
    <dgm:pt modelId="{306AC0D1-54C7-45BD-9676-6FE91A50F5F6}" type="pres">
      <dgm:prSet presAssocID="{94E1B986-D367-4757-8978-AD897E8527A2}" presName="Name37" presStyleLbl="parChTrans1D3" presStyleIdx="1" presStyleCnt="9"/>
      <dgm:spPr/>
    </dgm:pt>
    <dgm:pt modelId="{CE1C2562-D168-4507-812D-147C62B37134}" type="pres">
      <dgm:prSet presAssocID="{7E819462-33E7-4727-941A-D923E0B37353}" presName="hierRoot2" presStyleCnt="0">
        <dgm:presLayoutVars>
          <dgm:hierBranch val="init"/>
        </dgm:presLayoutVars>
      </dgm:prSet>
      <dgm:spPr/>
    </dgm:pt>
    <dgm:pt modelId="{C4099729-E6FF-48F8-BD9F-29F012393AA8}" type="pres">
      <dgm:prSet presAssocID="{7E819462-33E7-4727-941A-D923E0B37353}" presName="rootComposite" presStyleCnt="0"/>
      <dgm:spPr/>
    </dgm:pt>
    <dgm:pt modelId="{A8EA9EC8-F306-4E25-836B-9062BB1BC3A2}" type="pres">
      <dgm:prSet presAssocID="{7E819462-33E7-4727-941A-D923E0B37353}" presName="rootText" presStyleLbl="node3" presStyleIdx="1" presStyleCnt="9">
        <dgm:presLayoutVars>
          <dgm:chPref val="3"/>
        </dgm:presLayoutVars>
      </dgm:prSet>
      <dgm:spPr/>
    </dgm:pt>
    <dgm:pt modelId="{30D46FD2-03E6-4FFF-96DA-CBE95704A24C}" type="pres">
      <dgm:prSet presAssocID="{7E819462-33E7-4727-941A-D923E0B37353}" presName="rootConnector" presStyleLbl="node3" presStyleIdx="1" presStyleCnt="9"/>
      <dgm:spPr/>
    </dgm:pt>
    <dgm:pt modelId="{FAF081C9-A233-40E2-BE90-207FB856E045}" type="pres">
      <dgm:prSet presAssocID="{7E819462-33E7-4727-941A-D923E0B37353}" presName="hierChild4" presStyleCnt="0"/>
      <dgm:spPr/>
    </dgm:pt>
    <dgm:pt modelId="{72CC905E-D095-49BD-B6F7-ECC4F5A9ECBD}" type="pres">
      <dgm:prSet presAssocID="{7E819462-33E7-4727-941A-D923E0B37353}" presName="hierChild5" presStyleCnt="0"/>
      <dgm:spPr/>
    </dgm:pt>
    <dgm:pt modelId="{8BFED4EC-DA59-4E53-B9CE-1441B48131D0}" type="pres">
      <dgm:prSet presAssocID="{1BDC722D-6A1D-4FD3-BA28-680238A8C93B}" presName="Name37" presStyleLbl="parChTrans1D3" presStyleIdx="2" presStyleCnt="9"/>
      <dgm:spPr/>
    </dgm:pt>
    <dgm:pt modelId="{DD43E964-A92C-4C68-B6DE-974534638943}" type="pres">
      <dgm:prSet presAssocID="{D71B20C3-7825-4A17-BB63-231543C9C96D}" presName="hierRoot2" presStyleCnt="0">
        <dgm:presLayoutVars>
          <dgm:hierBranch val="init"/>
        </dgm:presLayoutVars>
      </dgm:prSet>
      <dgm:spPr/>
    </dgm:pt>
    <dgm:pt modelId="{7FB911EA-51AF-4282-98E9-B08A352ABA94}" type="pres">
      <dgm:prSet presAssocID="{D71B20C3-7825-4A17-BB63-231543C9C96D}" presName="rootComposite" presStyleCnt="0"/>
      <dgm:spPr/>
    </dgm:pt>
    <dgm:pt modelId="{70D61C82-04BE-4929-A650-CD4B978DFDDC}" type="pres">
      <dgm:prSet presAssocID="{D71B20C3-7825-4A17-BB63-231543C9C96D}" presName="rootText" presStyleLbl="node3" presStyleIdx="2" presStyleCnt="9">
        <dgm:presLayoutVars>
          <dgm:chPref val="3"/>
        </dgm:presLayoutVars>
      </dgm:prSet>
      <dgm:spPr/>
    </dgm:pt>
    <dgm:pt modelId="{281A3B00-2BDD-4524-A0FC-DE0D9141439B}" type="pres">
      <dgm:prSet presAssocID="{D71B20C3-7825-4A17-BB63-231543C9C96D}" presName="rootConnector" presStyleLbl="node3" presStyleIdx="2" presStyleCnt="9"/>
      <dgm:spPr/>
    </dgm:pt>
    <dgm:pt modelId="{03091145-4DF3-45C3-BFE0-2663DAC25C57}" type="pres">
      <dgm:prSet presAssocID="{D71B20C3-7825-4A17-BB63-231543C9C96D}" presName="hierChild4" presStyleCnt="0"/>
      <dgm:spPr/>
    </dgm:pt>
    <dgm:pt modelId="{E1FB6EA6-D8D2-4E5F-A4C4-920E654F5A46}" type="pres">
      <dgm:prSet presAssocID="{D71B20C3-7825-4A17-BB63-231543C9C96D}" presName="hierChild5" presStyleCnt="0"/>
      <dgm:spPr/>
    </dgm:pt>
    <dgm:pt modelId="{DAB12D70-C352-4827-8B01-9F1E0001A5BC}" type="pres">
      <dgm:prSet presAssocID="{035EB52E-5AC1-49CF-9EB7-A8F9ADD106E8}" presName="hierChild5" presStyleCnt="0"/>
      <dgm:spPr/>
    </dgm:pt>
    <dgm:pt modelId="{7B0CB0B5-CE6A-4434-BAA5-3EABA2CE407D}" type="pres">
      <dgm:prSet presAssocID="{F65A2D40-81E1-425E-9F5A-B392D52699A6}" presName="Name37" presStyleLbl="parChTrans1D2" presStyleIdx="1" presStyleCnt="3"/>
      <dgm:spPr/>
    </dgm:pt>
    <dgm:pt modelId="{5448E216-5268-407B-B385-DD11EE6FEBBB}" type="pres">
      <dgm:prSet presAssocID="{10FB62ED-854F-4359-BA0A-00BF327EB59C}" presName="hierRoot2" presStyleCnt="0">
        <dgm:presLayoutVars>
          <dgm:hierBranch val="init"/>
        </dgm:presLayoutVars>
      </dgm:prSet>
      <dgm:spPr/>
    </dgm:pt>
    <dgm:pt modelId="{967B8F0D-4126-4898-8D3A-909FF5DC66CD}" type="pres">
      <dgm:prSet presAssocID="{10FB62ED-854F-4359-BA0A-00BF327EB59C}" presName="rootComposite" presStyleCnt="0"/>
      <dgm:spPr/>
    </dgm:pt>
    <dgm:pt modelId="{8773AF79-8611-422A-BC88-FBC71FD681A2}" type="pres">
      <dgm:prSet presAssocID="{10FB62ED-854F-4359-BA0A-00BF327EB59C}" presName="rootText" presStyleLbl="node2" presStyleIdx="1" presStyleCnt="3">
        <dgm:presLayoutVars>
          <dgm:chPref val="3"/>
        </dgm:presLayoutVars>
      </dgm:prSet>
      <dgm:spPr/>
    </dgm:pt>
    <dgm:pt modelId="{C9693889-0D4C-43A7-A05C-479856446B93}" type="pres">
      <dgm:prSet presAssocID="{10FB62ED-854F-4359-BA0A-00BF327EB59C}" presName="rootConnector" presStyleLbl="node2" presStyleIdx="1" presStyleCnt="3"/>
      <dgm:spPr/>
    </dgm:pt>
    <dgm:pt modelId="{A13B282A-5271-41BC-91C7-A60F628C77F0}" type="pres">
      <dgm:prSet presAssocID="{10FB62ED-854F-4359-BA0A-00BF327EB59C}" presName="hierChild4" presStyleCnt="0"/>
      <dgm:spPr/>
    </dgm:pt>
    <dgm:pt modelId="{27D29A0E-3443-4152-934E-5BB0F2A561A5}" type="pres">
      <dgm:prSet presAssocID="{39C7D12C-49F3-4E2A-869F-899C0F02ABFB}" presName="Name37" presStyleLbl="parChTrans1D3" presStyleIdx="3" presStyleCnt="9"/>
      <dgm:spPr/>
    </dgm:pt>
    <dgm:pt modelId="{E68F2A8B-13CE-4C42-A690-A6E98B7D936F}" type="pres">
      <dgm:prSet presAssocID="{0C05F15E-60DB-49AF-B50A-886531F97F6C}" presName="hierRoot2" presStyleCnt="0">
        <dgm:presLayoutVars>
          <dgm:hierBranch val="init"/>
        </dgm:presLayoutVars>
      </dgm:prSet>
      <dgm:spPr/>
    </dgm:pt>
    <dgm:pt modelId="{4E57C753-9871-4AD7-A482-82E3A1106844}" type="pres">
      <dgm:prSet presAssocID="{0C05F15E-60DB-49AF-B50A-886531F97F6C}" presName="rootComposite" presStyleCnt="0"/>
      <dgm:spPr/>
    </dgm:pt>
    <dgm:pt modelId="{3124B647-1AC5-4B3B-B440-CCE2709061DA}" type="pres">
      <dgm:prSet presAssocID="{0C05F15E-60DB-49AF-B50A-886531F97F6C}" presName="rootText" presStyleLbl="node3" presStyleIdx="3" presStyleCnt="9">
        <dgm:presLayoutVars>
          <dgm:chPref val="3"/>
        </dgm:presLayoutVars>
      </dgm:prSet>
      <dgm:spPr/>
    </dgm:pt>
    <dgm:pt modelId="{A79B36E2-BFA6-4634-A678-382210A7A73F}" type="pres">
      <dgm:prSet presAssocID="{0C05F15E-60DB-49AF-B50A-886531F97F6C}" presName="rootConnector" presStyleLbl="node3" presStyleIdx="3" presStyleCnt="9"/>
      <dgm:spPr/>
    </dgm:pt>
    <dgm:pt modelId="{A2BDA471-4F19-48B3-AA90-711CD79B6E07}" type="pres">
      <dgm:prSet presAssocID="{0C05F15E-60DB-49AF-B50A-886531F97F6C}" presName="hierChild4" presStyleCnt="0"/>
      <dgm:spPr/>
    </dgm:pt>
    <dgm:pt modelId="{9028379C-0D28-4FBB-8A09-BCF4C3D36754}" type="pres">
      <dgm:prSet presAssocID="{0C05F15E-60DB-49AF-B50A-886531F97F6C}" presName="hierChild5" presStyleCnt="0"/>
      <dgm:spPr/>
    </dgm:pt>
    <dgm:pt modelId="{498314EC-81CE-4304-B059-F451B0FC1FE0}" type="pres">
      <dgm:prSet presAssocID="{E0576FBF-19DF-4E9A-9479-D85A195C64E2}" presName="Name37" presStyleLbl="parChTrans1D3" presStyleIdx="4" presStyleCnt="9"/>
      <dgm:spPr/>
    </dgm:pt>
    <dgm:pt modelId="{35F81B74-D469-4F04-8FEA-7AAE4BCB8232}" type="pres">
      <dgm:prSet presAssocID="{E77A9234-8795-49E4-9823-334A06BA6F68}" presName="hierRoot2" presStyleCnt="0">
        <dgm:presLayoutVars>
          <dgm:hierBranch val="init"/>
        </dgm:presLayoutVars>
      </dgm:prSet>
      <dgm:spPr/>
    </dgm:pt>
    <dgm:pt modelId="{DFCE8D71-021C-4CE1-9352-B03C67CC18F8}" type="pres">
      <dgm:prSet presAssocID="{E77A9234-8795-49E4-9823-334A06BA6F68}" presName="rootComposite" presStyleCnt="0"/>
      <dgm:spPr/>
    </dgm:pt>
    <dgm:pt modelId="{1020D555-A7DC-41E3-AECD-7C34E2FF34CA}" type="pres">
      <dgm:prSet presAssocID="{E77A9234-8795-49E4-9823-334A06BA6F68}" presName="rootText" presStyleLbl="node3" presStyleIdx="4" presStyleCnt="9">
        <dgm:presLayoutVars>
          <dgm:chPref val="3"/>
        </dgm:presLayoutVars>
      </dgm:prSet>
      <dgm:spPr/>
    </dgm:pt>
    <dgm:pt modelId="{D4E5E1A2-F1F5-4D8B-B30D-6E4E76EC0C81}" type="pres">
      <dgm:prSet presAssocID="{E77A9234-8795-49E4-9823-334A06BA6F68}" presName="rootConnector" presStyleLbl="node3" presStyleIdx="4" presStyleCnt="9"/>
      <dgm:spPr/>
    </dgm:pt>
    <dgm:pt modelId="{61F7C321-9497-4323-ADC9-4930C01B7A76}" type="pres">
      <dgm:prSet presAssocID="{E77A9234-8795-49E4-9823-334A06BA6F68}" presName="hierChild4" presStyleCnt="0"/>
      <dgm:spPr/>
    </dgm:pt>
    <dgm:pt modelId="{2CE13A99-35C1-43DA-AB77-C8C7E82B7EA1}" type="pres">
      <dgm:prSet presAssocID="{E77A9234-8795-49E4-9823-334A06BA6F68}" presName="hierChild5" presStyleCnt="0"/>
      <dgm:spPr/>
    </dgm:pt>
    <dgm:pt modelId="{724BD5BC-36FC-4AC4-A05C-85042DB64966}" type="pres">
      <dgm:prSet presAssocID="{794F03F7-E7FF-484A-BF28-B3DDA6D2C6AC}" presName="Name37" presStyleLbl="parChTrans1D3" presStyleIdx="5" presStyleCnt="9"/>
      <dgm:spPr/>
    </dgm:pt>
    <dgm:pt modelId="{03DB0F27-0E74-412F-AE2B-443D3B00E431}" type="pres">
      <dgm:prSet presAssocID="{1AE1BEEC-7805-40E5-B7AD-F29B844C8605}" presName="hierRoot2" presStyleCnt="0">
        <dgm:presLayoutVars>
          <dgm:hierBranch val="init"/>
        </dgm:presLayoutVars>
      </dgm:prSet>
      <dgm:spPr/>
    </dgm:pt>
    <dgm:pt modelId="{2875D066-7CF3-4970-9921-37EF489E56DB}" type="pres">
      <dgm:prSet presAssocID="{1AE1BEEC-7805-40E5-B7AD-F29B844C8605}" presName="rootComposite" presStyleCnt="0"/>
      <dgm:spPr/>
    </dgm:pt>
    <dgm:pt modelId="{4969A686-1DB9-44A3-B738-89317C6766B9}" type="pres">
      <dgm:prSet presAssocID="{1AE1BEEC-7805-40E5-B7AD-F29B844C8605}" presName="rootText" presStyleLbl="node3" presStyleIdx="5" presStyleCnt="9">
        <dgm:presLayoutVars>
          <dgm:chPref val="3"/>
        </dgm:presLayoutVars>
      </dgm:prSet>
      <dgm:spPr/>
    </dgm:pt>
    <dgm:pt modelId="{7A32427A-73EB-4C0E-AEFC-2C3DCA78A882}" type="pres">
      <dgm:prSet presAssocID="{1AE1BEEC-7805-40E5-B7AD-F29B844C8605}" presName="rootConnector" presStyleLbl="node3" presStyleIdx="5" presStyleCnt="9"/>
      <dgm:spPr/>
    </dgm:pt>
    <dgm:pt modelId="{4FA61B13-E95B-450F-AC64-B95CD23CF08F}" type="pres">
      <dgm:prSet presAssocID="{1AE1BEEC-7805-40E5-B7AD-F29B844C8605}" presName="hierChild4" presStyleCnt="0"/>
      <dgm:spPr/>
    </dgm:pt>
    <dgm:pt modelId="{02CD802F-9FFB-46A4-8EA5-2D18E8153B27}" type="pres">
      <dgm:prSet presAssocID="{1AE1BEEC-7805-40E5-B7AD-F29B844C8605}" presName="hierChild5" presStyleCnt="0"/>
      <dgm:spPr/>
    </dgm:pt>
    <dgm:pt modelId="{6F2DF278-07DD-49EC-8A16-9BFBBA5F0582}" type="pres">
      <dgm:prSet presAssocID="{10FB62ED-854F-4359-BA0A-00BF327EB59C}" presName="hierChild5" presStyleCnt="0"/>
      <dgm:spPr/>
    </dgm:pt>
    <dgm:pt modelId="{8072AF13-5774-4D72-AD7C-A63A34792FE5}" type="pres">
      <dgm:prSet presAssocID="{C50A526D-3CCC-4FA0-B5AD-9FE38C0A20E9}" presName="Name37" presStyleLbl="parChTrans1D2" presStyleIdx="2" presStyleCnt="3"/>
      <dgm:spPr/>
    </dgm:pt>
    <dgm:pt modelId="{13E101C2-AAB9-4C79-A034-1F665614314F}" type="pres">
      <dgm:prSet presAssocID="{6FE262BC-C65E-4F46-AF8C-870739795102}" presName="hierRoot2" presStyleCnt="0">
        <dgm:presLayoutVars>
          <dgm:hierBranch val="init"/>
        </dgm:presLayoutVars>
      </dgm:prSet>
      <dgm:spPr/>
    </dgm:pt>
    <dgm:pt modelId="{5FA87658-3109-4FCE-B29E-5F7F11E94CC7}" type="pres">
      <dgm:prSet presAssocID="{6FE262BC-C65E-4F46-AF8C-870739795102}" presName="rootComposite" presStyleCnt="0"/>
      <dgm:spPr/>
    </dgm:pt>
    <dgm:pt modelId="{C7515423-66E2-48AC-B918-61E7EA82F8EE}" type="pres">
      <dgm:prSet presAssocID="{6FE262BC-C65E-4F46-AF8C-870739795102}" presName="rootText" presStyleLbl="node2" presStyleIdx="2" presStyleCnt="3">
        <dgm:presLayoutVars>
          <dgm:chPref val="3"/>
        </dgm:presLayoutVars>
      </dgm:prSet>
      <dgm:spPr/>
    </dgm:pt>
    <dgm:pt modelId="{70D824A2-6699-4F91-A14E-D100D7E3DC27}" type="pres">
      <dgm:prSet presAssocID="{6FE262BC-C65E-4F46-AF8C-870739795102}" presName="rootConnector" presStyleLbl="node2" presStyleIdx="2" presStyleCnt="3"/>
      <dgm:spPr/>
    </dgm:pt>
    <dgm:pt modelId="{451F8EE0-8EAB-4679-89F1-27CFC2B5BF0A}" type="pres">
      <dgm:prSet presAssocID="{6FE262BC-C65E-4F46-AF8C-870739795102}" presName="hierChild4" presStyleCnt="0"/>
      <dgm:spPr/>
    </dgm:pt>
    <dgm:pt modelId="{6D218344-C63E-4EA3-87DB-2E2558B12754}" type="pres">
      <dgm:prSet presAssocID="{9F729ADD-33CD-4A34-A790-CB9520B2CFC3}" presName="Name37" presStyleLbl="parChTrans1D3" presStyleIdx="6" presStyleCnt="9"/>
      <dgm:spPr/>
    </dgm:pt>
    <dgm:pt modelId="{6A52F530-A729-4188-8EC6-44718B2B2974}" type="pres">
      <dgm:prSet presAssocID="{85D74086-1580-40E9-94DF-C45420A9A5BD}" presName="hierRoot2" presStyleCnt="0">
        <dgm:presLayoutVars>
          <dgm:hierBranch val="init"/>
        </dgm:presLayoutVars>
      </dgm:prSet>
      <dgm:spPr/>
    </dgm:pt>
    <dgm:pt modelId="{378B026A-0F78-4D29-B4AD-4D1EF20C932A}" type="pres">
      <dgm:prSet presAssocID="{85D74086-1580-40E9-94DF-C45420A9A5BD}" presName="rootComposite" presStyleCnt="0"/>
      <dgm:spPr/>
    </dgm:pt>
    <dgm:pt modelId="{D104B623-D71C-4A5A-A365-7B36FD859DF5}" type="pres">
      <dgm:prSet presAssocID="{85D74086-1580-40E9-94DF-C45420A9A5BD}" presName="rootText" presStyleLbl="node3" presStyleIdx="6" presStyleCnt="9">
        <dgm:presLayoutVars>
          <dgm:chPref val="3"/>
        </dgm:presLayoutVars>
      </dgm:prSet>
      <dgm:spPr/>
    </dgm:pt>
    <dgm:pt modelId="{ADFA329A-2F02-47F6-9F97-94647537D174}" type="pres">
      <dgm:prSet presAssocID="{85D74086-1580-40E9-94DF-C45420A9A5BD}" presName="rootConnector" presStyleLbl="node3" presStyleIdx="6" presStyleCnt="9"/>
      <dgm:spPr/>
    </dgm:pt>
    <dgm:pt modelId="{E81C069F-A25F-4DD2-B0AC-1F7BDAEC1EA7}" type="pres">
      <dgm:prSet presAssocID="{85D74086-1580-40E9-94DF-C45420A9A5BD}" presName="hierChild4" presStyleCnt="0"/>
      <dgm:spPr/>
    </dgm:pt>
    <dgm:pt modelId="{2F9EDAF6-93A7-4BE5-B4F3-41BEC224CF06}" type="pres">
      <dgm:prSet presAssocID="{85D74086-1580-40E9-94DF-C45420A9A5BD}" presName="hierChild5" presStyleCnt="0"/>
      <dgm:spPr/>
    </dgm:pt>
    <dgm:pt modelId="{E4A26C9D-D0A7-4B6B-BAF5-3E84AFF931D1}" type="pres">
      <dgm:prSet presAssocID="{264AAA0E-63A0-4540-97D9-7E4C1E1CA4E5}" presName="Name37" presStyleLbl="parChTrans1D3" presStyleIdx="7" presStyleCnt="9"/>
      <dgm:spPr/>
    </dgm:pt>
    <dgm:pt modelId="{71820D68-DA34-48A0-843C-E5B61603D90E}" type="pres">
      <dgm:prSet presAssocID="{BA121BFF-38D8-44C4-82B4-2E3D6489808D}" presName="hierRoot2" presStyleCnt="0">
        <dgm:presLayoutVars>
          <dgm:hierBranch val="init"/>
        </dgm:presLayoutVars>
      </dgm:prSet>
      <dgm:spPr/>
    </dgm:pt>
    <dgm:pt modelId="{DBC9A09A-080A-44B9-9D71-F8BDAB1D330B}" type="pres">
      <dgm:prSet presAssocID="{BA121BFF-38D8-44C4-82B4-2E3D6489808D}" presName="rootComposite" presStyleCnt="0"/>
      <dgm:spPr/>
    </dgm:pt>
    <dgm:pt modelId="{AAB07E15-B510-4993-B5ED-64BC91CEC6FA}" type="pres">
      <dgm:prSet presAssocID="{BA121BFF-38D8-44C4-82B4-2E3D6489808D}" presName="rootText" presStyleLbl="node3" presStyleIdx="7" presStyleCnt="9">
        <dgm:presLayoutVars>
          <dgm:chPref val="3"/>
        </dgm:presLayoutVars>
      </dgm:prSet>
      <dgm:spPr/>
    </dgm:pt>
    <dgm:pt modelId="{06EA159F-EC1A-41BC-B91F-D0D00A6BA8CE}" type="pres">
      <dgm:prSet presAssocID="{BA121BFF-38D8-44C4-82B4-2E3D6489808D}" presName="rootConnector" presStyleLbl="node3" presStyleIdx="7" presStyleCnt="9"/>
      <dgm:spPr/>
    </dgm:pt>
    <dgm:pt modelId="{7366F0D6-4EC9-4B6F-A07E-17736732B3D1}" type="pres">
      <dgm:prSet presAssocID="{BA121BFF-38D8-44C4-82B4-2E3D6489808D}" presName="hierChild4" presStyleCnt="0"/>
      <dgm:spPr/>
    </dgm:pt>
    <dgm:pt modelId="{7F220D6A-85D4-49B9-BAE2-0F78FF44156F}" type="pres">
      <dgm:prSet presAssocID="{BA121BFF-38D8-44C4-82B4-2E3D6489808D}" presName="hierChild5" presStyleCnt="0"/>
      <dgm:spPr/>
    </dgm:pt>
    <dgm:pt modelId="{F112797D-3E68-41A0-934E-CCB283BE06A9}" type="pres">
      <dgm:prSet presAssocID="{D73C5017-4C72-44EA-BF9D-DDB442A2DA15}" presName="Name37" presStyleLbl="parChTrans1D3" presStyleIdx="8" presStyleCnt="9"/>
      <dgm:spPr/>
    </dgm:pt>
    <dgm:pt modelId="{1C3A175F-1C88-48C9-94B5-7F523F6F4610}" type="pres">
      <dgm:prSet presAssocID="{0C066752-5A67-4EB4-A759-737B97F67698}" presName="hierRoot2" presStyleCnt="0">
        <dgm:presLayoutVars>
          <dgm:hierBranch val="init"/>
        </dgm:presLayoutVars>
      </dgm:prSet>
      <dgm:spPr/>
    </dgm:pt>
    <dgm:pt modelId="{980CEBCB-104F-4E5D-A870-CEAC47DBB544}" type="pres">
      <dgm:prSet presAssocID="{0C066752-5A67-4EB4-A759-737B97F67698}" presName="rootComposite" presStyleCnt="0"/>
      <dgm:spPr/>
    </dgm:pt>
    <dgm:pt modelId="{04E1750F-D904-43AE-9F5B-F789E71EB528}" type="pres">
      <dgm:prSet presAssocID="{0C066752-5A67-4EB4-A759-737B97F67698}" presName="rootText" presStyleLbl="node3" presStyleIdx="8" presStyleCnt="9">
        <dgm:presLayoutVars>
          <dgm:chPref val="3"/>
        </dgm:presLayoutVars>
      </dgm:prSet>
      <dgm:spPr/>
    </dgm:pt>
    <dgm:pt modelId="{E33DE678-B6C3-4293-9CA9-6B4D061696FB}" type="pres">
      <dgm:prSet presAssocID="{0C066752-5A67-4EB4-A759-737B97F67698}" presName="rootConnector" presStyleLbl="node3" presStyleIdx="8" presStyleCnt="9"/>
      <dgm:spPr/>
    </dgm:pt>
    <dgm:pt modelId="{3CCDEB7F-29B1-4CBD-B918-483169A74791}" type="pres">
      <dgm:prSet presAssocID="{0C066752-5A67-4EB4-A759-737B97F67698}" presName="hierChild4" presStyleCnt="0"/>
      <dgm:spPr/>
    </dgm:pt>
    <dgm:pt modelId="{22404307-EF0D-4006-8CC5-D648A88A776F}" type="pres">
      <dgm:prSet presAssocID="{0C066752-5A67-4EB4-A759-737B97F67698}" presName="hierChild5" presStyleCnt="0"/>
      <dgm:spPr/>
    </dgm:pt>
    <dgm:pt modelId="{285C648A-15FD-4522-B166-62E2E34BEC97}" type="pres">
      <dgm:prSet presAssocID="{6FE262BC-C65E-4F46-AF8C-870739795102}" presName="hierChild5" presStyleCnt="0"/>
      <dgm:spPr/>
    </dgm:pt>
    <dgm:pt modelId="{389422BF-8F93-47BA-B3CF-5F275DD15502}" type="pres">
      <dgm:prSet presAssocID="{6DDDD12E-0514-43BD-A790-B1DAFCF34D52}" presName="hierChild3" presStyleCnt="0"/>
      <dgm:spPr/>
    </dgm:pt>
  </dgm:ptLst>
  <dgm:cxnLst>
    <dgm:cxn modelId="{AAFA1A02-C786-4D63-84B6-FDF9E721E6F5}" srcId="{10FB62ED-854F-4359-BA0A-00BF327EB59C}" destId="{1AE1BEEC-7805-40E5-B7AD-F29B844C8605}" srcOrd="2" destOrd="0" parTransId="{794F03F7-E7FF-484A-BF28-B3DDA6D2C6AC}" sibTransId="{7E136B60-ABE3-4DE5-89EC-542A50AC3232}"/>
    <dgm:cxn modelId="{8FCB0A03-52AD-442B-BC17-A7D04DEF9D13}" type="presOf" srcId="{264AAA0E-63A0-4540-97D9-7E4C1E1CA4E5}" destId="{E4A26C9D-D0A7-4B6B-BAF5-3E84AFF931D1}" srcOrd="0" destOrd="0" presId="urn:microsoft.com/office/officeart/2005/8/layout/orgChart1"/>
    <dgm:cxn modelId="{76C2E00D-DB32-40C8-BEED-124C648E27DE}" type="presOf" srcId="{85D74086-1580-40E9-94DF-C45420A9A5BD}" destId="{D104B623-D71C-4A5A-A365-7B36FD859DF5}" srcOrd="0" destOrd="0" presId="urn:microsoft.com/office/officeart/2005/8/layout/orgChart1"/>
    <dgm:cxn modelId="{4DF82F24-57B0-47DF-B01F-FBF0391074AF}" type="presOf" srcId="{035EB52E-5AC1-49CF-9EB7-A8F9ADD106E8}" destId="{0CDC7AF9-E07A-4159-8BF1-5890830EE529}" srcOrd="1" destOrd="0" presId="urn:microsoft.com/office/officeart/2005/8/layout/orgChart1"/>
    <dgm:cxn modelId="{079FC33D-F5CA-4624-9BCE-18DAA3B7ADAA}" srcId="{6DDDD12E-0514-43BD-A790-B1DAFCF34D52}" destId="{10FB62ED-854F-4359-BA0A-00BF327EB59C}" srcOrd="1" destOrd="0" parTransId="{F65A2D40-81E1-425E-9F5A-B392D52699A6}" sibTransId="{318AB2B9-6E19-42FB-BF56-8C6D6C54E51D}"/>
    <dgm:cxn modelId="{9CC99042-64A4-45A9-8864-DFC62827325F}" srcId="{6FE262BC-C65E-4F46-AF8C-870739795102}" destId="{BA121BFF-38D8-44C4-82B4-2E3D6489808D}" srcOrd="1" destOrd="0" parTransId="{264AAA0E-63A0-4540-97D9-7E4C1E1CA4E5}" sibTransId="{23165E86-B00D-41F7-9521-DC872D3DAE98}"/>
    <dgm:cxn modelId="{ED2F0E65-F10E-4282-A37F-3E127CA33E81}" type="presOf" srcId="{1BDC722D-6A1D-4FD3-BA28-680238A8C93B}" destId="{8BFED4EC-DA59-4E53-B9CE-1441B48131D0}" srcOrd="0" destOrd="0" presId="urn:microsoft.com/office/officeart/2005/8/layout/orgChart1"/>
    <dgm:cxn modelId="{27DC7C65-6AB2-497C-9578-65332B5033CF}" type="presOf" srcId="{1AE1BEEC-7805-40E5-B7AD-F29B844C8605}" destId="{7A32427A-73EB-4C0E-AEFC-2C3DCA78A882}" srcOrd="1" destOrd="0" presId="urn:microsoft.com/office/officeart/2005/8/layout/orgChart1"/>
    <dgm:cxn modelId="{3357A445-6DCA-42D1-9037-808BBFEFD61B}" type="presOf" srcId="{6DDDD12E-0514-43BD-A790-B1DAFCF34D52}" destId="{77D9728E-0E51-4F14-9B92-65F345E13930}" srcOrd="0" destOrd="0" presId="urn:microsoft.com/office/officeart/2005/8/layout/orgChart1"/>
    <dgm:cxn modelId="{F1A69068-6746-482A-A44C-9FB0F539DE2E}" type="presOf" srcId="{C16859C7-2906-48E4-A4D8-C121D8FFEE26}" destId="{C338E306-AC68-4241-8DB1-EB5997CAF004}" srcOrd="0" destOrd="0" presId="urn:microsoft.com/office/officeart/2005/8/layout/orgChart1"/>
    <dgm:cxn modelId="{5309476A-8EA8-401B-9481-1C1BE7A0015C}" type="presOf" srcId="{0C066752-5A67-4EB4-A759-737B97F67698}" destId="{04E1750F-D904-43AE-9F5B-F789E71EB528}" srcOrd="0" destOrd="0" presId="urn:microsoft.com/office/officeart/2005/8/layout/orgChart1"/>
    <dgm:cxn modelId="{5A6E9B6A-E99C-4567-92D3-FCDC17E8C862}" type="presOf" srcId="{39C7D12C-49F3-4E2A-869F-899C0F02ABFB}" destId="{27D29A0E-3443-4152-934E-5BB0F2A561A5}" srcOrd="0" destOrd="0" presId="urn:microsoft.com/office/officeart/2005/8/layout/orgChart1"/>
    <dgm:cxn modelId="{6724646C-8F2B-49D4-9B9C-310A01D23615}" srcId="{035EB52E-5AC1-49CF-9EB7-A8F9ADD106E8}" destId="{D71B20C3-7825-4A17-BB63-231543C9C96D}" srcOrd="2" destOrd="0" parTransId="{1BDC722D-6A1D-4FD3-BA28-680238A8C93B}" sibTransId="{51517EE7-0ECE-40B7-A4F2-3138D6EA2D9B}"/>
    <dgm:cxn modelId="{B7C67B6C-9819-473F-A554-0AE16A638437}" type="presOf" srcId="{6FE262BC-C65E-4F46-AF8C-870739795102}" destId="{C7515423-66E2-48AC-B918-61E7EA82F8EE}" srcOrd="0" destOrd="0" presId="urn:microsoft.com/office/officeart/2005/8/layout/orgChart1"/>
    <dgm:cxn modelId="{25351E50-30EA-4BE2-886A-9AF70EA2593F}" type="presOf" srcId="{6DDDD12E-0514-43BD-A790-B1DAFCF34D52}" destId="{6D0F1ACC-1D91-48B5-B5E0-90C192D565E1}" srcOrd="1" destOrd="0" presId="urn:microsoft.com/office/officeart/2005/8/layout/orgChart1"/>
    <dgm:cxn modelId="{B8D6D551-9F40-4807-ACF2-58601581290F}" type="presOf" srcId="{C50A526D-3CCC-4FA0-B5AD-9FE38C0A20E9}" destId="{8072AF13-5774-4D72-AD7C-A63A34792FE5}" srcOrd="0" destOrd="0" presId="urn:microsoft.com/office/officeart/2005/8/layout/orgChart1"/>
    <dgm:cxn modelId="{F82D9D53-B038-4640-99FE-D9AF6B0071DC}" type="presOf" srcId="{10FB62ED-854F-4359-BA0A-00BF327EB59C}" destId="{8773AF79-8611-422A-BC88-FBC71FD681A2}" srcOrd="0" destOrd="0" presId="urn:microsoft.com/office/officeart/2005/8/layout/orgChart1"/>
    <dgm:cxn modelId="{B4EEDF76-66AF-406D-BE75-9B6695734930}" type="presOf" srcId="{F65A2D40-81E1-425E-9F5A-B392D52699A6}" destId="{7B0CB0B5-CE6A-4434-BAA5-3EABA2CE407D}" srcOrd="0" destOrd="0" presId="urn:microsoft.com/office/officeart/2005/8/layout/orgChart1"/>
    <dgm:cxn modelId="{5CD12978-F3D5-4393-AA27-BC6F487471F7}" type="presOf" srcId="{6FE262BC-C65E-4F46-AF8C-870739795102}" destId="{70D824A2-6699-4F91-A14E-D100D7E3DC27}" srcOrd="1" destOrd="0" presId="urn:microsoft.com/office/officeart/2005/8/layout/orgChart1"/>
    <dgm:cxn modelId="{EDBFC37A-8874-48FC-A84F-107780986EE8}" type="presOf" srcId="{F4E2A88E-63B9-4B8C-8494-71DF1E8A249B}" destId="{62A62F38-2301-467B-9B0C-F7828274BD05}" srcOrd="1" destOrd="0" presId="urn:microsoft.com/office/officeart/2005/8/layout/orgChart1"/>
    <dgm:cxn modelId="{666E647B-6DF6-42DA-8F9D-54D9C37E6C78}" srcId="{10FB62ED-854F-4359-BA0A-00BF327EB59C}" destId="{E77A9234-8795-49E4-9823-334A06BA6F68}" srcOrd="1" destOrd="0" parTransId="{E0576FBF-19DF-4E9A-9479-D85A195C64E2}" sibTransId="{873772C9-E4A7-493D-B616-72B319D245C7}"/>
    <dgm:cxn modelId="{36A7B87F-A10D-4786-8270-3E189E905F5F}" type="presOf" srcId="{94E1B986-D367-4757-8978-AD897E8527A2}" destId="{306AC0D1-54C7-45BD-9676-6FE91A50F5F6}" srcOrd="0" destOrd="0" presId="urn:microsoft.com/office/officeart/2005/8/layout/orgChart1"/>
    <dgm:cxn modelId="{BBB2A082-C999-4193-9807-3C68ED193B88}" type="presOf" srcId="{10FB62ED-854F-4359-BA0A-00BF327EB59C}" destId="{C9693889-0D4C-43A7-A05C-479856446B93}" srcOrd="1" destOrd="0" presId="urn:microsoft.com/office/officeart/2005/8/layout/orgChart1"/>
    <dgm:cxn modelId="{2A07C784-B8C2-446D-A7E2-F4FE9DBE7E0C}" srcId="{10FB62ED-854F-4359-BA0A-00BF327EB59C}" destId="{0C05F15E-60DB-49AF-B50A-886531F97F6C}" srcOrd="0" destOrd="0" parTransId="{39C7D12C-49F3-4E2A-869F-899C0F02ABFB}" sibTransId="{77F20D58-6252-4E71-8B95-D8D1E8373AD2}"/>
    <dgm:cxn modelId="{E1684B8D-6F74-4998-807F-46AB96C777C2}" type="presOf" srcId="{58A32D7F-26CA-4AA4-BB87-DF790C7D4A45}" destId="{3C5534E3-104C-4235-B2E0-07546D6C8541}" srcOrd="0" destOrd="0" presId="urn:microsoft.com/office/officeart/2005/8/layout/orgChart1"/>
    <dgm:cxn modelId="{C560EF8F-6D2D-4A7C-98AC-84C584F53CC6}" type="presOf" srcId="{BA121BFF-38D8-44C4-82B4-2E3D6489808D}" destId="{AAB07E15-B510-4993-B5ED-64BC91CEC6FA}" srcOrd="0" destOrd="0" presId="urn:microsoft.com/office/officeart/2005/8/layout/orgChart1"/>
    <dgm:cxn modelId="{68EB2693-CA6A-473A-9102-8449550BE7C8}" srcId="{035EB52E-5AC1-49CF-9EB7-A8F9ADD106E8}" destId="{F4E2A88E-63B9-4B8C-8494-71DF1E8A249B}" srcOrd="0" destOrd="0" parTransId="{ED09692A-6351-416D-BC5E-8B6289C291EB}" sibTransId="{52103D3D-D8AF-42D4-8BC3-C4B5271836EC}"/>
    <dgm:cxn modelId="{23554A95-0713-44F3-B1B9-7E5E8AAC9C29}" srcId="{035EB52E-5AC1-49CF-9EB7-A8F9ADD106E8}" destId="{7E819462-33E7-4727-941A-D923E0B37353}" srcOrd="1" destOrd="0" parTransId="{94E1B986-D367-4757-8978-AD897E8527A2}" sibTransId="{4CBE1625-FAA0-42ED-BC7A-A28EDFD3BC4D}"/>
    <dgm:cxn modelId="{909E539B-0A24-443B-99D9-63C1C837E030}" type="presOf" srcId="{0C05F15E-60DB-49AF-B50A-886531F97F6C}" destId="{3124B647-1AC5-4B3B-B440-CCE2709061DA}" srcOrd="0" destOrd="0" presId="urn:microsoft.com/office/officeart/2005/8/layout/orgChart1"/>
    <dgm:cxn modelId="{C123FB9E-ACFC-4AF6-8407-9EBBC2577A6D}" type="presOf" srcId="{F4E2A88E-63B9-4B8C-8494-71DF1E8A249B}" destId="{95128B40-26AE-49AD-82EF-071AEA7BB205}" srcOrd="0" destOrd="0" presId="urn:microsoft.com/office/officeart/2005/8/layout/orgChart1"/>
    <dgm:cxn modelId="{D2D0B8A6-BEC9-48AF-AB4F-F02AFAB9BF65}" type="presOf" srcId="{1AE1BEEC-7805-40E5-B7AD-F29B844C8605}" destId="{4969A686-1DB9-44A3-B738-89317C6766B9}" srcOrd="0" destOrd="0" presId="urn:microsoft.com/office/officeart/2005/8/layout/orgChart1"/>
    <dgm:cxn modelId="{1FAF01B0-337F-444D-80BC-9199E712208A}" type="presOf" srcId="{E0576FBF-19DF-4E9A-9479-D85A195C64E2}" destId="{498314EC-81CE-4304-B059-F451B0FC1FE0}" srcOrd="0" destOrd="0" presId="urn:microsoft.com/office/officeart/2005/8/layout/orgChart1"/>
    <dgm:cxn modelId="{A6794BB3-E280-430A-B488-4CE63385BDC9}" type="presOf" srcId="{0C066752-5A67-4EB4-A759-737B97F67698}" destId="{E33DE678-B6C3-4293-9CA9-6B4D061696FB}" srcOrd="1" destOrd="0" presId="urn:microsoft.com/office/officeart/2005/8/layout/orgChart1"/>
    <dgm:cxn modelId="{7D8737B8-77D4-4CBB-9296-61E0B1BDECF7}" type="presOf" srcId="{9F729ADD-33CD-4A34-A790-CB9520B2CFC3}" destId="{6D218344-C63E-4EA3-87DB-2E2558B12754}" srcOrd="0" destOrd="0" presId="urn:microsoft.com/office/officeart/2005/8/layout/orgChart1"/>
    <dgm:cxn modelId="{500113B9-A2C4-4A05-A23B-9C9138945153}" srcId="{6DDDD12E-0514-43BD-A790-B1DAFCF34D52}" destId="{035EB52E-5AC1-49CF-9EB7-A8F9ADD106E8}" srcOrd="0" destOrd="0" parTransId="{C16859C7-2906-48E4-A4D8-C121D8FFEE26}" sibTransId="{8E667DDA-9E48-4630-94F2-D977A625F2F3}"/>
    <dgm:cxn modelId="{2E94B9BF-D125-4501-9908-490EC277E4B8}" type="presOf" srcId="{7E819462-33E7-4727-941A-D923E0B37353}" destId="{A8EA9EC8-F306-4E25-836B-9062BB1BC3A2}" srcOrd="0" destOrd="0" presId="urn:microsoft.com/office/officeart/2005/8/layout/orgChart1"/>
    <dgm:cxn modelId="{A659D0C0-AB5A-4CD0-A684-0600E9E4CFA4}" type="presOf" srcId="{7E819462-33E7-4727-941A-D923E0B37353}" destId="{30D46FD2-03E6-4FFF-96DA-CBE95704A24C}" srcOrd="1" destOrd="0" presId="urn:microsoft.com/office/officeart/2005/8/layout/orgChart1"/>
    <dgm:cxn modelId="{CA4D14CD-4F31-4450-AEAD-8D39B3C21A2A}" type="presOf" srcId="{794F03F7-E7FF-484A-BF28-B3DDA6D2C6AC}" destId="{724BD5BC-36FC-4AC4-A05C-85042DB64966}" srcOrd="0" destOrd="0" presId="urn:microsoft.com/office/officeart/2005/8/layout/orgChart1"/>
    <dgm:cxn modelId="{BB7743D3-922F-489D-83A6-75A08ADC3D1E}" type="presOf" srcId="{035EB52E-5AC1-49CF-9EB7-A8F9ADD106E8}" destId="{9BB2D6B5-4509-497C-A442-C276D2A91575}" srcOrd="0" destOrd="0" presId="urn:microsoft.com/office/officeart/2005/8/layout/orgChart1"/>
    <dgm:cxn modelId="{5D2962D5-D651-4036-872B-9064A6B92FAB}" type="presOf" srcId="{0C05F15E-60DB-49AF-B50A-886531F97F6C}" destId="{A79B36E2-BFA6-4634-A678-382210A7A73F}" srcOrd="1" destOrd="0" presId="urn:microsoft.com/office/officeart/2005/8/layout/orgChart1"/>
    <dgm:cxn modelId="{DF4844DB-48A4-4689-AD0D-31FC893B37F6}" type="presOf" srcId="{E77A9234-8795-49E4-9823-334A06BA6F68}" destId="{1020D555-A7DC-41E3-AECD-7C34E2FF34CA}" srcOrd="0" destOrd="0" presId="urn:microsoft.com/office/officeart/2005/8/layout/orgChart1"/>
    <dgm:cxn modelId="{0A8045E8-34F0-450D-92B8-430262CC8BB0}" srcId="{6FE262BC-C65E-4F46-AF8C-870739795102}" destId="{0C066752-5A67-4EB4-A759-737B97F67698}" srcOrd="2" destOrd="0" parTransId="{D73C5017-4C72-44EA-BF9D-DDB442A2DA15}" sibTransId="{FC49A639-4792-43C4-8B11-D8FCAB1D8A1B}"/>
    <dgm:cxn modelId="{FA832AEA-550B-4FD5-8C56-654AE3AB70C7}" srcId="{6FE262BC-C65E-4F46-AF8C-870739795102}" destId="{85D74086-1580-40E9-94DF-C45420A9A5BD}" srcOrd="0" destOrd="0" parTransId="{9F729ADD-33CD-4A34-A790-CB9520B2CFC3}" sibTransId="{AFBC4C3D-27EE-41B6-99FD-CC1A89A1AF22}"/>
    <dgm:cxn modelId="{AAEBDDEA-A7D7-44AE-B3AE-4BB6B1D0557D}" srcId="{6DDDD12E-0514-43BD-A790-B1DAFCF34D52}" destId="{6FE262BC-C65E-4F46-AF8C-870739795102}" srcOrd="2" destOrd="0" parTransId="{C50A526D-3CCC-4FA0-B5AD-9FE38C0A20E9}" sibTransId="{273B2FB3-E190-45E0-BCBB-1ADA57A70117}"/>
    <dgm:cxn modelId="{FEC83AEB-FA6E-4C38-A225-8E0C54919F4F}" type="presOf" srcId="{D71B20C3-7825-4A17-BB63-231543C9C96D}" destId="{70D61C82-04BE-4929-A650-CD4B978DFDDC}" srcOrd="0" destOrd="0" presId="urn:microsoft.com/office/officeart/2005/8/layout/orgChart1"/>
    <dgm:cxn modelId="{051C4CEB-EB26-429D-8505-AE16917669BF}" type="presOf" srcId="{ED09692A-6351-416D-BC5E-8B6289C291EB}" destId="{29A40F38-BAB0-474D-B418-3CB698A127F4}" srcOrd="0" destOrd="0" presId="urn:microsoft.com/office/officeart/2005/8/layout/orgChart1"/>
    <dgm:cxn modelId="{B8DE09EF-F53A-4BD3-853A-018350133A65}" type="presOf" srcId="{BA121BFF-38D8-44C4-82B4-2E3D6489808D}" destId="{06EA159F-EC1A-41BC-B91F-D0D00A6BA8CE}" srcOrd="1" destOrd="0" presId="urn:microsoft.com/office/officeart/2005/8/layout/orgChart1"/>
    <dgm:cxn modelId="{36CD74F1-126D-4E49-8B36-AFFC67E3A1E2}" srcId="{58A32D7F-26CA-4AA4-BB87-DF790C7D4A45}" destId="{6DDDD12E-0514-43BD-A790-B1DAFCF34D52}" srcOrd="0" destOrd="0" parTransId="{AD71F331-6193-4047-B596-76B1F037B61E}" sibTransId="{A9AE48CA-5AA6-43CD-AFCD-C551004EF75E}"/>
    <dgm:cxn modelId="{0A8EE3F4-AC1A-4D36-8386-670DE82CF6FC}" type="presOf" srcId="{D71B20C3-7825-4A17-BB63-231543C9C96D}" destId="{281A3B00-2BDD-4524-A0FC-DE0D9141439B}" srcOrd="1" destOrd="0" presId="urn:microsoft.com/office/officeart/2005/8/layout/orgChart1"/>
    <dgm:cxn modelId="{8605EFF5-40B8-488C-B4D9-A43BE5A4AC16}" type="presOf" srcId="{D73C5017-4C72-44EA-BF9D-DDB442A2DA15}" destId="{F112797D-3E68-41A0-934E-CCB283BE06A9}" srcOrd="0" destOrd="0" presId="urn:microsoft.com/office/officeart/2005/8/layout/orgChart1"/>
    <dgm:cxn modelId="{004E65FB-59EA-4179-A558-93DF871F53CB}" type="presOf" srcId="{E77A9234-8795-49E4-9823-334A06BA6F68}" destId="{D4E5E1A2-F1F5-4D8B-B30D-6E4E76EC0C81}" srcOrd="1" destOrd="0" presId="urn:microsoft.com/office/officeart/2005/8/layout/orgChart1"/>
    <dgm:cxn modelId="{1576CDFE-AAEC-4D69-9F10-03E0915B483D}" type="presOf" srcId="{85D74086-1580-40E9-94DF-C45420A9A5BD}" destId="{ADFA329A-2F02-47F6-9F97-94647537D174}" srcOrd="1" destOrd="0" presId="urn:microsoft.com/office/officeart/2005/8/layout/orgChart1"/>
    <dgm:cxn modelId="{BA1D1671-09E5-4780-B3E4-D60BD42D3026}" type="presParOf" srcId="{3C5534E3-104C-4235-B2E0-07546D6C8541}" destId="{62465288-6E94-4307-B1FB-4157F50ADF81}" srcOrd="0" destOrd="0" presId="urn:microsoft.com/office/officeart/2005/8/layout/orgChart1"/>
    <dgm:cxn modelId="{76CB09F1-8378-4909-A920-CC159721936D}" type="presParOf" srcId="{62465288-6E94-4307-B1FB-4157F50ADF81}" destId="{86EE1771-C5CE-4032-8F6D-35B6121B9C4A}" srcOrd="0" destOrd="0" presId="urn:microsoft.com/office/officeart/2005/8/layout/orgChart1"/>
    <dgm:cxn modelId="{F2807443-FE13-4A63-9003-540B2AC85325}" type="presParOf" srcId="{86EE1771-C5CE-4032-8F6D-35B6121B9C4A}" destId="{77D9728E-0E51-4F14-9B92-65F345E13930}" srcOrd="0" destOrd="0" presId="urn:microsoft.com/office/officeart/2005/8/layout/orgChart1"/>
    <dgm:cxn modelId="{0AE29F86-E5AA-4CFD-8FB9-93AA8C2E6104}" type="presParOf" srcId="{86EE1771-C5CE-4032-8F6D-35B6121B9C4A}" destId="{6D0F1ACC-1D91-48B5-B5E0-90C192D565E1}" srcOrd="1" destOrd="0" presId="urn:microsoft.com/office/officeart/2005/8/layout/orgChart1"/>
    <dgm:cxn modelId="{64E98CDD-A9F0-47E5-95DD-CC53B585DE80}" type="presParOf" srcId="{62465288-6E94-4307-B1FB-4157F50ADF81}" destId="{A8771425-3502-4659-A319-A21424B0D471}" srcOrd="1" destOrd="0" presId="urn:microsoft.com/office/officeart/2005/8/layout/orgChart1"/>
    <dgm:cxn modelId="{FCAD1BDD-87E0-41D2-A07B-7F880320B90C}" type="presParOf" srcId="{A8771425-3502-4659-A319-A21424B0D471}" destId="{C338E306-AC68-4241-8DB1-EB5997CAF004}" srcOrd="0" destOrd="0" presId="urn:microsoft.com/office/officeart/2005/8/layout/orgChart1"/>
    <dgm:cxn modelId="{2780AD49-D1C7-4AFE-A424-23D256209A92}" type="presParOf" srcId="{A8771425-3502-4659-A319-A21424B0D471}" destId="{1E3F0D04-92F2-4BA1-A611-E1A60E210A92}" srcOrd="1" destOrd="0" presId="urn:microsoft.com/office/officeart/2005/8/layout/orgChart1"/>
    <dgm:cxn modelId="{7AA66C35-B5CA-4F00-8ED3-27DA08D97F13}" type="presParOf" srcId="{1E3F0D04-92F2-4BA1-A611-E1A60E210A92}" destId="{F79922CA-D256-4848-8382-EB40A6CAA3B4}" srcOrd="0" destOrd="0" presId="urn:microsoft.com/office/officeart/2005/8/layout/orgChart1"/>
    <dgm:cxn modelId="{1423A099-0FEC-46BE-931D-8D07AFDD209B}" type="presParOf" srcId="{F79922CA-D256-4848-8382-EB40A6CAA3B4}" destId="{9BB2D6B5-4509-497C-A442-C276D2A91575}" srcOrd="0" destOrd="0" presId="urn:microsoft.com/office/officeart/2005/8/layout/orgChart1"/>
    <dgm:cxn modelId="{916FF731-8C8F-48FA-8E2A-546C529C87DD}" type="presParOf" srcId="{F79922CA-D256-4848-8382-EB40A6CAA3B4}" destId="{0CDC7AF9-E07A-4159-8BF1-5890830EE529}" srcOrd="1" destOrd="0" presId="urn:microsoft.com/office/officeart/2005/8/layout/orgChart1"/>
    <dgm:cxn modelId="{47A0ABAD-D301-4CF1-96A1-24263EB67B38}" type="presParOf" srcId="{1E3F0D04-92F2-4BA1-A611-E1A60E210A92}" destId="{F97B7A23-1A48-4E4F-91B4-FB1DBA7DF316}" srcOrd="1" destOrd="0" presId="urn:microsoft.com/office/officeart/2005/8/layout/orgChart1"/>
    <dgm:cxn modelId="{16F224F5-5FBB-48E8-822A-1EF2D43534B2}" type="presParOf" srcId="{F97B7A23-1A48-4E4F-91B4-FB1DBA7DF316}" destId="{29A40F38-BAB0-474D-B418-3CB698A127F4}" srcOrd="0" destOrd="0" presId="urn:microsoft.com/office/officeart/2005/8/layout/orgChart1"/>
    <dgm:cxn modelId="{81CA67A9-69C2-44F9-8E9D-828F5CE23AB7}" type="presParOf" srcId="{F97B7A23-1A48-4E4F-91B4-FB1DBA7DF316}" destId="{7E7E3D90-4788-4DD8-85FA-632621C43327}" srcOrd="1" destOrd="0" presId="urn:microsoft.com/office/officeart/2005/8/layout/orgChart1"/>
    <dgm:cxn modelId="{2BD4DD48-05AA-414E-9768-5B4A670BF2F5}" type="presParOf" srcId="{7E7E3D90-4788-4DD8-85FA-632621C43327}" destId="{45D4826D-6A26-455C-8EF9-F96FF5CA9B25}" srcOrd="0" destOrd="0" presId="urn:microsoft.com/office/officeart/2005/8/layout/orgChart1"/>
    <dgm:cxn modelId="{EFFD9ED9-8865-4329-8342-DA6F0D0B4D00}" type="presParOf" srcId="{45D4826D-6A26-455C-8EF9-F96FF5CA9B25}" destId="{95128B40-26AE-49AD-82EF-071AEA7BB205}" srcOrd="0" destOrd="0" presId="urn:microsoft.com/office/officeart/2005/8/layout/orgChart1"/>
    <dgm:cxn modelId="{DEF18AB9-EB50-4B2E-9FB2-1B2EB1CDB503}" type="presParOf" srcId="{45D4826D-6A26-455C-8EF9-F96FF5CA9B25}" destId="{62A62F38-2301-467B-9B0C-F7828274BD05}" srcOrd="1" destOrd="0" presId="urn:microsoft.com/office/officeart/2005/8/layout/orgChart1"/>
    <dgm:cxn modelId="{856DB61D-FD06-4260-BC37-76113DD63278}" type="presParOf" srcId="{7E7E3D90-4788-4DD8-85FA-632621C43327}" destId="{6F65F10D-4C7C-47EE-8BA4-1E7F6A3AAA56}" srcOrd="1" destOrd="0" presId="urn:microsoft.com/office/officeart/2005/8/layout/orgChart1"/>
    <dgm:cxn modelId="{B88EA5A2-7280-4965-AACF-46F78DA2253B}" type="presParOf" srcId="{7E7E3D90-4788-4DD8-85FA-632621C43327}" destId="{F2BDBACB-2A2C-4CE7-8290-8EA9D58C5ABB}" srcOrd="2" destOrd="0" presId="urn:microsoft.com/office/officeart/2005/8/layout/orgChart1"/>
    <dgm:cxn modelId="{CC931DE4-F5AA-48C0-A394-64C99F93ECB2}" type="presParOf" srcId="{F97B7A23-1A48-4E4F-91B4-FB1DBA7DF316}" destId="{306AC0D1-54C7-45BD-9676-6FE91A50F5F6}" srcOrd="2" destOrd="0" presId="urn:microsoft.com/office/officeart/2005/8/layout/orgChart1"/>
    <dgm:cxn modelId="{DAA9A77D-B5AF-44AD-916D-3338B88F7E8B}" type="presParOf" srcId="{F97B7A23-1A48-4E4F-91B4-FB1DBA7DF316}" destId="{CE1C2562-D168-4507-812D-147C62B37134}" srcOrd="3" destOrd="0" presId="urn:microsoft.com/office/officeart/2005/8/layout/orgChart1"/>
    <dgm:cxn modelId="{381419EC-7103-41E0-A088-98B1FD9B87C2}" type="presParOf" srcId="{CE1C2562-D168-4507-812D-147C62B37134}" destId="{C4099729-E6FF-48F8-BD9F-29F012393AA8}" srcOrd="0" destOrd="0" presId="urn:microsoft.com/office/officeart/2005/8/layout/orgChart1"/>
    <dgm:cxn modelId="{FB2FC203-5770-488B-8A6F-3D2B87F2877A}" type="presParOf" srcId="{C4099729-E6FF-48F8-BD9F-29F012393AA8}" destId="{A8EA9EC8-F306-4E25-836B-9062BB1BC3A2}" srcOrd="0" destOrd="0" presId="urn:microsoft.com/office/officeart/2005/8/layout/orgChart1"/>
    <dgm:cxn modelId="{9A6E9414-3727-4291-842A-50EA739342E5}" type="presParOf" srcId="{C4099729-E6FF-48F8-BD9F-29F012393AA8}" destId="{30D46FD2-03E6-4FFF-96DA-CBE95704A24C}" srcOrd="1" destOrd="0" presId="urn:microsoft.com/office/officeart/2005/8/layout/orgChart1"/>
    <dgm:cxn modelId="{31579B69-3C04-45C5-8CB9-7679950FE6C5}" type="presParOf" srcId="{CE1C2562-D168-4507-812D-147C62B37134}" destId="{FAF081C9-A233-40E2-BE90-207FB856E045}" srcOrd="1" destOrd="0" presId="urn:microsoft.com/office/officeart/2005/8/layout/orgChart1"/>
    <dgm:cxn modelId="{9A3D3B45-F763-48D1-9BFB-AD6676875EC9}" type="presParOf" srcId="{CE1C2562-D168-4507-812D-147C62B37134}" destId="{72CC905E-D095-49BD-B6F7-ECC4F5A9ECBD}" srcOrd="2" destOrd="0" presId="urn:microsoft.com/office/officeart/2005/8/layout/orgChart1"/>
    <dgm:cxn modelId="{4BFBAA47-BD8A-4673-8E56-41388CAF5818}" type="presParOf" srcId="{F97B7A23-1A48-4E4F-91B4-FB1DBA7DF316}" destId="{8BFED4EC-DA59-4E53-B9CE-1441B48131D0}" srcOrd="4" destOrd="0" presId="urn:microsoft.com/office/officeart/2005/8/layout/orgChart1"/>
    <dgm:cxn modelId="{6A3D1F12-45D2-4A32-A681-6E600B862DBC}" type="presParOf" srcId="{F97B7A23-1A48-4E4F-91B4-FB1DBA7DF316}" destId="{DD43E964-A92C-4C68-B6DE-974534638943}" srcOrd="5" destOrd="0" presId="urn:microsoft.com/office/officeart/2005/8/layout/orgChart1"/>
    <dgm:cxn modelId="{0B459E07-2E8A-40A7-9974-7B320E9A23E9}" type="presParOf" srcId="{DD43E964-A92C-4C68-B6DE-974534638943}" destId="{7FB911EA-51AF-4282-98E9-B08A352ABA94}" srcOrd="0" destOrd="0" presId="urn:microsoft.com/office/officeart/2005/8/layout/orgChart1"/>
    <dgm:cxn modelId="{055EE1DF-84F5-4F40-96DC-65309C4AF06A}" type="presParOf" srcId="{7FB911EA-51AF-4282-98E9-B08A352ABA94}" destId="{70D61C82-04BE-4929-A650-CD4B978DFDDC}" srcOrd="0" destOrd="0" presId="urn:microsoft.com/office/officeart/2005/8/layout/orgChart1"/>
    <dgm:cxn modelId="{B7BB10E7-DE63-47EB-BAD0-05FD212D517D}" type="presParOf" srcId="{7FB911EA-51AF-4282-98E9-B08A352ABA94}" destId="{281A3B00-2BDD-4524-A0FC-DE0D9141439B}" srcOrd="1" destOrd="0" presId="urn:microsoft.com/office/officeart/2005/8/layout/orgChart1"/>
    <dgm:cxn modelId="{48E2DDE7-A136-4A39-A071-D2B4D55EA232}" type="presParOf" srcId="{DD43E964-A92C-4C68-B6DE-974534638943}" destId="{03091145-4DF3-45C3-BFE0-2663DAC25C57}" srcOrd="1" destOrd="0" presId="urn:microsoft.com/office/officeart/2005/8/layout/orgChart1"/>
    <dgm:cxn modelId="{DB59F58E-6C09-4C16-8DFD-358E1FB134C3}" type="presParOf" srcId="{DD43E964-A92C-4C68-B6DE-974534638943}" destId="{E1FB6EA6-D8D2-4E5F-A4C4-920E654F5A46}" srcOrd="2" destOrd="0" presId="urn:microsoft.com/office/officeart/2005/8/layout/orgChart1"/>
    <dgm:cxn modelId="{BC9FB56A-2F04-47D8-9481-6BAFC41C462A}" type="presParOf" srcId="{1E3F0D04-92F2-4BA1-A611-E1A60E210A92}" destId="{DAB12D70-C352-4827-8B01-9F1E0001A5BC}" srcOrd="2" destOrd="0" presId="urn:microsoft.com/office/officeart/2005/8/layout/orgChart1"/>
    <dgm:cxn modelId="{D9924F6A-C677-4A5A-B340-242D7007DB94}" type="presParOf" srcId="{A8771425-3502-4659-A319-A21424B0D471}" destId="{7B0CB0B5-CE6A-4434-BAA5-3EABA2CE407D}" srcOrd="2" destOrd="0" presId="urn:microsoft.com/office/officeart/2005/8/layout/orgChart1"/>
    <dgm:cxn modelId="{04BB31A9-A95A-4E72-ABBE-8903694B1999}" type="presParOf" srcId="{A8771425-3502-4659-A319-A21424B0D471}" destId="{5448E216-5268-407B-B385-DD11EE6FEBBB}" srcOrd="3" destOrd="0" presId="urn:microsoft.com/office/officeart/2005/8/layout/orgChart1"/>
    <dgm:cxn modelId="{0AA47240-DAB0-4654-A5FC-9BF442F4D0F0}" type="presParOf" srcId="{5448E216-5268-407B-B385-DD11EE6FEBBB}" destId="{967B8F0D-4126-4898-8D3A-909FF5DC66CD}" srcOrd="0" destOrd="0" presId="urn:microsoft.com/office/officeart/2005/8/layout/orgChart1"/>
    <dgm:cxn modelId="{780A77E2-6756-40F8-8ADA-17C3AC00CE86}" type="presParOf" srcId="{967B8F0D-4126-4898-8D3A-909FF5DC66CD}" destId="{8773AF79-8611-422A-BC88-FBC71FD681A2}" srcOrd="0" destOrd="0" presId="urn:microsoft.com/office/officeart/2005/8/layout/orgChart1"/>
    <dgm:cxn modelId="{2EE8C8E4-92A4-4695-8A1B-7D56629A08B5}" type="presParOf" srcId="{967B8F0D-4126-4898-8D3A-909FF5DC66CD}" destId="{C9693889-0D4C-43A7-A05C-479856446B93}" srcOrd="1" destOrd="0" presId="urn:microsoft.com/office/officeart/2005/8/layout/orgChart1"/>
    <dgm:cxn modelId="{FC2BF391-379E-440C-B0ED-3C5014C7F582}" type="presParOf" srcId="{5448E216-5268-407B-B385-DD11EE6FEBBB}" destId="{A13B282A-5271-41BC-91C7-A60F628C77F0}" srcOrd="1" destOrd="0" presId="urn:microsoft.com/office/officeart/2005/8/layout/orgChart1"/>
    <dgm:cxn modelId="{5BA834AA-1E04-48EC-B537-22777149B643}" type="presParOf" srcId="{A13B282A-5271-41BC-91C7-A60F628C77F0}" destId="{27D29A0E-3443-4152-934E-5BB0F2A561A5}" srcOrd="0" destOrd="0" presId="urn:microsoft.com/office/officeart/2005/8/layout/orgChart1"/>
    <dgm:cxn modelId="{738684B6-D3F5-4DD5-825F-99150D6202D3}" type="presParOf" srcId="{A13B282A-5271-41BC-91C7-A60F628C77F0}" destId="{E68F2A8B-13CE-4C42-A690-A6E98B7D936F}" srcOrd="1" destOrd="0" presId="urn:microsoft.com/office/officeart/2005/8/layout/orgChart1"/>
    <dgm:cxn modelId="{4F3A2986-152B-490F-B5B7-F3139B2CA22E}" type="presParOf" srcId="{E68F2A8B-13CE-4C42-A690-A6E98B7D936F}" destId="{4E57C753-9871-4AD7-A482-82E3A1106844}" srcOrd="0" destOrd="0" presId="urn:microsoft.com/office/officeart/2005/8/layout/orgChart1"/>
    <dgm:cxn modelId="{92229CCD-1BA9-418E-9A2A-E9DD160C6D4C}" type="presParOf" srcId="{4E57C753-9871-4AD7-A482-82E3A1106844}" destId="{3124B647-1AC5-4B3B-B440-CCE2709061DA}" srcOrd="0" destOrd="0" presId="urn:microsoft.com/office/officeart/2005/8/layout/orgChart1"/>
    <dgm:cxn modelId="{A48DD735-9A59-44EF-8B1C-DD42EAF47058}" type="presParOf" srcId="{4E57C753-9871-4AD7-A482-82E3A1106844}" destId="{A79B36E2-BFA6-4634-A678-382210A7A73F}" srcOrd="1" destOrd="0" presId="urn:microsoft.com/office/officeart/2005/8/layout/orgChart1"/>
    <dgm:cxn modelId="{9CF3B25A-7541-44FD-8516-5CB1EFC0FE45}" type="presParOf" srcId="{E68F2A8B-13CE-4C42-A690-A6E98B7D936F}" destId="{A2BDA471-4F19-48B3-AA90-711CD79B6E07}" srcOrd="1" destOrd="0" presId="urn:microsoft.com/office/officeart/2005/8/layout/orgChart1"/>
    <dgm:cxn modelId="{34F1DBFA-2910-4F6C-9502-0D48A46A9E10}" type="presParOf" srcId="{E68F2A8B-13CE-4C42-A690-A6E98B7D936F}" destId="{9028379C-0D28-4FBB-8A09-BCF4C3D36754}" srcOrd="2" destOrd="0" presId="urn:microsoft.com/office/officeart/2005/8/layout/orgChart1"/>
    <dgm:cxn modelId="{B1B378AC-743C-42DF-B22A-5656944220EF}" type="presParOf" srcId="{A13B282A-5271-41BC-91C7-A60F628C77F0}" destId="{498314EC-81CE-4304-B059-F451B0FC1FE0}" srcOrd="2" destOrd="0" presId="urn:microsoft.com/office/officeart/2005/8/layout/orgChart1"/>
    <dgm:cxn modelId="{764DBEDD-3C44-4EF6-8B7A-0449339E479D}" type="presParOf" srcId="{A13B282A-5271-41BC-91C7-A60F628C77F0}" destId="{35F81B74-D469-4F04-8FEA-7AAE4BCB8232}" srcOrd="3" destOrd="0" presId="urn:microsoft.com/office/officeart/2005/8/layout/orgChart1"/>
    <dgm:cxn modelId="{A7D9CCDC-82C9-4180-A25B-92B72397D12B}" type="presParOf" srcId="{35F81B74-D469-4F04-8FEA-7AAE4BCB8232}" destId="{DFCE8D71-021C-4CE1-9352-B03C67CC18F8}" srcOrd="0" destOrd="0" presId="urn:microsoft.com/office/officeart/2005/8/layout/orgChart1"/>
    <dgm:cxn modelId="{1B77410A-7F01-48D3-9366-48442A594018}" type="presParOf" srcId="{DFCE8D71-021C-4CE1-9352-B03C67CC18F8}" destId="{1020D555-A7DC-41E3-AECD-7C34E2FF34CA}" srcOrd="0" destOrd="0" presId="urn:microsoft.com/office/officeart/2005/8/layout/orgChart1"/>
    <dgm:cxn modelId="{6AC8656E-BD87-401B-8D46-9FE914A688D1}" type="presParOf" srcId="{DFCE8D71-021C-4CE1-9352-B03C67CC18F8}" destId="{D4E5E1A2-F1F5-4D8B-B30D-6E4E76EC0C81}" srcOrd="1" destOrd="0" presId="urn:microsoft.com/office/officeart/2005/8/layout/orgChart1"/>
    <dgm:cxn modelId="{7F05F7A0-F897-4936-B682-250F81241B44}" type="presParOf" srcId="{35F81B74-D469-4F04-8FEA-7AAE4BCB8232}" destId="{61F7C321-9497-4323-ADC9-4930C01B7A76}" srcOrd="1" destOrd="0" presId="urn:microsoft.com/office/officeart/2005/8/layout/orgChart1"/>
    <dgm:cxn modelId="{E2B74034-AA38-4A7D-960C-FA75BC8A4731}" type="presParOf" srcId="{35F81B74-D469-4F04-8FEA-7AAE4BCB8232}" destId="{2CE13A99-35C1-43DA-AB77-C8C7E82B7EA1}" srcOrd="2" destOrd="0" presId="urn:microsoft.com/office/officeart/2005/8/layout/orgChart1"/>
    <dgm:cxn modelId="{702D72AD-F57C-4833-86EA-4423098C7AB6}" type="presParOf" srcId="{A13B282A-5271-41BC-91C7-A60F628C77F0}" destId="{724BD5BC-36FC-4AC4-A05C-85042DB64966}" srcOrd="4" destOrd="0" presId="urn:microsoft.com/office/officeart/2005/8/layout/orgChart1"/>
    <dgm:cxn modelId="{3F1996FB-0649-4830-92E5-892EE38BCB01}" type="presParOf" srcId="{A13B282A-5271-41BC-91C7-A60F628C77F0}" destId="{03DB0F27-0E74-412F-AE2B-443D3B00E431}" srcOrd="5" destOrd="0" presId="urn:microsoft.com/office/officeart/2005/8/layout/orgChart1"/>
    <dgm:cxn modelId="{D5224CF4-4D30-4EA2-A05A-49DF57EF00E9}" type="presParOf" srcId="{03DB0F27-0E74-412F-AE2B-443D3B00E431}" destId="{2875D066-7CF3-4970-9921-37EF489E56DB}" srcOrd="0" destOrd="0" presId="urn:microsoft.com/office/officeart/2005/8/layout/orgChart1"/>
    <dgm:cxn modelId="{C2C0073A-327F-4ECA-AB9F-A1CC6C4A8267}" type="presParOf" srcId="{2875D066-7CF3-4970-9921-37EF489E56DB}" destId="{4969A686-1DB9-44A3-B738-89317C6766B9}" srcOrd="0" destOrd="0" presId="urn:microsoft.com/office/officeart/2005/8/layout/orgChart1"/>
    <dgm:cxn modelId="{4BE98300-4AF3-4564-9085-C707FE6DF1F4}" type="presParOf" srcId="{2875D066-7CF3-4970-9921-37EF489E56DB}" destId="{7A32427A-73EB-4C0E-AEFC-2C3DCA78A882}" srcOrd="1" destOrd="0" presId="urn:microsoft.com/office/officeart/2005/8/layout/orgChart1"/>
    <dgm:cxn modelId="{D0DD51CD-0CBB-4B2E-B9FF-D53BDD8DD4D2}" type="presParOf" srcId="{03DB0F27-0E74-412F-AE2B-443D3B00E431}" destId="{4FA61B13-E95B-450F-AC64-B95CD23CF08F}" srcOrd="1" destOrd="0" presId="urn:microsoft.com/office/officeart/2005/8/layout/orgChart1"/>
    <dgm:cxn modelId="{0BDA1FEB-46CE-4BC7-A9F1-5114481FF388}" type="presParOf" srcId="{03DB0F27-0E74-412F-AE2B-443D3B00E431}" destId="{02CD802F-9FFB-46A4-8EA5-2D18E8153B27}" srcOrd="2" destOrd="0" presId="urn:microsoft.com/office/officeart/2005/8/layout/orgChart1"/>
    <dgm:cxn modelId="{294BCFEF-3178-4ED2-B39D-4F751FBE0ECB}" type="presParOf" srcId="{5448E216-5268-407B-B385-DD11EE6FEBBB}" destId="{6F2DF278-07DD-49EC-8A16-9BFBBA5F0582}" srcOrd="2" destOrd="0" presId="urn:microsoft.com/office/officeart/2005/8/layout/orgChart1"/>
    <dgm:cxn modelId="{3B2EE369-2A8D-4C82-9B69-1CA53B10EBBD}" type="presParOf" srcId="{A8771425-3502-4659-A319-A21424B0D471}" destId="{8072AF13-5774-4D72-AD7C-A63A34792FE5}" srcOrd="4" destOrd="0" presId="urn:microsoft.com/office/officeart/2005/8/layout/orgChart1"/>
    <dgm:cxn modelId="{8E11E8A0-EFF8-4647-8447-FF3F504EC611}" type="presParOf" srcId="{A8771425-3502-4659-A319-A21424B0D471}" destId="{13E101C2-AAB9-4C79-A034-1F665614314F}" srcOrd="5" destOrd="0" presId="urn:microsoft.com/office/officeart/2005/8/layout/orgChart1"/>
    <dgm:cxn modelId="{50AB35F7-3AA0-4E17-906C-095B2DD2869C}" type="presParOf" srcId="{13E101C2-AAB9-4C79-A034-1F665614314F}" destId="{5FA87658-3109-4FCE-B29E-5F7F11E94CC7}" srcOrd="0" destOrd="0" presId="urn:microsoft.com/office/officeart/2005/8/layout/orgChart1"/>
    <dgm:cxn modelId="{60B5909B-B3B5-4288-A68C-A2B342695012}" type="presParOf" srcId="{5FA87658-3109-4FCE-B29E-5F7F11E94CC7}" destId="{C7515423-66E2-48AC-B918-61E7EA82F8EE}" srcOrd="0" destOrd="0" presId="urn:microsoft.com/office/officeart/2005/8/layout/orgChart1"/>
    <dgm:cxn modelId="{82069DC3-E9E2-49A4-8EB6-50724F0016E2}" type="presParOf" srcId="{5FA87658-3109-4FCE-B29E-5F7F11E94CC7}" destId="{70D824A2-6699-4F91-A14E-D100D7E3DC27}" srcOrd="1" destOrd="0" presId="urn:microsoft.com/office/officeart/2005/8/layout/orgChart1"/>
    <dgm:cxn modelId="{D9B86E23-8C48-4452-ADA3-16FF9F4F971E}" type="presParOf" srcId="{13E101C2-AAB9-4C79-A034-1F665614314F}" destId="{451F8EE0-8EAB-4679-89F1-27CFC2B5BF0A}" srcOrd="1" destOrd="0" presId="urn:microsoft.com/office/officeart/2005/8/layout/orgChart1"/>
    <dgm:cxn modelId="{94C7D6DD-70FE-47BA-B830-C8C7B73AC2BE}" type="presParOf" srcId="{451F8EE0-8EAB-4679-89F1-27CFC2B5BF0A}" destId="{6D218344-C63E-4EA3-87DB-2E2558B12754}" srcOrd="0" destOrd="0" presId="urn:microsoft.com/office/officeart/2005/8/layout/orgChart1"/>
    <dgm:cxn modelId="{B8D66D15-7AFA-4DF1-9452-F2132CC61B70}" type="presParOf" srcId="{451F8EE0-8EAB-4679-89F1-27CFC2B5BF0A}" destId="{6A52F530-A729-4188-8EC6-44718B2B2974}" srcOrd="1" destOrd="0" presId="urn:microsoft.com/office/officeart/2005/8/layout/orgChart1"/>
    <dgm:cxn modelId="{3531F9DB-1982-4AD1-8D1B-F430ACA44147}" type="presParOf" srcId="{6A52F530-A729-4188-8EC6-44718B2B2974}" destId="{378B026A-0F78-4D29-B4AD-4D1EF20C932A}" srcOrd="0" destOrd="0" presId="urn:microsoft.com/office/officeart/2005/8/layout/orgChart1"/>
    <dgm:cxn modelId="{1E840E23-B700-40FB-8774-F993989ACD0A}" type="presParOf" srcId="{378B026A-0F78-4D29-B4AD-4D1EF20C932A}" destId="{D104B623-D71C-4A5A-A365-7B36FD859DF5}" srcOrd="0" destOrd="0" presId="urn:microsoft.com/office/officeart/2005/8/layout/orgChart1"/>
    <dgm:cxn modelId="{828B97A6-8234-446A-AA0D-1787CA464DF4}" type="presParOf" srcId="{378B026A-0F78-4D29-B4AD-4D1EF20C932A}" destId="{ADFA329A-2F02-47F6-9F97-94647537D174}" srcOrd="1" destOrd="0" presId="urn:microsoft.com/office/officeart/2005/8/layout/orgChart1"/>
    <dgm:cxn modelId="{47B50CEA-B48E-4825-94A1-4B3BA18B32FE}" type="presParOf" srcId="{6A52F530-A729-4188-8EC6-44718B2B2974}" destId="{E81C069F-A25F-4DD2-B0AC-1F7BDAEC1EA7}" srcOrd="1" destOrd="0" presId="urn:microsoft.com/office/officeart/2005/8/layout/orgChart1"/>
    <dgm:cxn modelId="{3E6822FC-8BEC-4F66-8D9B-1CF6FF3C8FE3}" type="presParOf" srcId="{6A52F530-A729-4188-8EC6-44718B2B2974}" destId="{2F9EDAF6-93A7-4BE5-B4F3-41BEC224CF06}" srcOrd="2" destOrd="0" presId="urn:microsoft.com/office/officeart/2005/8/layout/orgChart1"/>
    <dgm:cxn modelId="{FCED7D65-C126-4CC6-B245-BF243FA90A00}" type="presParOf" srcId="{451F8EE0-8EAB-4679-89F1-27CFC2B5BF0A}" destId="{E4A26C9D-D0A7-4B6B-BAF5-3E84AFF931D1}" srcOrd="2" destOrd="0" presId="urn:microsoft.com/office/officeart/2005/8/layout/orgChart1"/>
    <dgm:cxn modelId="{6A8563AF-903E-4500-A0E0-53BB6EE43C4D}" type="presParOf" srcId="{451F8EE0-8EAB-4679-89F1-27CFC2B5BF0A}" destId="{71820D68-DA34-48A0-843C-E5B61603D90E}" srcOrd="3" destOrd="0" presId="urn:microsoft.com/office/officeart/2005/8/layout/orgChart1"/>
    <dgm:cxn modelId="{65DB3A66-FB86-4D23-8C6B-A7C71420FF04}" type="presParOf" srcId="{71820D68-DA34-48A0-843C-E5B61603D90E}" destId="{DBC9A09A-080A-44B9-9D71-F8BDAB1D330B}" srcOrd="0" destOrd="0" presId="urn:microsoft.com/office/officeart/2005/8/layout/orgChart1"/>
    <dgm:cxn modelId="{589BBFBA-D20B-4AF0-9FD2-F0FFE6746FB9}" type="presParOf" srcId="{DBC9A09A-080A-44B9-9D71-F8BDAB1D330B}" destId="{AAB07E15-B510-4993-B5ED-64BC91CEC6FA}" srcOrd="0" destOrd="0" presId="urn:microsoft.com/office/officeart/2005/8/layout/orgChart1"/>
    <dgm:cxn modelId="{E2A0B3F7-6D0C-4697-8F6E-3DF3DE8523E0}" type="presParOf" srcId="{DBC9A09A-080A-44B9-9D71-F8BDAB1D330B}" destId="{06EA159F-EC1A-41BC-B91F-D0D00A6BA8CE}" srcOrd="1" destOrd="0" presId="urn:microsoft.com/office/officeart/2005/8/layout/orgChart1"/>
    <dgm:cxn modelId="{A3079D61-0298-4AFE-9A4F-DBC569BE51AE}" type="presParOf" srcId="{71820D68-DA34-48A0-843C-E5B61603D90E}" destId="{7366F0D6-4EC9-4B6F-A07E-17736732B3D1}" srcOrd="1" destOrd="0" presId="urn:microsoft.com/office/officeart/2005/8/layout/orgChart1"/>
    <dgm:cxn modelId="{A0B66B11-D532-4F68-9165-B93396854BE7}" type="presParOf" srcId="{71820D68-DA34-48A0-843C-E5B61603D90E}" destId="{7F220D6A-85D4-49B9-BAE2-0F78FF44156F}" srcOrd="2" destOrd="0" presId="urn:microsoft.com/office/officeart/2005/8/layout/orgChart1"/>
    <dgm:cxn modelId="{14CEFF45-9B26-4C9E-A91F-BFA441A1D409}" type="presParOf" srcId="{451F8EE0-8EAB-4679-89F1-27CFC2B5BF0A}" destId="{F112797D-3E68-41A0-934E-CCB283BE06A9}" srcOrd="4" destOrd="0" presId="urn:microsoft.com/office/officeart/2005/8/layout/orgChart1"/>
    <dgm:cxn modelId="{5194B2CF-3385-430A-B644-483F407F3C76}" type="presParOf" srcId="{451F8EE0-8EAB-4679-89F1-27CFC2B5BF0A}" destId="{1C3A175F-1C88-48C9-94B5-7F523F6F4610}" srcOrd="5" destOrd="0" presId="urn:microsoft.com/office/officeart/2005/8/layout/orgChart1"/>
    <dgm:cxn modelId="{4A62A9B3-D706-47B9-AA2B-D02EB556C5CC}" type="presParOf" srcId="{1C3A175F-1C88-48C9-94B5-7F523F6F4610}" destId="{980CEBCB-104F-4E5D-A870-CEAC47DBB544}" srcOrd="0" destOrd="0" presId="urn:microsoft.com/office/officeart/2005/8/layout/orgChart1"/>
    <dgm:cxn modelId="{7489288D-D653-4A50-B72D-202DF1CFAA40}" type="presParOf" srcId="{980CEBCB-104F-4E5D-A870-CEAC47DBB544}" destId="{04E1750F-D904-43AE-9F5B-F789E71EB528}" srcOrd="0" destOrd="0" presId="urn:microsoft.com/office/officeart/2005/8/layout/orgChart1"/>
    <dgm:cxn modelId="{DA290A15-5F10-4C13-B64F-CA248507F916}" type="presParOf" srcId="{980CEBCB-104F-4E5D-A870-CEAC47DBB544}" destId="{E33DE678-B6C3-4293-9CA9-6B4D061696FB}" srcOrd="1" destOrd="0" presId="urn:microsoft.com/office/officeart/2005/8/layout/orgChart1"/>
    <dgm:cxn modelId="{FC8BDC68-8F9A-46FB-887A-ED6D5403813C}" type="presParOf" srcId="{1C3A175F-1C88-48C9-94B5-7F523F6F4610}" destId="{3CCDEB7F-29B1-4CBD-B918-483169A74791}" srcOrd="1" destOrd="0" presId="urn:microsoft.com/office/officeart/2005/8/layout/orgChart1"/>
    <dgm:cxn modelId="{BDF4036B-398D-44FD-B6EB-77A59E2EB795}" type="presParOf" srcId="{1C3A175F-1C88-48C9-94B5-7F523F6F4610}" destId="{22404307-EF0D-4006-8CC5-D648A88A776F}" srcOrd="2" destOrd="0" presId="urn:microsoft.com/office/officeart/2005/8/layout/orgChart1"/>
    <dgm:cxn modelId="{243FC405-61DD-4932-973F-C8DB708AC7A3}" type="presParOf" srcId="{13E101C2-AAB9-4C79-A034-1F665614314F}" destId="{285C648A-15FD-4522-B166-62E2E34BEC97}" srcOrd="2" destOrd="0" presId="urn:microsoft.com/office/officeart/2005/8/layout/orgChart1"/>
    <dgm:cxn modelId="{FD03449C-0E92-487E-89B9-52DC9F5727B6}" type="presParOf" srcId="{62465288-6E94-4307-B1FB-4157F50ADF81}" destId="{389422BF-8F93-47BA-B3CF-5F275DD1550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58A32D7F-26CA-4AA4-BB87-DF790C7D4A4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6DDDD12E-0514-43BD-A790-B1DAFCF34D52}">
      <dgm:prSet phldrT="[Testo]"/>
      <dgm:spPr/>
      <dgm:t>
        <a:bodyPr/>
        <a:lstStyle/>
        <a:p>
          <a:r>
            <a:rPr lang="en-US" noProof="0" dirty="0"/>
            <a:t>Risk </a:t>
          </a:r>
        </a:p>
      </dgm:t>
    </dgm:pt>
    <dgm:pt modelId="{AD71F331-6193-4047-B596-76B1F037B61E}" type="parTrans" cxnId="{36CD74F1-126D-4E49-8B36-AFFC67E3A1E2}">
      <dgm:prSet/>
      <dgm:spPr/>
      <dgm:t>
        <a:bodyPr/>
        <a:lstStyle/>
        <a:p>
          <a:endParaRPr lang="en-US" noProof="0" dirty="0"/>
        </a:p>
      </dgm:t>
    </dgm:pt>
    <dgm:pt modelId="{A9AE48CA-5AA6-43CD-AFCD-C551004EF75E}" type="sibTrans" cxnId="{36CD74F1-126D-4E49-8B36-AFFC67E3A1E2}">
      <dgm:prSet/>
      <dgm:spPr/>
      <dgm:t>
        <a:bodyPr/>
        <a:lstStyle/>
        <a:p>
          <a:endParaRPr lang="en-US" noProof="0" dirty="0"/>
        </a:p>
      </dgm:t>
    </dgm:pt>
    <dgm:pt modelId="{035EB52E-5AC1-49CF-9EB7-A8F9ADD106E8}">
      <dgm:prSet phldrT="[Testo]"/>
      <dgm:spPr>
        <a:solidFill>
          <a:schemeClr val="bg1"/>
        </a:solidFill>
      </dgm:spPr>
      <dgm:t>
        <a:bodyPr/>
        <a:lstStyle/>
        <a:p>
          <a:r>
            <a:rPr lang="en-US" noProof="0" dirty="0"/>
            <a:t>Innovation</a:t>
          </a:r>
        </a:p>
      </dgm:t>
    </dgm:pt>
    <dgm:pt modelId="{C16859C7-2906-48E4-A4D8-C121D8FFEE26}" type="parTrans" cxnId="{500113B9-A2C4-4A05-A23B-9C9138945153}">
      <dgm:prSet/>
      <dgm:spPr/>
      <dgm:t>
        <a:bodyPr/>
        <a:lstStyle/>
        <a:p>
          <a:endParaRPr lang="en-US" noProof="0" dirty="0"/>
        </a:p>
      </dgm:t>
    </dgm:pt>
    <dgm:pt modelId="{8E667DDA-9E48-4630-94F2-D977A625F2F3}" type="sibTrans" cxnId="{500113B9-A2C4-4A05-A23B-9C9138945153}">
      <dgm:prSet/>
      <dgm:spPr/>
      <dgm:t>
        <a:bodyPr/>
        <a:lstStyle/>
        <a:p>
          <a:endParaRPr lang="en-US" noProof="0" dirty="0"/>
        </a:p>
      </dgm:t>
    </dgm:pt>
    <dgm:pt modelId="{10FB62ED-854F-4359-BA0A-00BF327EB59C}">
      <dgm:prSet phldrT="[Testo]"/>
      <dgm:spPr>
        <a:solidFill>
          <a:schemeClr val="bg2">
            <a:lumMod val="60000"/>
            <a:lumOff val="40000"/>
          </a:schemeClr>
        </a:solidFill>
      </dgm:spPr>
      <dgm:t>
        <a:bodyPr/>
        <a:lstStyle/>
        <a:p>
          <a:r>
            <a:rPr lang="en-US" noProof="0" dirty="0"/>
            <a:t>Size</a:t>
          </a:r>
        </a:p>
      </dgm:t>
    </dgm:pt>
    <dgm:pt modelId="{F65A2D40-81E1-425E-9F5A-B392D52699A6}" type="parTrans" cxnId="{079FC33D-F5CA-4624-9BCE-18DAA3B7ADAA}">
      <dgm:prSet/>
      <dgm:spPr/>
      <dgm:t>
        <a:bodyPr/>
        <a:lstStyle/>
        <a:p>
          <a:endParaRPr lang="en-US" noProof="0" dirty="0"/>
        </a:p>
      </dgm:t>
    </dgm:pt>
    <dgm:pt modelId="{318AB2B9-6E19-42FB-BF56-8C6D6C54E51D}" type="sibTrans" cxnId="{079FC33D-F5CA-4624-9BCE-18DAA3B7ADAA}">
      <dgm:prSet/>
      <dgm:spPr/>
      <dgm:t>
        <a:bodyPr/>
        <a:lstStyle/>
        <a:p>
          <a:endParaRPr lang="en-US" noProof="0" dirty="0"/>
        </a:p>
      </dgm:t>
    </dgm:pt>
    <dgm:pt modelId="{6FE262BC-C65E-4F46-AF8C-870739795102}">
      <dgm:prSet phldrT="[Testo]"/>
      <dgm:spPr/>
      <dgm:t>
        <a:bodyPr/>
        <a:lstStyle/>
        <a:p>
          <a:r>
            <a:rPr lang="en-US" noProof="0" dirty="0"/>
            <a:t>Uncertainty</a:t>
          </a:r>
        </a:p>
      </dgm:t>
    </dgm:pt>
    <dgm:pt modelId="{C50A526D-3CCC-4FA0-B5AD-9FE38C0A20E9}" type="parTrans" cxnId="{AAEBDDEA-A7D7-44AE-B3AE-4BB6B1D0557D}">
      <dgm:prSet/>
      <dgm:spPr/>
      <dgm:t>
        <a:bodyPr/>
        <a:lstStyle/>
        <a:p>
          <a:endParaRPr lang="en-US" noProof="0" dirty="0"/>
        </a:p>
      </dgm:t>
    </dgm:pt>
    <dgm:pt modelId="{273B2FB3-E190-45E0-BCBB-1ADA57A70117}" type="sibTrans" cxnId="{AAEBDDEA-A7D7-44AE-B3AE-4BB6B1D0557D}">
      <dgm:prSet/>
      <dgm:spPr/>
      <dgm:t>
        <a:bodyPr/>
        <a:lstStyle/>
        <a:p>
          <a:endParaRPr lang="en-US" noProof="0" dirty="0"/>
        </a:p>
      </dgm:t>
    </dgm:pt>
    <dgm:pt modelId="{F4E2A88E-63B9-4B8C-8494-71DF1E8A249B}">
      <dgm:prSet phldrT="[Testo]"/>
      <dgm:spPr>
        <a:solidFill>
          <a:schemeClr val="bg1"/>
        </a:solidFill>
      </dgm:spPr>
      <dgm:t>
        <a:bodyPr/>
        <a:lstStyle/>
        <a:p>
          <a:r>
            <a:rPr lang="en-US" noProof="0" dirty="0"/>
            <a:t>Technology </a:t>
          </a:r>
        </a:p>
      </dgm:t>
    </dgm:pt>
    <dgm:pt modelId="{ED09692A-6351-416D-BC5E-8B6289C291EB}" type="parTrans" cxnId="{68EB2693-CA6A-473A-9102-8449550BE7C8}">
      <dgm:prSet/>
      <dgm:spPr/>
      <dgm:t>
        <a:bodyPr/>
        <a:lstStyle/>
        <a:p>
          <a:endParaRPr lang="en-US" noProof="0" dirty="0"/>
        </a:p>
      </dgm:t>
    </dgm:pt>
    <dgm:pt modelId="{52103D3D-D8AF-42D4-8BC3-C4B5271836EC}" type="sibTrans" cxnId="{68EB2693-CA6A-473A-9102-8449550BE7C8}">
      <dgm:prSet/>
      <dgm:spPr/>
      <dgm:t>
        <a:bodyPr/>
        <a:lstStyle/>
        <a:p>
          <a:endParaRPr lang="en-US" noProof="0" dirty="0"/>
        </a:p>
      </dgm:t>
    </dgm:pt>
    <dgm:pt modelId="{7E819462-33E7-4727-941A-D923E0B37353}">
      <dgm:prSet phldrT="[Testo]"/>
      <dgm:spPr>
        <a:solidFill>
          <a:schemeClr val="bg1"/>
        </a:solidFill>
      </dgm:spPr>
      <dgm:t>
        <a:bodyPr/>
        <a:lstStyle/>
        <a:p>
          <a:r>
            <a:rPr lang="en-US" noProof="0" dirty="0"/>
            <a:t>Information</a:t>
          </a:r>
        </a:p>
        <a:p>
          <a:r>
            <a:rPr lang="en-US" noProof="0" dirty="0"/>
            <a:t>architecture  </a:t>
          </a:r>
        </a:p>
      </dgm:t>
    </dgm:pt>
    <dgm:pt modelId="{94E1B986-D367-4757-8978-AD897E8527A2}" type="parTrans" cxnId="{23554A95-0713-44F3-B1B9-7E5E8AAC9C29}">
      <dgm:prSet/>
      <dgm:spPr/>
      <dgm:t>
        <a:bodyPr/>
        <a:lstStyle/>
        <a:p>
          <a:endParaRPr lang="en-US" noProof="0" dirty="0"/>
        </a:p>
      </dgm:t>
    </dgm:pt>
    <dgm:pt modelId="{4CBE1625-FAA0-42ED-BC7A-A28EDFD3BC4D}" type="sibTrans" cxnId="{23554A95-0713-44F3-B1B9-7E5E8AAC9C29}">
      <dgm:prSet/>
      <dgm:spPr/>
      <dgm:t>
        <a:bodyPr/>
        <a:lstStyle/>
        <a:p>
          <a:endParaRPr lang="en-US" noProof="0" dirty="0"/>
        </a:p>
      </dgm:t>
    </dgm:pt>
    <dgm:pt modelId="{D71B20C3-7825-4A17-BB63-231543C9C96D}">
      <dgm:prSet phldrT="[Testo]"/>
      <dgm:spPr>
        <a:solidFill>
          <a:schemeClr val="bg1"/>
        </a:solidFill>
      </dgm:spPr>
      <dgm:t>
        <a:bodyPr/>
        <a:lstStyle/>
        <a:p>
          <a:r>
            <a:rPr lang="en-US" noProof="0" dirty="0"/>
            <a:t>Domain Knowledge </a:t>
          </a:r>
        </a:p>
      </dgm:t>
    </dgm:pt>
    <dgm:pt modelId="{1BDC722D-6A1D-4FD3-BA28-680238A8C93B}" type="parTrans" cxnId="{6724646C-8F2B-49D4-9B9C-310A01D23615}">
      <dgm:prSet/>
      <dgm:spPr/>
      <dgm:t>
        <a:bodyPr/>
        <a:lstStyle/>
        <a:p>
          <a:endParaRPr lang="en-US" noProof="0" dirty="0"/>
        </a:p>
      </dgm:t>
    </dgm:pt>
    <dgm:pt modelId="{51517EE7-0ECE-40B7-A4F2-3138D6EA2D9B}" type="sibTrans" cxnId="{6724646C-8F2B-49D4-9B9C-310A01D23615}">
      <dgm:prSet/>
      <dgm:spPr/>
      <dgm:t>
        <a:bodyPr/>
        <a:lstStyle/>
        <a:p>
          <a:endParaRPr lang="en-US" noProof="0" dirty="0"/>
        </a:p>
      </dgm:t>
    </dgm:pt>
    <dgm:pt modelId="{0C05F15E-60DB-49AF-B50A-886531F97F6C}">
      <dgm:prSet phldrT="[Testo]"/>
      <dgm:spPr>
        <a:solidFill>
          <a:schemeClr val="bg2">
            <a:lumMod val="60000"/>
            <a:lumOff val="40000"/>
          </a:schemeClr>
        </a:solidFill>
      </dgm:spPr>
      <dgm:t>
        <a:bodyPr/>
        <a:lstStyle/>
        <a:p>
          <a:r>
            <a:rPr lang="en-US" noProof="0" dirty="0"/>
            <a:t>Effort</a:t>
          </a:r>
        </a:p>
      </dgm:t>
    </dgm:pt>
    <dgm:pt modelId="{39C7D12C-49F3-4E2A-869F-899C0F02ABFB}" type="parTrans" cxnId="{2A07C784-B8C2-446D-A7E2-F4FE9DBE7E0C}">
      <dgm:prSet/>
      <dgm:spPr/>
      <dgm:t>
        <a:bodyPr/>
        <a:lstStyle/>
        <a:p>
          <a:endParaRPr lang="en-US" noProof="0" dirty="0"/>
        </a:p>
      </dgm:t>
    </dgm:pt>
    <dgm:pt modelId="{77F20D58-6252-4E71-8B95-D8D1E8373AD2}" type="sibTrans" cxnId="{2A07C784-B8C2-446D-A7E2-F4FE9DBE7E0C}">
      <dgm:prSet/>
      <dgm:spPr/>
      <dgm:t>
        <a:bodyPr/>
        <a:lstStyle/>
        <a:p>
          <a:endParaRPr lang="en-US" noProof="0" dirty="0"/>
        </a:p>
      </dgm:t>
    </dgm:pt>
    <dgm:pt modelId="{E77A9234-8795-49E4-9823-334A06BA6F68}">
      <dgm:prSet phldrT="[Testo]"/>
      <dgm:spPr>
        <a:solidFill>
          <a:schemeClr val="bg2">
            <a:lumMod val="60000"/>
            <a:lumOff val="40000"/>
          </a:schemeClr>
        </a:solidFill>
      </dgm:spPr>
      <dgm:t>
        <a:bodyPr/>
        <a:lstStyle/>
        <a:p>
          <a:r>
            <a:rPr lang="en-US" noProof="0" dirty="0"/>
            <a:t>Users</a:t>
          </a:r>
        </a:p>
      </dgm:t>
    </dgm:pt>
    <dgm:pt modelId="{E0576FBF-19DF-4E9A-9479-D85A195C64E2}" type="parTrans" cxnId="{666E647B-6DF6-42DA-8F9D-54D9C37E6C78}">
      <dgm:prSet/>
      <dgm:spPr/>
      <dgm:t>
        <a:bodyPr/>
        <a:lstStyle/>
        <a:p>
          <a:endParaRPr lang="en-US" noProof="0" dirty="0"/>
        </a:p>
      </dgm:t>
    </dgm:pt>
    <dgm:pt modelId="{873772C9-E4A7-493D-B616-72B319D245C7}" type="sibTrans" cxnId="{666E647B-6DF6-42DA-8F9D-54D9C37E6C78}">
      <dgm:prSet/>
      <dgm:spPr/>
      <dgm:t>
        <a:bodyPr/>
        <a:lstStyle/>
        <a:p>
          <a:endParaRPr lang="en-US" noProof="0" dirty="0"/>
        </a:p>
      </dgm:t>
    </dgm:pt>
    <dgm:pt modelId="{1AE1BEEC-7805-40E5-B7AD-F29B844C8605}">
      <dgm:prSet phldrT="[Testo]"/>
      <dgm:spPr>
        <a:solidFill>
          <a:schemeClr val="bg2">
            <a:lumMod val="60000"/>
            <a:lumOff val="40000"/>
          </a:schemeClr>
        </a:solidFill>
      </dgm:spPr>
      <dgm:t>
        <a:bodyPr/>
        <a:lstStyle/>
        <a:p>
          <a:r>
            <a:rPr lang="en-US" noProof="0" dirty="0"/>
            <a:t>Organizational span </a:t>
          </a:r>
        </a:p>
      </dgm:t>
    </dgm:pt>
    <dgm:pt modelId="{794F03F7-E7FF-484A-BF28-B3DDA6D2C6AC}" type="parTrans" cxnId="{AAFA1A02-C786-4D63-84B6-FDF9E721E6F5}">
      <dgm:prSet/>
      <dgm:spPr/>
      <dgm:t>
        <a:bodyPr/>
        <a:lstStyle/>
        <a:p>
          <a:endParaRPr lang="en-US" noProof="0" dirty="0"/>
        </a:p>
      </dgm:t>
    </dgm:pt>
    <dgm:pt modelId="{7E136B60-ABE3-4DE5-89EC-542A50AC3232}" type="sibTrans" cxnId="{AAFA1A02-C786-4D63-84B6-FDF9E721E6F5}">
      <dgm:prSet/>
      <dgm:spPr/>
      <dgm:t>
        <a:bodyPr/>
        <a:lstStyle/>
        <a:p>
          <a:endParaRPr lang="en-US" noProof="0" dirty="0"/>
        </a:p>
      </dgm:t>
    </dgm:pt>
    <dgm:pt modelId="{85D74086-1580-40E9-94DF-C45420A9A5BD}">
      <dgm:prSet phldrT="[Testo]"/>
      <dgm:spPr/>
      <dgm:t>
        <a:bodyPr/>
        <a:lstStyle/>
        <a:p>
          <a:r>
            <a:rPr lang="en-US" noProof="0" dirty="0"/>
            <a:t>Structure of procedures</a:t>
          </a:r>
        </a:p>
      </dgm:t>
    </dgm:pt>
    <dgm:pt modelId="{9F729ADD-33CD-4A34-A790-CB9520B2CFC3}" type="parTrans" cxnId="{FA832AEA-550B-4FD5-8C56-654AE3AB70C7}">
      <dgm:prSet/>
      <dgm:spPr/>
      <dgm:t>
        <a:bodyPr/>
        <a:lstStyle/>
        <a:p>
          <a:endParaRPr lang="en-US" noProof="0" dirty="0"/>
        </a:p>
      </dgm:t>
    </dgm:pt>
    <dgm:pt modelId="{AFBC4C3D-27EE-41B6-99FD-CC1A89A1AF22}" type="sibTrans" cxnId="{FA832AEA-550B-4FD5-8C56-654AE3AB70C7}">
      <dgm:prSet/>
      <dgm:spPr/>
      <dgm:t>
        <a:bodyPr/>
        <a:lstStyle/>
        <a:p>
          <a:endParaRPr lang="en-US" noProof="0" dirty="0"/>
        </a:p>
      </dgm:t>
    </dgm:pt>
    <dgm:pt modelId="{0C066752-5A67-4EB4-A759-737B97F67698}">
      <dgm:prSet/>
      <dgm:spPr/>
      <dgm:t>
        <a:bodyPr/>
        <a:lstStyle/>
        <a:p>
          <a:r>
            <a:rPr lang="en-US" noProof="0" dirty="0"/>
            <a:t>User awareness / change readiness</a:t>
          </a:r>
        </a:p>
      </dgm:t>
    </dgm:pt>
    <dgm:pt modelId="{D73C5017-4C72-44EA-BF9D-DDB442A2DA15}" type="parTrans" cxnId="{0A8045E8-34F0-450D-92B8-430262CC8BB0}">
      <dgm:prSet/>
      <dgm:spPr/>
      <dgm:t>
        <a:bodyPr/>
        <a:lstStyle/>
        <a:p>
          <a:endParaRPr lang="en-US" noProof="0" dirty="0"/>
        </a:p>
      </dgm:t>
    </dgm:pt>
    <dgm:pt modelId="{FC49A639-4792-43C4-8B11-D8FCAB1D8A1B}" type="sibTrans" cxnId="{0A8045E8-34F0-450D-92B8-430262CC8BB0}">
      <dgm:prSet/>
      <dgm:spPr/>
      <dgm:t>
        <a:bodyPr/>
        <a:lstStyle/>
        <a:p>
          <a:endParaRPr lang="en-US" noProof="0" dirty="0"/>
        </a:p>
      </dgm:t>
    </dgm:pt>
    <dgm:pt modelId="{BA121BFF-38D8-44C4-82B4-2E3D6489808D}">
      <dgm:prSet phldrT="[Testo]"/>
      <dgm:spPr/>
      <dgm:t>
        <a:bodyPr/>
        <a:lstStyle/>
        <a:p>
          <a:r>
            <a:rPr lang="en-US" noProof="0" dirty="0"/>
            <a:t>BP innovation </a:t>
          </a:r>
        </a:p>
      </dgm:t>
    </dgm:pt>
    <dgm:pt modelId="{264AAA0E-63A0-4540-97D9-7E4C1E1CA4E5}" type="parTrans" cxnId="{9CC99042-64A4-45A9-8864-DFC62827325F}">
      <dgm:prSet/>
      <dgm:spPr/>
      <dgm:t>
        <a:bodyPr/>
        <a:lstStyle/>
        <a:p>
          <a:endParaRPr lang="en-US" noProof="0" dirty="0"/>
        </a:p>
      </dgm:t>
    </dgm:pt>
    <dgm:pt modelId="{23165E86-B00D-41F7-9521-DC872D3DAE98}" type="sibTrans" cxnId="{9CC99042-64A4-45A9-8864-DFC62827325F}">
      <dgm:prSet/>
      <dgm:spPr/>
      <dgm:t>
        <a:bodyPr/>
        <a:lstStyle/>
        <a:p>
          <a:endParaRPr lang="en-US" noProof="0" dirty="0"/>
        </a:p>
      </dgm:t>
    </dgm:pt>
    <dgm:pt modelId="{3C5534E3-104C-4235-B2E0-07546D6C8541}" type="pres">
      <dgm:prSet presAssocID="{58A32D7F-26CA-4AA4-BB87-DF790C7D4A45}" presName="hierChild1" presStyleCnt="0">
        <dgm:presLayoutVars>
          <dgm:orgChart val="1"/>
          <dgm:chPref val="1"/>
          <dgm:dir/>
          <dgm:animOne val="branch"/>
          <dgm:animLvl val="lvl"/>
          <dgm:resizeHandles/>
        </dgm:presLayoutVars>
      </dgm:prSet>
      <dgm:spPr/>
    </dgm:pt>
    <dgm:pt modelId="{62465288-6E94-4307-B1FB-4157F50ADF81}" type="pres">
      <dgm:prSet presAssocID="{6DDDD12E-0514-43BD-A790-B1DAFCF34D52}" presName="hierRoot1" presStyleCnt="0">
        <dgm:presLayoutVars>
          <dgm:hierBranch val="init"/>
        </dgm:presLayoutVars>
      </dgm:prSet>
      <dgm:spPr/>
    </dgm:pt>
    <dgm:pt modelId="{86EE1771-C5CE-4032-8F6D-35B6121B9C4A}" type="pres">
      <dgm:prSet presAssocID="{6DDDD12E-0514-43BD-A790-B1DAFCF34D52}" presName="rootComposite1" presStyleCnt="0"/>
      <dgm:spPr/>
    </dgm:pt>
    <dgm:pt modelId="{77D9728E-0E51-4F14-9B92-65F345E13930}" type="pres">
      <dgm:prSet presAssocID="{6DDDD12E-0514-43BD-A790-B1DAFCF34D52}" presName="rootText1" presStyleLbl="node0" presStyleIdx="0" presStyleCnt="1">
        <dgm:presLayoutVars>
          <dgm:chPref val="3"/>
        </dgm:presLayoutVars>
      </dgm:prSet>
      <dgm:spPr/>
    </dgm:pt>
    <dgm:pt modelId="{6D0F1ACC-1D91-48B5-B5E0-90C192D565E1}" type="pres">
      <dgm:prSet presAssocID="{6DDDD12E-0514-43BD-A790-B1DAFCF34D52}" presName="rootConnector1" presStyleLbl="node1" presStyleIdx="0" presStyleCnt="0"/>
      <dgm:spPr/>
    </dgm:pt>
    <dgm:pt modelId="{A8771425-3502-4659-A319-A21424B0D471}" type="pres">
      <dgm:prSet presAssocID="{6DDDD12E-0514-43BD-A790-B1DAFCF34D52}" presName="hierChild2" presStyleCnt="0"/>
      <dgm:spPr/>
    </dgm:pt>
    <dgm:pt modelId="{C338E306-AC68-4241-8DB1-EB5997CAF004}" type="pres">
      <dgm:prSet presAssocID="{C16859C7-2906-48E4-A4D8-C121D8FFEE26}" presName="Name37" presStyleLbl="parChTrans1D2" presStyleIdx="0" presStyleCnt="3"/>
      <dgm:spPr/>
    </dgm:pt>
    <dgm:pt modelId="{1E3F0D04-92F2-4BA1-A611-E1A60E210A92}" type="pres">
      <dgm:prSet presAssocID="{035EB52E-5AC1-49CF-9EB7-A8F9ADD106E8}" presName="hierRoot2" presStyleCnt="0">
        <dgm:presLayoutVars>
          <dgm:hierBranch val="init"/>
        </dgm:presLayoutVars>
      </dgm:prSet>
      <dgm:spPr/>
    </dgm:pt>
    <dgm:pt modelId="{F79922CA-D256-4848-8382-EB40A6CAA3B4}" type="pres">
      <dgm:prSet presAssocID="{035EB52E-5AC1-49CF-9EB7-A8F9ADD106E8}" presName="rootComposite" presStyleCnt="0"/>
      <dgm:spPr/>
    </dgm:pt>
    <dgm:pt modelId="{9BB2D6B5-4509-497C-A442-C276D2A91575}" type="pres">
      <dgm:prSet presAssocID="{035EB52E-5AC1-49CF-9EB7-A8F9ADD106E8}" presName="rootText" presStyleLbl="node2" presStyleIdx="0" presStyleCnt="3">
        <dgm:presLayoutVars>
          <dgm:chPref val="3"/>
        </dgm:presLayoutVars>
      </dgm:prSet>
      <dgm:spPr/>
    </dgm:pt>
    <dgm:pt modelId="{0CDC7AF9-E07A-4159-8BF1-5890830EE529}" type="pres">
      <dgm:prSet presAssocID="{035EB52E-5AC1-49CF-9EB7-A8F9ADD106E8}" presName="rootConnector" presStyleLbl="node2" presStyleIdx="0" presStyleCnt="3"/>
      <dgm:spPr/>
    </dgm:pt>
    <dgm:pt modelId="{F97B7A23-1A48-4E4F-91B4-FB1DBA7DF316}" type="pres">
      <dgm:prSet presAssocID="{035EB52E-5AC1-49CF-9EB7-A8F9ADD106E8}" presName="hierChild4" presStyleCnt="0"/>
      <dgm:spPr/>
    </dgm:pt>
    <dgm:pt modelId="{29A40F38-BAB0-474D-B418-3CB698A127F4}" type="pres">
      <dgm:prSet presAssocID="{ED09692A-6351-416D-BC5E-8B6289C291EB}" presName="Name37" presStyleLbl="parChTrans1D3" presStyleIdx="0" presStyleCnt="9"/>
      <dgm:spPr/>
    </dgm:pt>
    <dgm:pt modelId="{7E7E3D90-4788-4DD8-85FA-632621C43327}" type="pres">
      <dgm:prSet presAssocID="{F4E2A88E-63B9-4B8C-8494-71DF1E8A249B}" presName="hierRoot2" presStyleCnt="0">
        <dgm:presLayoutVars>
          <dgm:hierBranch val="init"/>
        </dgm:presLayoutVars>
      </dgm:prSet>
      <dgm:spPr/>
    </dgm:pt>
    <dgm:pt modelId="{45D4826D-6A26-455C-8EF9-F96FF5CA9B25}" type="pres">
      <dgm:prSet presAssocID="{F4E2A88E-63B9-4B8C-8494-71DF1E8A249B}" presName="rootComposite" presStyleCnt="0"/>
      <dgm:spPr/>
    </dgm:pt>
    <dgm:pt modelId="{95128B40-26AE-49AD-82EF-071AEA7BB205}" type="pres">
      <dgm:prSet presAssocID="{F4E2A88E-63B9-4B8C-8494-71DF1E8A249B}" presName="rootText" presStyleLbl="node3" presStyleIdx="0" presStyleCnt="9">
        <dgm:presLayoutVars>
          <dgm:chPref val="3"/>
        </dgm:presLayoutVars>
      </dgm:prSet>
      <dgm:spPr/>
    </dgm:pt>
    <dgm:pt modelId="{62A62F38-2301-467B-9B0C-F7828274BD05}" type="pres">
      <dgm:prSet presAssocID="{F4E2A88E-63B9-4B8C-8494-71DF1E8A249B}" presName="rootConnector" presStyleLbl="node3" presStyleIdx="0" presStyleCnt="9"/>
      <dgm:spPr/>
    </dgm:pt>
    <dgm:pt modelId="{6F65F10D-4C7C-47EE-8BA4-1E7F6A3AAA56}" type="pres">
      <dgm:prSet presAssocID="{F4E2A88E-63B9-4B8C-8494-71DF1E8A249B}" presName="hierChild4" presStyleCnt="0"/>
      <dgm:spPr/>
    </dgm:pt>
    <dgm:pt modelId="{F2BDBACB-2A2C-4CE7-8290-8EA9D58C5ABB}" type="pres">
      <dgm:prSet presAssocID="{F4E2A88E-63B9-4B8C-8494-71DF1E8A249B}" presName="hierChild5" presStyleCnt="0"/>
      <dgm:spPr/>
    </dgm:pt>
    <dgm:pt modelId="{306AC0D1-54C7-45BD-9676-6FE91A50F5F6}" type="pres">
      <dgm:prSet presAssocID="{94E1B986-D367-4757-8978-AD897E8527A2}" presName="Name37" presStyleLbl="parChTrans1D3" presStyleIdx="1" presStyleCnt="9"/>
      <dgm:spPr/>
    </dgm:pt>
    <dgm:pt modelId="{CE1C2562-D168-4507-812D-147C62B37134}" type="pres">
      <dgm:prSet presAssocID="{7E819462-33E7-4727-941A-D923E0B37353}" presName="hierRoot2" presStyleCnt="0">
        <dgm:presLayoutVars>
          <dgm:hierBranch val="init"/>
        </dgm:presLayoutVars>
      </dgm:prSet>
      <dgm:spPr/>
    </dgm:pt>
    <dgm:pt modelId="{C4099729-E6FF-48F8-BD9F-29F012393AA8}" type="pres">
      <dgm:prSet presAssocID="{7E819462-33E7-4727-941A-D923E0B37353}" presName="rootComposite" presStyleCnt="0"/>
      <dgm:spPr/>
    </dgm:pt>
    <dgm:pt modelId="{A8EA9EC8-F306-4E25-836B-9062BB1BC3A2}" type="pres">
      <dgm:prSet presAssocID="{7E819462-33E7-4727-941A-D923E0B37353}" presName="rootText" presStyleLbl="node3" presStyleIdx="1" presStyleCnt="9">
        <dgm:presLayoutVars>
          <dgm:chPref val="3"/>
        </dgm:presLayoutVars>
      </dgm:prSet>
      <dgm:spPr/>
    </dgm:pt>
    <dgm:pt modelId="{30D46FD2-03E6-4FFF-96DA-CBE95704A24C}" type="pres">
      <dgm:prSet presAssocID="{7E819462-33E7-4727-941A-D923E0B37353}" presName="rootConnector" presStyleLbl="node3" presStyleIdx="1" presStyleCnt="9"/>
      <dgm:spPr/>
    </dgm:pt>
    <dgm:pt modelId="{FAF081C9-A233-40E2-BE90-207FB856E045}" type="pres">
      <dgm:prSet presAssocID="{7E819462-33E7-4727-941A-D923E0B37353}" presName="hierChild4" presStyleCnt="0"/>
      <dgm:spPr/>
    </dgm:pt>
    <dgm:pt modelId="{72CC905E-D095-49BD-B6F7-ECC4F5A9ECBD}" type="pres">
      <dgm:prSet presAssocID="{7E819462-33E7-4727-941A-D923E0B37353}" presName="hierChild5" presStyleCnt="0"/>
      <dgm:spPr/>
    </dgm:pt>
    <dgm:pt modelId="{8BFED4EC-DA59-4E53-B9CE-1441B48131D0}" type="pres">
      <dgm:prSet presAssocID="{1BDC722D-6A1D-4FD3-BA28-680238A8C93B}" presName="Name37" presStyleLbl="parChTrans1D3" presStyleIdx="2" presStyleCnt="9"/>
      <dgm:spPr/>
    </dgm:pt>
    <dgm:pt modelId="{DD43E964-A92C-4C68-B6DE-974534638943}" type="pres">
      <dgm:prSet presAssocID="{D71B20C3-7825-4A17-BB63-231543C9C96D}" presName="hierRoot2" presStyleCnt="0">
        <dgm:presLayoutVars>
          <dgm:hierBranch val="init"/>
        </dgm:presLayoutVars>
      </dgm:prSet>
      <dgm:spPr/>
    </dgm:pt>
    <dgm:pt modelId="{7FB911EA-51AF-4282-98E9-B08A352ABA94}" type="pres">
      <dgm:prSet presAssocID="{D71B20C3-7825-4A17-BB63-231543C9C96D}" presName="rootComposite" presStyleCnt="0"/>
      <dgm:spPr/>
    </dgm:pt>
    <dgm:pt modelId="{70D61C82-04BE-4929-A650-CD4B978DFDDC}" type="pres">
      <dgm:prSet presAssocID="{D71B20C3-7825-4A17-BB63-231543C9C96D}" presName="rootText" presStyleLbl="node3" presStyleIdx="2" presStyleCnt="9">
        <dgm:presLayoutVars>
          <dgm:chPref val="3"/>
        </dgm:presLayoutVars>
      </dgm:prSet>
      <dgm:spPr/>
    </dgm:pt>
    <dgm:pt modelId="{281A3B00-2BDD-4524-A0FC-DE0D9141439B}" type="pres">
      <dgm:prSet presAssocID="{D71B20C3-7825-4A17-BB63-231543C9C96D}" presName="rootConnector" presStyleLbl="node3" presStyleIdx="2" presStyleCnt="9"/>
      <dgm:spPr/>
    </dgm:pt>
    <dgm:pt modelId="{03091145-4DF3-45C3-BFE0-2663DAC25C57}" type="pres">
      <dgm:prSet presAssocID="{D71B20C3-7825-4A17-BB63-231543C9C96D}" presName="hierChild4" presStyleCnt="0"/>
      <dgm:spPr/>
    </dgm:pt>
    <dgm:pt modelId="{E1FB6EA6-D8D2-4E5F-A4C4-920E654F5A46}" type="pres">
      <dgm:prSet presAssocID="{D71B20C3-7825-4A17-BB63-231543C9C96D}" presName="hierChild5" presStyleCnt="0"/>
      <dgm:spPr/>
    </dgm:pt>
    <dgm:pt modelId="{DAB12D70-C352-4827-8B01-9F1E0001A5BC}" type="pres">
      <dgm:prSet presAssocID="{035EB52E-5AC1-49CF-9EB7-A8F9ADD106E8}" presName="hierChild5" presStyleCnt="0"/>
      <dgm:spPr/>
    </dgm:pt>
    <dgm:pt modelId="{7B0CB0B5-CE6A-4434-BAA5-3EABA2CE407D}" type="pres">
      <dgm:prSet presAssocID="{F65A2D40-81E1-425E-9F5A-B392D52699A6}" presName="Name37" presStyleLbl="parChTrans1D2" presStyleIdx="1" presStyleCnt="3"/>
      <dgm:spPr/>
    </dgm:pt>
    <dgm:pt modelId="{5448E216-5268-407B-B385-DD11EE6FEBBB}" type="pres">
      <dgm:prSet presAssocID="{10FB62ED-854F-4359-BA0A-00BF327EB59C}" presName="hierRoot2" presStyleCnt="0">
        <dgm:presLayoutVars>
          <dgm:hierBranch val="init"/>
        </dgm:presLayoutVars>
      </dgm:prSet>
      <dgm:spPr/>
    </dgm:pt>
    <dgm:pt modelId="{967B8F0D-4126-4898-8D3A-909FF5DC66CD}" type="pres">
      <dgm:prSet presAssocID="{10FB62ED-854F-4359-BA0A-00BF327EB59C}" presName="rootComposite" presStyleCnt="0"/>
      <dgm:spPr/>
    </dgm:pt>
    <dgm:pt modelId="{8773AF79-8611-422A-BC88-FBC71FD681A2}" type="pres">
      <dgm:prSet presAssocID="{10FB62ED-854F-4359-BA0A-00BF327EB59C}" presName="rootText" presStyleLbl="node2" presStyleIdx="1" presStyleCnt="3">
        <dgm:presLayoutVars>
          <dgm:chPref val="3"/>
        </dgm:presLayoutVars>
      </dgm:prSet>
      <dgm:spPr/>
    </dgm:pt>
    <dgm:pt modelId="{C9693889-0D4C-43A7-A05C-479856446B93}" type="pres">
      <dgm:prSet presAssocID="{10FB62ED-854F-4359-BA0A-00BF327EB59C}" presName="rootConnector" presStyleLbl="node2" presStyleIdx="1" presStyleCnt="3"/>
      <dgm:spPr/>
    </dgm:pt>
    <dgm:pt modelId="{A13B282A-5271-41BC-91C7-A60F628C77F0}" type="pres">
      <dgm:prSet presAssocID="{10FB62ED-854F-4359-BA0A-00BF327EB59C}" presName="hierChild4" presStyleCnt="0"/>
      <dgm:spPr/>
    </dgm:pt>
    <dgm:pt modelId="{27D29A0E-3443-4152-934E-5BB0F2A561A5}" type="pres">
      <dgm:prSet presAssocID="{39C7D12C-49F3-4E2A-869F-899C0F02ABFB}" presName="Name37" presStyleLbl="parChTrans1D3" presStyleIdx="3" presStyleCnt="9"/>
      <dgm:spPr/>
    </dgm:pt>
    <dgm:pt modelId="{E68F2A8B-13CE-4C42-A690-A6E98B7D936F}" type="pres">
      <dgm:prSet presAssocID="{0C05F15E-60DB-49AF-B50A-886531F97F6C}" presName="hierRoot2" presStyleCnt="0">
        <dgm:presLayoutVars>
          <dgm:hierBranch val="init"/>
        </dgm:presLayoutVars>
      </dgm:prSet>
      <dgm:spPr/>
    </dgm:pt>
    <dgm:pt modelId="{4E57C753-9871-4AD7-A482-82E3A1106844}" type="pres">
      <dgm:prSet presAssocID="{0C05F15E-60DB-49AF-B50A-886531F97F6C}" presName="rootComposite" presStyleCnt="0"/>
      <dgm:spPr/>
    </dgm:pt>
    <dgm:pt modelId="{3124B647-1AC5-4B3B-B440-CCE2709061DA}" type="pres">
      <dgm:prSet presAssocID="{0C05F15E-60DB-49AF-B50A-886531F97F6C}" presName="rootText" presStyleLbl="node3" presStyleIdx="3" presStyleCnt="9">
        <dgm:presLayoutVars>
          <dgm:chPref val="3"/>
        </dgm:presLayoutVars>
      </dgm:prSet>
      <dgm:spPr/>
    </dgm:pt>
    <dgm:pt modelId="{A79B36E2-BFA6-4634-A678-382210A7A73F}" type="pres">
      <dgm:prSet presAssocID="{0C05F15E-60DB-49AF-B50A-886531F97F6C}" presName="rootConnector" presStyleLbl="node3" presStyleIdx="3" presStyleCnt="9"/>
      <dgm:spPr/>
    </dgm:pt>
    <dgm:pt modelId="{A2BDA471-4F19-48B3-AA90-711CD79B6E07}" type="pres">
      <dgm:prSet presAssocID="{0C05F15E-60DB-49AF-B50A-886531F97F6C}" presName="hierChild4" presStyleCnt="0"/>
      <dgm:spPr/>
    </dgm:pt>
    <dgm:pt modelId="{9028379C-0D28-4FBB-8A09-BCF4C3D36754}" type="pres">
      <dgm:prSet presAssocID="{0C05F15E-60DB-49AF-B50A-886531F97F6C}" presName="hierChild5" presStyleCnt="0"/>
      <dgm:spPr/>
    </dgm:pt>
    <dgm:pt modelId="{498314EC-81CE-4304-B059-F451B0FC1FE0}" type="pres">
      <dgm:prSet presAssocID="{E0576FBF-19DF-4E9A-9479-D85A195C64E2}" presName="Name37" presStyleLbl="parChTrans1D3" presStyleIdx="4" presStyleCnt="9"/>
      <dgm:spPr/>
    </dgm:pt>
    <dgm:pt modelId="{35F81B74-D469-4F04-8FEA-7AAE4BCB8232}" type="pres">
      <dgm:prSet presAssocID="{E77A9234-8795-49E4-9823-334A06BA6F68}" presName="hierRoot2" presStyleCnt="0">
        <dgm:presLayoutVars>
          <dgm:hierBranch val="init"/>
        </dgm:presLayoutVars>
      </dgm:prSet>
      <dgm:spPr/>
    </dgm:pt>
    <dgm:pt modelId="{DFCE8D71-021C-4CE1-9352-B03C67CC18F8}" type="pres">
      <dgm:prSet presAssocID="{E77A9234-8795-49E4-9823-334A06BA6F68}" presName="rootComposite" presStyleCnt="0"/>
      <dgm:spPr/>
    </dgm:pt>
    <dgm:pt modelId="{1020D555-A7DC-41E3-AECD-7C34E2FF34CA}" type="pres">
      <dgm:prSet presAssocID="{E77A9234-8795-49E4-9823-334A06BA6F68}" presName="rootText" presStyleLbl="node3" presStyleIdx="4" presStyleCnt="9">
        <dgm:presLayoutVars>
          <dgm:chPref val="3"/>
        </dgm:presLayoutVars>
      </dgm:prSet>
      <dgm:spPr/>
    </dgm:pt>
    <dgm:pt modelId="{D4E5E1A2-F1F5-4D8B-B30D-6E4E76EC0C81}" type="pres">
      <dgm:prSet presAssocID="{E77A9234-8795-49E4-9823-334A06BA6F68}" presName="rootConnector" presStyleLbl="node3" presStyleIdx="4" presStyleCnt="9"/>
      <dgm:spPr/>
    </dgm:pt>
    <dgm:pt modelId="{61F7C321-9497-4323-ADC9-4930C01B7A76}" type="pres">
      <dgm:prSet presAssocID="{E77A9234-8795-49E4-9823-334A06BA6F68}" presName="hierChild4" presStyleCnt="0"/>
      <dgm:spPr/>
    </dgm:pt>
    <dgm:pt modelId="{2CE13A99-35C1-43DA-AB77-C8C7E82B7EA1}" type="pres">
      <dgm:prSet presAssocID="{E77A9234-8795-49E4-9823-334A06BA6F68}" presName="hierChild5" presStyleCnt="0"/>
      <dgm:spPr/>
    </dgm:pt>
    <dgm:pt modelId="{724BD5BC-36FC-4AC4-A05C-85042DB64966}" type="pres">
      <dgm:prSet presAssocID="{794F03F7-E7FF-484A-BF28-B3DDA6D2C6AC}" presName="Name37" presStyleLbl="parChTrans1D3" presStyleIdx="5" presStyleCnt="9"/>
      <dgm:spPr/>
    </dgm:pt>
    <dgm:pt modelId="{03DB0F27-0E74-412F-AE2B-443D3B00E431}" type="pres">
      <dgm:prSet presAssocID="{1AE1BEEC-7805-40E5-B7AD-F29B844C8605}" presName="hierRoot2" presStyleCnt="0">
        <dgm:presLayoutVars>
          <dgm:hierBranch val="init"/>
        </dgm:presLayoutVars>
      </dgm:prSet>
      <dgm:spPr/>
    </dgm:pt>
    <dgm:pt modelId="{2875D066-7CF3-4970-9921-37EF489E56DB}" type="pres">
      <dgm:prSet presAssocID="{1AE1BEEC-7805-40E5-B7AD-F29B844C8605}" presName="rootComposite" presStyleCnt="0"/>
      <dgm:spPr/>
    </dgm:pt>
    <dgm:pt modelId="{4969A686-1DB9-44A3-B738-89317C6766B9}" type="pres">
      <dgm:prSet presAssocID="{1AE1BEEC-7805-40E5-B7AD-F29B844C8605}" presName="rootText" presStyleLbl="node3" presStyleIdx="5" presStyleCnt="9">
        <dgm:presLayoutVars>
          <dgm:chPref val="3"/>
        </dgm:presLayoutVars>
      </dgm:prSet>
      <dgm:spPr/>
    </dgm:pt>
    <dgm:pt modelId="{7A32427A-73EB-4C0E-AEFC-2C3DCA78A882}" type="pres">
      <dgm:prSet presAssocID="{1AE1BEEC-7805-40E5-B7AD-F29B844C8605}" presName="rootConnector" presStyleLbl="node3" presStyleIdx="5" presStyleCnt="9"/>
      <dgm:spPr/>
    </dgm:pt>
    <dgm:pt modelId="{4FA61B13-E95B-450F-AC64-B95CD23CF08F}" type="pres">
      <dgm:prSet presAssocID="{1AE1BEEC-7805-40E5-B7AD-F29B844C8605}" presName="hierChild4" presStyleCnt="0"/>
      <dgm:spPr/>
    </dgm:pt>
    <dgm:pt modelId="{02CD802F-9FFB-46A4-8EA5-2D18E8153B27}" type="pres">
      <dgm:prSet presAssocID="{1AE1BEEC-7805-40E5-B7AD-F29B844C8605}" presName="hierChild5" presStyleCnt="0"/>
      <dgm:spPr/>
    </dgm:pt>
    <dgm:pt modelId="{6F2DF278-07DD-49EC-8A16-9BFBBA5F0582}" type="pres">
      <dgm:prSet presAssocID="{10FB62ED-854F-4359-BA0A-00BF327EB59C}" presName="hierChild5" presStyleCnt="0"/>
      <dgm:spPr/>
    </dgm:pt>
    <dgm:pt modelId="{8072AF13-5774-4D72-AD7C-A63A34792FE5}" type="pres">
      <dgm:prSet presAssocID="{C50A526D-3CCC-4FA0-B5AD-9FE38C0A20E9}" presName="Name37" presStyleLbl="parChTrans1D2" presStyleIdx="2" presStyleCnt="3"/>
      <dgm:spPr/>
    </dgm:pt>
    <dgm:pt modelId="{13E101C2-AAB9-4C79-A034-1F665614314F}" type="pres">
      <dgm:prSet presAssocID="{6FE262BC-C65E-4F46-AF8C-870739795102}" presName="hierRoot2" presStyleCnt="0">
        <dgm:presLayoutVars>
          <dgm:hierBranch val="init"/>
        </dgm:presLayoutVars>
      </dgm:prSet>
      <dgm:spPr/>
    </dgm:pt>
    <dgm:pt modelId="{5FA87658-3109-4FCE-B29E-5F7F11E94CC7}" type="pres">
      <dgm:prSet presAssocID="{6FE262BC-C65E-4F46-AF8C-870739795102}" presName="rootComposite" presStyleCnt="0"/>
      <dgm:spPr/>
    </dgm:pt>
    <dgm:pt modelId="{C7515423-66E2-48AC-B918-61E7EA82F8EE}" type="pres">
      <dgm:prSet presAssocID="{6FE262BC-C65E-4F46-AF8C-870739795102}" presName="rootText" presStyleLbl="node2" presStyleIdx="2" presStyleCnt="3">
        <dgm:presLayoutVars>
          <dgm:chPref val="3"/>
        </dgm:presLayoutVars>
      </dgm:prSet>
      <dgm:spPr/>
    </dgm:pt>
    <dgm:pt modelId="{70D824A2-6699-4F91-A14E-D100D7E3DC27}" type="pres">
      <dgm:prSet presAssocID="{6FE262BC-C65E-4F46-AF8C-870739795102}" presName="rootConnector" presStyleLbl="node2" presStyleIdx="2" presStyleCnt="3"/>
      <dgm:spPr/>
    </dgm:pt>
    <dgm:pt modelId="{451F8EE0-8EAB-4679-89F1-27CFC2B5BF0A}" type="pres">
      <dgm:prSet presAssocID="{6FE262BC-C65E-4F46-AF8C-870739795102}" presName="hierChild4" presStyleCnt="0"/>
      <dgm:spPr/>
    </dgm:pt>
    <dgm:pt modelId="{6D218344-C63E-4EA3-87DB-2E2558B12754}" type="pres">
      <dgm:prSet presAssocID="{9F729ADD-33CD-4A34-A790-CB9520B2CFC3}" presName="Name37" presStyleLbl="parChTrans1D3" presStyleIdx="6" presStyleCnt="9"/>
      <dgm:spPr/>
    </dgm:pt>
    <dgm:pt modelId="{6A52F530-A729-4188-8EC6-44718B2B2974}" type="pres">
      <dgm:prSet presAssocID="{85D74086-1580-40E9-94DF-C45420A9A5BD}" presName="hierRoot2" presStyleCnt="0">
        <dgm:presLayoutVars>
          <dgm:hierBranch val="init"/>
        </dgm:presLayoutVars>
      </dgm:prSet>
      <dgm:spPr/>
    </dgm:pt>
    <dgm:pt modelId="{378B026A-0F78-4D29-B4AD-4D1EF20C932A}" type="pres">
      <dgm:prSet presAssocID="{85D74086-1580-40E9-94DF-C45420A9A5BD}" presName="rootComposite" presStyleCnt="0"/>
      <dgm:spPr/>
    </dgm:pt>
    <dgm:pt modelId="{D104B623-D71C-4A5A-A365-7B36FD859DF5}" type="pres">
      <dgm:prSet presAssocID="{85D74086-1580-40E9-94DF-C45420A9A5BD}" presName="rootText" presStyleLbl="node3" presStyleIdx="6" presStyleCnt="9">
        <dgm:presLayoutVars>
          <dgm:chPref val="3"/>
        </dgm:presLayoutVars>
      </dgm:prSet>
      <dgm:spPr/>
    </dgm:pt>
    <dgm:pt modelId="{ADFA329A-2F02-47F6-9F97-94647537D174}" type="pres">
      <dgm:prSet presAssocID="{85D74086-1580-40E9-94DF-C45420A9A5BD}" presName="rootConnector" presStyleLbl="node3" presStyleIdx="6" presStyleCnt="9"/>
      <dgm:spPr/>
    </dgm:pt>
    <dgm:pt modelId="{E81C069F-A25F-4DD2-B0AC-1F7BDAEC1EA7}" type="pres">
      <dgm:prSet presAssocID="{85D74086-1580-40E9-94DF-C45420A9A5BD}" presName="hierChild4" presStyleCnt="0"/>
      <dgm:spPr/>
    </dgm:pt>
    <dgm:pt modelId="{2F9EDAF6-93A7-4BE5-B4F3-41BEC224CF06}" type="pres">
      <dgm:prSet presAssocID="{85D74086-1580-40E9-94DF-C45420A9A5BD}" presName="hierChild5" presStyleCnt="0"/>
      <dgm:spPr/>
    </dgm:pt>
    <dgm:pt modelId="{E4A26C9D-D0A7-4B6B-BAF5-3E84AFF931D1}" type="pres">
      <dgm:prSet presAssocID="{264AAA0E-63A0-4540-97D9-7E4C1E1CA4E5}" presName="Name37" presStyleLbl="parChTrans1D3" presStyleIdx="7" presStyleCnt="9"/>
      <dgm:spPr/>
    </dgm:pt>
    <dgm:pt modelId="{71820D68-DA34-48A0-843C-E5B61603D90E}" type="pres">
      <dgm:prSet presAssocID="{BA121BFF-38D8-44C4-82B4-2E3D6489808D}" presName="hierRoot2" presStyleCnt="0">
        <dgm:presLayoutVars>
          <dgm:hierBranch val="init"/>
        </dgm:presLayoutVars>
      </dgm:prSet>
      <dgm:spPr/>
    </dgm:pt>
    <dgm:pt modelId="{DBC9A09A-080A-44B9-9D71-F8BDAB1D330B}" type="pres">
      <dgm:prSet presAssocID="{BA121BFF-38D8-44C4-82B4-2E3D6489808D}" presName="rootComposite" presStyleCnt="0"/>
      <dgm:spPr/>
    </dgm:pt>
    <dgm:pt modelId="{AAB07E15-B510-4993-B5ED-64BC91CEC6FA}" type="pres">
      <dgm:prSet presAssocID="{BA121BFF-38D8-44C4-82B4-2E3D6489808D}" presName="rootText" presStyleLbl="node3" presStyleIdx="7" presStyleCnt="9">
        <dgm:presLayoutVars>
          <dgm:chPref val="3"/>
        </dgm:presLayoutVars>
      </dgm:prSet>
      <dgm:spPr/>
    </dgm:pt>
    <dgm:pt modelId="{06EA159F-EC1A-41BC-B91F-D0D00A6BA8CE}" type="pres">
      <dgm:prSet presAssocID="{BA121BFF-38D8-44C4-82B4-2E3D6489808D}" presName="rootConnector" presStyleLbl="node3" presStyleIdx="7" presStyleCnt="9"/>
      <dgm:spPr/>
    </dgm:pt>
    <dgm:pt modelId="{7366F0D6-4EC9-4B6F-A07E-17736732B3D1}" type="pres">
      <dgm:prSet presAssocID="{BA121BFF-38D8-44C4-82B4-2E3D6489808D}" presName="hierChild4" presStyleCnt="0"/>
      <dgm:spPr/>
    </dgm:pt>
    <dgm:pt modelId="{7F220D6A-85D4-49B9-BAE2-0F78FF44156F}" type="pres">
      <dgm:prSet presAssocID="{BA121BFF-38D8-44C4-82B4-2E3D6489808D}" presName="hierChild5" presStyleCnt="0"/>
      <dgm:spPr/>
    </dgm:pt>
    <dgm:pt modelId="{F112797D-3E68-41A0-934E-CCB283BE06A9}" type="pres">
      <dgm:prSet presAssocID="{D73C5017-4C72-44EA-BF9D-DDB442A2DA15}" presName="Name37" presStyleLbl="parChTrans1D3" presStyleIdx="8" presStyleCnt="9"/>
      <dgm:spPr/>
    </dgm:pt>
    <dgm:pt modelId="{1C3A175F-1C88-48C9-94B5-7F523F6F4610}" type="pres">
      <dgm:prSet presAssocID="{0C066752-5A67-4EB4-A759-737B97F67698}" presName="hierRoot2" presStyleCnt="0">
        <dgm:presLayoutVars>
          <dgm:hierBranch val="init"/>
        </dgm:presLayoutVars>
      </dgm:prSet>
      <dgm:spPr/>
    </dgm:pt>
    <dgm:pt modelId="{980CEBCB-104F-4E5D-A870-CEAC47DBB544}" type="pres">
      <dgm:prSet presAssocID="{0C066752-5A67-4EB4-A759-737B97F67698}" presName="rootComposite" presStyleCnt="0"/>
      <dgm:spPr/>
    </dgm:pt>
    <dgm:pt modelId="{04E1750F-D904-43AE-9F5B-F789E71EB528}" type="pres">
      <dgm:prSet presAssocID="{0C066752-5A67-4EB4-A759-737B97F67698}" presName="rootText" presStyleLbl="node3" presStyleIdx="8" presStyleCnt="9">
        <dgm:presLayoutVars>
          <dgm:chPref val="3"/>
        </dgm:presLayoutVars>
      </dgm:prSet>
      <dgm:spPr/>
    </dgm:pt>
    <dgm:pt modelId="{E33DE678-B6C3-4293-9CA9-6B4D061696FB}" type="pres">
      <dgm:prSet presAssocID="{0C066752-5A67-4EB4-A759-737B97F67698}" presName="rootConnector" presStyleLbl="node3" presStyleIdx="8" presStyleCnt="9"/>
      <dgm:spPr/>
    </dgm:pt>
    <dgm:pt modelId="{3CCDEB7F-29B1-4CBD-B918-483169A74791}" type="pres">
      <dgm:prSet presAssocID="{0C066752-5A67-4EB4-A759-737B97F67698}" presName="hierChild4" presStyleCnt="0"/>
      <dgm:spPr/>
    </dgm:pt>
    <dgm:pt modelId="{22404307-EF0D-4006-8CC5-D648A88A776F}" type="pres">
      <dgm:prSet presAssocID="{0C066752-5A67-4EB4-A759-737B97F67698}" presName="hierChild5" presStyleCnt="0"/>
      <dgm:spPr/>
    </dgm:pt>
    <dgm:pt modelId="{285C648A-15FD-4522-B166-62E2E34BEC97}" type="pres">
      <dgm:prSet presAssocID="{6FE262BC-C65E-4F46-AF8C-870739795102}" presName="hierChild5" presStyleCnt="0"/>
      <dgm:spPr/>
    </dgm:pt>
    <dgm:pt modelId="{389422BF-8F93-47BA-B3CF-5F275DD15502}" type="pres">
      <dgm:prSet presAssocID="{6DDDD12E-0514-43BD-A790-B1DAFCF34D52}" presName="hierChild3" presStyleCnt="0"/>
      <dgm:spPr/>
    </dgm:pt>
  </dgm:ptLst>
  <dgm:cxnLst>
    <dgm:cxn modelId="{807D1701-FA84-4DA9-8BA4-B6A875F207CA}" type="presOf" srcId="{0C05F15E-60DB-49AF-B50A-886531F97F6C}" destId="{3124B647-1AC5-4B3B-B440-CCE2709061DA}" srcOrd="0" destOrd="0" presId="urn:microsoft.com/office/officeart/2005/8/layout/orgChart1"/>
    <dgm:cxn modelId="{AAFA1A02-C786-4D63-84B6-FDF9E721E6F5}" srcId="{10FB62ED-854F-4359-BA0A-00BF327EB59C}" destId="{1AE1BEEC-7805-40E5-B7AD-F29B844C8605}" srcOrd="2" destOrd="0" parTransId="{794F03F7-E7FF-484A-BF28-B3DDA6D2C6AC}" sibTransId="{7E136B60-ABE3-4DE5-89EC-542A50AC3232}"/>
    <dgm:cxn modelId="{CBD7B104-E1B7-4D83-8C7F-BA878B4B1E62}" type="presOf" srcId="{39C7D12C-49F3-4E2A-869F-899C0F02ABFB}" destId="{27D29A0E-3443-4152-934E-5BB0F2A561A5}" srcOrd="0" destOrd="0" presId="urn:microsoft.com/office/officeart/2005/8/layout/orgChart1"/>
    <dgm:cxn modelId="{DD8C3E11-1730-4654-97C0-B031F8DBFD0D}" type="presOf" srcId="{F65A2D40-81E1-425E-9F5A-B392D52699A6}" destId="{7B0CB0B5-CE6A-4434-BAA5-3EABA2CE407D}" srcOrd="0" destOrd="0" presId="urn:microsoft.com/office/officeart/2005/8/layout/orgChart1"/>
    <dgm:cxn modelId="{F1863C21-77B5-4D52-ABB1-78EAFF6D497C}" type="presOf" srcId="{94E1B986-D367-4757-8978-AD897E8527A2}" destId="{306AC0D1-54C7-45BD-9676-6FE91A50F5F6}" srcOrd="0" destOrd="0" presId="urn:microsoft.com/office/officeart/2005/8/layout/orgChart1"/>
    <dgm:cxn modelId="{6095432C-5444-4EF0-8865-DEC1DA5CDA93}" type="presOf" srcId="{ED09692A-6351-416D-BC5E-8B6289C291EB}" destId="{29A40F38-BAB0-474D-B418-3CB698A127F4}" srcOrd="0" destOrd="0" presId="urn:microsoft.com/office/officeart/2005/8/layout/orgChart1"/>
    <dgm:cxn modelId="{474A9B38-B6EF-4AF7-BBD2-3F8F75C6AACA}" type="presOf" srcId="{794F03F7-E7FF-484A-BF28-B3DDA6D2C6AC}" destId="{724BD5BC-36FC-4AC4-A05C-85042DB64966}" srcOrd="0" destOrd="0" presId="urn:microsoft.com/office/officeart/2005/8/layout/orgChart1"/>
    <dgm:cxn modelId="{079FC33D-F5CA-4624-9BCE-18DAA3B7ADAA}" srcId="{6DDDD12E-0514-43BD-A790-B1DAFCF34D52}" destId="{10FB62ED-854F-4359-BA0A-00BF327EB59C}" srcOrd="1" destOrd="0" parTransId="{F65A2D40-81E1-425E-9F5A-B392D52699A6}" sibTransId="{318AB2B9-6E19-42FB-BF56-8C6D6C54E51D}"/>
    <dgm:cxn modelId="{FF75EA3F-8291-4E3C-9E4D-3CF8049937A7}" type="presOf" srcId="{58A32D7F-26CA-4AA4-BB87-DF790C7D4A45}" destId="{3C5534E3-104C-4235-B2E0-07546D6C8541}" srcOrd="0" destOrd="0" presId="urn:microsoft.com/office/officeart/2005/8/layout/orgChart1"/>
    <dgm:cxn modelId="{EECB695D-AFC2-4C36-A778-390DC8B7E981}" type="presOf" srcId="{F4E2A88E-63B9-4B8C-8494-71DF1E8A249B}" destId="{62A62F38-2301-467B-9B0C-F7828274BD05}" srcOrd="1" destOrd="0" presId="urn:microsoft.com/office/officeart/2005/8/layout/orgChart1"/>
    <dgm:cxn modelId="{0F3F6D5D-CC24-4058-891E-02E6CB1C3CC2}" type="presOf" srcId="{035EB52E-5AC1-49CF-9EB7-A8F9ADD106E8}" destId="{9BB2D6B5-4509-497C-A442-C276D2A91575}" srcOrd="0" destOrd="0" presId="urn:microsoft.com/office/officeart/2005/8/layout/orgChart1"/>
    <dgm:cxn modelId="{06C9825F-7840-4E33-A530-80CDEF464AE1}" type="presOf" srcId="{6FE262BC-C65E-4F46-AF8C-870739795102}" destId="{70D824A2-6699-4F91-A14E-D100D7E3DC27}" srcOrd="1" destOrd="0" presId="urn:microsoft.com/office/officeart/2005/8/layout/orgChart1"/>
    <dgm:cxn modelId="{9CC99042-64A4-45A9-8864-DFC62827325F}" srcId="{6FE262BC-C65E-4F46-AF8C-870739795102}" destId="{BA121BFF-38D8-44C4-82B4-2E3D6489808D}" srcOrd="1" destOrd="0" parTransId="{264AAA0E-63A0-4540-97D9-7E4C1E1CA4E5}" sibTransId="{23165E86-B00D-41F7-9521-DC872D3DAE98}"/>
    <dgm:cxn modelId="{3BD5FE49-694F-4578-B1D1-F527C0822448}" type="presOf" srcId="{6FE262BC-C65E-4F46-AF8C-870739795102}" destId="{C7515423-66E2-48AC-B918-61E7EA82F8EE}" srcOrd="0" destOrd="0" presId="urn:microsoft.com/office/officeart/2005/8/layout/orgChart1"/>
    <dgm:cxn modelId="{6724646C-8F2B-49D4-9B9C-310A01D23615}" srcId="{035EB52E-5AC1-49CF-9EB7-A8F9ADD106E8}" destId="{D71B20C3-7825-4A17-BB63-231543C9C96D}" srcOrd="2" destOrd="0" parTransId="{1BDC722D-6A1D-4FD3-BA28-680238A8C93B}" sibTransId="{51517EE7-0ECE-40B7-A4F2-3138D6EA2D9B}"/>
    <dgm:cxn modelId="{1D5F524D-768D-4E8B-9B67-D449EC218645}" type="presOf" srcId="{D71B20C3-7825-4A17-BB63-231543C9C96D}" destId="{70D61C82-04BE-4929-A650-CD4B978DFDDC}" srcOrd="0" destOrd="0" presId="urn:microsoft.com/office/officeart/2005/8/layout/orgChart1"/>
    <dgm:cxn modelId="{C4122550-D40E-4CFA-A3C6-17DAC7660B72}" type="presOf" srcId="{0C066752-5A67-4EB4-A759-737B97F67698}" destId="{E33DE678-B6C3-4293-9CA9-6B4D061696FB}" srcOrd="1" destOrd="0" presId="urn:microsoft.com/office/officeart/2005/8/layout/orgChart1"/>
    <dgm:cxn modelId="{97CC3670-C631-4C91-B6CD-13209A75BE36}" type="presOf" srcId="{0C05F15E-60DB-49AF-B50A-886531F97F6C}" destId="{A79B36E2-BFA6-4634-A678-382210A7A73F}" srcOrd="1" destOrd="0" presId="urn:microsoft.com/office/officeart/2005/8/layout/orgChart1"/>
    <dgm:cxn modelId="{74632B5A-7B04-4931-9D6D-550F55479F60}" type="presOf" srcId="{7E819462-33E7-4727-941A-D923E0B37353}" destId="{A8EA9EC8-F306-4E25-836B-9062BB1BC3A2}" srcOrd="0" destOrd="0" presId="urn:microsoft.com/office/officeart/2005/8/layout/orgChart1"/>
    <dgm:cxn modelId="{B792997A-0924-49B1-9343-084DCCF6086D}" type="presOf" srcId="{7E819462-33E7-4727-941A-D923E0B37353}" destId="{30D46FD2-03E6-4FFF-96DA-CBE95704A24C}" srcOrd="1" destOrd="0" presId="urn:microsoft.com/office/officeart/2005/8/layout/orgChart1"/>
    <dgm:cxn modelId="{666E647B-6DF6-42DA-8F9D-54D9C37E6C78}" srcId="{10FB62ED-854F-4359-BA0A-00BF327EB59C}" destId="{E77A9234-8795-49E4-9823-334A06BA6F68}" srcOrd="1" destOrd="0" parTransId="{E0576FBF-19DF-4E9A-9479-D85A195C64E2}" sibTransId="{873772C9-E4A7-493D-B616-72B319D245C7}"/>
    <dgm:cxn modelId="{97EED282-6478-468D-8069-844995E997CD}" type="presOf" srcId="{F4E2A88E-63B9-4B8C-8494-71DF1E8A249B}" destId="{95128B40-26AE-49AD-82EF-071AEA7BB205}" srcOrd="0" destOrd="0" presId="urn:microsoft.com/office/officeart/2005/8/layout/orgChart1"/>
    <dgm:cxn modelId="{2A07C784-B8C2-446D-A7E2-F4FE9DBE7E0C}" srcId="{10FB62ED-854F-4359-BA0A-00BF327EB59C}" destId="{0C05F15E-60DB-49AF-B50A-886531F97F6C}" srcOrd="0" destOrd="0" parTransId="{39C7D12C-49F3-4E2A-869F-899C0F02ABFB}" sibTransId="{77F20D58-6252-4E71-8B95-D8D1E8373AD2}"/>
    <dgm:cxn modelId="{E69D8D8C-2757-4F55-B72A-9DACDEF04D04}" type="presOf" srcId="{BA121BFF-38D8-44C4-82B4-2E3D6489808D}" destId="{06EA159F-EC1A-41BC-B91F-D0D00A6BA8CE}" srcOrd="1" destOrd="0" presId="urn:microsoft.com/office/officeart/2005/8/layout/orgChart1"/>
    <dgm:cxn modelId="{4FB85492-9EEA-4EDA-8398-5CF6E2FFCA5C}" type="presOf" srcId="{264AAA0E-63A0-4540-97D9-7E4C1E1CA4E5}" destId="{E4A26C9D-D0A7-4B6B-BAF5-3E84AFF931D1}" srcOrd="0" destOrd="0" presId="urn:microsoft.com/office/officeart/2005/8/layout/orgChart1"/>
    <dgm:cxn modelId="{03CD9592-EE86-44ED-B073-D8DA00FFD173}" type="presOf" srcId="{0C066752-5A67-4EB4-A759-737B97F67698}" destId="{04E1750F-D904-43AE-9F5B-F789E71EB528}" srcOrd="0" destOrd="0" presId="urn:microsoft.com/office/officeart/2005/8/layout/orgChart1"/>
    <dgm:cxn modelId="{68EB2693-CA6A-473A-9102-8449550BE7C8}" srcId="{035EB52E-5AC1-49CF-9EB7-A8F9ADD106E8}" destId="{F4E2A88E-63B9-4B8C-8494-71DF1E8A249B}" srcOrd="0" destOrd="0" parTransId="{ED09692A-6351-416D-BC5E-8B6289C291EB}" sibTransId="{52103D3D-D8AF-42D4-8BC3-C4B5271836EC}"/>
    <dgm:cxn modelId="{23554A95-0713-44F3-B1B9-7E5E8AAC9C29}" srcId="{035EB52E-5AC1-49CF-9EB7-A8F9ADD106E8}" destId="{7E819462-33E7-4727-941A-D923E0B37353}" srcOrd="1" destOrd="0" parTransId="{94E1B986-D367-4757-8978-AD897E8527A2}" sibTransId="{4CBE1625-FAA0-42ED-BC7A-A28EDFD3BC4D}"/>
    <dgm:cxn modelId="{97442D96-2B7A-4C69-86AA-B8C02D593476}" type="presOf" srcId="{10FB62ED-854F-4359-BA0A-00BF327EB59C}" destId="{C9693889-0D4C-43A7-A05C-479856446B93}" srcOrd="1" destOrd="0" presId="urn:microsoft.com/office/officeart/2005/8/layout/orgChart1"/>
    <dgm:cxn modelId="{56D0C796-D916-4CC4-B27D-92E2A2EAECC3}" type="presOf" srcId="{D71B20C3-7825-4A17-BB63-231543C9C96D}" destId="{281A3B00-2BDD-4524-A0FC-DE0D9141439B}" srcOrd="1" destOrd="0" presId="urn:microsoft.com/office/officeart/2005/8/layout/orgChart1"/>
    <dgm:cxn modelId="{ED7725A1-EDF7-4717-97BB-DE1C2789FC92}" type="presOf" srcId="{D73C5017-4C72-44EA-BF9D-DDB442A2DA15}" destId="{F112797D-3E68-41A0-934E-CCB283BE06A9}" srcOrd="0" destOrd="0" presId="urn:microsoft.com/office/officeart/2005/8/layout/orgChart1"/>
    <dgm:cxn modelId="{FCEFAFA2-5B47-4374-8F37-560777A01156}" type="presOf" srcId="{85D74086-1580-40E9-94DF-C45420A9A5BD}" destId="{ADFA329A-2F02-47F6-9F97-94647537D174}" srcOrd="1" destOrd="0" presId="urn:microsoft.com/office/officeart/2005/8/layout/orgChart1"/>
    <dgm:cxn modelId="{0B1842A4-FCEA-479D-816B-410D414AD9AD}" type="presOf" srcId="{C50A526D-3CCC-4FA0-B5AD-9FE38C0A20E9}" destId="{8072AF13-5774-4D72-AD7C-A63A34792FE5}" srcOrd="0" destOrd="0" presId="urn:microsoft.com/office/officeart/2005/8/layout/orgChart1"/>
    <dgm:cxn modelId="{5C45CCA7-E942-4D2B-A5F7-059AF7F07E9D}" type="presOf" srcId="{E77A9234-8795-49E4-9823-334A06BA6F68}" destId="{D4E5E1A2-F1F5-4D8B-B30D-6E4E76EC0C81}" srcOrd="1" destOrd="0" presId="urn:microsoft.com/office/officeart/2005/8/layout/orgChart1"/>
    <dgm:cxn modelId="{AD3C06AA-348D-464D-9622-9E7408AC16D4}" type="presOf" srcId="{85D74086-1580-40E9-94DF-C45420A9A5BD}" destId="{D104B623-D71C-4A5A-A365-7B36FD859DF5}" srcOrd="0" destOrd="0" presId="urn:microsoft.com/office/officeart/2005/8/layout/orgChart1"/>
    <dgm:cxn modelId="{500113B9-A2C4-4A05-A23B-9C9138945153}" srcId="{6DDDD12E-0514-43BD-A790-B1DAFCF34D52}" destId="{035EB52E-5AC1-49CF-9EB7-A8F9ADD106E8}" srcOrd="0" destOrd="0" parTransId="{C16859C7-2906-48E4-A4D8-C121D8FFEE26}" sibTransId="{8E667DDA-9E48-4630-94F2-D977A625F2F3}"/>
    <dgm:cxn modelId="{54CD13B9-BC84-4026-B335-76C5976101C1}" type="presOf" srcId="{10FB62ED-854F-4359-BA0A-00BF327EB59C}" destId="{8773AF79-8611-422A-BC88-FBC71FD681A2}" srcOrd="0" destOrd="0" presId="urn:microsoft.com/office/officeart/2005/8/layout/orgChart1"/>
    <dgm:cxn modelId="{E120CCCA-8ABE-4E28-9070-8D4288FF950A}" type="presOf" srcId="{1AE1BEEC-7805-40E5-B7AD-F29B844C8605}" destId="{7A32427A-73EB-4C0E-AEFC-2C3DCA78A882}" srcOrd="1" destOrd="0" presId="urn:microsoft.com/office/officeart/2005/8/layout/orgChart1"/>
    <dgm:cxn modelId="{705BFECA-29D5-46B1-B033-79B98263F717}" type="presOf" srcId="{C16859C7-2906-48E4-A4D8-C121D8FFEE26}" destId="{C338E306-AC68-4241-8DB1-EB5997CAF004}" srcOrd="0" destOrd="0" presId="urn:microsoft.com/office/officeart/2005/8/layout/orgChart1"/>
    <dgm:cxn modelId="{798934D7-6C3C-449F-812B-2795DD6700E0}" type="presOf" srcId="{9F729ADD-33CD-4A34-A790-CB9520B2CFC3}" destId="{6D218344-C63E-4EA3-87DB-2E2558B12754}" srcOrd="0" destOrd="0" presId="urn:microsoft.com/office/officeart/2005/8/layout/orgChart1"/>
    <dgm:cxn modelId="{D1E22DDA-5370-4FCB-9DC7-971C65BCC3C2}" type="presOf" srcId="{E77A9234-8795-49E4-9823-334A06BA6F68}" destId="{1020D555-A7DC-41E3-AECD-7C34E2FF34CA}" srcOrd="0" destOrd="0" presId="urn:microsoft.com/office/officeart/2005/8/layout/orgChart1"/>
    <dgm:cxn modelId="{FF7FB8DC-4F8D-4E0E-87FD-9EC00BD1D8FE}" type="presOf" srcId="{E0576FBF-19DF-4E9A-9479-D85A195C64E2}" destId="{498314EC-81CE-4304-B059-F451B0FC1FE0}" srcOrd="0" destOrd="0" presId="urn:microsoft.com/office/officeart/2005/8/layout/orgChart1"/>
    <dgm:cxn modelId="{7B9A5CDF-5B3B-43BC-8405-C8D24FB9F19E}" type="presOf" srcId="{6DDDD12E-0514-43BD-A790-B1DAFCF34D52}" destId="{6D0F1ACC-1D91-48B5-B5E0-90C192D565E1}" srcOrd="1" destOrd="0" presId="urn:microsoft.com/office/officeart/2005/8/layout/orgChart1"/>
    <dgm:cxn modelId="{C958BDDF-22A5-47F1-8F9C-AF62527373AA}" type="presOf" srcId="{6DDDD12E-0514-43BD-A790-B1DAFCF34D52}" destId="{77D9728E-0E51-4F14-9B92-65F345E13930}" srcOrd="0" destOrd="0" presId="urn:microsoft.com/office/officeart/2005/8/layout/orgChart1"/>
    <dgm:cxn modelId="{76968FE1-A800-4FC8-A90F-F928D2ED7527}" type="presOf" srcId="{1BDC722D-6A1D-4FD3-BA28-680238A8C93B}" destId="{8BFED4EC-DA59-4E53-B9CE-1441B48131D0}" srcOrd="0" destOrd="0" presId="urn:microsoft.com/office/officeart/2005/8/layout/orgChart1"/>
    <dgm:cxn modelId="{0A8045E8-34F0-450D-92B8-430262CC8BB0}" srcId="{6FE262BC-C65E-4F46-AF8C-870739795102}" destId="{0C066752-5A67-4EB4-A759-737B97F67698}" srcOrd="2" destOrd="0" parTransId="{D73C5017-4C72-44EA-BF9D-DDB442A2DA15}" sibTransId="{FC49A639-4792-43C4-8B11-D8FCAB1D8A1B}"/>
    <dgm:cxn modelId="{FA832AEA-550B-4FD5-8C56-654AE3AB70C7}" srcId="{6FE262BC-C65E-4F46-AF8C-870739795102}" destId="{85D74086-1580-40E9-94DF-C45420A9A5BD}" srcOrd="0" destOrd="0" parTransId="{9F729ADD-33CD-4A34-A790-CB9520B2CFC3}" sibTransId="{AFBC4C3D-27EE-41B6-99FD-CC1A89A1AF22}"/>
    <dgm:cxn modelId="{AAEBDDEA-A7D7-44AE-B3AE-4BB6B1D0557D}" srcId="{6DDDD12E-0514-43BD-A790-B1DAFCF34D52}" destId="{6FE262BC-C65E-4F46-AF8C-870739795102}" srcOrd="2" destOrd="0" parTransId="{C50A526D-3CCC-4FA0-B5AD-9FE38C0A20E9}" sibTransId="{273B2FB3-E190-45E0-BCBB-1ADA57A70117}"/>
    <dgm:cxn modelId="{C447D2EB-211E-4040-8AC2-341B867CFFBE}" type="presOf" srcId="{1AE1BEEC-7805-40E5-B7AD-F29B844C8605}" destId="{4969A686-1DB9-44A3-B738-89317C6766B9}" srcOrd="0" destOrd="0" presId="urn:microsoft.com/office/officeart/2005/8/layout/orgChart1"/>
    <dgm:cxn modelId="{36CD74F1-126D-4E49-8B36-AFFC67E3A1E2}" srcId="{58A32D7F-26CA-4AA4-BB87-DF790C7D4A45}" destId="{6DDDD12E-0514-43BD-A790-B1DAFCF34D52}" srcOrd="0" destOrd="0" parTransId="{AD71F331-6193-4047-B596-76B1F037B61E}" sibTransId="{A9AE48CA-5AA6-43CD-AFCD-C551004EF75E}"/>
    <dgm:cxn modelId="{64A3A8F2-2F37-4D93-A0B7-1354299769EE}" type="presOf" srcId="{BA121BFF-38D8-44C4-82B4-2E3D6489808D}" destId="{AAB07E15-B510-4993-B5ED-64BC91CEC6FA}" srcOrd="0" destOrd="0" presId="urn:microsoft.com/office/officeart/2005/8/layout/orgChart1"/>
    <dgm:cxn modelId="{53B563FE-0FCF-475B-9E5B-41C26ECAC02F}" type="presOf" srcId="{035EB52E-5AC1-49CF-9EB7-A8F9ADD106E8}" destId="{0CDC7AF9-E07A-4159-8BF1-5890830EE529}" srcOrd="1" destOrd="0" presId="urn:microsoft.com/office/officeart/2005/8/layout/orgChart1"/>
    <dgm:cxn modelId="{48622DA6-3E28-4E64-909B-756DE7AAD0A9}" type="presParOf" srcId="{3C5534E3-104C-4235-B2E0-07546D6C8541}" destId="{62465288-6E94-4307-B1FB-4157F50ADF81}" srcOrd="0" destOrd="0" presId="urn:microsoft.com/office/officeart/2005/8/layout/orgChart1"/>
    <dgm:cxn modelId="{3BDCC779-9230-4642-9842-FF306A0D65EA}" type="presParOf" srcId="{62465288-6E94-4307-B1FB-4157F50ADF81}" destId="{86EE1771-C5CE-4032-8F6D-35B6121B9C4A}" srcOrd="0" destOrd="0" presId="urn:microsoft.com/office/officeart/2005/8/layout/orgChart1"/>
    <dgm:cxn modelId="{C7980118-B102-40F2-AC96-F520C4DD2221}" type="presParOf" srcId="{86EE1771-C5CE-4032-8F6D-35B6121B9C4A}" destId="{77D9728E-0E51-4F14-9B92-65F345E13930}" srcOrd="0" destOrd="0" presId="urn:microsoft.com/office/officeart/2005/8/layout/orgChart1"/>
    <dgm:cxn modelId="{B034D33C-2992-489F-9220-686F262E3CC9}" type="presParOf" srcId="{86EE1771-C5CE-4032-8F6D-35B6121B9C4A}" destId="{6D0F1ACC-1D91-48B5-B5E0-90C192D565E1}" srcOrd="1" destOrd="0" presId="urn:microsoft.com/office/officeart/2005/8/layout/orgChart1"/>
    <dgm:cxn modelId="{CCCC5961-7C4A-4A43-A977-D49E22CD4DB7}" type="presParOf" srcId="{62465288-6E94-4307-B1FB-4157F50ADF81}" destId="{A8771425-3502-4659-A319-A21424B0D471}" srcOrd="1" destOrd="0" presId="urn:microsoft.com/office/officeart/2005/8/layout/orgChart1"/>
    <dgm:cxn modelId="{A4870603-5D31-4EFD-A7C0-39D68B1D1F24}" type="presParOf" srcId="{A8771425-3502-4659-A319-A21424B0D471}" destId="{C338E306-AC68-4241-8DB1-EB5997CAF004}" srcOrd="0" destOrd="0" presId="urn:microsoft.com/office/officeart/2005/8/layout/orgChart1"/>
    <dgm:cxn modelId="{5F5B2135-AE04-4A2F-B826-41A9BF825E24}" type="presParOf" srcId="{A8771425-3502-4659-A319-A21424B0D471}" destId="{1E3F0D04-92F2-4BA1-A611-E1A60E210A92}" srcOrd="1" destOrd="0" presId="urn:microsoft.com/office/officeart/2005/8/layout/orgChart1"/>
    <dgm:cxn modelId="{4A5CA210-5218-4AD3-9F5B-0B4316F87258}" type="presParOf" srcId="{1E3F0D04-92F2-4BA1-A611-E1A60E210A92}" destId="{F79922CA-D256-4848-8382-EB40A6CAA3B4}" srcOrd="0" destOrd="0" presId="urn:microsoft.com/office/officeart/2005/8/layout/orgChart1"/>
    <dgm:cxn modelId="{AAEF90E0-3A88-4B21-BCE7-D530E83DB6FD}" type="presParOf" srcId="{F79922CA-D256-4848-8382-EB40A6CAA3B4}" destId="{9BB2D6B5-4509-497C-A442-C276D2A91575}" srcOrd="0" destOrd="0" presId="urn:microsoft.com/office/officeart/2005/8/layout/orgChart1"/>
    <dgm:cxn modelId="{F98FD6EB-1724-4499-BCCE-EF36697AEF4F}" type="presParOf" srcId="{F79922CA-D256-4848-8382-EB40A6CAA3B4}" destId="{0CDC7AF9-E07A-4159-8BF1-5890830EE529}" srcOrd="1" destOrd="0" presId="urn:microsoft.com/office/officeart/2005/8/layout/orgChart1"/>
    <dgm:cxn modelId="{22B5080A-7FB0-4068-8F99-3E0AB4C21C19}" type="presParOf" srcId="{1E3F0D04-92F2-4BA1-A611-E1A60E210A92}" destId="{F97B7A23-1A48-4E4F-91B4-FB1DBA7DF316}" srcOrd="1" destOrd="0" presId="urn:microsoft.com/office/officeart/2005/8/layout/orgChart1"/>
    <dgm:cxn modelId="{E6085A30-07EA-4AB1-80C2-6D1CF9ABCD70}" type="presParOf" srcId="{F97B7A23-1A48-4E4F-91B4-FB1DBA7DF316}" destId="{29A40F38-BAB0-474D-B418-3CB698A127F4}" srcOrd="0" destOrd="0" presId="urn:microsoft.com/office/officeart/2005/8/layout/orgChart1"/>
    <dgm:cxn modelId="{0C8F257E-73FF-4C75-A8AF-C52D52D84D5F}" type="presParOf" srcId="{F97B7A23-1A48-4E4F-91B4-FB1DBA7DF316}" destId="{7E7E3D90-4788-4DD8-85FA-632621C43327}" srcOrd="1" destOrd="0" presId="urn:microsoft.com/office/officeart/2005/8/layout/orgChart1"/>
    <dgm:cxn modelId="{E052E6C2-E669-42B8-9035-DE1572379254}" type="presParOf" srcId="{7E7E3D90-4788-4DD8-85FA-632621C43327}" destId="{45D4826D-6A26-455C-8EF9-F96FF5CA9B25}" srcOrd="0" destOrd="0" presId="urn:microsoft.com/office/officeart/2005/8/layout/orgChart1"/>
    <dgm:cxn modelId="{F6A90A92-E7C9-4D7B-BB99-BF16B62D281F}" type="presParOf" srcId="{45D4826D-6A26-455C-8EF9-F96FF5CA9B25}" destId="{95128B40-26AE-49AD-82EF-071AEA7BB205}" srcOrd="0" destOrd="0" presId="urn:microsoft.com/office/officeart/2005/8/layout/orgChart1"/>
    <dgm:cxn modelId="{B8E6574C-DF9C-4426-A09A-F6F632275B42}" type="presParOf" srcId="{45D4826D-6A26-455C-8EF9-F96FF5CA9B25}" destId="{62A62F38-2301-467B-9B0C-F7828274BD05}" srcOrd="1" destOrd="0" presId="urn:microsoft.com/office/officeart/2005/8/layout/orgChart1"/>
    <dgm:cxn modelId="{2015AF52-AAAC-49EA-B818-CBBE74D0F190}" type="presParOf" srcId="{7E7E3D90-4788-4DD8-85FA-632621C43327}" destId="{6F65F10D-4C7C-47EE-8BA4-1E7F6A3AAA56}" srcOrd="1" destOrd="0" presId="urn:microsoft.com/office/officeart/2005/8/layout/orgChart1"/>
    <dgm:cxn modelId="{EFC122CB-AD77-4C2E-97CD-847F6C9D2C36}" type="presParOf" srcId="{7E7E3D90-4788-4DD8-85FA-632621C43327}" destId="{F2BDBACB-2A2C-4CE7-8290-8EA9D58C5ABB}" srcOrd="2" destOrd="0" presId="urn:microsoft.com/office/officeart/2005/8/layout/orgChart1"/>
    <dgm:cxn modelId="{8799E4B3-BEBC-420E-AD66-2D4E7B905A33}" type="presParOf" srcId="{F97B7A23-1A48-4E4F-91B4-FB1DBA7DF316}" destId="{306AC0D1-54C7-45BD-9676-6FE91A50F5F6}" srcOrd="2" destOrd="0" presId="urn:microsoft.com/office/officeart/2005/8/layout/orgChart1"/>
    <dgm:cxn modelId="{D68C9220-8D3C-4449-A8D2-27CE38C21BDC}" type="presParOf" srcId="{F97B7A23-1A48-4E4F-91B4-FB1DBA7DF316}" destId="{CE1C2562-D168-4507-812D-147C62B37134}" srcOrd="3" destOrd="0" presId="urn:microsoft.com/office/officeart/2005/8/layout/orgChart1"/>
    <dgm:cxn modelId="{93A12E33-9207-43E5-AA07-C4201C439363}" type="presParOf" srcId="{CE1C2562-D168-4507-812D-147C62B37134}" destId="{C4099729-E6FF-48F8-BD9F-29F012393AA8}" srcOrd="0" destOrd="0" presId="urn:microsoft.com/office/officeart/2005/8/layout/orgChart1"/>
    <dgm:cxn modelId="{7F3E09D6-B821-4BA4-A833-8561B0389F86}" type="presParOf" srcId="{C4099729-E6FF-48F8-BD9F-29F012393AA8}" destId="{A8EA9EC8-F306-4E25-836B-9062BB1BC3A2}" srcOrd="0" destOrd="0" presId="urn:microsoft.com/office/officeart/2005/8/layout/orgChart1"/>
    <dgm:cxn modelId="{DECB2DE2-53EF-4A33-8D14-9A62C33254AE}" type="presParOf" srcId="{C4099729-E6FF-48F8-BD9F-29F012393AA8}" destId="{30D46FD2-03E6-4FFF-96DA-CBE95704A24C}" srcOrd="1" destOrd="0" presId="urn:microsoft.com/office/officeart/2005/8/layout/orgChart1"/>
    <dgm:cxn modelId="{A0BA68CA-47BA-4088-9E9A-A04345DF8161}" type="presParOf" srcId="{CE1C2562-D168-4507-812D-147C62B37134}" destId="{FAF081C9-A233-40E2-BE90-207FB856E045}" srcOrd="1" destOrd="0" presId="urn:microsoft.com/office/officeart/2005/8/layout/orgChart1"/>
    <dgm:cxn modelId="{3F10B429-07FB-4A4B-9205-5D9CE02767F0}" type="presParOf" srcId="{CE1C2562-D168-4507-812D-147C62B37134}" destId="{72CC905E-D095-49BD-B6F7-ECC4F5A9ECBD}" srcOrd="2" destOrd="0" presId="urn:microsoft.com/office/officeart/2005/8/layout/orgChart1"/>
    <dgm:cxn modelId="{9CC73890-72B4-47F7-A790-993E2F45CC37}" type="presParOf" srcId="{F97B7A23-1A48-4E4F-91B4-FB1DBA7DF316}" destId="{8BFED4EC-DA59-4E53-B9CE-1441B48131D0}" srcOrd="4" destOrd="0" presId="urn:microsoft.com/office/officeart/2005/8/layout/orgChart1"/>
    <dgm:cxn modelId="{B18C6432-45A5-471E-ACEB-0B99DF914F55}" type="presParOf" srcId="{F97B7A23-1A48-4E4F-91B4-FB1DBA7DF316}" destId="{DD43E964-A92C-4C68-B6DE-974534638943}" srcOrd="5" destOrd="0" presId="urn:microsoft.com/office/officeart/2005/8/layout/orgChart1"/>
    <dgm:cxn modelId="{F183800D-0551-4766-9E5B-2D68DE8393C4}" type="presParOf" srcId="{DD43E964-A92C-4C68-B6DE-974534638943}" destId="{7FB911EA-51AF-4282-98E9-B08A352ABA94}" srcOrd="0" destOrd="0" presId="urn:microsoft.com/office/officeart/2005/8/layout/orgChart1"/>
    <dgm:cxn modelId="{B6D65BBB-DED2-498D-BCAA-294761FDB9BE}" type="presParOf" srcId="{7FB911EA-51AF-4282-98E9-B08A352ABA94}" destId="{70D61C82-04BE-4929-A650-CD4B978DFDDC}" srcOrd="0" destOrd="0" presId="urn:microsoft.com/office/officeart/2005/8/layout/orgChart1"/>
    <dgm:cxn modelId="{F6320C7A-A0A8-41A1-A9AD-5428D65BEF7B}" type="presParOf" srcId="{7FB911EA-51AF-4282-98E9-B08A352ABA94}" destId="{281A3B00-2BDD-4524-A0FC-DE0D9141439B}" srcOrd="1" destOrd="0" presId="urn:microsoft.com/office/officeart/2005/8/layout/orgChart1"/>
    <dgm:cxn modelId="{25C5A45A-DEEC-42E9-A19D-6388798A4F03}" type="presParOf" srcId="{DD43E964-A92C-4C68-B6DE-974534638943}" destId="{03091145-4DF3-45C3-BFE0-2663DAC25C57}" srcOrd="1" destOrd="0" presId="urn:microsoft.com/office/officeart/2005/8/layout/orgChart1"/>
    <dgm:cxn modelId="{5A2362B7-98D9-4254-94C3-B58148283BDB}" type="presParOf" srcId="{DD43E964-A92C-4C68-B6DE-974534638943}" destId="{E1FB6EA6-D8D2-4E5F-A4C4-920E654F5A46}" srcOrd="2" destOrd="0" presId="urn:microsoft.com/office/officeart/2005/8/layout/orgChart1"/>
    <dgm:cxn modelId="{CC7613C5-9103-4AA3-9CF0-F97CF45137BB}" type="presParOf" srcId="{1E3F0D04-92F2-4BA1-A611-E1A60E210A92}" destId="{DAB12D70-C352-4827-8B01-9F1E0001A5BC}" srcOrd="2" destOrd="0" presId="urn:microsoft.com/office/officeart/2005/8/layout/orgChart1"/>
    <dgm:cxn modelId="{E3E373A8-2F82-4C1B-B97A-0EDDDD481205}" type="presParOf" srcId="{A8771425-3502-4659-A319-A21424B0D471}" destId="{7B0CB0B5-CE6A-4434-BAA5-3EABA2CE407D}" srcOrd="2" destOrd="0" presId="urn:microsoft.com/office/officeart/2005/8/layout/orgChart1"/>
    <dgm:cxn modelId="{2994D869-641A-48B3-AE6C-256F896B19A6}" type="presParOf" srcId="{A8771425-3502-4659-A319-A21424B0D471}" destId="{5448E216-5268-407B-B385-DD11EE6FEBBB}" srcOrd="3" destOrd="0" presId="urn:microsoft.com/office/officeart/2005/8/layout/orgChart1"/>
    <dgm:cxn modelId="{24612A42-7B70-4BD8-B78B-244F6B7D4813}" type="presParOf" srcId="{5448E216-5268-407B-B385-DD11EE6FEBBB}" destId="{967B8F0D-4126-4898-8D3A-909FF5DC66CD}" srcOrd="0" destOrd="0" presId="urn:microsoft.com/office/officeart/2005/8/layout/orgChart1"/>
    <dgm:cxn modelId="{3162CE89-91E9-459F-9340-EEB5D1AF54B9}" type="presParOf" srcId="{967B8F0D-4126-4898-8D3A-909FF5DC66CD}" destId="{8773AF79-8611-422A-BC88-FBC71FD681A2}" srcOrd="0" destOrd="0" presId="urn:microsoft.com/office/officeart/2005/8/layout/orgChart1"/>
    <dgm:cxn modelId="{4493B256-AE5C-47EC-9E94-C5EC5DABAAE6}" type="presParOf" srcId="{967B8F0D-4126-4898-8D3A-909FF5DC66CD}" destId="{C9693889-0D4C-43A7-A05C-479856446B93}" srcOrd="1" destOrd="0" presId="urn:microsoft.com/office/officeart/2005/8/layout/orgChart1"/>
    <dgm:cxn modelId="{CBB8EE6D-567B-454F-9120-25F41356BA03}" type="presParOf" srcId="{5448E216-5268-407B-B385-DD11EE6FEBBB}" destId="{A13B282A-5271-41BC-91C7-A60F628C77F0}" srcOrd="1" destOrd="0" presId="urn:microsoft.com/office/officeart/2005/8/layout/orgChart1"/>
    <dgm:cxn modelId="{DAC1DDE3-0FE2-4199-A2A3-687BD417F15E}" type="presParOf" srcId="{A13B282A-5271-41BC-91C7-A60F628C77F0}" destId="{27D29A0E-3443-4152-934E-5BB0F2A561A5}" srcOrd="0" destOrd="0" presId="urn:microsoft.com/office/officeart/2005/8/layout/orgChart1"/>
    <dgm:cxn modelId="{99925DCE-77C3-4DF8-99BC-67B03F888B03}" type="presParOf" srcId="{A13B282A-5271-41BC-91C7-A60F628C77F0}" destId="{E68F2A8B-13CE-4C42-A690-A6E98B7D936F}" srcOrd="1" destOrd="0" presId="urn:microsoft.com/office/officeart/2005/8/layout/orgChart1"/>
    <dgm:cxn modelId="{96FB1F6A-C2D8-4D71-8D9F-6C6A558844E3}" type="presParOf" srcId="{E68F2A8B-13CE-4C42-A690-A6E98B7D936F}" destId="{4E57C753-9871-4AD7-A482-82E3A1106844}" srcOrd="0" destOrd="0" presId="urn:microsoft.com/office/officeart/2005/8/layout/orgChart1"/>
    <dgm:cxn modelId="{591EEF1A-DEDF-44A3-BDF0-CC8B5A80DA73}" type="presParOf" srcId="{4E57C753-9871-4AD7-A482-82E3A1106844}" destId="{3124B647-1AC5-4B3B-B440-CCE2709061DA}" srcOrd="0" destOrd="0" presId="urn:microsoft.com/office/officeart/2005/8/layout/orgChart1"/>
    <dgm:cxn modelId="{24DAA36D-70EF-413B-9051-DFC1CC883FF2}" type="presParOf" srcId="{4E57C753-9871-4AD7-A482-82E3A1106844}" destId="{A79B36E2-BFA6-4634-A678-382210A7A73F}" srcOrd="1" destOrd="0" presId="urn:microsoft.com/office/officeart/2005/8/layout/orgChart1"/>
    <dgm:cxn modelId="{AD18EDFC-AB47-41F0-9492-B18865B1EF7D}" type="presParOf" srcId="{E68F2A8B-13CE-4C42-A690-A6E98B7D936F}" destId="{A2BDA471-4F19-48B3-AA90-711CD79B6E07}" srcOrd="1" destOrd="0" presId="urn:microsoft.com/office/officeart/2005/8/layout/orgChart1"/>
    <dgm:cxn modelId="{71E67F3E-05F2-4DC4-8E27-D5E60B87B2AD}" type="presParOf" srcId="{E68F2A8B-13CE-4C42-A690-A6E98B7D936F}" destId="{9028379C-0D28-4FBB-8A09-BCF4C3D36754}" srcOrd="2" destOrd="0" presId="urn:microsoft.com/office/officeart/2005/8/layout/orgChart1"/>
    <dgm:cxn modelId="{B2715F8F-267D-47D0-BA1B-9369776B65BE}" type="presParOf" srcId="{A13B282A-5271-41BC-91C7-A60F628C77F0}" destId="{498314EC-81CE-4304-B059-F451B0FC1FE0}" srcOrd="2" destOrd="0" presId="urn:microsoft.com/office/officeart/2005/8/layout/orgChart1"/>
    <dgm:cxn modelId="{67A7D196-7AA0-4961-BA05-BBB8A6882FF2}" type="presParOf" srcId="{A13B282A-5271-41BC-91C7-A60F628C77F0}" destId="{35F81B74-D469-4F04-8FEA-7AAE4BCB8232}" srcOrd="3" destOrd="0" presId="urn:microsoft.com/office/officeart/2005/8/layout/orgChart1"/>
    <dgm:cxn modelId="{08B7943D-B96B-42E5-85A5-C1BF527EBCE3}" type="presParOf" srcId="{35F81B74-D469-4F04-8FEA-7AAE4BCB8232}" destId="{DFCE8D71-021C-4CE1-9352-B03C67CC18F8}" srcOrd="0" destOrd="0" presId="urn:microsoft.com/office/officeart/2005/8/layout/orgChart1"/>
    <dgm:cxn modelId="{9C640414-D2D3-41E8-A404-FE88FB7FD985}" type="presParOf" srcId="{DFCE8D71-021C-4CE1-9352-B03C67CC18F8}" destId="{1020D555-A7DC-41E3-AECD-7C34E2FF34CA}" srcOrd="0" destOrd="0" presId="urn:microsoft.com/office/officeart/2005/8/layout/orgChart1"/>
    <dgm:cxn modelId="{02C7AF0D-6EB3-4CF5-AE7F-542439054C4A}" type="presParOf" srcId="{DFCE8D71-021C-4CE1-9352-B03C67CC18F8}" destId="{D4E5E1A2-F1F5-4D8B-B30D-6E4E76EC0C81}" srcOrd="1" destOrd="0" presId="urn:microsoft.com/office/officeart/2005/8/layout/orgChart1"/>
    <dgm:cxn modelId="{DC4D3A8F-41E6-4A91-8AB9-3554B39F38D7}" type="presParOf" srcId="{35F81B74-D469-4F04-8FEA-7AAE4BCB8232}" destId="{61F7C321-9497-4323-ADC9-4930C01B7A76}" srcOrd="1" destOrd="0" presId="urn:microsoft.com/office/officeart/2005/8/layout/orgChart1"/>
    <dgm:cxn modelId="{DEA6118A-E3C4-46DA-BDBA-CF8E7EBA1916}" type="presParOf" srcId="{35F81B74-D469-4F04-8FEA-7AAE4BCB8232}" destId="{2CE13A99-35C1-43DA-AB77-C8C7E82B7EA1}" srcOrd="2" destOrd="0" presId="urn:microsoft.com/office/officeart/2005/8/layout/orgChart1"/>
    <dgm:cxn modelId="{28D2D2DA-5DAA-4B0B-B768-AA26BFAE24E9}" type="presParOf" srcId="{A13B282A-5271-41BC-91C7-A60F628C77F0}" destId="{724BD5BC-36FC-4AC4-A05C-85042DB64966}" srcOrd="4" destOrd="0" presId="urn:microsoft.com/office/officeart/2005/8/layout/orgChart1"/>
    <dgm:cxn modelId="{42B447DC-BCD1-47B1-AA35-43F54940A72C}" type="presParOf" srcId="{A13B282A-5271-41BC-91C7-A60F628C77F0}" destId="{03DB0F27-0E74-412F-AE2B-443D3B00E431}" srcOrd="5" destOrd="0" presId="urn:microsoft.com/office/officeart/2005/8/layout/orgChart1"/>
    <dgm:cxn modelId="{A78AC594-124E-47A2-823B-CCA08B0303B6}" type="presParOf" srcId="{03DB0F27-0E74-412F-AE2B-443D3B00E431}" destId="{2875D066-7CF3-4970-9921-37EF489E56DB}" srcOrd="0" destOrd="0" presId="urn:microsoft.com/office/officeart/2005/8/layout/orgChart1"/>
    <dgm:cxn modelId="{71A49D51-4EF2-4FB8-917D-72449C2068C0}" type="presParOf" srcId="{2875D066-7CF3-4970-9921-37EF489E56DB}" destId="{4969A686-1DB9-44A3-B738-89317C6766B9}" srcOrd="0" destOrd="0" presId="urn:microsoft.com/office/officeart/2005/8/layout/orgChart1"/>
    <dgm:cxn modelId="{CDF484ED-3CD2-420D-8F72-90D544A469DD}" type="presParOf" srcId="{2875D066-7CF3-4970-9921-37EF489E56DB}" destId="{7A32427A-73EB-4C0E-AEFC-2C3DCA78A882}" srcOrd="1" destOrd="0" presId="urn:microsoft.com/office/officeart/2005/8/layout/orgChart1"/>
    <dgm:cxn modelId="{42E135F7-4BC0-496E-A9F0-C3C0185737CA}" type="presParOf" srcId="{03DB0F27-0E74-412F-AE2B-443D3B00E431}" destId="{4FA61B13-E95B-450F-AC64-B95CD23CF08F}" srcOrd="1" destOrd="0" presId="urn:microsoft.com/office/officeart/2005/8/layout/orgChart1"/>
    <dgm:cxn modelId="{672ECF8A-040E-4FF5-8A26-1B4A741DC257}" type="presParOf" srcId="{03DB0F27-0E74-412F-AE2B-443D3B00E431}" destId="{02CD802F-9FFB-46A4-8EA5-2D18E8153B27}" srcOrd="2" destOrd="0" presId="urn:microsoft.com/office/officeart/2005/8/layout/orgChart1"/>
    <dgm:cxn modelId="{B06B7A9C-5C20-447D-A96E-C8629F4A734F}" type="presParOf" srcId="{5448E216-5268-407B-B385-DD11EE6FEBBB}" destId="{6F2DF278-07DD-49EC-8A16-9BFBBA5F0582}" srcOrd="2" destOrd="0" presId="urn:microsoft.com/office/officeart/2005/8/layout/orgChart1"/>
    <dgm:cxn modelId="{CCFD8ECE-8DEB-4154-A465-C760AA0B5C32}" type="presParOf" srcId="{A8771425-3502-4659-A319-A21424B0D471}" destId="{8072AF13-5774-4D72-AD7C-A63A34792FE5}" srcOrd="4" destOrd="0" presId="urn:microsoft.com/office/officeart/2005/8/layout/orgChart1"/>
    <dgm:cxn modelId="{A6672D9B-FF33-4AD8-980F-05DF51B10BF3}" type="presParOf" srcId="{A8771425-3502-4659-A319-A21424B0D471}" destId="{13E101C2-AAB9-4C79-A034-1F665614314F}" srcOrd="5" destOrd="0" presId="urn:microsoft.com/office/officeart/2005/8/layout/orgChart1"/>
    <dgm:cxn modelId="{6E5F4643-A461-4ED5-A4DC-BA0152E436A0}" type="presParOf" srcId="{13E101C2-AAB9-4C79-A034-1F665614314F}" destId="{5FA87658-3109-4FCE-B29E-5F7F11E94CC7}" srcOrd="0" destOrd="0" presId="urn:microsoft.com/office/officeart/2005/8/layout/orgChart1"/>
    <dgm:cxn modelId="{1BDD2C5B-9E7A-4402-B745-D7354A427A27}" type="presParOf" srcId="{5FA87658-3109-4FCE-B29E-5F7F11E94CC7}" destId="{C7515423-66E2-48AC-B918-61E7EA82F8EE}" srcOrd="0" destOrd="0" presId="urn:microsoft.com/office/officeart/2005/8/layout/orgChart1"/>
    <dgm:cxn modelId="{4A60D14B-2FDF-46F2-B896-5E70E3FA448D}" type="presParOf" srcId="{5FA87658-3109-4FCE-B29E-5F7F11E94CC7}" destId="{70D824A2-6699-4F91-A14E-D100D7E3DC27}" srcOrd="1" destOrd="0" presId="urn:microsoft.com/office/officeart/2005/8/layout/orgChart1"/>
    <dgm:cxn modelId="{C664CDD0-01D0-4A72-9145-8E27BB2AFAE2}" type="presParOf" srcId="{13E101C2-AAB9-4C79-A034-1F665614314F}" destId="{451F8EE0-8EAB-4679-89F1-27CFC2B5BF0A}" srcOrd="1" destOrd="0" presId="urn:microsoft.com/office/officeart/2005/8/layout/orgChart1"/>
    <dgm:cxn modelId="{6F7A18F0-3911-40BB-AFA0-E8585B2C0B33}" type="presParOf" srcId="{451F8EE0-8EAB-4679-89F1-27CFC2B5BF0A}" destId="{6D218344-C63E-4EA3-87DB-2E2558B12754}" srcOrd="0" destOrd="0" presId="urn:microsoft.com/office/officeart/2005/8/layout/orgChart1"/>
    <dgm:cxn modelId="{2C20E78C-7E38-46AA-A0BA-1E14E2FC3873}" type="presParOf" srcId="{451F8EE0-8EAB-4679-89F1-27CFC2B5BF0A}" destId="{6A52F530-A729-4188-8EC6-44718B2B2974}" srcOrd="1" destOrd="0" presId="urn:microsoft.com/office/officeart/2005/8/layout/orgChart1"/>
    <dgm:cxn modelId="{72D19527-FBDA-4349-B2E2-D349D53FD490}" type="presParOf" srcId="{6A52F530-A729-4188-8EC6-44718B2B2974}" destId="{378B026A-0F78-4D29-B4AD-4D1EF20C932A}" srcOrd="0" destOrd="0" presId="urn:microsoft.com/office/officeart/2005/8/layout/orgChart1"/>
    <dgm:cxn modelId="{787E86FE-BC5D-4F2F-90EE-8E0F7B4F8373}" type="presParOf" srcId="{378B026A-0F78-4D29-B4AD-4D1EF20C932A}" destId="{D104B623-D71C-4A5A-A365-7B36FD859DF5}" srcOrd="0" destOrd="0" presId="urn:microsoft.com/office/officeart/2005/8/layout/orgChart1"/>
    <dgm:cxn modelId="{7FEE87CE-F2A6-4E0D-80E9-FB166F9D3711}" type="presParOf" srcId="{378B026A-0F78-4D29-B4AD-4D1EF20C932A}" destId="{ADFA329A-2F02-47F6-9F97-94647537D174}" srcOrd="1" destOrd="0" presId="urn:microsoft.com/office/officeart/2005/8/layout/orgChart1"/>
    <dgm:cxn modelId="{43991686-FF4F-49BE-AC3B-FF8286F2439C}" type="presParOf" srcId="{6A52F530-A729-4188-8EC6-44718B2B2974}" destId="{E81C069F-A25F-4DD2-B0AC-1F7BDAEC1EA7}" srcOrd="1" destOrd="0" presId="urn:microsoft.com/office/officeart/2005/8/layout/orgChart1"/>
    <dgm:cxn modelId="{3A82FB9E-77C1-4321-8E32-905BCE06BDA8}" type="presParOf" srcId="{6A52F530-A729-4188-8EC6-44718B2B2974}" destId="{2F9EDAF6-93A7-4BE5-B4F3-41BEC224CF06}" srcOrd="2" destOrd="0" presId="urn:microsoft.com/office/officeart/2005/8/layout/orgChart1"/>
    <dgm:cxn modelId="{C714CBC0-2577-456F-84DA-8805F16BE5C3}" type="presParOf" srcId="{451F8EE0-8EAB-4679-89F1-27CFC2B5BF0A}" destId="{E4A26C9D-D0A7-4B6B-BAF5-3E84AFF931D1}" srcOrd="2" destOrd="0" presId="urn:microsoft.com/office/officeart/2005/8/layout/orgChart1"/>
    <dgm:cxn modelId="{562BFF3A-C536-41B8-9E9A-F11E79A00F1E}" type="presParOf" srcId="{451F8EE0-8EAB-4679-89F1-27CFC2B5BF0A}" destId="{71820D68-DA34-48A0-843C-E5B61603D90E}" srcOrd="3" destOrd="0" presId="urn:microsoft.com/office/officeart/2005/8/layout/orgChart1"/>
    <dgm:cxn modelId="{050F8B78-BD48-4B15-BAD1-42B46772F459}" type="presParOf" srcId="{71820D68-DA34-48A0-843C-E5B61603D90E}" destId="{DBC9A09A-080A-44B9-9D71-F8BDAB1D330B}" srcOrd="0" destOrd="0" presId="urn:microsoft.com/office/officeart/2005/8/layout/orgChart1"/>
    <dgm:cxn modelId="{DA5BC736-85F7-47CC-98C9-36B461CAED65}" type="presParOf" srcId="{DBC9A09A-080A-44B9-9D71-F8BDAB1D330B}" destId="{AAB07E15-B510-4993-B5ED-64BC91CEC6FA}" srcOrd="0" destOrd="0" presId="urn:microsoft.com/office/officeart/2005/8/layout/orgChart1"/>
    <dgm:cxn modelId="{F70B6361-CA04-4015-8BFE-A911DC1F3101}" type="presParOf" srcId="{DBC9A09A-080A-44B9-9D71-F8BDAB1D330B}" destId="{06EA159F-EC1A-41BC-B91F-D0D00A6BA8CE}" srcOrd="1" destOrd="0" presId="urn:microsoft.com/office/officeart/2005/8/layout/orgChart1"/>
    <dgm:cxn modelId="{FF49AE46-58D5-4B1F-BE6A-6A1E103390E3}" type="presParOf" srcId="{71820D68-DA34-48A0-843C-E5B61603D90E}" destId="{7366F0D6-4EC9-4B6F-A07E-17736732B3D1}" srcOrd="1" destOrd="0" presId="urn:microsoft.com/office/officeart/2005/8/layout/orgChart1"/>
    <dgm:cxn modelId="{7AD734B0-CCEE-4476-8343-160BDB253ABB}" type="presParOf" srcId="{71820D68-DA34-48A0-843C-E5B61603D90E}" destId="{7F220D6A-85D4-49B9-BAE2-0F78FF44156F}" srcOrd="2" destOrd="0" presId="urn:microsoft.com/office/officeart/2005/8/layout/orgChart1"/>
    <dgm:cxn modelId="{2434DB89-351D-4805-BB1C-137541E9437E}" type="presParOf" srcId="{451F8EE0-8EAB-4679-89F1-27CFC2B5BF0A}" destId="{F112797D-3E68-41A0-934E-CCB283BE06A9}" srcOrd="4" destOrd="0" presId="urn:microsoft.com/office/officeart/2005/8/layout/orgChart1"/>
    <dgm:cxn modelId="{8FAAC1BE-7A35-4E20-9557-61CC429C1238}" type="presParOf" srcId="{451F8EE0-8EAB-4679-89F1-27CFC2B5BF0A}" destId="{1C3A175F-1C88-48C9-94B5-7F523F6F4610}" srcOrd="5" destOrd="0" presId="urn:microsoft.com/office/officeart/2005/8/layout/orgChart1"/>
    <dgm:cxn modelId="{83BA9775-D06C-4A73-A71A-4288FA9E3C4E}" type="presParOf" srcId="{1C3A175F-1C88-48C9-94B5-7F523F6F4610}" destId="{980CEBCB-104F-4E5D-A870-CEAC47DBB544}" srcOrd="0" destOrd="0" presId="urn:microsoft.com/office/officeart/2005/8/layout/orgChart1"/>
    <dgm:cxn modelId="{E668C67B-BE89-4657-80D3-C4157027E2D1}" type="presParOf" srcId="{980CEBCB-104F-4E5D-A870-CEAC47DBB544}" destId="{04E1750F-D904-43AE-9F5B-F789E71EB528}" srcOrd="0" destOrd="0" presId="urn:microsoft.com/office/officeart/2005/8/layout/orgChart1"/>
    <dgm:cxn modelId="{DEB5C839-ECAD-41ED-84AC-B2BF92B55EB6}" type="presParOf" srcId="{980CEBCB-104F-4E5D-A870-CEAC47DBB544}" destId="{E33DE678-B6C3-4293-9CA9-6B4D061696FB}" srcOrd="1" destOrd="0" presId="urn:microsoft.com/office/officeart/2005/8/layout/orgChart1"/>
    <dgm:cxn modelId="{1E5ED5DA-0FF7-4A30-9B06-44D0D5F1D3C7}" type="presParOf" srcId="{1C3A175F-1C88-48C9-94B5-7F523F6F4610}" destId="{3CCDEB7F-29B1-4CBD-B918-483169A74791}" srcOrd="1" destOrd="0" presId="urn:microsoft.com/office/officeart/2005/8/layout/orgChart1"/>
    <dgm:cxn modelId="{8F770720-6D9D-4B28-A1FB-2302AC9579C3}" type="presParOf" srcId="{1C3A175F-1C88-48C9-94B5-7F523F6F4610}" destId="{22404307-EF0D-4006-8CC5-D648A88A776F}" srcOrd="2" destOrd="0" presId="urn:microsoft.com/office/officeart/2005/8/layout/orgChart1"/>
    <dgm:cxn modelId="{95C247DB-C490-4DE4-9D53-01EB86079E1F}" type="presParOf" srcId="{13E101C2-AAB9-4C79-A034-1F665614314F}" destId="{285C648A-15FD-4522-B166-62E2E34BEC97}" srcOrd="2" destOrd="0" presId="urn:microsoft.com/office/officeart/2005/8/layout/orgChart1"/>
    <dgm:cxn modelId="{0662C68E-A7A4-43CE-9F61-7D5C9AE6B78B}" type="presParOf" srcId="{62465288-6E94-4307-B1FB-4157F50ADF81}" destId="{389422BF-8F93-47BA-B3CF-5F275DD1550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58A32D7F-26CA-4AA4-BB87-DF790C7D4A4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6DDDD12E-0514-43BD-A790-B1DAFCF34D52}">
      <dgm:prSet phldrT="[Testo]"/>
      <dgm:spPr/>
      <dgm:t>
        <a:bodyPr/>
        <a:lstStyle/>
        <a:p>
          <a:r>
            <a:rPr lang="en-US" noProof="0" dirty="0"/>
            <a:t>Risk </a:t>
          </a:r>
        </a:p>
      </dgm:t>
    </dgm:pt>
    <dgm:pt modelId="{AD71F331-6193-4047-B596-76B1F037B61E}" type="parTrans" cxnId="{36CD74F1-126D-4E49-8B36-AFFC67E3A1E2}">
      <dgm:prSet/>
      <dgm:spPr/>
      <dgm:t>
        <a:bodyPr/>
        <a:lstStyle/>
        <a:p>
          <a:endParaRPr lang="en-US" noProof="0" dirty="0"/>
        </a:p>
      </dgm:t>
    </dgm:pt>
    <dgm:pt modelId="{A9AE48CA-5AA6-43CD-AFCD-C551004EF75E}" type="sibTrans" cxnId="{36CD74F1-126D-4E49-8B36-AFFC67E3A1E2}">
      <dgm:prSet/>
      <dgm:spPr/>
      <dgm:t>
        <a:bodyPr/>
        <a:lstStyle/>
        <a:p>
          <a:endParaRPr lang="en-US" noProof="0" dirty="0"/>
        </a:p>
      </dgm:t>
    </dgm:pt>
    <dgm:pt modelId="{035EB52E-5AC1-49CF-9EB7-A8F9ADD106E8}">
      <dgm:prSet phldrT="[Testo]"/>
      <dgm:spPr>
        <a:solidFill>
          <a:schemeClr val="bg1"/>
        </a:solidFill>
      </dgm:spPr>
      <dgm:t>
        <a:bodyPr/>
        <a:lstStyle/>
        <a:p>
          <a:r>
            <a:rPr lang="en-US" noProof="0" dirty="0"/>
            <a:t>Innovation</a:t>
          </a:r>
        </a:p>
      </dgm:t>
    </dgm:pt>
    <dgm:pt modelId="{C16859C7-2906-48E4-A4D8-C121D8FFEE26}" type="parTrans" cxnId="{500113B9-A2C4-4A05-A23B-9C9138945153}">
      <dgm:prSet/>
      <dgm:spPr/>
      <dgm:t>
        <a:bodyPr/>
        <a:lstStyle/>
        <a:p>
          <a:endParaRPr lang="en-US" noProof="0" dirty="0"/>
        </a:p>
      </dgm:t>
    </dgm:pt>
    <dgm:pt modelId="{8E667DDA-9E48-4630-94F2-D977A625F2F3}" type="sibTrans" cxnId="{500113B9-A2C4-4A05-A23B-9C9138945153}">
      <dgm:prSet/>
      <dgm:spPr/>
      <dgm:t>
        <a:bodyPr/>
        <a:lstStyle/>
        <a:p>
          <a:endParaRPr lang="en-US" noProof="0" dirty="0"/>
        </a:p>
      </dgm:t>
    </dgm:pt>
    <dgm:pt modelId="{10FB62ED-854F-4359-BA0A-00BF327EB59C}">
      <dgm:prSet phldrT="[Testo]"/>
      <dgm:spPr>
        <a:solidFill>
          <a:schemeClr val="bg1"/>
        </a:solidFill>
      </dgm:spPr>
      <dgm:t>
        <a:bodyPr/>
        <a:lstStyle/>
        <a:p>
          <a:r>
            <a:rPr lang="en-US" noProof="0" dirty="0"/>
            <a:t>Size</a:t>
          </a:r>
        </a:p>
      </dgm:t>
    </dgm:pt>
    <dgm:pt modelId="{F65A2D40-81E1-425E-9F5A-B392D52699A6}" type="parTrans" cxnId="{079FC33D-F5CA-4624-9BCE-18DAA3B7ADAA}">
      <dgm:prSet/>
      <dgm:spPr/>
      <dgm:t>
        <a:bodyPr/>
        <a:lstStyle/>
        <a:p>
          <a:endParaRPr lang="en-US" noProof="0" dirty="0"/>
        </a:p>
      </dgm:t>
    </dgm:pt>
    <dgm:pt modelId="{318AB2B9-6E19-42FB-BF56-8C6D6C54E51D}" type="sibTrans" cxnId="{079FC33D-F5CA-4624-9BCE-18DAA3B7ADAA}">
      <dgm:prSet/>
      <dgm:spPr/>
      <dgm:t>
        <a:bodyPr/>
        <a:lstStyle/>
        <a:p>
          <a:endParaRPr lang="en-US" noProof="0" dirty="0"/>
        </a:p>
      </dgm:t>
    </dgm:pt>
    <dgm:pt modelId="{6FE262BC-C65E-4F46-AF8C-870739795102}">
      <dgm:prSet phldrT="[Testo]"/>
      <dgm:spPr>
        <a:solidFill>
          <a:schemeClr val="bg2">
            <a:lumMod val="60000"/>
            <a:lumOff val="40000"/>
          </a:schemeClr>
        </a:solidFill>
      </dgm:spPr>
      <dgm:t>
        <a:bodyPr/>
        <a:lstStyle/>
        <a:p>
          <a:r>
            <a:rPr lang="en-US" noProof="0" dirty="0"/>
            <a:t>Uncertainty</a:t>
          </a:r>
        </a:p>
      </dgm:t>
    </dgm:pt>
    <dgm:pt modelId="{C50A526D-3CCC-4FA0-B5AD-9FE38C0A20E9}" type="parTrans" cxnId="{AAEBDDEA-A7D7-44AE-B3AE-4BB6B1D0557D}">
      <dgm:prSet/>
      <dgm:spPr/>
      <dgm:t>
        <a:bodyPr/>
        <a:lstStyle/>
        <a:p>
          <a:endParaRPr lang="en-US" noProof="0" dirty="0"/>
        </a:p>
      </dgm:t>
    </dgm:pt>
    <dgm:pt modelId="{273B2FB3-E190-45E0-BCBB-1ADA57A70117}" type="sibTrans" cxnId="{AAEBDDEA-A7D7-44AE-B3AE-4BB6B1D0557D}">
      <dgm:prSet/>
      <dgm:spPr/>
      <dgm:t>
        <a:bodyPr/>
        <a:lstStyle/>
        <a:p>
          <a:endParaRPr lang="en-US" noProof="0" dirty="0"/>
        </a:p>
      </dgm:t>
    </dgm:pt>
    <dgm:pt modelId="{F4E2A88E-63B9-4B8C-8494-71DF1E8A249B}">
      <dgm:prSet phldrT="[Testo]"/>
      <dgm:spPr>
        <a:solidFill>
          <a:schemeClr val="bg1"/>
        </a:solidFill>
      </dgm:spPr>
      <dgm:t>
        <a:bodyPr/>
        <a:lstStyle/>
        <a:p>
          <a:r>
            <a:rPr lang="en-US" noProof="0" dirty="0"/>
            <a:t>Technology </a:t>
          </a:r>
        </a:p>
      </dgm:t>
    </dgm:pt>
    <dgm:pt modelId="{ED09692A-6351-416D-BC5E-8B6289C291EB}" type="parTrans" cxnId="{68EB2693-CA6A-473A-9102-8449550BE7C8}">
      <dgm:prSet/>
      <dgm:spPr/>
      <dgm:t>
        <a:bodyPr/>
        <a:lstStyle/>
        <a:p>
          <a:endParaRPr lang="en-US" noProof="0" dirty="0"/>
        </a:p>
      </dgm:t>
    </dgm:pt>
    <dgm:pt modelId="{52103D3D-D8AF-42D4-8BC3-C4B5271836EC}" type="sibTrans" cxnId="{68EB2693-CA6A-473A-9102-8449550BE7C8}">
      <dgm:prSet/>
      <dgm:spPr/>
      <dgm:t>
        <a:bodyPr/>
        <a:lstStyle/>
        <a:p>
          <a:endParaRPr lang="en-US" noProof="0" dirty="0"/>
        </a:p>
      </dgm:t>
    </dgm:pt>
    <dgm:pt modelId="{7E819462-33E7-4727-941A-D923E0B37353}">
      <dgm:prSet phldrT="[Testo]"/>
      <dgm:spPr>
        <a:solidFill>
          <a:schemeClr val="bg1"/>
        </a:solidFill>
      </dgm:spPr>
      <dgm:t>
        <a:bodyPr/>
        <a:lstStyle/>
        <a:p>
          <a:r>
            <a:rPr lang="en-US" noProof="0" dirty="0"/>
            <a:t>Information</a:t>
          </a:r>
        </a:p>
        <a:p>
          <a:r>
            <a:rPr lang="en-US" noProof="0" dirty="0"/>
            <a:t>architecture  </a:t>
          </a:r>
        </a:p>
      </dgm:t>
    </dgm:pt>
    <dgm:pt modelId="{94E1B986-D367-4757-8978-AD897E8527A2}" type="parTrans" cxnId="{23554A95-0713-44F3-B1B9-7E5E8AAC9C29}">
      <dgm:prSet/>
      <dgm:spPr/>
      <dgm:t>
        <a:bodyPr/>
        <a:lstStyle/>
        <a:p>
          <a:endParaRPr lang="en-US" noProof="0" dirty="0"/>
        </a:p>
      </dgm:t>
    </dgm:pt>
    <dgm:pt modelId="{4CBE1625-FAA0-42ED-BC7A-A28EDFD3BC4D}" type="sibTrans" cxnId="{23554A95-0713-44F3-B1B9-7E5E8AAC9C29}">
      <dgm:prSet/>
      <dgm:spPr/>
      <dgm:t>
        <a:bodyPr/>
        <a:lstStyle/>
        <a:p>
          <a:endParaRPr lang="en-US" noProof="0" dirty="0"/>
        </a:p>
      </dgm:t>
    </dgm:pt>
    <dgm:pt modelId="{D71B20C3-7825-4A17-BB63-231543C9C96D}">
      <dgm:prSet phldrT="[Testo]"/>
      <dgm:spPr>
        <a:solidFill>
          <a:schemeClr val="bg1"/>
        </a:solidFill>
      </dgm:spPr>
      <dgm:t>
        <a:bodyPr/>
        <a:lstStyle/>
        <a:p>
          <a:r>
            <a:rPr lang="en-US" noProof="0" dirty="0"/>
            <a:t>Domain Knowledge </a:t>
          </a:r>
        </a:p>
      </dgm:t>
    </dgm:pt>
    <dgm:pt modelId="{1BDC722D-6A1D-4FD3-BA28-680238A8C93B}" type="parTrans" cxnId="{6724646C-8F2B-49D4-9B9C-310A01D23615}">
      <dgm:prSet/>
      <dgm:spPr/>
      <dgm:t>
        <a:bodyPr/>
        <a:lstStyle/>
        <a:p>
          <a:endParaRPr lang="en-US" noProof="0" dirty="0"/>
        </a:p>
      </dgm:t>
    </dgm:pt>
    <dgm:pt modelId="{51517EE7-0ECE-40B7-A4F2-3138D6EA2D9B}" type="sibTrans" cxnId="{6724646C-8F2B-49D4-9B9C-310A01D23615}">
      <dgm:prSet/>
      <dgm:spPr/>
      <dgm:t>
        <a:bodyPr/>
        <a:lstStyle/>
        <a:p>
          <a:endParaRPr lang="en-US" noProof="0" dirty="0"/>
        </a:p>
      </dgm:t>
    </dgm:pt>
    <dgm:pt modelId="{0C05F15E-60DB-49AF-B50A-886531F97F6C}">
      <dgm:prSet phldrT="[Testo]"/>
      <dgm:spPr>
        <a:solidFill>
          <a:schemeClr val="bg1"/>
        </a:solidFill>
      </dgm:spPr>
      <dgm:t>
        <a:bodyPr/>
        <a:lstStyle/>
        <a:p>
          <a:r>
            <a:rPr lang="en-US" noProof="0" dirty="0"/>
            <a:t>Effort</a:t>
          </a:r>
        </a:p>
      </dgm:t>
    </dgm:pt>
    <dgm:pt modelId="{39C7D12C-49F3-4E2A-869F-899C0F02ABFB}" type="parTrans" cxnId="{2A07C784-B8C2-446D-A7E2-F4FE9DBE7E0C}">
      <dgm:prSet/>
      <dgm:spPr/>
      <dgm:t>
        <a:bodyPr/>
        <a:lstStyle/>
        <a:p>
          <a:endParaRPr lang="en-US" noProof="0" dirty="0"/>
        </a:p>
      </dgm:t>
    </dgm:pt>
    <dgm:pt modelId="{77F20D58-6252-4E71-8B95-D8D1E8373AD2}" type="sibTrans" cxnId="{2A07C784-B8C2-446D-A7E2-F4FE9DBE7E0C}">
      <dgm:prSet/>
      <dgm:spPr/>
      <dgm:t>
        <a:bodyPr/>
        <a:lstStyle/>
        <a:p>
          <a:endParaRPr lang="en-US" noProof="0" dirty="0"/>
        </a:p>
      </dgm:t>
    </dgm:pt>
    <dgm:pt modelId="{E77A9234-8795-49E4-9823-334A06BA6F68}">
      <dgm:prSet phldrT="[Testo]"/>
      <dgm:spPr>
        <a:solidFill>
          <a:schemeClr val="bg1"/>
        </a:solidFill>
      </dgm:spPr>
      <dgm:t>
        <a:bodyPr/>
        <a:lstStyle/>
        <a:p>
          <a:r>
            <a:rPr lang="en-US" noProof="0" dirty="0"/>
            <a:t>Users</a:t>
          </a:r>
        </a:p>
      </dgm:t>
    </dgm:pt>
    <dgm:pt modelId="{E0576FBF-19DF-4E9A-9479-D85A195C64E2}" type="parTrans" cxnId="{666E647B-6DF6-42DA-8F9D-54D9C37E6C78}">
      <dgm:prSet/>
      <dgm:spPr/>
      <dgm:t>
        <a:bodyPr/>
        <a:lstStyle/>
        <a:p>
          <a:endParaRPr lang="en-US" noProof="0" dirty="0"/>
        </a:p>
      </dgm:t>
    </dgm:pt>
    <dgm:pt modelId="{873772C9-E4A7-493D-B616-72B319D245C7}" type="sibTrans" cxnId="{666E647B-6DF6-42DA-8F9D-54D9C37E6C78}">
      <dgm:prSet/>
      <dgm:spPr/>
      <dgm:t>
        <a:bodyPr/>
        <a:lstStyle/>
        <a:p>
          <a:endParaRPr lang="en-US" noProof="0" dirty="0"/>
        </a:p>
      </dgm:t>
    </dgm:pt>
    <dgm:pt modelId="{1AE1BEEC-7805-40E5-B7AD-F29B844C8605}">
      <dgm:prSet phldrT="[Testo]"/>
      <dgm:spPr>
        <a:solidFill>
          <a:schemeClr val="bg1"/>
        </a:solidFill>
      </dgm:spPr>
      <dgm:t>
        <a:bodyPr/>
        <a:lstStyle/>
        <a:p>
          <a:r>
            <a:rPr lang="en-US" noProof="0" dirty="0"/>
            <a:t>Organizational span </a:t>
          </a:r>
        </a:p>
      </dgm:t>
    </dgm:pt>
    <dgm:pt modelId="{794F03F7-E7FF-484A-BF28-B3DDA6D2C6AC}" type="parTrans" cxnId="{AAFA1A02-C786-4D63-84B6-FDF9E721E6F5}">
      <dgm:prSet/>
      <dgm:spPr/>
      <dgm:t>
        <a:bodyPr/>
        <a:lstStyle/>
        <a:p>
          <a:endParaRPr lang="en-US" noProof="0" dirty="0"/>
        </a:p>
      </dgm:t>
    </dgm:pt>
    <dgm:pt modelId="{7E136B60-ABE3-4DE5-89EC-542A50AC3232}" type="sibTrans" cxnId="{AAFA1A02-C786-4D63-84B6-FDF9E721E6F5}">
      <dgm:prSet/>
      <dgm:spPr/>
      <dgm:t>
        <a:bodyPr/>
        <a:lstStyle/>
        <a:p>
          <a:endParaRPr lang="en-US" noProof="0" dirty="0"/>
        </a:p>
      </dgm:t>
    </dgm:pt>
    <dgm:pt modelId="{85D74086-1580-40E9-94DF-C45420A9A5BD}">
      <dgm:prSet phldrT="[Testo]"/>
      <dgm:spPr>
        <a:solidFill>
          <a:schemeClr val="bg2">
            <a:lumMod val="60000"/>
            <a:lumOff val="40000"/>
          </a:schemeClr>
        </a:solidFill>
      </dgm:spPr>
      <dgm:t>
        <a:bodyPr/>
        <a:lstStyle/>
        <a:p>
          <a:r>
            <a:rPr lang="en-US" noProof="0" dirty="0"/>
            <a:t>Structure of procedures</a:t>
          </a:r>
        </a:p>
      </dgm:t>
    </dgm:pt>
    <dgm:pt modelId="{9F729ADD-33CD-4A34-A790-CB9520B2CFC3}" type="parTrans" cxnId="{FA832AEA-550B-4FD5-8C56-654AE3AB70C7}">
      <dgm:prSet/>
      <dgm:spPr/>
      <dgm:t>
        <a:bodyPr/>
        <a:lstStyle/>
        <a:p>
          <a:endParaRPr lang="en-US" noProof="0" dirty="0"/>
        </a:p>
      </dgm:t>
    </dgm:pt>
    <dgm:pt modelId="{AFBC4C3D-27EE-41B6-99FD-CC1A89A1AF22}" type="sibTrans" cxnId="{FA832AEA-550B-4FD5-8C56-654AE3AB70C7}">
      <dgm:prSet/>
      <dgm:spPr/>
      <dgm:t>
        <a:bodyPr/>
        <a:lstStyle/>
        <a:p>
          <a:endParaRPr lang="en-US" noProof="0" dirty="0"/>
        </a:p>
      </dgm:t>
    </dgm:pt>
    <dgm:pt modelId="{0C066752-5A67-4EB4-A759-737B97F67698}">
      <dgm:prSet/>
      <dgm:spPr>
        <a:solidFill>
          <a:schemeClr val="bg2">
            <a:lumMod val="60000"/>
            <a:lumOff val="40000"/>
          </a:schemeClr>
        </a:solidFill>
      </dgm:spPr>
      <dgm:t>
        <a:bodyPr/>
        <a:lstStyle/>
        <a:p>
          <a:r>
            <a:rPr lang="en-US" noProof="0" dirty="0"/>
            <a:t>User awareness / change readiness</a:t>
          </a:r>
        </a:p>
      </dgm:t>
    </dgm:pt>
    <dgm:pt modelId="{D73C5017-4C72-44EA-BF9D-DDB442A2DA15}" type="parTrans" cxnId="{0A8045E8-34F0-450D-92B8-430262CC8BB0}">
      <dgm:prSet/>
      <dgm:spPr/>
      <dgm:t>
        <a:bodyPr/>
        <a:lstStyle/>
        <a:p>
          <a:endParaRPr lang="en-US" noProof="0" dirty="0"/>
        </a:p>
      </dgm:t>
    </dgm:pt>
    <dgm:pt modelId="{FC49A639-4792-43C4-8B11-D8FCAB1D8A1B}" type="sibTrans" cxnId="{0A8045E8-34F0-450D-92B8-430262CC8BB0}">
      <dgm:prSet/>
      <dgm:spPr/>
      <dgm:t>
        <a:bodyPr/>
        <a:lstStyle/>
        <a:p>
          <a:endParaRPr lang="en-US" noProof="0" dirty="0"/>
        </a:p>
      </dgm:t>
    </dgm:pt>
    <dgm:pt modelId="{BA121BFF-38D8-44C4-82B4-2E3D6489808D}">
      <dgm:prSet phldrT="[Testo]"/>
      <dgm:spPr>
        <a:solidFill>
          <a:schemeClr val="bg2">
            <a:lumMod val="60000"/>
            <a:lumOff val="40000"/>
          </a:schemeClr>
        </a:solidFill>
      </dgm:spPr>
      <dgm:t>
        <a:bodyPr/>
        <a:lstStyle/>
        <a:p>
          <a:r>
            <a:rPr lang="en-US" noProof="0" dirty="0"/>
            <a:t>BP innovation </a:t>
          </a:r>
        </a:p>
      </dgm:t>
    </dgm:pt>
    <dgm:pt modelId="{264AAA0E-63A0-4540-97D9-7E4C1E1CA4E5}" type="parTrans" cxnId="{9CC99042-64A4-45A9-8864-DFC62827325F}">
      <dgm:prSet/>
      <dgm:spPr/>
      <dgm:t>
        <a:bodyPr/>
        <a:lstStyle/>
        <a:p>
          <a:endParaRPr lang="en-US" noProof="0" dirty="0"/>
        </a:p>
      </dgm:t>
    </dgm:pt>
    <dgm:pt modelId="{23165E86-B00D-41F7-9521-DC872D3DAE98}" type="sibTrans" cxnId="{9CC99042-64A4-45A9-8864-DFC62827325F}">
      <dgm:prSet/>
      <dgm:spPr/>
      <dgm:t>
        <a:bodyPr/>
        <a:lstStyle/>
        <a:p>
          <a:endParaRPr lang="en-US" noProof="0" dirty="0"/>
        </a:p>
      </dgm:t>
    </dgm:pt>
    <dgm:pt modelId="{3C5534E3-104C-4235-B2E0-07546D6C8541}" type="pres">
      <dgm:prSet presAssocID="{58A32D7F-26CA-4AA4-BB87-DF790C7D4A45}" presName="hierChild1" presStyleCnt="0">
        <dgm:presLayoutVars>
          <dgm:orgChart val="1"/>
          <dgm:chPref val="1"/>
          <dgm:dir/>
          <dgm:animOne val="branch"/>
          <dgm:animLvl val="lvl"/>
          <dgm:resizeHandles/>
        </dgm:presLayoutVars>
      </dgm:prSet>
      <dgm:spPr/>
    </dgm:pt>
    <dgm:pt modelId="{62465288-6E94-4307-B1FB-4157F50ADF81}" type="pres">
      <dgm:prSet presAssocID="{6DDDD12E-0514-43BD-A790-B1DAFCF34D52}" presName="hierRoot1" presStyleCnt="0">
        <dgm:presLayoutVars>
          <dgm:hierBranch val="init"/>
        </dgm:presLayoutVars>
      </dgm:prSet>
      <dgm:spPr/>
    </dgm:pt>
    <dgm:pt modelId="{86EE1771-C5CE-4032-8F6D-35B6121B9C4A}" type="pres">
      <dgm:prSet presAssocID="{6DDDD12E-0514-43BD-A790-B1DAFCF34D52}" presName="rootComposite1" presStyleCnt="0"/>
      <dgm:spPr/>
    </dgm:pt>
    <dgm:pt modelId="{77D9728E-0E51-4F14-9B92-65F345E13930}" type="pres">
      <dgm:prSet presAssocID="{6DDDD12E-0514-43BD-A790-B1DAFCF34D52}" presName="rootText1" presStyleLbl="node0" presStyleIdx="0" presStyleCnt="1">
        <dgm:presLayoutVars>
          <dgm:chPref val="3"/>
        </dgm:presLayoutVars>
      </dgm:prSet>
      <dgm:spPr/>
    </dgm:pt>
    <dgm:pt modelId="{6D0F1ACC-1D91-48B5-B5E0-90C192D565E1}" type="pres">
      <dgm:prSet presAssocID="{6DDDD12E-0514-43BD-A790-B1DAFCF34D52}" presName="rootConnector1" presStyleLbl="node1" presStyleIdx="0" presStyleCnt="0"/>
      <dgm:spPr/>
    </dgm:pt>
    <dgm:pt modelId="{A8771425-3502-4659-A319-A21424B0D471}" type="pres">
      <dgm:prSet presAssocID="{6DDDD12E-0514-43BD-A790-B1DAFCF34D52}" presName="hierChild2" presStyleCnt="0"/>
      <dgm:spPr/>
    </dgm:pt>
    <dgm:pt modelId="{C338E306-AC68-4241-8DB1-EB5997CAF004}" type="pres">
      <dgm:prSet presAssocID="{C16859C7-2906-48E4-A4D8-C121D8FFEE26}" presName="Name37" presStyleLbl="parChTrans1D2" presStyleIdx="0" presStyleCnt="3"/>
      <dgm:spPr/>
    </dgm:pt>
    <dgm:pt modelId="{1E3F0D04-92F2-4BA1-A611-E1A60E210A92}" type="pres">
      <dgm:prSet presAssocID="{035EB52E-5AC1-49CF-9EB7-A8F9ADD106E8}" presName="hierRoot2" presStyleCnt="0">
        <dgm:presLayoutVars>
          <dgm:hierBranch val="init"/>
        </dgm:presLayoutVars>
      </dgm:prSet>
      <dgm:spPr/>
    </dgm:pt>
    <dgm:pt modelId="{F79922CA-D256-4848-8382-EB40A6CAA3B4}" type="pres">
      <dgm:prSet presAssocID="{035EB52E-5AC1-49CF-9EB7-A8F9ADD106E8}" presName="rootComposite" presStyleCnt="0"/>
      <dgm:spPr/>
    </dgm:pt>
    <dgm:pt modelId="{9BB2D6B5-4509-497C-A442-C276D2A91575}" type="pres">
      <dgm:prSet presAssocID="{035EB52E-5AC1-49CF-9EB7-A8F9ADD106E8}" presName="rootText" presStyleLbl="node2" presStyleIdx="0" presStyleCnt="3">
        <dgm:presLayoutVars>
          <dgm:chPref val="3"/>
        </dgm:presLayoutVars>
      </dgm:prSet>
      <dgm:spPr/>
    </dgm:pt>
    <dgm:pt modelId="{0CDC7AF9-E07A-4159-8BF1-5890830EE529}" type="pres">
      <dgm:prSet presAssocID="{035EB52E-5AC1-49CF-9EB7-A8F9ADD106E8}" presName="rootConnector" presStyleLbl="node2" presStyleIdx="0" presStyleCnt="3"/>
      <dgm:spPr/>
    </dgm:pt>
    <dgm:pt modelId="{F97B7A23-1A48-4E4F-91B4-FB1DBA7DF316}" type="pres">
      <dgm:prSet presAssocID="{035EB52E-5AC1-49CF-9EB7-A8F9ADD106E8}" presName="hierChild4" presStyleCnt="0"/>
      <dgm:spPr/>
    </dgm:pt>
    <dgm:pt modelId="{29A40F38-BAB0-474D-B418-3CB698A127F4}" type="pres">
      <dgm:prSet presAssocID="{ED09692A-6351-416D-BC5E-8B6289C291EB}" presName="Name37" presStyleLbl="parChTrans1D3" presStyleIdx="0" presStyleCnt="9"/>
      <dgm:spPr/>
    </dgm:pt>
    <dgm:pt modelId="{7E7E3D90-4788-4DD8-85FA-632621C43327}" type="pres">
      <dgm:prSet presAssocID="{F4E2A88E-63B9-4B8C-8494-71DF1E8A249B}" presName="hierRoot2" presStyleCnt="0">
        <dgm:presLayoutVars>
          <dgm:hierBranch val="init"/>
        </dgm:presLayoutVars>
      </dgm:prSet>
      <dgm:spPr/>
    </dgm:pt>
    <dgm:pt modelId="{45D4826D-6A26-455C-8EF9-F96FF5CA9B25}" type="pres">
      <dgm:prSet presAssocID="{F4E2A88E-63B9-4B8C-8494-71DF1E8A249B}" presName="rootComposite" presStyleCnt="0"/>
      <dgm:spPr/>
    </dgm:pt>
    <dgm:pt modelId="{95128B40-26AE-49AD-82EF-071AEA7BB205}" type="pres">
      <dgm:prSet presAssocID="{F4E2A88E-63B9-4B8C-8494-71DF1E8A249B}" presName="rootText" presStyleLbl="node3" presStyleIdx="0" presStyleCnt="9">
        <dgm:presLayoutVars>
          <dgm:chPref val="3"/>
        </dgm:presLayoutVars>
      </dgm:prSet>
      <dgm:spPr/>
    </dgm:pt>
    <dgm:pt modelId="{62A62F38-2301-467B-9B0C-F7828274BD05}" type="pres">
      <dgm:prSet presAssocID="{F4E2A88E-63B9-4B8C-8494-71DF1E8A249B}" presName="rootConnector" presStyleLbl="node3" presStyleIdx="0" presStyleCnt="9"/>
      <dgm:spPr/>
    </dgm:pt>
    <dgm:pt modelId="{6F65F10D-4C7C-47EE-8BA4-1E7F6A3AAA56}" type="pres">
      <dgm:prSet presAssocID="{F4E2A88E-63B9-4B8C-8494-71DF1E8A249B}" presName="hierChild4" presStyleCnt="0"/>
      <dgm:spPr/>
    </dgm:pt>
    <dgm:pt modelId="{F2BDBACB-2A2C-4CE7-8290-8EA9D58C5ABB}" type="pres">
      <dgm:prSet presAssocID="{F4E2A88E-63B9-4B8C-8494-71DF1E8A249B}" presName="hierChild5" presStyleCnt="0"/>
      <dgm:spPr/>
    </dgm:pt>
    <dgm:pt modelId="{306AC0D1-54C7-45BD-9676-6FE91A50F5F6}" type="pres">
      <dgm:prSet presAssocID="{94E1B986-D367-4757-8978-AD897E8527A2}" presName="Name37" presStyleLbl="parChTrans1D3" presStyleIdx="1" presStyleCnt="9"/>
      <dgm:spPr/>
    </dgm:pt>
    <dgm:pt modelId="{CE1C2562-D168-4507-812D-147C62B37134}" type="pres">
      <dgm:prSet presAssocID="{7E819462-33E7-4727-941A-D923E0B37353}" presName="hierRoot2" presStyleCnt="0">
        <dgm:presLayoutVars>
          <dgm:hierBranch val="init"/>
        </dgm:presLayoutVars>
      </dgm:prSet>
      <dgm:spPr/>
    </dgm:pt>
    <dgm:pt modelId="{C4099729-E6FF-48F8-BD9F-29F012393AA8}" type="pres">
      <dgm:prSet presAssocID="{7E819462-33E7-4727-941A-D923E0B37353}" presName="rootComposite" presStyleCnt="0"/>
      <dgm:spPr/>
    </dgm:pt>
    <dgm:pt modelId="{A8EA9EC8-F306-4E25-836B-9062BB1BC3A2}" type="pres">
      <dgm:prSet presAssocID="{7E819462-33E7-4727-941A-D923E0B37353}" presName="rootText" presStyleLbl="node3" presStyleIdx="1" presStyleCnt="9">
        <dgm:presLayoutVars>
          <dgm:chPref val="3"/>
        </dgm:presLayoutVars>
      </dgm:prSet>
      <dgm:spPr/>
    </dgm:pt>
    <dgm:pt modelId="{30D46FD2-03E6-4FFF-96DA-CBE95704A24C}" type="pres">
      <dgm:prSet presAssocID="{7E819462-33E7-4727-941A-D923E0B37353}" presName="rootConnector" presStyleLbl="node3" presStyleIdx="1" presStyleCnt="9"/>
      <dgm:spPr/>
    </dgm:pt>
    <dgm:pt modelId="{FAF081C9-A233-40E2-BE90-207FB856E045}" type="pres">
      <dgm:prSet presAssocID="{7E819462-33E7-4727-941A-D923E0B37353}" presName="hierChild4" presStyleCnt="0"/>
      <dgm:spPr/>
    </dgm:pt>
    <dgm:pt modelId="{72CC905E-D095-49BD-B6F7-ECC4F5A9ECBD}" type="pres">
      <dgm:prSet presAssocID="{7E819462-33E7-4727-941A-D923E0B37353}" presName="hierChild5" presStyleCnt="0"/>
      <dgm:spPr/>
    </dgm:pt>
    <dgm:pt modelId="{8BFED4EC-DA59-4E53-B9CE-1441B48131D0}" type="pres">
      <dgm:prSet presAssocID="{1BDC722D-6A1D-4FD3-BA28-680238A8C93B}" presName="Name37" presStyleLbl="parChTrans1D3" presStyleIdx="2" presStyleCnt="9"/>
      <dgm:spPr/>
    </dgm:pt>
    <dgm:pt modelId="{DD43E964-A92C-4C68-B6DE-974534638943}" type="pres">
      <dgm:prSet presAssocID="{D71B20C3-7825-4A17-BB63-231543C9C96D}" presName="hierRoot2" presStyleCnt="0">
        <dgm:presLayoutVars>
          <dgm:hierBranch val="init"/>
        </dgm:presLayoutVars>
      </dgm:prSet>
      <dgm:spPr/>
    </dgm:pt>
    <dgm:pt modelId="{7FB911EA-51AF-4282-98E9-B08A352ABA94}" type="pres">
      <dgm:prSet presAssocID="{D71B20C3-7825-4A17-BB63-231543C9C96D}" presName="rootComposite" presStyleCnt="0"/>
      <dgm:spPr/>
    </dgm:pt>
    <dgm:pt modelId="{70D61C82-04BE-4929-A650-CD4B978DFDDC}" type="pres">
      <dgm:prSet presAssocID="{D71B20C3-7825-4A17-BB63-231543C9C96D}" presName="rootText" presStyleLbl="node3" presStyleIdx="2" presStyleCnt="9">
        <dgm:presLayoutVars>
          <dgm:chPref val="3"/>
        </dgm:presLayoutVars>
      </dgm:prSet>
      <dgm:spPr/>
    </dgm:pt>
    <dgm:pt modelId="{281A3B00-2BDD-4524-A0FC-DE0D9141439B}" type="pres">
      <dgm:prSet presAssocID="{D71B20C3-7825-4A17-BB63-231543C9C96D}" presName="rootConnector" presStyleLbl="node3" presStyleIdx="2" presStyleCnt="9"/>
      <dgm:spPr/>
    </dgm:pt>
    <dgm:pt modelId="{03091145-4DF3-45C3-BFE0-2663DAC25C57}" type="pres">
      <dgm:prSet presAssocID="{D71B20C3-7825-4A17-BB63-231543C9C96D}" presName="hierChild4" presStyleCnt="0"/>
      <dgm:spPr/>
    </dgm:pt>
    <dgm:pt modelId="{E1FB6EA6-D8D2-4E5F-A4C4-920E654F5A46}" type="pres">
      <dgm:prSet presAssocID="{D71B20C3-7825-4A17-BB63-231543C9C96D}" presName="hierChild5" presStyleCnt="0"/>
      <dgm:spPr/>
    </dgm:pt>
    <dgm:pt modelId="{DAB12D70-C352-4827-8B01-9F1E0001A5BC}" type="pres">
      <dgm:prSet presAssocID="{035EB52E-5AC1-49CF-9EB7-A8F9ADD106E8}" presName="hierChild5" presStyleCnt="0"/>
      <dgm:spPr/>
    </dgm:pt>
    <dgm:pt modelId="{7B0CB0B5-CE6A-4434-BAA5-3EABA2CE407D}" type="pres">
      <dgm:prSet presAssocID="{F65A2D40-81E1-425E-9F5A-B392D52699A6}" presName="Name37" presStyleLbl="parChTrans1D2" presStyleIdx="1" presStyleCnt="3"/>
      <dgm:spPr/>
    </dgm:pt>
    <dgm:pt modelId="{5448E216-5268-407B-B385-DD11EE6FEBBB}" type="pres">
      <dgm:prSet presAssocID="{10FB62ED-854F-4359-BA0A-00BF327EB59C}" presName="hierRoot2" presStyleCnt="0">
        <dgm:presLayoutVars>
          <dgm:hierBranch val="init"/>
        </dgm:presLayoutVars>
      </dgm:prSet>
      <dgm:spPr/>
    </dgm:pt>
    <dgm:pt modelId="{967B8F0D-4126-4898-8D3A-909FF5DC66CD}" type="pres">
      <dgm:prSet presAssocID="{10FB62ED-854F-4359-BA0A-00BF327EB59C}" presName="rootComposite" presStyleCnt="0"/>
      <dgm:spPr/>
    </dgm:pt>
    <dgm:pt modelId="{8773AF79-8611-422A-BC88-FBC71FD681A2}" type="pres">
      <dgm:prSet presAssocID="{10FB62ED-854F-4359-BA0A-00BF327EB59C}" presName="rootText" presStyleLbl="node2" presStyleIdx="1" presStyleCnt="3">
        <dgm:presLayoutVars>
          <dgm:chPref val="3"/>
        </dgm:presLayoutVars>
      </dgm:prSet>
      <dgm:spPr/>
    </dgm:pt>
    <dgm:pt modelId="{C9693889-0D4C-43A7-A05C-479856446B93}" type="pres">
      <dgm:prSet presAssocID="{10FB62ED-854F-4359-BA0A-00BF327EB59C}" presName="rootConnector" presStyleLbl="node2" presStyleIdx="1" presStyleCnt="3"/>
      <dgm:spPr/>
    </dgm:pt>
    <dgm:pt modelId="{A13B282A-5271-41BC-91C7-A60F628C77F0}" type="pres">
      <dgm:prSet presAssocID="{10FB62ED-854F-4359-BA0A-00BF327EB59C}" presName="hierChild4" presStyleCnt="0"/>
      <dgm:spPr/>
    </dgm:pt>
    <dgm:pt modelId="{27D29A0E-3443-4152-934E-5BB0F2A561A5}" type="pres">
      <dgm:prSet presAssocID="{39C7D12C-49F3-4E2A-869F-899C0F02ABFB}" presName="Name37" presStyleLbl="parChTrans1D3" presStyleIdx="3" presStyleCnt="9"/>
      <dgm:spPr/>
    </dgm:pt>
    <dgm:pt modelId="{E68F2A8B-13CE-4C42-A690-A6E98B7D936F}" type="pres">
      <dgm:prSet presAssocID="{0C05F15E-60DB-49AF-B50A-886531F97F6C}" presName="hierRoot2" presStyleCnt="0">
        <dgm:presLayoutVars>
          <dgm:hierBranch val="init"/>
        </dgm:presLayoutVars>
      </dgm:prSet>
      <dgm:spPr/>
    </dgm:pt>
    <dgm:pt modelId="{4E57C753-9871-4AD7-A482-82E3A1106844}" type="pres">
      <dgm:prSet presAssocID="{0C05F15E-60DB-49AF-B50A-886531F97F6C}" presName="rootComposite" presStyleCnt="0"/>
      <dgm:spPr/>
    </dgm:pt>
    <dgm:pt modelId="{3124B647-1AC5-4B3B-B440-CCE2709061DA}" type="pres">
      <dgm:prSet presAssocID="{0C05F15E-60DB-49AF-B50A-886531F97F6C}" presName="rootText" presStyleLbl="node3" presStyleIdx="3" presStyleCnt="9">
        <dgm:presLayoutVars>
          <dgm:chPref val="3"/>
        </dgm:presLayoutVars>
      </dgm:prSet>
      <dgm:spPr/>
    </dgm:pt>
    <dgm:pt modelId="{A79B36E2-BFA6-4634-A678-382210A7A73F}" type="pres">
      <dgm:prSet presAssocID="{0C05F15E-60DB-49AF-B50A-886531F97F6C}" presName="rootConnector" presStyleLbl="node3" presStyleIdx="3" presStyleCnt="9"/>
      <dgm:spPr/>
    </dgm:pt>
    <dgm:pt modelId="{A2BDA471-4F19-48B3-AA90-711CD79B6E07}" type="pres">
      <dgm:prSet presAssocID="{0C05F15E-60DB-49AF-B50A-886531F97F6C}" presName="hierChild4" presStyleCnt="0"/>
      <dgm:spPr/>
    </dgm:pt>
    <dgm:pt modelId="{9028379C-0D28-4FBB-8A09-BCF4C3D36754}" type="pres">
      <dgm:prSet presAssocID="{0C05F15E-60DB-49AF-B50A-886531F97F6C}" presName="hierChild5" presStyleCnt="0"/>
      <dgm:spPr/>
    </dgm:pt>
    <dgm:pt modelId="{498314EC-81CE-4304-B059-F451B0FC1FE0}" type="pres">
      <dgm:prSet presAssocID="{E0576FBF-19DF-4E9A-9479-D85A195C64E2}" presName="Name37" presStyleLbl="parChTrans1D3" presStyleIdx="4" presStyleCnt="9"/>
      <dgm:spPr/>
    </dgm:pt>
    <dgm:pt modelId="{35F81B74-D469-4F04-8FEA-7AAE4BCB8232}" type="pres">
      <dgm:prSet presAssocID="{E77A9234-8795-49E4-9823-334A06BA6F68}" presName="hierRoot2" presStyleCnt="0">
        <dgm:presLayoutVars>
          <dgm:hierBranch val="init"/>
        </dgm:presLayoutVars>
      </dgm:prSet>
      <dgm:spPr/>
    </dgm:pt>
    <dgm:pt modelId="{DFCE8D71-021C-4CE1-9352-B03C67CC18F8}" type="pres">
      <dgm:prSet presAssocID="{E77A9234-8795-49E4-9823-334A06BA6F68}" presName="rootComposite" presStyleCnt="0"/>
      <dgm:spPr/>
    </dgm:pt>
    <dgm:pt modelId="{1020D555-A7DC-41E3-AECD-7C34E2FF34CA}" type="pres">
      <dgm:prSet presAssocID="{E77A9234-8795-49E4-9823-334A06BA6F68}" presName="rootText" presStyleLbl="node3" presStyleIdx="4" presStyleCnt="9">
        <dgm:presLayoutVars>
          <dgm:chPref val="3"/>
        </dgm:presLayoutVars>
      </dgm:prSet>
      <dgm:spPr/>
    </dgm:pt>
    <dgm:pt modelId="{D4E5E1A2-F1F5-4D8B-B30D-6E4E76EC0C81}" type="pres">
      <dgm:prSet presAssocID="{E77A9234-8795-49E4-9823-334A06BA6F68}" presName="rootConnector" presStyleLbl="node3" presStyleIdx="4" presStyleCnt="9"/>
      <dgm:spPr/>
    </dgm:pt>
    <dgm:pt modelId="{61F7C321-9497-4323-ADC9-4930C01B7A76}" type="pres">
      <dgm:prSet presAssocID="{E77A9234-8795-49E4-9823-334A06BA6F68}" presName="hierChild4" presStyleCnt="0"/>
      <dgm:spPr/>
    </dgm:pt>
    <dgm:pt modelId="{2CE13A99-35C1-43DA-AB77-C8C7E82B7EA1}" type="pres">
      <dgm:prSet presAssocID="{E77A9234-8795-49E4-9823-334A06BA6F68}" presName="hierChild5" presStyleCnt="0"/>
      <dgm:spPr/>
    </dgm:pt>
    <dgm:pt modelId="{724BD5BC-36FC-4AC4-A05C-85042DB64966}" type="pres">
      <dgm:prSet presAssocID="{794F03F7-E7FF-484A-BF28-B3DDA6D2C6AC}" presName="Name37" presStyleLbl="parChTrans1D3" presStyleIdx="5" presStyleCnt="9"/>
      <dgm:spPr/>
    </dgm:pt>
    <dgm:pt modelId="{03DB0F27-0E74-412F-AE2B-443D3B00E431}" type="pres">
      <dgm:prSet presAssocID="{1AE1BEEC-7805-40E5-B7AD-F29B844C8605}" presName="hierRoot2" presStyleCnt="0">
        <dgm:presLayoutVars>
          <dgm:hierBranch val="init"/>
        </dgm:presLayoutVars>
      </dgm:prSet>
      <dgm:spPr/>
    </dgm:pt>
    <dgm:pt modelId="{2875D066-7CF3-4970-9921-37EF489E56DB}" type="pres">
      <dgm:prSet presAssocID="{1AE1BEEC-7805-40E5-B7AD-F29B844C8605}" presName="rootComposite" presStyleCnt="0"/>
      <dgm:spPr/>
    </dgm:pt>
    <dgm:pt modelId="{4969A686-1DB9-44A3-B738-89317C6766B9}" type="pres">
      <dgm:prSet presAssocID="{1AE1BEEC-7805-40E5-B7AD-F29B844C8605}" presName="rootText" presStyleLbl="node3" presStyleIdx="5" presStyleCnt="9">
        <dgm:presLayoutVars>
          <dgm:chPref val="3"/>
        </dgm:presLayoutVars>
      </dgm:prSet>
      <dgm:spPr/>
    </dgm:pt>
    <dgm:pt modelId="{7A32427A-73EB-4C0E-AEFC-2C3DCA78A882}" type="pres">
      <dgm:prSet presAssocID="{1AE1BEEC-7805-40E5-B7AD-F29B844C8605}" presName="rootConnector" presStyleLbl="node3" presStyleIdx="5" presStyleCnt="9"/>
      <dgm:spPr/>
    </dgm:pt>
    <dgm:pt modelId="{4FA61B13-E95B-450F-AC64-B95CD23CF08F}" type="pres">
      <dgm:prSet presAssocID="{1AE1BEEC-7805-40E5-B7AD-F29B844C8605}" presName="hierChild4" presStyleCnt="0"/>
      <dgm:spPr/>
    </dgm:pt>
    <dgm:pt modelId="{02CD802F-9FFB-46A4-8EA5-2D18E8153B27}" type="pres">
      <dgm:prSet presAssocID="{1AE1BEEC-7805-40E5-B7AD-F29B844C8605}" presName="hierChild5" presStyleCnt="0"/>
      <dgm:spPr/>
    </dgm:pt>
    <dgm:pt modelId="{6F2DF278-07DD-49EC-8A16-9BFBBA5F0582}" type="pres">
      <dgm:prSet presAssocID="{10FB62ED-854F-4359-BA0A-00BF327EB59C}" presName="hierChild5" presStyleCnt="0"/>
      <dgm:spPr/>
    </dgm:pt>
    <dgm:pt modelId="{8072AF13-5774-4D72-AD7C-A63A34792FE5}" type="pres">
      <dgm:prSet presAssocID="{C50A526D-3CCC-4FA0-B5AD-9FE38C0A20E9}" presName="Name37" presStyleLbl="parChTrans1D2" presStyleIdx="2" presStyleCnt="3"/>
      <dgm:spPr/>
    </dgm:pt>
    <dgm:pt modelId="{13E101C2-AAB9-4C79-A034-1F665614314F}" type="pres">
      <dgm:prSet presAssocID="{6FE262BC-C65E-4F46-AF8C-870739795102}" presName="hierRoot2" presStyleCnt="0">
        <dgm:presLayoutVars>
          <dgm:hierBranch val="init"/>
        </dgm:presLayoutVars>
      </dgm:prSet>
      <dgm:spPr/>
    </dgm:pt>
    <dgm:pt modelId="{5FA87658-3109-4FCE-B29E-5F7F11E94CC7}" type="pres">
      <dgm:prSet presAssocID="{6FE262BC-C65E-4F46-AF8C-870739795102}" presName="rootComposite" presStyleCnt="0"/>
      <dgm:spPr/>
    </dgm:pt>
    <dgm:pt modelId="{C7515423-66E2-48AC-B918-61E7EA82F8EE}" type="pres">
      <dgm:prSet presAssocID="{6FE262BC-C65E-4F46-AF8C-870739795102}" presName="rootText" presStyleLbl="node2" presStyleIdx="2" presStyleCnt="3">
        <dgm:presLayoutVars>
          <dgm:chPref val="3"/>
        </dgm:presLayoutVars>
      </dgm:prSet>
      <dgm:spPr/>
    </dgm:pt>
    <dgm:pt modelId="{70D824A2-6699-4F91-A14E-D100D7E3DC27}" type="pres">
      <dgm:prSet presAssocID="{6FE262BC-C65E-4F46-AF8C-870739795102}" presName="rootConnector" presStyleLbl="node2" presStyleIdx="2" presStyleCnt="3"/>
      <dgm:spPr/>
    </dgm:pt>
    <dgm:pt modelId="{451F8EE0-8EAB-4679-89F1-27CFC2B5BF0A}" type="pres">
      <dgm:prSet presAssocID="{6FE262BC-C65E-4F46-AF8C-870739795102}" presName="hierChild4" presStyleCnt="0"/>
      <dgm:spPr/>
    </dgm:pt>
    <dgm:pt modelId="{6D218344-C63E-4EA3-87DB-2E2558B12754}" type="pres">
      <dgm:prSet presAssocID="{9F729ADD-33CD-4A34-A790-CB9520B2CFC3}" presName="Name37" presStyleLbl="parChTrans1D3" presStyleIdx="6" presStyleCnt="9"/>
      <dgm:spPr/>
    </dgm:pt>
    <dgm:pt modelId="{6A52F530-A729-4188-8EC6-44718B2B2974}" type="pres">
      <dgm:prSet presAssocID="{85D74086-1580-40E9-94DF-C45420A9A5BD}" presName="hierRoot2" presStyleCnt="0">
        <dgm:presLayoutVars>
          <dgm:hierBranch val="init"/>
        </dgm:presLayoutVars>
      </dgm:prSet>
      <dgm:spPr/>
    </dgm:pt>
    <dgm:pt modelId="{378B026A-0F78-4D29-B4AD-4D1EF20C932A}" type="pres">
      <dgm:prSet presAssocID="{85D74086-1580-40E9-94DF-C45420A9A5BD}" presName="rootComposite" presStyleCnt="0"/>
      <dgm:spPr/>
    </dgm:pt>
    <dgm:pt modelId="{D104B623-D71C-4A5A-A365-7B36FD859DF5}" type="pres">
      <dgm:prSet presAssocID="{85D74086-1580-40E9-94DF-C45420A9A5BD}" presName="rootText" presStyleLbl="node3" presStyleIdx="6" presStyleCnt="9">
        <dgm:presLayoutVars>
          <dgm:chPref val="3"/>
        </dgm:presLayoutVars>
      </dgm:prSet>
      <dgm:spPr/>
    </dgm:pt>
    <dgm:pt modelId="{ADFA329A-2F02-47F6-9F97-94647537D174}" type="pres">
      <dgm:prSet presAssocID="{85D74086-1580-40E9-94DF-C45420A9A5BD}" presName="rootConnector" presStyleLbl="node3" presStyleIdx="6" presStyleCnt="9"/>
      <dgm:spPr/>
    </dgm:pt>
    <dgm:pt modelId="{E81C069F-A25F-4DD2-B0AC-1F7BDAEC1EA7}" type="pres">
      <dgm:prSet presAssocID="{85D74086-1580-40E9-94DF-C45420A9A5BD}" presName="hierChild4" presStyleCnt="0"/>
      <dgm:spPr/>
    </dgm:pt>
    <dgm:pt modelId="{2F9EDAF6-93A7-4BE5-B4F3-41BEC224CF06}" type="pres">
      <dgm:prSet presAssocID="{85D74086-1580-40E9-94DF-C45420A9A5BD}" presName="hierChild5" presStyleCnt="0"/>
      <dgm:spPr/>
    </dgm:pt>
    <dgm:pt modelId="{E4A26C9D-D0A7-4B6B-BAF5-3E84AFF931D1}" type="pres">
      <dgm:prSet presAssocID="{264AAA0E-63A0-4540-97D9-7E4C1E1CA4E5}" presName="Name37" presStyleLbl="parChTrans1D3" presStyleIdx="7" presStyleCnt="9"/>
      <dgm:spPr/>
    </dgm:pt>
    <dgm:pt modelId="{71820D68-DA34-48A0-843C-E5B61603D90E}" type="pres">
      <dgm:prSet presAssocID="{BA121BFF-38D8-44C4-82B4-2E3D6489808D}" presName="hierRoot2" presStyleCnt="0">
        <dgm:presLayoutVars>
          <dgm:hierBranch val="init"/>
        </dgm:presLayoutVars>
      </dgm:prSet>
      <dgm:spPr/>
    </dgm:pt>
    <dgm:pt modelId="{DBC9A09A-080A-44B9-9D71-F8BDAB1D330B}" type="pres">
      <dgm:prSet presAssocID="{BA121BFF-38D8-44C4-82B4-2E3D6489808D}" presName="rootComposite" presStyleCnt="0"/>
      <dgm:spPr/>
    </dgm:pt>
    <dgm:pt modelId="{AAB07E15-B510-4993-B5ED-64BC91CEC6FA}" type="pres">
      <dgm:prSet presAssocID="{BA121BFF-38D8-44C4-82B4-2E3D6489808D}" presName="rootText" presStyleLbl="node3" presStyleIdx="7" presStyleCnt="9">
        <dgm:presLayoutVars>
          <dgm:chPref val="3"/>
        </dgm:presLayoutVars>
      </dgm:prSet>
      <dgm:spPr/>
    </dgm:pt>
    <dgm:pt modelId="{06EA159F-EC1A-41BC-B91F-D0D00A6BA8CE}" type="pres">
      <dgm:prSet presAssocID="{BA121BFF-38D8-44C4-82B4-2E3D6489808D}" presName="rootConnector" presStyleLbl="node3" presStyleIdx="7" presStyleCnt="9"/>
      <dgm:spPr/>
    </dgm:pt>
    <dgm:pt modelId="{7366F0D6-4EC9-4B6F-A07E-17736732B3D1}" type="pres">
      <dgm:prSet presAssocID="{BA121BFF-38D8-44C4-82B4-2E3D6489808D}" presName="hierChild4" presStyleCnt="0"/>
      <dgm:spPr/>
    </dgm:pt>
    <dgm:pt modelId="{7F220D6A-85D4-49B9-BAE2-0F78FF44156F}" type="pres">
      <dgm:prSet presAssocID="{BA121BFF-38D8-44C4-82B4-2E3D6489808D}" presName="hierChild5" presStyleCnt="0"/>
      <dgm:spPr/>
    </dgm:pt>
    <dgm:pt modelId="{F112797D-3E68-41A0-934E-CCB283BE06A9}" type="pres">
      <dgm:prSet presAssocID="{D73C5017-4C72-44EA-BF9D-DDB442A2DA15}" presName="Name37" presStyleLbl="parChTrans1D3" presStyleIdx="8" presStyleCnt="9"/>
      <dgm:spPr/>
    </dgm:pt>
    <dgm:pt modelId="{1C3A175F-1C88-48C9-94B5-7F523F6F4610}" type="pres">
      <dgm:prSet presAssocID="{0C066752-5A67-4EB4-A759-737B97F67698}" presName="hierRoot2" presStyleCnt="0">
        <dgm:presLayoutVars>
          <dgm:hierBranch val="init"/>
        </dgm:presLayoutVars>
      </dgm:prSet>
      <dgm:spPr/>
    </dgm:pt>
    <dgm:pt modelId="{980CEBCB-104F-4E5D-A870-CEAC47DBB544}" type="pres">
      <dgm:prSet presAssocID="{0C066752-5A67-4EB4-A759-737B97F67698}" presName="rootComposite" presStyleCnt="0"/>
      <dgm:spPr/>
    </dgm:pt>
    <dgm:pt modelId="{04E1750F-D904-43AE-9F5B-F789E71EB528}" type="pres">
      <dgm:prSet presAssocID="{0C066752-5A67-4EB4-A759-737B97F67698}" presName="rootText" presStyleLbl="node3" presStyleIdx="8" presStyleCnt="9">
        <dgm:presLayoutVars>
          <dgm:chPref val="3"/>
        </dgm:presLayoutVars>
      </dgm:prSet>
      <dgm:spPr/>
    </dgm:pt>
    <dgm:pt modelId="{E33DE678-B6C3-4293-9CA9-6B4D061696FB}" type="pres">
      <dgm:prSet presAssocID="{0C066752-5A67-4EB4-A759-737B97F67698}" presName="rootConnector" presStyleLbl="node3" presStyleIdx="8" presStyleCnt="9"/>
      <dgm:spPr/>
    </dgm:pt>
    <dgm:pt modelId="{3CCDEB7F-29B1-4CBD-B918-483169A74791}" type="pres">
      <dgm:prSet presAssocID="{0C066752-5A67-4EB4-A759-737B97F67698}" presName="hierChild4" presStyleCnt="0"/>
      <dgm:spPr/>
    </dgm:pt>
    <dgm:pt modelId="{22404307-EF0D-4006-8CC5-D648A88A776F}" type="pres">
      <dgm:prSet presAssocID="{0C066752-5A67-4EB4-A759-737B97F67698}" presName="hierChild5" presStyleCnt="0"/>
      <dgm:spPr/>
    </dgm:pt>
    <dgm:pt modelId="{285C648A-15FD-4522-B166-62E2E34BEC97}" type="pres">
      <dgm:prSet presAssocID="{6FE262BC-C65E-4F46-AF8C-870739795102}" presName="hierChild5" presStyleCnt="0"/>
      <dgm:spPr/>
    </dgm:pt>
    <dgm:pt modelId="{389422BF-8F93-47BA-B3CF-5F275DD15502}" type="pres">
      <dgm:prSet presAssocID="{6DDDD12E-0514-43BD-A790-B1DAFCF34D52}" presName="hierChild3" presStyleCnt="0"/>
      <dgm:spPr/>
    </dgm:pt>
  </dgm:ptLst>
  <dgm:cxnLst>
    <dgm:cxn modelId="{AAFA1A02-C786-4D63-84B6-FDF9E721E6F5}" srcId="{10FB62ED-854F-4359-BA0A-00BF327EB59C}" destId="{1AE1BEEC-7805-40E5-B7AD-F29B844C8605}" srcOrd="2" destOrd="0" parTransId="{794F03F7-E7FF-484A-BF28-B3DDA6D2C6AC}" sibTransId="{7E136B60-ABE3-4DE5-89EC-542A50AC3232}"/>
    <dgm:cxn modelId="{21595D02-A1DC-451F-8BA7-650DB52DDB50}" type="presOf" srcId="{264AAA0E-63A0-4540-97D9-7E4C1E1CA4E5}" destId="{E4A26C9D-D0A7-4B6B-BAF5-3E84AFF931D1}" srcOrd="0" destOrd="0" presId="urn:microsoft.com/office/officeart/2005/8/layout/orgChart1"/>
    <dgm:cxn modelId="{0B50040A-7192-4D87-B232-D70F5578BFF2}" type="presOf" srcId="{035EB52E-5AC1-49CF-9EB7-A8F9ADD106E8}" destId="{9BB2D6B5-4509-497C-A442-C276D2A91575}" srcOrd="0" destOrd="0" presId="urn:microsoft.com/office/officeart/2005/8/layout/orgChart1"/>
    <dgm:cxn modelId="{F9216714-C35F-451C-96FB-9BAE549F6FD8}" type="presOf" srcId="{58A32D7F-26CA-4AA4-BB87-DF790C7D4A45}" destId="{3C5534E3-104C-4235-B2E0-07546D6C8541}" srcOrd="0" destOrd="0" presId="urn:microsoft.com/office/officeart/2005/8/layout/orgChart1"/>
    <dgm:cxn modelId="{0A695915-EDBD-4907-AA5D-8947E2B2978A}" type="presOf" srcId="{D71B20C3-7825-4A17-BB63-231543C9C96D}" destId="{70D61C82-04BE-4929-A650-CD4B978DFDDC}" srcOrd="0" destOrd="0" presId="urn:microsoft.com/office/officeart/2005/8/layout/orgChart1"/>
    <dgm:cxn modelId="{6E27A321-C635-40BB-843B-D290443AFA62}" type="presOf" srcId="{7E819462-33E7-4727-941A-D923E0B37353}" destId="{30D46FD2-03E6-4FFF-96DA-CBE95704A24C}" srcOrd="1" destOrd="0" presId="urn:microsoft.com/office/officeart/2005/8/layout/orgChart1"/>
    <dgm:cxn modelId="{29777F32-A179-4548-8979-C0542E95D4D0}" type="presOf" srcId="{E77A9234-8795-49E4-9823-334A06BA6F68}" destId="{D4E5E1A2-F1F5-4D8B-B30D-6E4E76EC0C81}" srcOrd="1" destOrd="0" presId="urn:microsoft.com/office/officeart/2005/8/layout/orgChart1"/>
    <dgm:cxn modelId="{2BA97633-A502-42B9-A02D-EE0A55933A08}" type="presOf" srcId="{C16859C7-2906-48E4-A4D8-C121D8FFEE26}" destId="{C338E306-AC68-4241-8DB1-EB5997CAF004}" srcOrd="0" destOrd="0" presId="urn:microsoft.com/office/officeart/2005/8/layout/orgChart1"/>
    <dgm:cxn modelId="{B6A4F235-57BF-4A9C-90B1-D8BE8BC82B9B}" type="presOf" srcId="{0C066752-5A67-4EB4-A759-737B97F67698}" destId="{E33DE678-B6C3-4293-9CA9-6B4D061696FB}" srcOrd="1" destOrd="0" presId="urn:microsoft.com/office/officeart/2005/8/layout/orgChart1"/>
    <dgm:cxn modelId="{079FC33D-F5CA-4624-9BCE-18DAA3B7ADAA}" srcId="{6DDDD12E-0514-43BD-A790-B1DAFCF34D52}" destId="{10FB62ED-854F-4359-BA0A-00BF327EB59C}" srcOrd="1" destOrd="0" parTransId="{F65A2D40-81E1-425E-9F5A-B392D52699A6}" sibTransId="{318AB2B9-6E19-42FB-BF56-8C6D6C54E51D}"/>
    <dgm:cxn modelId="{10D5D540-9997-40AD-B3E1-932A9E4B6CDB}" type="presOf" srcId="{1AE1BEEC-7805-40E5-B7AD-F29B844C8605}" destId="{7A32427A-73EB-4C0E-AEFC-2C3DCA78A882}" srcOrd="1" destOrd="0" presId="urn:microsoft.com/office/officeart/2005/8/layout/orgChart1"/>
    <dgm:cxn modelId="{46121B5F-DE28-4F3B-8DB3-D74106C36826}" type="presOf" srcId="{10FB62ED-854F-4359-BA0A-00BF327EB59C}" destId="{C9693889-0D4C-43A7-A05C-479856446B93}" srcOrd="1" destOrd="0" presId="urn:microsoft.com/office/officeart/2005/8/layout/orgChart1"/>
    <dgm:cxn modelId="{977D2860-3F87-4B2F-BD9D-68AB1E31FD6A}" type="presOf" srcId="{0C05F15E-60DB-49AF-B50A-886531F97F6C}" destId="{A79B36E2-BFA6-4634-A678-382210A7A73F}" srcOrd="1" destOrd="0" presId="urn:microsoft.com/office/officeart/2005/8/layout/orgChart1"/>
    <dgm:cxn modelId="{9CC99042-64A4-45A9-8864-DFC62827325F}" srcId="{6FE262BC-C65E-4F46-AF8C-870739795102}" destId="{BA121BFF-38D8-44C4-82B4-2E3D6489808D}" srcOrd="1" destOrd="0" parTransId="{264AAA0E-63A0-4540-97D9-7E4C1E1CA4E5}" sibTransId="{23165E86-B00D-41F7-9521-DC872D3DAE98}"/>
    <dgm:cxn modelId="{2A7A7664-B85C-4487-9C43-4084E8C8B9C7}" type="presOf" srcId="{10FB62ED-854F-4359-BA0A-00BF327EB59C}" destId="{8773AF79-8611-422A-BC88-FBC71FD681A2}" srcOrd="0" destOrd="0" presId="urn:microsoft.com/office/officeart/2005/8/layout/orgChart1"/>
    <dgm:cxn modelId="{03DED744-3B42-41AA-8738-7424F44D8B0A}" type="presOf" srcId="{6DDDD12E-0514-43BD-A790-B1DAFCF34D52}" destId="{77D9728E-0E51-4F14-9B92-65F345E13930}" srcOrd="0" destOrd="0" presId="urn:microsoft.com/office/officeart/2005/8/layout/orgChart1"/>
    <dgm:cxn modelId="{6724646C-8F2B-49D4-9B9C-310A01D23615}" srcId="{035EB52E-5AC1-49CF-9EB7-A8F9ADD106E8}" destId="{D71B20C3-7825-4A17-BB63-231543C9C96D}" srcOrd="2" destOrd="0" parTransId="{1BDC722D-6A1D-4FD3-BA28-680238A8C93B}" sibTransId="{51517EE7-0ECE-40B7-A4F2-3138D6EA2D9B}"/>
    <dgm:cxn modelId="{3BDF1B6D-04EC-47B9-869B-9EB16501FD2E}" type="presOf" srcId="{85D74086-1580-40E9-94DF-C45420A9A5BD}" destId="{D104B623-D71C-4A5A-A365-7B36FD859DF5}" srcOrd="0" destOrd="0" presId="urn:microsoft.com/office/officeart/2005/8/layout/orgChart1"/>
    <dgm:cxn modelId="{64DBF76E-9CAA-4A8A-B187-B08B337610DC}" type="presOf" srcId="{0C066752-5A67-4EB4-A759-737B97F67698}" destId="{04E1750F-D904-43AE-9F5B-F789E71EB528}" srcOrd="0" destOrd="0" presId="urn:microsoft.com/office/officeart/2005/8/layout/orgChart1"/>
    <dgm:cxn modelId="{4B296650-B3D0-4F83-8F86-6309B5FE5A37}" type="presOf" srcId="{D73C5017-4C72-44EA-BF9D-DDB442A2DA15}" destId="{F112797D-3E68-41A0-934E-CCB283BE06A9}" srcOrd="0" destOrd="0" presId="urn:microsoft.com/office/officeart/2005/8/layout/orgChart1"/>
    <dgm:cxn modelId="{CD09EE70-5E84-48B4-86FF-6A6B48FA2C13}" type="presOf" srcId="{F65A2D40-81E1-425E-9F5A-B392D52699A6}" destId="{7B0CB0B5-CE6A-4434-BAA5-3EABA2CE407D}" srcOrd="0" destOrd="0" presId="urn:microsoft.com/office/officeart/2005/8/layout/orgChart1"/>
    <dgm:cxn modelId="{26E2C651-04E3-414C-95C2-8CDB40CCB7EB}" type="presOf" srcId="{6DDDD12E-0514-43BD-A790-B1DAFCF34D52}" destId="{6D0F1ACC-1D91-48B5-B5E0-90C192D565E1}" srcOrd="1" destOrd="0" presId="urn:microsoft.com/office/officeart/2005/8/layout/orgChart1"/>
    <dgm:cxn modelId="{6ED12F75-0D98-41E6-B41F-D34297716E81}" type="presOf" srcId="{BA121BFF-38D8-44C4-82B4-2E3D6489808D}" destId="{06EA159F-EC1A-41BC-B91F-D0D00A6BA8CE}" srcOrd="1" destOrd="0" presId="urn:microsoft.com/office/officeart/2005/8/layout/orgChart1"/>
    <dgm:cxn modelId="{7199C656-6A62-400E-957D-0039D909220A}" type="presOf" srcId="{1AE1BEEC-7805-40E5-B7AD-F29B844C8605}" destId="{4969A686-1DB9-44A3-B738-89317C6766B9}" srcOrd="0" destOrd="0" presId="urn:microsoft.com/office/officeart/2005/8/layout/orgChart1"/>
    <dgm:cxn modelId="{C0944579-EEDB-4FF9-AA8C-B10678B13A84}" type="presOf" srcId="{0C05F15E-60DB-49AF-B50A-886531F97F6C}" destId="{3124B647-1AC5-4B3B-B440-CCE2709061DA}" srcOrd="0" destOrd="0" presId="urn:microsoft.com/office/officeart/2005/8/layout/orgChart1"/>
    <dgm:cxn modelId="{666E647B-6DF6-42DA-8F9D-54D9C37E6C78}" srcId="{10FB62ED-854F-4359-BA0A-00BF327EB59C}" destId="{E77A9234-8795-49E4-9823-334A06BA6F68}" srcOrd="1" destOrd="0" parTransId="{E0576FBF-19DF-4E9A-9479-D85A195C64E2}" sibTransId="{873772C9-E4A7-493D-B616-72B319D245C7}"/>
    <dgm:cxn modelId="{29257581-2E5E-4F98-941B-7830CFED417F}" type="presOf" srcId="{D71B20C3-7825-4A17-BB63-231543C9C96D}" destId="{281A3B00-2BDD-4524-A0FC-DE0D9141439B}" srcOrd="1" destOrd="0" presId="urn:microsoft.com/office/officeart/2005/8/layout/orgChart1"/>
    <dgm:cxn modelId="{2A07C784-B8C2-446D-A7E2-F4FE9DBE7E0C}" srcId="{10FB62ED-854F-4359-BA0A-00BF327EB59C}" destId="{0C05F15E-60DB-49AF-B50A-886531F97F6C}" srcOrd="0" destOrd="0" parTransId="{39C7D12C-49F3-4E2A-869F-899C0F02ABFB}" sibTransId="{77F20D58-6252-4E71-8B95-D8D1E8373AD2}"/>
    <dgm:cxn modelId="{38A05292-DDC5-4E9C-979E-9793D66FCB8B}" type="presOf" srcId="{E0576FBF-19DF-4E9A-9479-D85A195C64E2}" destId="{498314EC-81CE-4304-B059-F451B0FC1FE0}" srcOrd="0" destOrd="0" presId="urn:microsoft.com/office/officeart/2005/8/layout/orgChart1"/>
    <dgm:cxn modelId="{68EB2693-CA6A-473A-9102-8449550BE7C8}" srcId="{035EB52E-5AC1-49CF-9EB7-A8F9ADD106E8}" destId="{F4E2A88E-63B9-4B8C-8494-71DF1E8A249B}" srcOrd="0" destOrd="0" parTransId="{ED09692A-6351-416D-BC5E-8B6289C291EB}" sibTransId="{52103D3D-D8AF-42D4-8BC3-C4B5271836EC}"/>
    <dgm:cxn modelId="{23554A95-0713-44F3-B1B9-7E5E8AAC9C29}" srcId="{035EB52E-5AC1-49CF-9EB7-A8F9ADD106E8}" destId="{7E819462-33E7-4727-941A-D923E0B37353}" srcOrd="1" destOrd="0" parTransId="{94E1B986-D367-4757-8978-AD897E8527A2}" sibTransId="{4CBE1625-FAA0-42ED-BC7A-A28EDFD3BC4D}"/>
    <dgm:cxn modelId="{6C9CC3A6-436A-43F8-9171-FF59C9C6E17A}" type="presOf" srcId="{6FE262BC-C65E-4F46-AF8C-870739795102}" destId="{70D824A2-6699-4F91-A14E-D100D7E3DC27}" srcOrd="1" destOrd="0" presId="urn:microsoft.com/office/officeart/2005/8/layout/orgChart1"/>
    <dgm:cxn modelId="{78B660AC-99F4-4622-AA9C-242D153D6082}" type="presOf" srcId="{E77A9234-8795-49E4-9823-334A06BA6F68}" destId="{1020D555-A7DC-41E3-AECD-7C34E2FF34CA}" srcOrd="0" destOrd="0" presId="urn:microsoft.com/office/officeart/2005/8/layout/orgChart1"/>
    <dgm:cxn modelId="{492BA4AC-38D8-428B-8FDA-A59E8DBCA4B7}" type="presOf" srcId="{C50A526D-3CCC-4FA0-B5AD-9FE38C0A20E9}" destId="{8072AF13-5774-4D72-AD7C-A63A34792FE5}" srcOrd="0" destOrd="0" presId="urn:microsoft.com/office/officeart/2005/8/layout/orgChart1"/>
    <dgm:cxn modelId="{04C0BCAD-A22B-4B80-B97F-46E372F30857}" type="presOf" srcId="{39C7D12C-49F3-4E2A-869F-899C0F02ABFB}" destId="{27D29A0E-3443-4152-934E-5BB0F2A561A5}" srcOrd="0" destOrd="0" presId="urn:microsoft.com/office/officeart/2005/8/layout/orgChart1"/>
    <dgm:cxn modelId="{FDB5C0AF-7D93-4762-96F2-1F470D57189B}" type="presOf" srcId="{85D74086-1580-40E9-94DF-C45420A9A5BD}" destId="{ADFA329A-2F02-47F6-9F97-94647537D174}" srcOrd="1" destOrd="0" presId="urn:microsoft.com/office/officeart/2005/8/layout/orgChart1"/>
    <dgm:cxn modelId="{6F672BB2-ABFB-4B08-8150-9DE34D61D584}" type="presOf" srcId="{6FE262BC-C65E-4F46-AF8C-870739795102}" destId="{C7515423-66E2-48AC-B918-61E7EA82F8EE}" srcOrd="0" destOrd="0" presId="urn:microsoft.com/office/officeart/2005/8/layout/orgChart1"/>
    <dgm:cxn modelId="{B191F1B2-EB5C-480C-B749-00CF8230903F}" type="presOf" srcId="{1BDC722D-6A1D-4FD3-BA28-680238A8C93B}" destId="{8BFED4EC-DA59-4E53-B9CE-1441B48131D0}" srcOrd="0" destOrd="0" presId="urn:microsoft.com/office/officeart/2005/8/layout/orgChart1"/>
    <dgm:cxn modelId="{500113B9-A2C4-4A05-A23B-9C9138945153}" srcId="{6DDDD12E-0514-43BD-A790-B1DAFCF34D52}" destId="{035EB52E-5AC1-49CF-9EB7-A8F9ADD106E8}" srcOrd="0" destOrd="0" parTransId="{C16859C7-2906-48E4-A4D8-C121D8FFEE26}" sibTransId="{8E667DDA-9E48-4630-94F2-D977A625F2F3}"/>
    <dgm:cxn modelId="{DB44EED1-5F6B-4C20-AE3D-A1E88280A1F8}" type="presOf" srcId="{BA121BFF-38D8-44C4-82B4-2E3D6489808D}" destId="{AAB07E15-B510-4993-B5ED-64BC91CEC6FA}" srcOrd="0" destOrd="0" presId="urn:microsoft.com/office/officeart/2005/8/layout/orgChart1"/>
    <dgm:cxn modelId="{E46C7FD6-81B3-40BA-9EAA-0AF23B8E708F}" type="presOf" srcId="{794F03F7-E7FF-484A-BF28-B3DDA6D2C6AC}" destId="{724BD5BC-36FC-4AC4-A05C-85042DB64966}" srcOrd="0" destOrd="0" presId="urn:microsoft.com/office/officeart/2005/8/layout/orgChart1"/>
    <dgm:cxn modelId="{9E17AFD8-54D4-459C-BD1D-27B76BDD1C81}" type="presOf" srcId="{035EB52E-5AC1-49CF-9EB7-A8F9ADD106E8}" destId="{0CDC7AF9-E07A-4159-8BF1-5890830EE529}" srcOrd="1" destOrd="0" presId="urn:microsoft.com/office/officeart/2005/8/layout/orgChart1"/>
    <dgm:cxn modelId="{471920E2-1EE8-4A85-AD57-DB7098989A83}" type="presOf" srcId="{7E819462-33E7-4727-941A-D923E0B37353}" destId="{A8EA9EC8-F306-4E25-836B-9062BB1BC3A2}" srcOrd="0" destOrd="0" presId="urn:microsoft.com/office/officeart/2005/8/layout/orgChart1"/>
    <dgm:cxn modelId="{D2A0C9E6-D268-4866-9BD8-942EAF10B117}" type="presOf" srcId="{ED09692A-6351-416D-BC5E-8B6289C291EB}" destId="{29A40F38-BAB0-474D-B418-3CB698A127F4}" srcOrd="0" destOrd="0" presId="urn:microsoft.com/office/officeart/2005/8/layout/orgChart1"/>
    <dgm:cxn modelId="{0A8045E8-34F0-450D-92B8-430262CC8BB0}" srcId="{6FE262BC-C65E-4F46-AF8C-870739795102}" destId="{0C066752-5A67-4EB4-A759-737B97F67698}" srcOrd="2" destOrd="0" parTransId="{D73C5017-4C72-44EA-BF9D-DDB442A2DA15}" sibTransId="{FC49A639-4792-43C4-8B11-D8FCAB1D8A1B}"/>
    <dgm:cxn modelId="{FA832AEA-550B-4FD5-8C56-654AE3AB70C7}" srcId="{6FE262BC-C65E-4F46-AF8C-870739795102}" destId="{85D74086-1580-40E9-94DF-C45420A9A5BD}" srcOrd="0" destOrd="0" parTransId="{9F729ADD-33CD-4A34-A790-CB9520B2CFC3}" sibTransId="{AFBC4C3D-27EE-41B6-99FD-CC1A89A1AF22}"/>
    <dgm:cxn modelId="{AAEBDDEA-A7D7-44AE-B3AE-4BB6B1D0557D}" srcId="{6DDDD12E-0514-43BD-A790-B1DAFCF34D52}" destId="{6FE262BC-C65E-4F46-AF8C-870739795102}" srcOrd="2" destOrd="0" parTransId="{C50A526D-3CCC-4FA0-B5AD-9FE38C0A20E9}" sibTransId="{273B2FB3-E190-45E0-BCBB-1ADA57A70117}"/>
    <dgm:cxn modelId="{6325D0EF-D749-402C-899B-5E3DF72526EA}" type="presOf" srcId="{9F729ADD-33CD-4A34-A790-CB9520B2CFC3}" destId="{6D218344-C63E-4EA3-87DB-2E2558B12754}" srcOrd="0" destOrd="0" presId="urn:microsoft.com/office/officeart/2005/8/layout/orgChart1"/>
    <dgm:cxn modelId="{CA1922F1-E074-405F-972F-05A00526FD21}" type="presOf" srcId="{F4E2A88E-63B9-4B8C-8494-71DF1E8A249B}" destId="{62A62F38-2301-467B-9B0C-F7828274BD05}" srcOrd="1" destOrd="0" presId="urn:microsoft.com/office/officeart/2005/8/layout/orgChart1"/>
    <dgm:cxn modelId="{36CD74F1-126D-4E49-8B36-AFFC67E3A1E2}" srcId="{58A32D7F-26CA-4AA4-BB87-DF790C7D4A45}" destId="{6DDDD12E-0514-43BD-A790-B1DAFCF34D52}" srcOrd="0" destOrd="0" parTransId="{AD71F331-6193-4047-B596-76B1F037B61E}" sibTransId="{A9AE48CA-5AA6-43CD-AFCD-C551004EF75E}"/>
    <dgm:cxn modelId="{AF90A5FB-DEBD-4685-B310-4B367B179556}" type="presOf" srcId="{94E1B986-D367-4757-8978-AD897E8527A2}" destId="{306AC0D1-54C7-45BD-9676-6FE91A50F5F6}" srcOrd="0" destOrd="0" presId="urn:microsoft.com/office/officeart/2005/8/layout/orgChart1"/>
    <dgm:cxn modelId="{59C402FD-4E96-4DFF-BBCE-CC46B1C74C5A}" type="presOf" srcId="{F4E2A88E-63B9-4B8C-8494-71DF1E8A249B}" destId="{95128B40-26AE-49AD-82EF-071AEA7BB205}" srcOrd="0" destOrd="0" presId="urn:microsoft.com/office/officeart/2005/8/layout/orgChart1"/>
    <dgm:cxn modelId="{FFE7A9BB-4392-4684-B93E-99E68FD5E1D2}" type="presParOf" srcId="{3C5534E3-104C-4235-B2E0-07546D6C8541}" destId="{62465288-6E94-4307-B1FB-4157F50ADF81}" srcOrd="0" destOrd="0" presId="urn:microsoft.com/office/officeart/2005/8/layout/orgChart1"/>
    <dgm:cxn modelId="{B29962A0-82FE-498F-B0C9-1D77E4BCEE6A}" type="presParOf" srcId="{62465288-6E94-4307-B1FB-4157F50ADF81}" destId="{86EE1771-C5CE-4032-8F6D-35B6121B9C4A}" srcOrd="0" destOrd="0" presId="urn:microsoft.com/office/officeart/2005/8/layout/orgChart1"/>
    <dgm:cxn modelId="{D6166A40-06C0-428B-A056-903B0377C0DB}" type="presParOf" srcId="{86EE1771-C5CE-4032-8F6D-35B6121B9C4A}" destId="{77D9728E-0E51-4F14-9B92-65F345E13930}" srcOrd="0" destOrd="0" presId="urn:microsoft.com/office/officeart/2005/8/layout/orgChart1"/>
    <dgm:cxn modelId="{E66BF5C8-8827-4EFF-980C-B8E56EA0DE9D}" type="presParOf" srcId="{86EE1771-C5CE-4032-8F6D-35B6121B9C4A}" destId="{6D0F1ACC-1D91-48B5-B5E0-90C192D565E1}" srcOrd="1" destOrd="0" presId="urn:microsoft.com/office/officeart/2005/8/layout/orgChart1"/>
    <dgm:cxn modelId="{EEE3EFFC-AC85-4D15-AC3C-555A67929CF7}" type="presParOf" srcId="{62465288-6E94-4307-B1FB-4157F50ADF81}" destId="{A8771425-3502-4659-A319-A21424B0D471}" srcOrd="1" destOrd="0" presId="urn:microsoft.com/office/officeart/2005/8/layout/orgChart1"/>
    <dgm:cxn modelId="{1A3D96DD-555E-4BF3-9CA5-B97674A0B7C3}" type="presParOf" srcId="{A8771425-3502-4659-A319-A21424B0D471}" destId="{C338E306-AC68-4241-8DB1-EB5997CAF004}" srcOrd="0" destOrd="0" presId="urn:microsoft.com/office/officeart/2005/8/layout/orgChart1"/>
    <dgm:cxn modelId="{980D9EF5-72E3-4452-BA2C-697F40B9F729}" type="presParOf" srcId="{A8771425-3502-4659-A319-A21424B0D471}" destId="{1E3F0D04-92F2-4BA1-A611-E1A60E210A92}" srcOrd="1" destOrd="0" presId="urn:microsoft.com/office/officeart/2005/8/layout/orgChart1"/>
    <dgm:cxn modelId="{14D50C9C-6804-44AA-A134-E63D5E322544}" type="presParOf" srcId="{1E3F0D04-92F2-4BA1-A611-E1A60E210A92}" destId="{F79922CA-D256-4848-8382-EB40A6CAA3B4}" srcOrd="0" destOrd="0" presId="urn:microsoft.com/office/officeart/2005/8/layout/orgChart1"/>
    <dgm:cxn modelId="{E9DFFB7C-6C94-4688-8E35-778A50EB0D69}" type="presParOf" srcId="{F79922CA-D256-4848-8382-EB40A6CAA3B4}" destId="{9BB2D6B5-4509-497C-A442-C276D2A91575}" srcOrd="0" destOrd="0" presId="urn:microsoft.com/office/officeart/2005/8/layout/orgChart1"/>
    <dgm:cxn modelId="{FD6AC086-3991-489F-A854-D42AB2D1B30E}" type="presParOf" srcId="{F79922CA-D256-4848-8382-EB40A6CAA3B4}" destId="{0CDC7AF9-E07A-4159-8BF1-5890830EE529}" srcOrd="1" destOrd="0" presId="urn:microsoft.com/office/officeart/2005/8/layout/orgChart1"/>
    <dgm:cxn modelId="{D86F3679-36AA-407C-A22E-97B2FD0CB50A}" type="presParOf" srcId="{1E3F0D04-92F2-4BA1-A611-E1A60E210A92}" destId="{F97B7A23-1A48-4E4F-91B4-FB1DBA7DF316}" srcOrd="1" destOrd="0" presId="urn:microsoft.com/office/officeart/2005/8/layout/orgChart1"/>
    <dgm:cxn modelId="{306668A3-8652-4679-8A99-6041A445426F}" type="presParOf" srcId="{F97B7A23-1A48-4E4F-91B4-FB1DBA7DF316}" destId="{29A40F38-BAB0-474D-B418-3CB698A127F4}" srcOrd="0" destOrd="0" presId="urn:microsoft.com/office/officeart/2005/8/layout/orgChart1"/>
    <dgm:cxn modelId="{E78535CF-5DDF-48E9-8F81-A76B1FF5A120}" type="presParOf" srcId="{F97B7A23-1A48-4E4F-91B4-FB1DBA7DF316}" destId="{7E7E3D90-4788-4DD8-85FA-632621C43327}" srcOrd="1" destOrd="0" presId="urn:microsoft.com/office/officeart/2005/8/layout/orgChart1"/>
    <dgm:cxn modelId="{CBF9C162-FF9F-4A8A-AA92-5DC1549FA456}" type="presParOf" srcId="{7E7E3D90-4788-4DD8-85FA-632621C43327}" destId="{45D4826D-6A26-455C-8EF9-F96FF5CA9B25}" srcOrd="0" destOrd="0" presId="urn:microsoft.com/office/officeart/2005/8/layout/orgChart1"/>
    <dgm:cxn modelId="{BA829A34-9E5B-4F17-91BE-010E0BB90560}" type="presParOf" srcId="{45D4826D-6A26-455C-8EF9-F96FF5CA9B25}" destId="{95128B40-26AE-49AD-82EF-071AEA7BB205}" srcOrd="0" destOrd="0" presId="urn:microsoft.com/office/officeart/2005/8/layout/orgChart1"/>
    <dgm:cxn modelId="{5180F16D-0169-4326-B8BF-1DF62AF743C0}" type="presParOf" srcId="{45D4826D-6A26-455C-8EF9-F96FF5CA9B25}" destId="{62A62F38-2301-467B-9B0C-F7828274BD05}" srcOrd="1" destOrd="0" presId="urn:microsoft.com/office/officeart/2005/8/layout/orgChart1"/>
    <dgm:cxn modelId="{9B21186D-6991-4109-AE41-75A1728DF4A9}" type="presParOf" srcId="{7E7E3D90-4788-4DD8-85FA-632621C43327}" destId="{6F65F10D-4C7C-47EE-8BA4-1E7F6A3AAA56}" srcOrd="1" destOrd="0" presId="urn:microsoft.com/office/officeart/2005/8/layout/orgChart1"/>
    <dgm:cxn modelId="{B4AAE259-960E-400C-A052-EC5F68465ADB}" type="presParOf" srcId="{7E7E3D90-4788-4DD8-85FA-632621C43327}" destId="{F2BDBACB-2A2C-4CE7-8290-8EA9D58C5ABB}" srcOrd="2" destOrd="0" presId="urn:microsoft.com/office/officeart/2005/8/layout/orgChart1"/>
    <dgm:cxn modelId="{1E8E4AC1-760A-4552-82B5-5A971D8EB3FA}" type="presParOf" srcId="{F97B7A23-1A48-4E4F-91B4-FB1DBA7DF316}" destId="{306AC0D1-54C7-45BD-9676-6FE91A50F5F6}" srcOrd="2" destOrd="0" presId="urn:microsoft.com/office/officeart/2005/8/layout/orgChart1"/>
    <dgm:cxn modelId="{60189110-0E20-4EB7-8B4F-44562544413B}" type="presParOf" srcId="{F97B7A23-1A48-4E4F-91B4-FB1DBA7DF316}" destId="{CE1C2562-D168-4507-812D-147C62B37134}" srcOrd="3" destOrd="0" presId="urn:microsoft.com/office/officeart/2005/8/layout/orgChart1"/>
    <dgm:cxn modelId="{19AD1468-52BE-415C-9786-D110D0279495}" type="presParOf" srcId="{CE1C2562-D168-4507-812D-147C62B37134}" destId="{C4099729-E6FF-48F8-BD9F-29F012393AA8}" srcOrd="0" destOrd="0" presId="urn:microsoft.com/office/officeart/2005/8/layout/orgChart1"/>
    <dgm:cxn modelId="{6F6D5C68-A09E-4CEC-8A7F-764A7C59B9C9}" type="presParOf" srcId="{C4099729-E6FF-48F8-BD9F-29F012393AA8}" destId="{A8EA9EC8-F306-4E25-836B-9062BB1BC3A2}" srcOrd="0" destOrd="0" presId="urn:microsoft.com/office/officeart/2005/8/layout/orgChart1"/>
    <dgm:cxn modelId="{5ADCF004-9AF0-407B-B238-751C5569FF03}" type="presParOf" srcId="{C4099729-E6FF-48F8-BD9F-29F012393AA8}" destId="{30D46FD2-03E6-4FFF-96DA-CBE95704A24C}" srcOrd="1" destOrd="0" presId="urn:microsoft.com/office/officeart/2005/8/layout/orgChart1"/>
    <dgm:cxn modelId="{C1DF3E38-B350-49B2-BCFC-642F1A1D9D57}" type="presParOf" srcId="{CE1C2562-D168-4507-812D-147C62B37134}" destId="{FAF081C9-A233-40E2-BE90-207FB856E045}" srcOrd="1" destOrd="0" presId="urn:microsoft.com/office/officeart/2005/8/layout/orgChart1"/>
    <dgm:cxn modelId="{FC222665-2A69-4656-866E-6885202A2702}" type="presParOf" srcId="{CE1C2562-D168-4507-812D-147C62B37134}" destId="{72CC905E-D095-49BD-B6F7-ECC4F5A9ECBD}" srcOrd="2" destOrd="0" presId="urn:microsoft.com/office/officeart/2005/8/layout/orgChart1"/>
    <dgm:cxn modelId="{C8E90BCC-27DA-4F55-BB54-7F0C08379A46}" type="presParOf" srcId="{F97B7A23-1A48-4E4F-91B4-FB1DBA7DF316}" destId="{8BFED4EC-DA59-4E53-B9CE-1441B48131D0}" srcOrd="4" destOrd="0" presId="urn:microsoft.com/office/officeart/2005/8/layout/orgChart1"/>
    <dgm:cxn modelId="{41CCD37E-0728-41A7-9DD6-F1E6C58C02FF}" type="presParOf" srcId="{F97B7A23-1A48-4E4F-91B4-FB1DBA7DF316}" destId="{DD43E964-A92C-4C68-B6DE-974534638943}" srcOrd="5" destOrd="0" presId="urn:microsoft.com/office/officeart/2005/8/layout/orgChart1"/>
    <dgm:cxn modelId="{3A74FC4C-B704-4C23-B0A6-FFD0AEC0066B}" type="presParOf" srcId="{DD43E964-A92C-4C68-B6DE-974534638943}" destId="{7FB911EA-51AF-4282-98E9-B08A352ABA94}" srcOrd="0" destOrd="0" presId="urn:microsoft.com/office/officeart/2005/8/layout/orgChart1"/>
    <dgm:cxn modelId="{237AE822-6568-4828-8842-D4F72899C362}" type="presParOf" srcId="{7FB911EA-51AF-4282-98E9-B08A352ABA94}" destId="{70D61C82-04BE-4929-A650-CD4B978DFDDC}" srcOrd="0" destOrd="0" presId="urn:microsoft.com/office/officeart/2005/8/layout/orgChart1"/>
    <dgm:cxn modelId="{5F40CA3B-0D1E-4CC1-8D73-5397A0D5502E}" type="presParOf" srcId="{7FB911EA-51AF-4282-98E9-B08A352ABA94}" destId="{281A3B00-2BDD-4524-A0FC-DE0D9141439B}" srcOrd="1" destOrd="0" presId="urn:microsoft.com/office/officeart/2005/8/layout/orgChart1"/>
    <dgm:cxn modelId="{1D028C1C-E2BE-41C8-8E3C-D7EDEF419F89}" type="presParOf" srcId="{DD43E964-A92C-4C68-B6DE-974534638943}" destId="{03091145-4DF3-45C3-BFE0-2663DAC25C57}" srcOrd="1" destOrd="0" presId="urn:microsoft.com/office/officeart/2005/8/layout/orgChart1"/>
    <dgm:cxn modelId="{317CF042-E58C-4266-8E0C-12681444039D}" type="presParOf" srcId="{DD43E964-A92C-4C68-B6DE-974534638943}" destId="{E1FB6EA6-D8D2-4E5F-A4C4-920E654F5A46}" srcOrd="2" destOrd="0" presId="urn:microsoft.com/office/officeart/2005/8/layout/orgChart1"/>
    <dgm:cxn modelId="{DBDA466A-03D0-4BF1-ABEF-38F63BE01FDD}" type="presParOf" srcId="{1E3F0D04-92F2-4BA1-A611-E1A60E210A92}" destId="{DAB12D70-C352-4827-8B01-9F1E0001A5BC}" srcOrd="2" destOrd="0" presId="urn:microsoft.com/office/officeart/2005/8/layout/orgChart1"/>
    <dgm:cxn modelId="{FF1A36C9-58D7-47EA-92A2-52FEE1DBADA0}" type="presParOf" srcId="{A8771425-3502-4659-A319-A21424B0D471}" destId="{7B0CB0B5-CE6A-4434-BAA5-3EABA2CE407D}" srcOrd="2" destOrd="0" presId="urn:microsoft.com/office/officeart/2005/8/layout/orgChart1"/>
    <dgm:cxn modelId="{C1FFF4E9-D686-49D7-AD56-F1C7B9C46346}" type="presParOf" srcId="{A8771425-3502-4659-A319-A21424B0D471}" destId="{5448E216-5268-407B-B385-DD11EE6FEBBB}" srcOrd="3" destOrd="0" presId="urn:microsoft.com/office/officeart/2005/8/layout/orgChart1"/>
    <dgm:cxn modelId="{073EBB78-6A0B-4FEC-9759-68EB64EBEE47}" type="presParOf" srcId="{5448E216-5268-407B-B385-DD11EE6FEBBB}" destId="{967B8F0D-4126-4898-8D3A-909FF5DC66CD}" srcOrd="0" destOrd="0" presId="urn:microsoft.com/office/officeart/2005/8/layout/orgChart1"/>
    <dgm:cxn modelId="{978C589B-A078-4C50-8AF0-10EBE2486F08}" type="presParOf" srcId="{967B8F0D-4126-4898-8D3A-909FF5DC66CD}" destId="{8773AF79-8611-422A-BC88-FBC71FD681A2}" srcOrd="0" destOrd="0" presId="urn:microsoft.com/office/officeart/2005/8/layout/orgChart1"/>
    <dgm:cxn modelId="{5444227C-4A62-4A1E-8AEE-808EE9CF9EB6}" type="presParOf" srcId="{967B8F0D-4126-4898-8D3A-909FF5DC66CD}" destId="{C9693889-0D4C-43A7-A05C-479856446B93}" srcOrd="1" destOrd="0" presId="urn:microsoft.com/office/officeart/2005/8/layout/orgChart1"/>
    <dgm:cxn modelId="{1C24F3DE-41F6-460D-8C0D-B7E3F2E8BEE2}" type="presParOf" srcId="{5448E216-5268-407B-B385-DD11EE6FEBBB}" destId="{A13B282A-5271-41BC-91C7-A60F628C77F0}" srcOrd="1" destOrd="0" presId="urn:microsoft.com/office/officeart/2005/8/layout/orgChart1"/>
    <dgm:cxn modelId="{CF56B70C-1E2B-4243-A901-E249CD76D567}" type="presParOf" srcId="{A13B282A-5271-41BC-91C7-A60F628C77F0}" destId="{27D29A0E-3443-4152-934E-5BB0F2A561A5}" srcOrd="0" destOrd="0" presId="urn:microsoft.com/office/officeart/2005/8/layout/orgChart1"/>
    <dgm:cxn modelId="{2D703BED-CF0A-49F3-9BD2-178A248688D1}" type="presParOf" srcId="{A13B282A-5271-41BC-91C7-A60F628C77F0}" destId="{E68F2A8B-13CE-4C42-A690-A6E98B7D936F}" srcOrd="1" destOrd="0" presId="urn:microsoft.com/office/officeart/2005/8/layout/orgChart1"/>
    <dgm:cxn modelId="{D300C44E-EDE7-49A4-8F25-3A8D8BB0AB1F}" type="presParOf" srcId="{E68F2A8B-13CE-4C42-A690-A6E98B7D936F}" destId="{4E57C753-9871-4AD7-A482-82E3A1106844}" srcOrd="0" destOrd="0" presId="urn:microsoft.com/office/officeart/2005/8/layout/orgChart1"/>
    <dgm:cxn modelId="{E6067763-A16C-4CE9-B196-0F86B0E984C8}" type="presParOf" srcId="{4E57C753-9871-4AD7-A482-82E3A1106844}" destId="{3124B647-1AC5-4B3B-B440-CCE2709061DA}" srcOrd="0" destOrd="0" presId="urn:microsoft.com/office/officeart/2005/8/layout/orgChart1"/>
    <dgm:cxn modelId="{5EE1F1FB-E207-42D8-BE41-E9935335E6A9}" type="presParOf" srcId="{4E57C753-9871-4AD7-A482-82E3A1106844}" destId="{A79B36E2-BFA6-4634-A678-382210A7A73F}" srcOrd="1" destOrd="0" presId="urn:microsoft.com/office/officeart/2005/8/layout/orgChart1"/>
    <dgm:cxn modelId="{D77623B3-20CF-4ACE-895F-3E6ABD584C0E}" type="presParOf" srcId="{E68F2A8B-13CE-4C42-A690-A6E98B7D936F}" destId="{A2BDA471-4F19-48B3-AA90-711CD79B6E07}" srcOrd="1" destOrd="0" presId="urn:microsoft.com/office/officeart/2005/8/layout/orgChart1"/>
    <dgm:cxn modelId="{900DAE5B-E212-463F-A053-BB18941CD38D}" type="presParOf" srcId="{E68F2A8B-13CE-4C42-A690-A6E98B7D936F}" destId="{9028379C-0D28-4FBB-8A09-BCF4C3D36754}" srcOrd="2" destOrd="0" presId="urn:microsoft.com/office/officeart/2005/8/layout/orgChart1"/>
    <dgm:cxn modelId="{FDA51766-87CA-49BF-A8AE-27468571AF93}" type="presParOf" srcId="{A13B282A-5271-41BC-91C7-A60F628C77F0}" destId="{498314EC-81CE-4304-B059-F451B0FC1FE0}" srcOrd="2" destOrd="0" presId="urn:microsoft.com/office/officeart/2005/8/layout/orgChart1"/>
    <dgm:cxn modelId="{58ABA1D2-8384-48D7-AFB2-E67F1696C128}" type="presParOf" srcId="{A13B282A-5271-41BC-91C7-A60F628C77F0}" destId="{35F81B74-D469-4F04-8FEA-7AAE4BCB8232}" srcOrd="3" destOrd="0" presId="urn:microsoft.com/office/officeart/2005/8/layout/orgChart1"/>
    <dgm:cxn modelId="{ADB171D1-9431-4D32-953C-8591025B0DF0}" type="presParOf" srcId="{35F81B74-D469-4F04-8FEA-7AAE4BCB8232}" destId="{DFCE8D71-021C-4CE1-9352-B03C67CC18F8}" srcOrd="0" destOrd="0" presId="urn:microsoft.com/office/officeart/2005/8/layout/orgChart1"/>
    <dgm:cxn modelId="{F20F036D-5A34-4B2E-A60F-6F285BDE096C}" type="presParOf" srcId="{DFCE8D71-021C-4CE1-9352-B03C67CC18F8}" destId="{1020D555-A7DC-41E3-AECD-7C34E2FF34CA}" srcOrd="0" destOrd="0" presId="urn:microsoft.com/office/officeart/2005/8/layout/orgChart1"/>
    <dgm:cxn modelId="{62D816F0-2388-46F9-B242-E25D207FB4D3}" type="presParOf" srcId="{DFCE8D71-021C-4CE1-9352-B03C67CC18F8}" destId="{D4E5E1A2-F1F5-4D8B-B30D-6E4E76EC0C81}" srcOrd="1" destOrd="0" presId="urn:microsoft.com/office/officeart/2005/8/layout/orgChart1"/>
    <dgm:cxn modelId="{B910C2A1-D097-444D-B988-E9DFCC43FBD8}" type="presParOf" srcId="{35F81B74-D469-4F04-8FEA-7AAE4BCB8232}" destId="{61F7C321-9497-4323-ADC9-4930C01B7A76}" srcOrd="1" destOrd="0" presId="urn:microsoft.com/office/officeart/2005/8/layout/orgChart1"/>
    <dgm:cxn modelId="{90CC465A-324E-481B-BF64-B47F89273AE9}" type="presParOf" srcId="{35F81B74-D469-4F04-8FEA-7AAE4BCB8232}" destId="{2CE13A99-35C1-43DA-AB77-C8C7E82B7EA1}" srcOrd="2" destOrd="0" presId="urn:microsoft.com/office/officeart/2005/8/layout/orgChart1"/>
    <dgm:cxn modelId="{DE49A1DB-04EC-4FF2-9705-995D6267A060}" type="presParOf" srcId="{A13B282A-5271-41BC-91C7-A60F628C77F0}" destId="{724BD5BC-36FC-4AC4-A05C-85042DB64966}" srcOrd="4" destOrd="0" presId="urn:microsoft.com/office/officeart/2005/8/layout/orgChart1"/>
    <dgm:cxn modelId="{16019464-3656-4D11-8358-26EBCD9466A1}" type="presParOf" srcId="{A13B282A-5271-41BC-91C7-A60F628C77F0}" destId="{03DB0F27-0E74-412F-AE2B-443D3B00E431}" srcOrd="5" destOrd="0" presId="urn:microsoft.com/office/officeart/2005/8/layout/orgChart1"/>
    <dgm:cxn modelId="{89C019A1-F7F5-4661-BFAE-C6CB382AB45F}" type="presParOf" srcId="{03DB0F27-0E74-412F-AE2B-443D3B00E431}" destId="{2875D066-7CF3-4970-9921-37EF489E56DB}" srcOrd="0" destOrd="0" presId="urn:microsoft.com/office/officeart/2005/8/layout/orgChart1"/>
    <dgm:cxn modelId="{A3E83476-43B3-4C75-BB2B-2AE7073B5E23}" type="presParOf" srcId="{2875D066-7CF3-4970-9921-37EF489E56DB}" destId="{4969A686-1DB9-44A3-B738-89317C6766B9}" srcOrd="0" destOrd="0" presId="urn:microsoft.com/office/officeart/2005/8/layout/orgChart1"/>
    <dgm:cxn modelId="{B2FA80E2-4DFB-479D-B5C1-58193F02F793}" type="presParOf" srcId="{2875D066-7CF3-4970-9921-37EF489E56DB}" destId="{7A32427A-73EB-4C0E-AEFC-2C3DCA78A882}" srcOrd="1" destOrd="0" presId="urn:microsoft.com/office/officeart/2005/8/layout/orgChart1"/>
    <dgm:cxn modelId="{365465EC-9F76-4151-B32A-EB5F1C37B498}" type="presParOf" srcId="{03DB0F27-0E74-412F-AE2B-443D3B00E431}" destId="{4FA61B13-E95B-450F-AC64-B95CD23CF08F}" srcOrd="1" destOrd="0" presId="urn:microsoft.com/office/officeart/2005/8/layout/orgChart1"/>
    <dgm:cxn modelId="{10BD2267-7470-43EB-9756-F0B2FE98A047}" type="presParOf" srcId="{03DB0F27-0E74-412F-AE2B-443D3B00E431}" destId="{02CD802F-9FFB-46A4-8EA5-2D18E8153B27}" srcOrd="2" destOrd="0" presId="urn:microsoft.com/office/officeart/2005/8/layout/orgChart1"/>
    <dgm:cxn modelId="{4FBBF016-4518-43EB-98E7-66264B6CC1D2}" type="presParOf" srcId="{5448E216-5268-407B-B385-DD11EE6FEBBB}" destId="{6F2DF278-07DD-49EC-8A16-9BFBBA5F0582}" srcOrd="2" destOrd="0" presId="urn:microsoft.com/office/officeart/2005/8/layout/orgChart1"/>
    <dgm:cxn modelId="{DFAF8DA2-EF4D-4823-95CC-E5074BC2DE5F}" type="presParOf" srcId="{A8771425-3502-4659-A319-A21424B0D471}" destId="{8072AF13-5774-4D72-AD7C-A63A34792FE5}" srcOrd="4" destOrd="0" presId="urn:microsoft.com/office/officeart/2005/8/layout/orgChart1"/>
    <dgm:cxn modelId="{90865022-7B04-4FC0-A8FD-29620EEA1A2B}" type="presParOf" srcId="{A8771425-3502-4659-A319-A21424B0D471}" destId="{13E101C2-AAB9-4C79-A034-1F665614314F}" srcOrd="5" destOrd="0" presId="urn:microsoft.com/office/officeart/2005/8/layout/orgChart1"/>
    <dgm:cxn modelId="{3BCF831D-7F6C-4A31-939D-6849540B598E}" type="presParOf" srcId="{13E101C2-AAB9-4C79-A034-1F665614314F}" destId="{5FA87658-3109-4FCE-B29E-5F7F11E94CC7}" srcOrd="0" destOrd="0" presId="urn:microsoft.com/office/officeart/2005/8/layout/orgChart1"/>
    <dgm:cxn modelId="{80589793-5CB9-40F0-9F50-1F58D1BC9E1F}" type="presParOf" srcId="{5FA87658-3109-4FCE-B29E-5F7F11E94CC7}" destId="{C7515423-66E2-48AC-B918-61E7EA82F8EE}" srcOrd="0" destOrd="0" presId="urn:microsoft.com/office/officeart/2005/8/layout/orgChart1"/>
    <dgm:cxn modelId="{29B7C980-BA44-42E6-AAE8-4615E5428F34}" type="presParOf" srcId="{5FA87658-3109-4FCE-B29E-5F7F11E94CC7}" destId="{70D824A2-6699-4F91-A14E-D100D7E3DC27}" srcOrd="1" destOrd="0" presId="urn:microsoft.com/office/officeart/2005/8/layout/orgChart1"/>
    <dgm:cxn modelId="{D8D74C49-251A-431D-813A-834EDF92F877}" type="presParOf" srcId="{13E101C2-AAB9-4C79-A034-1F665614314F}" destId="{451F8EE0-8EAB-4679-89F1-27CFC2B5BF0A}" srcOrd="1" destOrd="0" presId="urn:microsoft.com/office/officeart/2005/8/layout/orgChart1"/>
    <dgm:cxn modelId="{D2B2B941-9A63-45A2-8EB4-594BDDFDA7C7}" type="presParOf" srcId="{451F8EE0-8EAB-4679-89F1-27CFC2B5BF0A}" destId="{6D218344-C63E-4EA3-87DB-2E2558B12754}" srcOrd="0" destOrd="0" presId="urn:microsoft.com/office/officeart/2005/8/layout/orgChart1"/>
    <dgm:cxn modelId="{F6418A99-6C3D-445F-B224-D8DC8D01EC86}" type="presParOf" srcId="{451F8EE0-8EAB-4679-89F1-27CFC2B5BF0A}" destId="{6A52F530-A729-4188-8EC6-44718B2B2974}" srcOrd="1" destOrd="0" presId="urn:microsoft.com/office/officeart/2005/8/layout/orgChart1"/>
    <dgm:cxn modelId="{9253A618-1250-47F3-A319-8B973B0C722D}" type="presParOf" srcId="{6A52F530-A729-4188-8EC6-44718B2B2974}" destId="{378B026A-0F78-4D29-B4AD-4D1EF20C932A}" srcOrd="0" destOrd="0" presId="urn:microsoft.com/office/officeart/2005/8/layout/orgChart1"/>
    <dgm:cxn modelId="{2A3E1D44-075E-42A1-AD38-36861F38F8D3}" type="presParOf" srcId="{378B026A-0F78-4D29-B4AD-4D1EF20C932A}" destId="{D104B623-D71C-4A5A-A365-7B36FD859DF5}" srcOrd="0" destOrd="0" presId="urn:microsoft.com/office/officeart/2005/8/layout/orgChart1"/>
    <dgm:cxn modelId="{5CAA9BB2-7DD1-46A0-8C93-2E55AF779F5F}" type="presParOf" srcId="{378B026A-0F78-4D29-B4AD-4D1EF20C932A}" destId="{ADFA329A-2F02-47F6-9F97-94647537D174}" srcOrd="1" destOrd="0" presId="urn:microsoft.com/office/officeart/2005/8/layout/orgChart1"/>
    <dgm:cxn modelId="{92226D18-1298-4AA6-80F5-77B480249ACC}" type="presParOf" srcId="{6A52F530-A729-4188-8EC6-44718B2B2974}" destId="{E81C069F-A25F-4DD2-B0AC-1F7BDAEC1EA7}" srcOrd="1" destOrd="0" presId="urn:microsoft.com/office/officeart/2005/8/layout/orgChart1"/>
    <dgm:cxn modelId="{DDB09208-A915-4052-9733-41C6FBB10DB5}" type="presParOf" srcId="{6A52F530-A729-4188-8EC6-44718B2B2974}" destId="{2F9EDAF6-93A7-4BE5-B4F3-41BEC224CF06}" srcOrd="2" destOrd="0" presId="urn:microsoft.com/office/officeart/2005/8/layout/orgChart1"/>
    <dgm:cxn modelId="{EDDFAE66-CC27-43B3-BCE2-87474D03D920}" type="presParOf" srcId="{451F8EE0-8EAB-4679-89F1-27CFC2B5BF0A}" destId="{E4A26C9D-D0A7-4B6B-BAF5-3E84AFF931D1}" srcOrd="2" destOrd="0" presId="urn:microsoft.com/office/officeart/2005/8/layout/orgChart1"/>
    <dgm:cxn modelId="{E631CB05-D688-450D-9845-989D79762C4A}" type="presParOf" srcId="{451F8EE0-8EAB-4679-89F1-27CFC2B5BF0A}" destId="{71820D68-DA34-48A0-843C-E5B61603D90E}" srcOrd="3" destOrd="0" presId="urn:microsoft.com/office/officeart/2005/8/layout/orgChart1"/>
    <dgm:cxn modelId="{B4E8C5ED-6A1E-4309-A2D3-3AD31EC674A6}" type="presParOf" srcId="{71820D68-DA34-48A0-843C-E5B61603D90E}" destId="{DBC9A09A-080A-44B9-9D71-F8BDAB1D330B}" srcOrd="0" destOrd="0" presId="urn:microsoft.com/office/officeart/2005/8/layout/orgChart1"/>
    <dgm:cxn modelId="{B84EF373-294B-4F01-AE76-8A25548F9B09}" type="presParOf" srcId="{DBC9A09A-080A-44B9-9D71-F8BDAB1D330B}" destId="{AAB07E15-B510-4993-B5ED-64BC91CEC6FA}" srcOrd="0" destOrd="0" presId="urn:microsoft.com/office/officeart/2005/8/layout/orgChart1"/>
    <dgm:cxn modelId="{C5FD2498-3F54-4BAE-9EBA-46935152045C}" type="presParOf" srcId="{DBC9A09A-080A-44B9-9D71-F8BDAB1D330B}" destId="{06EA159F-EC1A-41BC-B91F-D0D00A6BA8CE}" srcOrd="1" destOrd="0" presId="urn:microsoft.com/office/officeart/2005/8/layout/orgChart1"/>
    <dgm:cxn modelId="{BEA383DB-4C7F-494A-AD0B-EB3852135072}" type="presParOf" srcId="{71820D68-DA34-48A0-843C-E5B61603D90E}" destId="{7366F0D6-4EC9-4B6F-A07E-17736732B3D1}" srcOrd="1" destOrd="0" presId="urn:microsoft.com/office/officeart/2005/8/layout/orgChart1"/>
    <dgm:cxn modelId="{A4D5A095-AA00-4B70-8900-90224550A470}" type="presParOf" srcId="{71820D68-DA34-48A0-843C-E5B61603D90E}" destId="{7F220D6A-85D4-49B9-BAE2-0F78FF44156F}" srcOrd="2" destOrd="0" presId="urn:microsoft.com/office/officeart/2005/8/layout/orgChart1"/>
    <dgm:cxn modelId="{B1F745D8-F8DE-45B7-89AD-BFA115BE2125}" type="presParOf" srcId="{451F8EE0-8EAB-4679-89F1-27CFC2B5BF0A}" destId="{F112797D-3E68-41A0-934E-CCB283BE06A9}" srcOrd="4" destOrd="0" presId="urn:microsoft.com/office/officeart/2005/8/layout/orgChart1"/>
    <dgm:cxn modelId="{0A66EF0F-D261-42CA-896A-D627D91862C8}" type="presParOf" srcId="{451F8EE0-8EAB-4679-89F1-27CFC2B5BF0A}" destId="{1C3A175F-1C88-48C9-94B5-7F523F6F4610}" srcOrd="5" destOrd="0" presId="urn:microsoft.com/office/officeart/2005/8/layout/orgChart1"/>
    <dgm:cxn modelId="{91BE1997-433D-496B-BB04-2AB23373A3FB}" type="presParOf" srcId="{1C3A175F-1C88-48C9-94B5-7F523F6F4610}" destId="{980CEBCB-104F-4E5D-A870-CEAC47DBB544}" srcOrd="0" destOrd="0" presId="urn:microsoft.com/office/officeart/2005/8/layout/orgChart1"/>
    <dgm:cxn modelId="{33B9F422-6306-4593-97F4-CE70E0875AE0}" type="presParOf" srcId="{980CEBCB-104F-4E5D-A870-CEAC47DBB544}" destId="{04E1750F-D904-43AE-9F5B-F789E71EB528}" srcOrd="0" destOrd="0" presId="urn:microsoft.com/office/officeart/2005/8/layout/orgChart1"/>
    <dgm:cxn modelId="{0BC5B65F-F7F7-4FC5-9321-BF5B7738AA72}" type="presParOf" srcId="{980CEBCB-104F-4E5D-A870-CEAC47DBB544}" destId="{E33DE678-B6C3-4293-9CA9-6B4D061696FB}" srcOrd="1" destOrd="0" presId="urn:microsoft.com/office/officeart/2005/8/layout/orgChart1"/>
    <dgm:cxn modelId="{F941C991-259F-426E-AADD-87E21443994C}" type="presParOf" srcId="{1C3A175F-1C88-48C9-94B5-7F523F6F4610}" destId="{3CCDEB7F-29B1-4CBD-B918-483169A74791}" srcOrd="1" destOrd="0" presId="urn:microsoft.com/office/officeart/2005/8/layout/orgChart1"/>
    <dgm:cxn modelId="{FA71DCBD-8B2B-46F0-9360-ADEEE53D6BA1}" type="presParOf" srcId="{1C3A175F-1C88-48C9-94B5-7F523F6F4610}" destId="{22404307-EF0D-4006-8CC5-D648A88A776F}" srcOrd="2" destOrd="0" presId="urn:microsoft.com/office/officeart/2005/8/layout/orgChart1"/>
    <dgm:cxn modelId="{F1025015-95FD-4A54-BE44-A76EAED20B62}" type="presParOf" srcId="{13E101C2-AAB9-4C79-A034-1F665614314F}" destId="{285C648A-15FD-4522-B166-62E2E34BEC97}" srcOrd="2" destOrd="0" presId="urn:microsoft.com/office/officeart/2005/8/layout/orgChart1"/>
    <dgm:cxn modelId="{43240219-B69A-4772-A360-A2926DF4370E}" type="presParOf" srcId="{62465288-6E94-4307-B1FB-4157F50ADF81}" destId="{389422BF-8F93-47BA-B3CF-5F275DD1550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CD92E767-ED2B-408F-9F61-3F58AFA71578}"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n-US"/>
        </a:p>
      </dgm:t>
    </dgm:pt>
    <dgm:pt modelId="{5610306D-15D2-45CF-A35A-76A93A3DD9EE}">
      <dgm:prSet phldrT="[Testo]"/>
      <dgm:spPr/>
      <dgm:t>
        <a:bodyPr/>
        <a:lstStyle/>
        <a:p>
          <a:r>
            <a:rPr lang="en-US" i="1" noProof="0" dirty="0"/>
            <a:t>Low</a:t>
          </a:r>
        </a:p>
      </dgm:t>
    </dgm:pt>
    <dgm:pt modelId="{79D3D13A-4663-4F2B-AB5C-42A6C9BFA7E2}" type="parTrans" cxnId="{A87373BB-803B-4733-9C77-F8AD67CFEF2F}">
      <dgm:prSet/>
      <dgm:spPr/>
      <dgm:t>
        <a:bodyPr/>
        <a:lstStyle/>
        <a:p>
          <a:endParaRPr lang="en-US" i="1"/>
        </a:p>
      </dgm:t>
    </dgm:pt>
    <dgm:pt modelId="{5EC58B3E-7A42-475A-A794-D1F65692DC4C}" type="sibTrans" cxnId="{A87373BB-803B-4733-9C77-F8AD67CFEF2F}">
      <dgm:prSet/>
      <dgm:spPr/>
      <dgm:t>
        <a:bodyPr/>
        <a:lstStyle/>
        <a:p>
          <a:endParaRPr lang="en-US" i="1"/>
        </a:p>
      </dgm:t>
    </dgm:pt>
    <dgm:pt modelId="{6E439D32-6084-4E76-B45F-B5EAD4D15911}">
      <dgm:prSet phldrT="[Testo]"/>
      <dgm:spPr/>
      <dgm:t>
        <a:bodyPr/>
        <a:lstStyle/>
        <a:p>
          <a:r>
            <a:rPr lang="en-US" i="1" noProof="0" dirty="0"/>
            <a:t>Middle</a:t>
          </a:r>
        </a:p>
      </dgm:t>
    </dgm:pt>
    <dgm:pt modelId="{228B8FCC-5206-487C-9AF5-AF9DC1B9BF73}" type="parTrans" cxnId="{3CEBA79C-F148-4836-B4DE-E94088769883}">
      <dgm:prSet/>
      <dgm:spPr/>
      <dgm:t>
        <a:bodyPr/>
        <a:lstStyle/>
        <a:p>
          <a:endParaRPr lang="en-US" i="1"/>
        </a:p>
      </dgm:t>
    </dgm:pt>
    <dgm:pt modelId="{43746A5E-28BC-4A1A-9E09-04937E3D2645}" type="sibTrans" cxnId="{3CEBA79C-F148-4836-B4DE-E94088769883}">
      <dgm:prSet/>
      <dgm:spPr/>
      <dgm:t>
        <a:bodyPr/>
        <a:lstStyle/>
        <a:p>
          <a:endParaRPr lang="en-US" i="1"/>
        </a:p>
      </dgm:t>
    </dgm:pt>
    <dgm:pt modelId="{90FFD33B-307D-4D47-815F-6A255065F443}">
      <dgm:prSet phldrT="[Testo]"/>
      <dgm:spPr/>
      <dgm:t>
        <a:bodyPr/>
        <a:lstStyle/>
        <a:p>
          <a:r>
            <a:rPr lang="en-US" i="1" noProof="0" dirty="0"/>
            <a:t>High</a:t>
          </a:r>
        </a:p>
      </dgm:t>
    </dgm:pt>
    <dgm:pt modelId="{AE331893-0204-450D-B749-C639AA4D589C}" type="parTrans" cxnId="{F9493CB7-5916-48B2-B6E8-3D2E0568DFDE}">
      <dgm:prSet/>
      <dgm:spPr/>
      <dgm:t>
        <a:bodyPr/>
        <a:lstStyle/>
        <a:p>
          <a:endParaRPr lang="en-US" i="1"/>
        </a:p>
      </dgm:t>
    </dgm:pt>
    <dgm:pt modelId="{D618EC10-0D79-4DD2-A61E-1109A4234D86}" type="sibTrans" cxnId="{F9493CB7-5916-48B2-B6E8-3D2E0568DFDE}">
      <dgm:prSet/>
      <dgm:spPr/>
      <dgm:t>
        <a:bodyPr/>
        <a:lstStyle/>
        <a:p>
          <a:endParaRPr lang="en-US" i="1"/>
        </a:p>
      </dgm:t>
    </dgm:pt>
    <dgm:pt modelId="{195228D6-98E4-492F-849B-F8B398FFF238}">
      <dgm:prSet phldrT="[Testo]"/>
      <dgm:spPr/>
      <dgm:t>
        <a:bodyPr/>
        <a:lstStyle/>
        <a:p>
          <a:r>
            <a:rPr lang="en-US" i="1" noProof="0" dirty="0"/>
            <a:t>Very high </a:t>
          </a:r>
        </a:p>
      </dgm:t>
    </dgm:pt>
    <dgm:pt modelId="{47765F26-BD25-4D31-8A92-BD6D61474820}" type="parTrans" cxnId="{8E897BCF-89E2-4C39-B74B-F396C63E9D90}">
      <dgm:prSet/>
      <dgm:spPr/>
      <dgm:t>
        <a:bodyPr/>
        <a:lstStyle/>
        <a:p>
          <a:endParaRPr lang="en-US" i="1"/>
        </a:p>
      </dgm:t>
    </dgm:pt>
    <dgm:pt modelId="{E689F47E-1CCC-471A-986A-522C23C147C1}" type="sibTrans" cxnId="{8E897BCF-89E2-4C39-B74B-F396C63E9D90}">
      <dgm:prSet/>
      <dgm:spPr/>
      <dgm:t>
        <a:bodyPr/>
        <a:lstStyle/>
        <a:p>
          <a:endParaRPr lang="en-US" i="1"/>
        </a:p>
      </dgm:t>
    </dgm:pt>
    <dgm:pt modelId="{F63888D6-BC1E-486F-9091-01249E1852CC}" type="pres">
      <dgm:prSet presAssocID="{CD92E767-ED2B-408F-9F61-3F58AFA71578}" presName="Name0" presStyleCnt="0">
        <dgm:presLayoutVars>
          <dgm:dir/>
          <dgm:resizeHandles val="exact"/>
        </dgm:presLayoutVars>
      </dgm:prSet>
      <dgm:spPr/>
    </dgm:pt>
    <dgm:pt modelId="{E2167D5D-26AD-4D7A-8D0D-A1501C913D73}" type="pres">
      <dgm:prSet presAssocID="{5610306D-15D2-45CF-A35A-76A93A3DD9EE}" presName="composite" presStyleCnt="0"/>
      <dgm:spPr/>
    </dgm:pt>
    <dgm:pt modelId="{F3C47828-3073-422A-A446-DE93B76B35E4}" type="pres">
      <dgm:prSet presAssocID="{5610306D-15D2-45CF-A35A-76A93A3DD9EE}" presName="rect1" presStyleLbl="trAlignAcc1" presStyleIdx="0" presStyleCnt="4">
        <dgm:presLayoutVars>
          <dgm:bulletEnabled val="1"/>
        </dgm:presLayoutVars>
      </dgm:prSet>
      <dgm:spPr/>
    </dgm:pt>
    <dgm:pt modelId="{A4D526E8-DD5A-4E6B-BCFD-B1CB422703D1}" type="pres">
      <dgm:prSet presAssocID="{5610306D-15D2-45CF-A35A-76A93A3DD9EE}" presName="rect2" presStyleLbl="fgImgPlace1" presStyleIdx="0" presStyleCnt="4"/>
      <dgm:spPr>
        <a:solidFill>
          <a:schemeClr val="bg1">
            <a:lumMod val="95000"/>
          </a:schemeClr>
        </a:solidFill>
        <a:ln>
          <a:solidFill>
            <a:schemeClr val="tx1"/>
          </a:solidFill>
        </a:ln>
      </dgm:spPr>
    </dgm:pt>
    <dgm:pt modelId="{8CCF9297-F7EB-43E5-B0D0-13D3B3AE58AE}" type="pres">
      <dgm:prSet presAssocID="{5EC58B3E-7A42-475A-A794-D1F65692DC4C}" presName="sibTrans" presStyleCnt="0"/>
      <dgm:spPr/>
    </dgm:pt>
    <dgm:pt modelId="{17D8FC64-D3B7-464C-A3D1-73F58EAED112}" type="pres">
      <dgm:prSet presAssocID="{6E439D32-6084-4E76-B45F-B5EAD4D15911}" presName="composite" presStyleCnt="0"/>
      <dgm:spPr/>
    </dgm:pt>
    <dgm:pt modelId="{9821EBD5-BF94-40ED-A04A-A014463DF83B}" type="pres">
      <dgm:prSet presAssocID="{6E439D32-6084-4E76-B45F-B5EAD4D15911}" presName="rect1" presStyleLbl="trAlignAcc1" presStyleIdx="1" presStyleCnt="4">
        <dgm:presLayoutVars>
          <dgm:bulletEnabled val="1"/>
        </dgm:presLayoutVars>
      </dgm:prSet>
      <dgm:spPr/>
    </dgm:pt>
    <dgm:pt modelId="{1D64C872-33C9-4065-97B9-1EDB8E101511}" type="pres">
      <dgm:prSet presAssocID="{6E439D32-6084-4E76-B45F-B5EAD4D15911}" presName="rect2" presStyleLbl="fgImgPlace1" presStyleIdx="1" presStyleCnt="4"/>
      <dgm:spPr>
        <a:solidFill>
          <a:srgbClr val="FFFF00"/>
        </a:solidFill>
        <a:ln>
          <a:solidFill>
            <a:schemeClr val="tx1"/>
          </a:solidFill>
        </a:ln>
      </dgm:spPr>
    </dgm:pt>
    <dgm:pt modelId="{31180EB7-2273-4D93-BF70-BC26647C7A1B}" type="pres">
      <dgm:prSet presAssocID="{43746A5E-28BC-4A1A-9E09-04937E3D2645}" presName="sibTrans" presStyleCnt="0"/>
      <dgm:spPr/>
    </dgm:pt>
    <dgm:pt modelId="{6977DA1C-3572-415A-A5C3-B66EBFFD29EC}" type="pres">
      <dgm:prSet presAssocID="{90FFD33B-307D-4D47-815F-6A255065F443}" presName="composite" presStyleCnt="0"/>
      <dgm:spPr/>
    </dgm:pt>
    <dgm:pt modelId="{D7C03904-8F89-47BE-860C-1C106682C35D}" type="pres">
      <dgm:prSet presAssocID="{90FFD33B-307D-4D47-815F-6A255065F443}" presName="rect1" presStyleLbl="trAlignAcc1" presStyleIdx="2" presStyleCnt="4">
        <dgm:presLayoutVars>
          <dgm:bulletEnabled val="1"/>
        </dgm:presLayoutVars>
      </dgm:prSet>
      <dgm:spPr/>
    </dgm:pt>
    <dgm:pt modelId="{68B8F3CE-C561-4844-9714-11CC5CF5EA74}" type="pres">
      <dgm:prSet presAssocID="{90FFD33B-307D-4D47-815F-6A255065F443}" presName="rect2" presStyleLbl="fgImgPlace1" presStyleIdx="2" presStyleCnt="4"/>
      <dgm:spPr>
        <a:solidFill>
          <a:srgbClr val="FF9900"/>
        </a:solidFill>
        <a:ln>
          <a:solidFill>
            <a:schemeClr val="tx1"/>
          </a:solidFill>
        </a:ln>
      </dgm:spPr>
    </dgm:pt>
    <dgm:pt modelId="{5AEF1A59-8062-42F5-A41A-63A07309542D}" type="pres">
      <dgm:prSet presAssocID="{D618EC10-0D79-4DD2-A61E-1109A4234D86}" presName="sibTrans" presStyleCnt="0"/>
      <dgm:spPr/>
    </dgm:pt>
    <dgm:pt modelId="{9CB5C6DA-7CF5-4C79-9808-B825D1544990}" type="pres">
      <dgm:prSet presAssocID="{195228D6-98E4-492F-849B-F8B398FFF238}" presName="composite" presStyleCnt="0"/>
      <dgm:spPr/>
    </dgm:pt>
    <dgm:pt modelId="{F1C36FDE-22F7-405B-9C3C-9095E2737D0E}" type="pres">
      <dgm:prSet presAssocID="{195228D6-98E4-492F-849B-F8B398FFF238}" presName="rect1" presStyleLbl="trAlignAcc1" presStyleIdx="3" presStyleCnt="4">
        <dgm:presLayoutVars>
          <dgm:bulletEnabled val="1"/>
        </dgm:presLayoutVars>
      </dgm:prSet>
      <dgm:spPr/>
    </dgm:pt>
    <dgm:pt modelId="{AECE8F13-A634-40BC-BAF1-26C1F1CA55A3}" type="pres">
      <dgm:prSet presAssocID="{195228D6-98E4-492F-849B-F8B398FFF238}" presName="rect2" presStyleLbl="fgImgPlace1" presStyleIdx="3" presStyleCnt="4"/>
      <dgm:spPr>
        <a:solidFill>
          <a:srgbClr val="C00000"/>
        </a:solidFill>
      </dgm:spPr>
    </dgm:pt>
  </dgm:ptLst>
  <dgm:cxnLst>
    <dgm:cxn modelId="{09F5E604-6D27-4225-A194-6FAA67271AF3}" type="presOf" srcId="{90FFD33B-307D-4D47-815F-6A255065F443}" destId="{D7C03904-8F89-47BE-860C-1C106682C35D}" srcOrd="0" destOrd="0" presId="urn:microsoft.com/office/officeart/2008/layout/PictureStrips"/>
    <dgm:cxn modelId="{FF597371-3681-4D8F-9A7A-976A41B006DE}" type="presOf" srcId="{6E439D32-6084-4E76-B45F-B5EAD4D15911}" destId="{9821EBD5-BF94-40ED-A04A-A014463DF83B}" srcOrd="0" destOrd="0" presId="urn:microsoft.com/office/officeart/2008/layout/PictureStrips"/>
    <dgm:cxn modelId="{3CEBA79C-F148-4836-B4DE-E94088769883}" srcId="{CD92E767-ED2B-408F-9F61-3F58AFA71578}" destId="{6E439D32-6084-4E76-B45F-B5EAD4D15911}" srcOrd="1" destOrd="0" parTransId="{228B8FCC-5206-487C-9AF5-AF9DC1B9BF73}" sibTransId="{43746A5E-28BC-4A1A-9E09-04937E3D2645}"/>
    <dgm:cxn modelId="{F9493CB7-5916-48B2-B6E8-3D2E0568DFDE}" srcId="{CD92E767-ED2B-408F-9F61-3F58AFA71578}" destId="{90FFD33B-307D-4D47-815F-6A255065F443}" srcOrd="2" destOrd="0" parTransId="{AE331893-0204-450D-B749-C639AA4D589C}" sibTransId="{D618EC10-0D79-4DD2-A61E-1109A4234D86}"/>
    <dgm:cxn modelId="{A87373BB-803B-4733-9C77-F8AD67CFEF2F}" srcId="{CD92E767-ED2B-408F-9F61-3F58AFA71578}" destId="{5610306D-15D2-45CF-A35A-76A93A3DD9EE}" srcOrd="0" destOrd="0" parTransId="{79D3D13A-4663-4F2B-AB5C-42A6C9BFA7E2}" sibTransId="{5EC58B3E-7A42-475A-A794-D1F65692DC4C}"/>
    <dgm:cxn modelId="{FD279FBE-40DF-4880-AACE-1F7DB1B9EBBD}" type="presOf" srcId="{195228D6-98E4-492F-849B-F8B398FFF238}" destId="{F1C36FDE-22F7-405B-9C3C-9095E2737D0E}" srcOrd="0" destOrd="0" presId="urn:microsoft.com/office/officeart/2008/layout/PictureStrips"/>
    <dgm:cxn modelId="{F6F84AC7-7380-42D6-B6AD-BBEC8ABAA2AA}" type="presOf" srcId="{CD92E767-ED2B-408F-9F61-3F58AFA71578}" destId="{F63888D6-BC1E-486F-9091-01249E1852CC}" srcOrd="0" destOrd="0" presId="urn:microsoft.com/office/officeart/2008/layout/PictureStrips"/>
    <dgm:cxn modelId="{8E897BCF-89E2-4C39-B74B-F396C63E9D90}" srcId="{CD92E767-ED2B-408F-9F61-3F58AFA71578}" destId="{195228D6-98E4-492F-849B-F8B398FFF238}" srcOrd="3" destOrd="0" parTransId="{47765F26-BD25-4D31-8A92-BD6D61474820}" sibTransId="{E689F47E-1CCC-471A-986A-522C23C147C1}"/>
    <dgm:cxn modelId="{E625F7DF-CB48-4896-80B3-1FEFA77101B6}" type="presOf" srcId="{5610306D-15D2-45CF-A35A-76A93A3DD9EE}" destId="{F3C47828-3073-422A-A446-DE93B76B35E4}" srcOrd="0" destOrd="0" presId="urn:microsoft.com/office/officeart/2008/layout/PictureStrips"/>
    <dgm:cxn modelId="{537BEE5C-875D-4099-AF30-3C3286D6EAAD}" type="presParOf" srcId="{F63888D6-BC1E-486F-9091-01249E1852CC}" destId="{E2167D5D-26AD-4D7A-8D0D-A1501C913D73}" srcOrd="0" destOrd="0" presId="urn:microsoft.com/office/officeart/2008/layout/PictureStrips"/>
    <dgm:cxn modelId="{163A3D6D-25FC-4909-A02D-70C13C3509F9}" type="presParOf" srcId="{E2167D5D-26AD-4D7A-8D0D-A1501C913D73}" destId="{F3C47828-3073-422A-A446-DE93B76B35E4}" srcOrd="0" destOrd="0" presId="urn:microsoft.com/office/officeart/2008/layout/PictureStrips"/>
    <dgm:cxn modelId="{AAE167BD-E108-4D35-9DF2-B1FEBB9C97C9}" type="presParOf" srcId="{E2167D5D-26AD-4D7A-8D0D-A1501C913D73}" destId="{A4D526E8-DD5A-4E6B-BCFD-B1CB422703D1}" srcOrd="1" destOrd="0" presId="urn:microsoft.com/office/officeart/2008/layout/PictureStrips"/>
    <dgm:cxn modelId="{699B61EE-ED60-450E-B9C7-4D924024B67A}" type="presParOf" srcId="{F63888D6-BC1E-486F-9091-01249E1852CC}" destId="{8CCF9297-F7EB-43E5-B0D0-13D3B3AE58AE}" srcOrd="1" destOrd="0" presId="urn:microsoft.com/office/officeart/2008/layout/PictureStrips"/>
    <dgm:cxn modelId="{611C1000-12D8-40FA-BAD8-7101A2BAD424}" type="presParOf" srcId="{F63888D6-BC1E-486F-9091-01249E1852CC}" destId="{17D8FC64-D3B7-464C-A3D1-73F58EAED112}" srcOrd="2" destOrd="0" presId="urn:microsoft.com/office/officeart/2008/layout/PictureStrips"/>
    <dgm:cxn modelId="{8B406A6E-F2F6-441B-8478-C017228D101D}" type="presParOf" srcId="{17D8FC64-D3B7-464C-A3D1-73F58EAED112}" destId="{9821EBD5-BF94-40ED-A04A-A014463DF83B}" srcOrd="0" destOrd="0" presId="urn:microsoft.com/office/officeart/2008/layout/PictureStrips"/>
    <dgm:cxn modelId="{6DC8EF5C-73F8-4E03-B2E8-A5E76E44D0B1}" type="presParOf" srcId="{17D8FC64-D3B7-464C-A3D1-73F58EAED112}" destId="{1D64C872-33C9-4065-97B9-1EDB8E101511}" srcOrd="1" destOrd="0" presId="urn:microsoft.com/office/officeart/2008/layout/PictureStrips"/>
    <dgm:cxn modelId="{CE7D5D8C-3922-47EC-9C61-1C6CA030585D}" type="presParOf" srcId="{F63888D6-BC1E-486F-9091-01249E1852CC}" destId="{31180EB7-2273-4D93-BF70-BC26647C7A1B}" srcOrd="3" destOrd="0" presId="urn:microsoft.com/office/officeart/2008/layout/PictureStrips"/>
    <dgm:cxn modelId="{3A5DF98E-6F07-4DD4-A1EF-1DF630E6B681}" type="presParOf" srcId="{F63888D6-BC1E-486F-9091-01249E1852CC}" destId="{6977DA1C-3572-415A-A5C3-B66EBFFD29EC}" srcOrd="4" destOrd="0" presId="urn:microsoft.com/office/officeart/2008/layout/PictureStrips"/>
    <dgm:cxn modelId="{7654E15F-0EB4-4EBE-8693-B9436CB1AA71}" type="presParOf" srcId="{6977DA1C-3572-415A-A5C3-B66EBFFD29EC}" destId="{D7C03904-8F89-47BE-860C-1C106682C35D}" srcOrd="0" destOrd="0" presId="urn:microsoft.com/office/officeart/2008/layout/PictureStrips"/>
    <dgm:cxn modelId="{67CBDFCB-2F4E-46B6-8FC2-08525B76BA26}" type="presParOf" srcId="{6977DA1C-3572-415A-A5C3-B66EBFFD29EC}" destId="{68B8F3CE-C561-4844-9714-11CC5CF5EA74}" srcOrd="1" destOrd="0" presId="urn:microsoft.com/office/officeart/2008/layout/PictureStrips"/>
    <dgm:cxn modelId="{50675760-D283-4EB7-98C7-C7E061FF5612}" type="presParOf" srcId="{F63888D6-BC1E-486F-9091-01249E1852CC}" destId="{5AEF1A59-8062-42F5-A41A-63A07309542D}" srcOrd="5" destOrd="0" presId="urn:microsoft.com/office/officeart/2008/layout/PictureStrips"/>
    <dgm:cxn modelId="{2DC21055-1516-46B2-87F0-ECE422A522F8}" type="presParOf" srcId="{F63888D6-BC1E-486F-9091-01249E1852CC}" destId="{9CB5C6DA-7CF5-4C79-9808-B825D1544990}" srcOrd="6" destOrd="0" presId="urn:microsoft.com/office/officeart/2008/layout/PictureStrips"/>
    <dgm:cxn modelId="{12500D39-EC59-48D2-99CB-9CD72245E82E}" type="presParOf" srcId="{9CB5C6DA-7CF5-4C79-9808-B825D1544990}" destId="{F1C36FDE-22F7-405B-9C3C-9095E2737D0E}" srcOrd="0" destOrd="0" presId="urn:microsoft.com/office/officeart/2008/layout/PictureStrips"/>
    <dgm:cxn modelId="{BAED6E80-1D3A-4A67-807D-47B2A1796BCB}" type="presParOf" srcId="{9CB5C6DA-7CF5-4C79-9808-B825D1544990}" destId="{AECE8F13-A634-40BC-BAF1-26C1F1CA55A3}"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58A32D7F-26CA-4AA4-BB87-DF790C7D4A4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6DDDD12E-0514-43BD-A790-B1DAFCF34D52}">
      <dgm:prSet phldrT="[Testo]" custT="1"/>
      <dgm:spPr>
        <a:solidFill>
          <a:srgbClr val="FFFF00"/>
        </a:solidFill>
      </dgm:spPr>
      <dgm:t>
        <a:bodyPr/>
        <a:lstStyle/>
        <a:p>
          <a:r>
            <a:rPr lang="en-US" sz="1400" noProof="0" dirty="0"/>
            <a:t>Risk </a:t>
          </a:r>
        </a:p>
      </dgm:t>
    </dgm:pt>
    <dgm:pt modelId="{AD71F331-6193-4047-B596-76B1F037B61E}" type="parTrans" cxnId="{36CD74F1-126D-4E49-8B36-AFFC67E3A1E2}">
      <dgm:prSet/>
      <dgm:spPr/>
      <dgm:t>
        <a:bodyPr/>
        <a:lstStyle/>
        <a:p>
          <a:endParaRPr lang="en-US" sz="1400" noProof="0" dirty="0"/>
        </a:p>
      </dgm:t>
    </dgm:pt>
    <dgm:pt modelId="{A9AE48CA-5AA6-43CD-AFCD-C551004EF75E}" type="sibTrans" cxnId="{36CD74F1-126D-4E49-8B36-AFFC67E3A1E2}">
      <dgm:prSet/>
      <dgm:spPr/>
      <dgm:t>
        <a:bodyPr/>
        <a:lstStyle/>
        <a:p>
          <a:endParaRPr lang="en-US" sz="1400" noProof="0" dirty="0"/>
        </a:p>
      </dgm:t>
    </dgm:pt>
    <dgm:pt modelId="{035EB52E-5AC1-49CF-9EB7-A8F9ADD106E8}">
      <dgm:prSet phldrT="[Testo]" custT="1"/>
      <dgm:spPr>
        <a:solidFill>
          <a:srgbClr val="FFFFFF">
            <a:lumMod val="95000"/>
          </a:srgbClr>
        </a:solidFill>
        <a:ln w="25400" cap="flat" cmpd="sng" algn="ctr">
          <a:solidFill>
            <a:srgbClr val="000000">
              <a:shade val="80000"/>
              <a:hueOff val="0"/>
              <a:satOff val="0"/>
              <a:lumOff val="0"/>
              <a:alphaOff val="0"/>
            </a:srgbClr>
          </a:solidFill>
          <a:prstDash val="solid"/>
        </a:ln>
        <a:effectLst/>
      </dgm:spPr>
      <dgm:t>
        <a:bodyPr spcFirstLastPara="0" vert="horz" wrap="square" lIns="8890" tIns="8890" rIns="8890" bIns="8890" numCol="1" spcCol="1270" anchor="ctr" anchorCtr="0"/>
        <a:lstStyle/>
        <a:p>
          <a:pPr marL="0" lvl="0" algn="ctr" defTabSz="622300">
            <a:lnSpc>
              <a:spcPct val="90000"/>
            </a:lnSpc>
            <a:spcBef>
              <a:spcPct val="0"/>
            </a:spcBef>
            <a:spcAft>
              <a:spcPct val="35000"/>
            </a:spcAft>
            <a:buNone/>
          </a:pPr>
          <a:r>
            <a:rPr lang="en-US" sz="1400" kern="1200" noProof="0" dirty="0">
              <a:solidFill>
                <a:srgbClr val="000000">
                  <a:hueOff val="0"/>
                  <a:satOff val="0"/>
                  <a:lumOff val="0"/>
                  <a:alphaOff val="0"/>
                </a:srgbClr>
              </a:solidFill>
              <a:latin typeface="Times New Roman"/>
              <a:ea typeface="+mn-ea"/>
              <a:cs typeface="+mn-cs"/>
            </a:rPr>
            <a:t>Innovation</a:t>
          </a:r>
        </a:p>
        <a:p>
          <a:pPr marL="0" lvl="0" algn="ctr" defTabSz="622300">
            <a:lnSpc>
              <a:spcPct val="90000"/>
            </a:lnSpc>
            <a:spcBef>
              <a:spcPct val="0"/>
            </a:spcBef>
            <a:spcAft>
              <a:spcPct val="35000"/>
            </a:spcAft>
            <a:buNone/>
          </a:pPr>
          <a:r>
            <a:rPr lang="en-US" sz="1400" kern="1200" noProof="0" dirty="0">
              <a:solidFill>
                <a:srgbClr val="000000">
                  <a:hueOff val="0"/>
                  <a:satOff val="0"/>
                  <a:lumOff val="0"/>
                  <a:alphaOff val="0"/>
                </a:srgbClr>
              </a:solidFill>
              <a:latin typeface="Times New Roman"/>
              <a:ea typeface="+mn-ea"/>
              <a:cs typeface="+mn-cs"/>
            </a:rPr>
            <a:t>12</a:t>
          </a:r>
        </a:p>
      </dgm:t>
    </dgm:pt>
    <dgm:pt modelId="{C16859C7-2906-48E4-A4D8-C121D8FFEE26}" type="parTrans" cxnId="{500113B9-A2C4-4A05-A23B-9C9138945153}">
      <dgm:prSet/>
      <dgm:spPr/>
      <dgm:t>
        <a:bodyPr/>
        <a:lstStyle/>
        <a:p>
          <a:endParaRPr lang="en-US" sz="1400" noProof="0" dirty="0"/>
        </a:p>
      </dgm:t>
    </dgm:pt>
    <dgm:pt modelId="{8E667DDA-9E48-4630-94F2-D977A625F2F3}" type="sibTrans" cxnId="{500113B9-A2C4-4A05-A23B-9C9138945153}">
      <dgm:prSet/>
      <dgm:spPr/>
      <dgm:t>
        <a:bodyPr/>
        <a:lstStyle/>
        <a:p>
          <a:endParaRPr lang="en-US" sz="1400" noProof="0" dirty="0"/>
        </a:p>
      </dgm:t>
    </dgm:pt>
    <dgm:pt modelId="{10FB62ED-854F-4359-BA0A-00BF327EB59C}">
      <dgm:prSet phldrT="[Testo]" custT="1"/>
      <dgm:spPr>
        <a:solidFill>
          <a:schemeClr val="bg1">
            <a:lumMod val="95000"/>
          </a:schemeClr>
        </a:solidFill>
      </dgm:spPr>
      <dgm:t>
        <a:bodyPr/>
        <a:lstStyle/>
        <a:p>
          <a:r>
            <a:rPr lang="en-US" sz="1400" noProof="0" dirty="0"/>
            <a:t>Size</a:t>
          </a:r>
        </a:p>
        <a:p>
          <a:r>
            <a:rPr lang="en-US" sz="1400" noProof="0" dirty="0"/>
            <a:t>8</a:t>
          </a:r>
        </a:p>
      </dgm:t>
    </dgm:pt>
    <dgm:pt modelId="{F65A2D40-81E1-425E-9F5A-B392D52699A6}" type="parTrans" cxnId="{079FC33D-F5CA-4624-9BCE-18DAA3B7ADAA}">
      <dgm:prSet/>
      <dgm:spPr/>
      <dgm:t>
        <a:bodyPr/>
        <a:lstStyle/>
        <a:p>
          <a:endParaRPr lang="en-US" sz="1400" noProof="0" dirty="0"/>
        </a:p>
      </dgm:t>
    </dgm:pt>
    <dgm:pt modelId="{318AB2B9-6E19-42FB-BF56-8C6D6C54E51D}" type="sibTrans" cxnId="{079FC33D-F5CA-4624-9BCE-18DAA3B7ADAA}">
      <dgm:prSet/>
      <dgm:spPr/>
      <dgm:t>
        <a:bodyPr/>
        <a:lstStyle/>
        <a:p>
          <a:endParaRPr lang="en-US" sz="1400" noProof="0" dirty="0"/>
        </a:p>
      </dgm:t>
    </dgm:pt>
    <dgm:pt modelId="{6FE262BC-C65E-4F46-AF8C-870739795102}">
      <dgm:prSet phldrT="[Testo]" custT="1"/>
      <dgm:spPr>
        <a:solidFill>
          <a:schemeClr val="bg1"/>
        </a:solidFill>
      </dgm:spPr>
      <dgm:t>
        <a:bodyPr/>
        <a:lstStyle/>
        <a:p>
          <a:r>
            <a:rPr lang="en-US" sz="1400" noProof="0" dirty="0"/>
            <a:t>Uncertainty</a:t>
          </a:r>
        </a:p>
        <a:p>
          <a:r>
            <a:rPr lang="en-US" sz="1400" noProof="0" dirty="0"/>
            <a:t>12</a:t>
          </a:r>
        </a:p>
      </dgm:t>
    </dgm:pt>
    <dgm:pt modelId="{C50A526D-3CCC-4FA0-B5AD-9FE38C0A20E9}" type="parTrans" cxnId="{AAEBDDEA-A7D7-44AE-B3AE-4BB6B1D0557D}">
      <dgm:prSet/>
      <dgm:spPr/>
      <dgm:t>
        <a:bodyPr/>
        <a:lstStyle/>
        <a:p>
          <a:endParaRPr lang="en-US" sz="1400" noProof="0" dirty="0"/>
        </a:p>
      </dgm:t>
    </dgm:pt>
    <dgm:pt modelId="{273B2FB3-E190-45E0-BCBB-1ADA57A70117}" type="sibTrans" cxnId="{AAEBDDEA-A7D7-44AE-B3AE-4BB6B1D0557D}">
      <dgm:prSet/>
      <dgm:spPr/>
      <dgm:t>
        <a:bodyPr/>
        <a:lstStyle/>
        <a:p>
          <a:endParaRPr lang="en-US" sz="1400" noProof="0" dirty="0"/>
        </a:p>
      </dgm:t>
    </dgm:pt>
    <dgm:pt modelId="{F4E2A88E-63B9-4B8C-8494-71DF1E8A249B}">
      <dgm:prSet phldrT="[Testo]" custT="1"/>
      <dgm:spPr>
        <a:solidFill>
          <a:schemeClr val="bg1"/>
        </a:solidFill>
        <a:ln w="25400" cap="flat" cmpd="sng" algn="ctr">
          <a:solidFill>
            <a:srgbClr val="000000">
              <a:shade val="80000"/>
              <a:hueOff val="0"/>
              <a:satOff val="0"/>
              <a:lumOff val="0"/>
              <a:alphaOff val="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Technology </a:t>
          </a:r>
        </a:p>
      </dgm:t>
    </dgm:pt>
    <dgm:pt modelId="{ED09692A-6351-416D-BC5E-8B6289C291EB}" type="parTrans" cxnId="{68EB2693-CA6A-473A-9102-8449550BE7C8}">
      <dgm:prSet/>
      <dgm:spPr/>
      <dgm:t>
        <a:bodyPr/>
        <a:lstStyle/>
        <a:p>
          <a:endParaRPr lang="en-US" sz="1400" noProof="0" dirty="0"/>
        </a:p>
      </dgm:t>
    </dgm:pt>
    <dgm:pt modelId="{52103D3D-D8AF-42D4-8BC3-C4B5271836EC}" type="sibTrans" cxnId="{68EB2693-CA6A-473A-9102-8449550BE7C8}">
      <dgm:prSet/>
      <dgm:spPr/>
      <dgm:t>
        <a:bodyPr/>
        <a:lstStyle/>
        <a:p>
          <a:endParaRPr lang="en-US" sz="1400" noProof="0" dirty="0"/>
        </a:p>
      </dgm:t>
    </dgm:pt>
    <dgm:pt modelId="{7E819462-33E7-4727-941A-D923E0B37353}">
      <dgm:prSet phldrT="[Testo]" custT="1"/>
      <dgm:spPr>
        <a:solidFill>
          <a:srgbClr val="FFFFFF">
            <a:lumMod val="95000"/>
          </a:srgbClr>
        </a:solidFill>
        <a:ln w="25400" cap="flat" cmpd="sng" algn="ctr">
          <a:solidFill>
            <a:srgbClr val="000000">
              <a:shade val="80000"/>
              <a:hueOff val="0"/>
              <a:satOff val="0"/>
              <a:lumOff val="0"/>
              <a:alphaOff val="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Information</a:t>
          </a:r>
        </a:p>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architecture  </a:t>
          </a:r>
        </a:p>
      </dgm:t>
    </dgm:pt>
    <dgm:pt modelId="{94E1B986-D367-4757-8978-AD897E8527A2}" type="parTrans" cxnId="{23554A95-0713-44F3-B1B9-7E5E8AAC9C29}">
      <dgm:prSet/>
      <dgm:spPr/>
      <dgm:t>
        <a:bodyPr/>
        <a:lstStyle/>
        <a:p>
          <a:endParaRPr lang="en-US" sz="1400" noProof="0" dirty="0"/>
        </a:p>
      </dgm:t>
    </dgm:pt>
    <dgm:pt modelId="{4CBE1625-FAA0-42ED-BC7A-A28EDFD3BC4D}" type="sibTrans" cxnId="{23554A95-0713-44F3-B1B9-7E5E8AAC9C29}">
      <dgm:prSet/>
      <dgm:spPr/>
      <dgm:t>
        <a:bodyPr/>
        <a:lstStyle/>
        <a:p>
          <a:endParaRPr lang="en-US" sz="1400" noProof="0" dirty="0"/>
        </a:p>
      </dgm:t>
    </dgm:pt>
    <dgm:pt modelId="{D71B20C3-7825-4A17-BB63-231543C9C96D}">
      <dgm:prSet phldrT="[Testo]" custT="1"/>
      <dgm:spPr>
        <a:solidFill>
          <a:srgbClr val="FF0000"/>
        </a:solidFill>
      </dgm:spPr>
      <dgm:t>
        <a:bodyPr/>
        <a:lstStyle/>
        <a:p>
          <a:r>
            <a:rPr lang="en-US" sz="1400" noProof="0" dirty="0">
              <a:solidFill>
                <a:schemeClr val="bg1"/>
              </a:solidFill>
            </a:rPr>
            <a:t>Domain Knowledge </a:t>
          </a:r>
        </a:p>
      </dgm:t>
    </dgm:pt>
    <dgm:pt modelId="{1BDC722D-6A1D-4FD3-BA28-680238A8C93B}" type="parTrans" cxnId="{6724646C-8F2B-49D4-9B9C-310A01D23615}">
      <dgm:prSet/>
      <dgm:spPr/>
      <dgm:t>
        <a:bodyPr/>
        <a:lstStyle/>
        <a:p>
          <a:endParaRPr lang="en-US" sz="1400" noProof="0" dirty="0"/>
        </a:p>
      </dgm:t>
    </dgm:pt>
    <dgm:pt modelId="{51517EE7-0ECE-40B7-A4F2-3138D6EA2D9B}" type="sibTrans" cxnId="{6724646C-8F2B-49D4-9B9C-310A01D23615}">
      <dgm:prSet/>
      <dgm:spPr/>
      <dgm:t>
        <a:bodyPr/>
        <a:lstStyle/>
        <a:p>
          <a:endParaRPr lang="en-US" sz="1400" noProof="0" dirty="0"/>
        </a:p>
      </dgm:t>
    </dgm:pt>
    <dgm:pt modelId="{0C05F15E-60DB-49AF-B50A-886531F97F6C}">
      <dgm:prSet phldrT="[Testo]" custT="1"/>
      <dgm:spPr>
        <a:solidFill>
          <a:srgbClr val="FFFF00"/>
        </a:solidFill>
      </dgm:spPr>
      <dgm:t>
        <a:bodyPr/>
        <a:lstStyle/>
        <a:p>
          <a:r>
            <a:rPr lang="en-US" sz="1400" noProof="0" dirty="0"/>
            <a:t>Effort</a:t>
          </a:r>
        </a:p>
      </dgm:t>
    </dgm:pt>
    <dgm:pt modelId="{39C7D12C-49F3-4E2A-869F-899C0F02ABFB}" type="parTrans" cxnId="{2A07C784-B8C2-446D-A7E2-F4FE9DBE7E0C}">
      <dgm:prSet/>
      <dgm:spPr/>
      <dgm:t>
        <a:bodyPr/>
        <a:lstStyle/>
        <a:p>
          <a:endParaRPr lang="en-US" sz="1400" noProof="0" dirty="0"/>
        </a:p>
      </dgm:t>
    </dgm:pt>
    <dgm:pt modelId="{77F20D58-6252-4E71-8B95-D8D1E8373AD2}" type="sibTrans" cxnId="{2A07C784-B8C2-446D-A7E2-F4FE9DBE7E0C}">
      <dgm:prSet/>
      <dgm:spPr/>
      <dgm:t>
        <a:bodyPr/>
        <a:lstStyle/>
        <a:p>
          <a:endParaRPr lang="en-US" sz="1400" noProof="0" dirty="0"/>
        </a:p>
      </dgm:t>
    </dgm:pt>
    <dgm:pt modelId="{E77A9234-8795-49E4-9823-334A06BA6F68}">
      <dgm:prSet phldrT="[Testo]" custT="1"/>
      <dgm:spPr>
        <a:solidFill>
          <a:schemeClr val="bg1"/>
        </a:solidFill>
      </dgm:spPr>
      <dgm:t>
        <a:bodyPr/>
        <a:lstStyle/>
        <a:p>
          <a:r>
            <a:rPr lang="en-US" sz="1400" b="0" noProof="0" dirty="0">
              <a:solidFill>
                <a:schemeClr val="tx1"/>
              </a:solidFill>
            </a:rPr>
            <a:t>Users</a:t>
          </a:r>
        </a:p>
      </dgm:t>
    </dgm:pt>
    <dgm:pt modelId="{E0576FBF-19DF-4E9A-9479-D85A195C64E2}" type="parTrans" cxnId="{666E647B-6DF6-42DA-8F9D-54D9C37E6C78}">
      <dgm:prSet/>
      <dgm:spPr/>
      <dgm:t>
        <a:bodyPr/>
        <a:lstStyle/>
        <a:p>
          <a:endParaRPr lang="en-US" sz="1400" noProof="0" dirty="0"/>
        </a:p>
      </dgm:t>
    </dgm:pt>
    <dgm:pt modelId="{873772C9-E4A7-493D-B616-72B319D245C7}" type="sibTrans" cxnId="{666E647B-6DF6-42DA-8F9D-54D9C37E6C78}">
      <dgm:prSet/>
      <dgm:spPr/>
      <dgm:t>
        <a:bodyPr/>
        <a:lstStyle/>
        <a:p>
          <a:endParaRPr lang="en-US" sz="1400" noProof="0" dirty="0"/>
        </a:p>
      </dgm:t>
    </dgm:pt>
    <dgm:pt modelId="{1AE1BEEC-7805-40E5-B7AD-F29B844C8605}">
      <dgm:prSet phldrT="[Testo]" custT="1"/>
      <dgm:spPr>
        <a:solidFill>
          <a:srgbClr val="FFFF00"/>
        </a:solidFill>
        <a:ln w="25400" cap="flat" cmpd="sng" algn="ctr">
          <a:solidFill>
            <a:srgbClr val="000000"/>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Organizational span </a:t>
          </a:r>
        </a:p>
      </dgm:t>
    </dgm:pt>
    <dgm:pt modelId="{794F03F7-E7FF-484A-BF28-B3DDA6D2C6AC}" type="parTrans" cxnId="{AAFA1A02-C786-4D63-84B6-FDF9E721E6F5}">
      <dgm:prSet/>
      <dgm:spPr/>
      <dgm:t>
        <a:bodyPr/>
        <a:lstStyle/>
        <a:p>
          <a:endParaRPr lang="en-US" sz="1400" noProof="0" dirty="0"/>
        </a:p>
      </dgm:t>
    </dgm:pt>
    <dgm:pt modelId="{7E136B60-ABE3-4DE5-89EC-542A50AC3232}" type="sibTrans" cxnId="{AAFA1A02-C786-4D63-84B6-FDF9E721E6F5}">
      <dgm:prSet/>
      <dgm:spPr/>
      <dgm:t>
        <a:bodyPr/>
        <a:lstStyle/>
        <a:p>
          <a:endParaRPr lang="en-US" sz="1400" noProof="0" dirty="0"/>
        </a:p>
      </dgm:t>
    </dgm:pt>
    <dgm:pt modelId="{85D74086-1580-40E9-94DF-C45420A9A5BD}">
      <dgm:prSet phldrT="[Testo]" custT="1"/>
      <dgm:spPr>
        <a:solidFill>
          <a:schemeClr val="bg1">
            <a:lumMod val="95000"/>
          </a:schemeClr>
        </a:solidFill>
      </dgm:spPr>
      <dgm:t>
        <a:bodyPr/>
        <a:lstStyle/>
        <a:p>
          <a:r>
            <a:rPr lang="en-US" sz="1400" noProof="0" dirty="0"/>
            <a:t>Structure of procedures</a:t>
          </a:r>
        </a:p>
      </dgm:t>
    </dgm:pt>
    <dgm:pt modelId="{9F729ADD-33CD-4A34-A790-CB9520B2CFC3}" type="parTrans" cxnId="{FA832AEA-550B-4FD5-8C56-654AE3AB70C7}">
      <dgm:prSet/>
      <dgm:spPr/>
      <dgm:t>
        <a:bodyPr/>
        <a:lstStyle/>
        <a:p>
          <a:endParaRPr lang="en-US" sz="1400" noProof="0" dirty="0"/>
        </a:p>
      </dgm:t>
    </dgm:pt>
    <dgm:pt modelId="{AFBC4C3D-27EE-41B6-99FD-CC1A89A1AF22}" type="sibTrans" cxnId="{FA832AEA-550B-4FD5-8C56-654AE3AB70C7}">
      <dgm:prSet/>
      <dgm:spPr/>
      <dgm:t>
        <a:bodyPr/>
        <a:lstStyle/>
        <a:p>
          <a:endParaRPr lang="en-US" sz="1400" noProof="0" dirty="0"/>
        </a:p>
      </dgm:t>
    </dgm:pt>
    <dgm:pt modelId="{0C066752-5A67-4EB4-A759-737B97F67698}">
      <dgm:prSet custT="1"/>
      <dgm:spPr>
        <a:solidFill>
          <a:srgbClr val="FF0000"/>
        </a:solidFill>
        <a:ln w="25400" cap="flat" cmpd="sng" algn="ctr">
          <a:solidFill>
            <a:srgbClr val="000000">
              <a:shade val="80000"/>
              <a:hueOff val="0"/>
              <a:satOff val="0"/>
              <a:lumOff val="0"/>
              <a:alphaOff val="0"/>
            </a:srgbClr>
          </a:solidFill>
          <a:prstDash val="solid"/>
        </a:ln>
        <a:effectLst/>
      </dgm:spPr>
      <dgm:t>
        <a:bodyPr spcFirstLastPara="0" vert="horz" wrap="square" lIns="10160" tIns="10160" rIns="10160" bIns="10160" numCol="1" spcCol="1270" anchor="ctr" anchorCtr="0"/>
        <a:lstStyle/>
        <a:p>
          <a:r>
            <a:rPr lang="en-US" sz="1200" kern="1200" noProof="0" dirty="0">
              <a:solidFill>
                <a:schemeClr val="bg1"/>
              </a:solidFill>
            </a:rPr>
            <a:t>User awareness / change </a:t>
          </a:r>
          <a:r>
            <a:rPr lang="en-US" sz="1200" kern="1200" noProof="0" dirty="0">
              <a:solidFill>
                <a:srgbClr val="FFFFFF"/>
              </a:solidFill>
              <a:latin typeface="Times New Roman"/>
              <a:ea typeface="+mn-ea"/>
              <a:cs typeface="+mn-cs"/>
            </a:rPr>
            <a:t>readiness</a:t>
          </a:r>
        </a:p>
      </dgm:t>
    </dgm:pt>
    <dgm:pt modelId="{D73C5017-4C72-44EA-BF9D-DDB442A2DA15}" type="parTrans" cxnId="{0A8045E8-34F0-450D-92B8-430262CC8BB0}">
      <dgm:prSet/>
      <dgm:spPr/>
      <dgm:t>
        <a:bodyPr/>
        <a:lstStyle/>
        <a:p>
          <a:endParaRPr lang="en-US" sz="1400" noProof="0" dirty="0"/>
        </a:p>
      </dgm:t>
    </dgm:pt>
    <dgm:pt modelId="{FC49A639-4792-43C4-8B11-D8FCAB1D8A1B}" type="sibTrans" cxnId="{0A8045E8-34F0-450D-92B8-430262CC8BB0}">
      <dgm:prSet/>
      <dgm:spPr/>
      <dgm:t>
        <a:bodyPr/>
        <a:lstStyle/>
        <a:p>
          <a:endParaRPr lang="en-US" sz="1400" noProof="0" dirty="0"/>
        </a:p>
      </dgm:t>
    </dgm:pt>
    <dgm:pt modelId="{BA121BFF-38D8-44C4-82B4-2E3D6489808D}">
      <dgm:prSet phldrT="[Testo]" custT="1"/>
      <dgm:spPr>
        <a:solidFill>
          <a:schemeClr val="bg1">
            <a:lumMod val="95000"/>
          </a:schemeClr>
        </a:solidFill>
      </dgm:spPr>
      <dgm:t>
        <a:bodyPr/>
        <a:lstStyle/>
        <a:p>
          <a:r>
            <a:rPr lang="en-US" sz="1400" noProof="0" dirty="0"/>
            <a:t>BP innovation </a:t>
          </a:r>
        </a:p>
      </dgm:t>
    </dgm:pt>
    <dgm:pt modelId="{264AAA0E-63A0-4540-97D9-7E4C1E1CA4E5}" type="parTrans" cxnId="{9CC99042-64A4-45A9-8864-DFC62827325F}">
      <dgm:prSet/>
      <dgm:spPr/>
      <dgm:t>
        <a:bodyPr/>
        <a:lstStyle/>
        <a:p>
          <a:endParaRPr lang="en-US" sz="1400" noProof="0" dirty="0"/>
        </a:p>
      </dgm:t>
    </dgm:pt>
    <dgm:pt modelId="{23165E86-B00D-41F7-9521-DC872D3DAE98}" type="sibTrans" cxnId="{9CC99042-64A4-45A9-8864-DFC62827325F}">
      <dgm:prSet/>
      <dgm:spPr/>
      <dgm:t>
        <a:bodyPr/>
        <a:lstStyle/>
        <a:p>
          <a:endParaRPr lang="en-US" sz="1400" noProof="0" dirty="0"/>
        </a:p>
      </dgm:t>
    </dgm:pt>
    <dgm:pt modelId="{3C5534E3-104C-4235-B2E0-07546D6C8541}" type="pres">
      <dgm:prSet presAssocID="{58A32D7F-26CA-4AA4-BB87-DF790C7D4A45}" presName="hierChild1" presStyleCnt="0">
        <dgm:presLayoutVars>
          <dgm:orgChart val="1"/>
          <dgm:chPref val="1"/>
          <dgm:dir/>
          <dgm:animOne val="branch"/>
          <dgm:animLvl val="lvl"/>
          <dgm:resizeHandles/>
        </dgm:presLayoutVars>
      </dgm:prSet>
      <dgm:spPr/>
    </dgm:pt>
    <dgm:pt modelId="{62465288-6E94-4307-B1FB-4157F50ADF81}" type="pres">
      <dgm:prSet presAssocID="{6DDDD12E-0514-43BD-A790-B1DAFCF34D52}" presName="hierRoot1" presStyleCnt="0">
        <dgm:presLayoutVars>
          <dgm:hierBranch val="init"/>
        </dgm:presLayoutVars>
      </dgm:prSet>
      <dgm:spPr/>
    </dgm:pt>
    <dgm:pt modelId="{86EE1771-C5CE-4032-8F6D-35B6121B9C4A}" type="pres">
      <dgm:prSet presAssocID="{6DDDD12E-0514-43BD-A790-B1DAFCF34D52}" presName="rootComposite1" presStyleCnt="0"/>
      <dgm:spPr/>
    </dgm:pt>
    <dgm:pt modelId="{77D9728E-0E51-4F14-9B92-65F345E13930}" type="pres">
      <dgm:prSet presAssocID="{6DDDD12E-0514-43BD-A790-B1DAFCF34D52}" presName="rootText1" presStyleLbl="node0" presStyleIdx="0" presStyleCnt="1">
        <dgm:presLayoutVars>
          <dgm:chPref val="3"/>
        </dgm:presLayoutVars>
      </dgm:prSet>
      <dgm:spPr/>
    </dgm:pt>
    <dgm:pt modelId="{6D0F1ACC-1D91-48B5-B5E0-90C192D565E1}" type="pres">
      <dgm:prSet presAssocID="{6DDDD12E-0514-43BD-A790-B1DAFCF34D52}" presName="rootConnector1" presStyleLbl="node1" presStyleIdx="0" presStyleCnt="0"/>
      <dgm:spPr/>
    </dgm:pt>
    <dgm:pt modelId="{A8771425-3502-4659-A319-A21424B0D471}" type="pres">
      <dgm:prSet presAssocID="{6DDDD12E-0514-43BD-A790-B1DAFCF34D52}" presName="hierChild2" presStyleCnt="0"/>
      <dgm:spPr/>
    </dgm:pt>
    <dgm:pt modelId="{C338E306-AC68-4241-8DB1-EB5997CAF004}" type="pres">
      <dgm:prSet presAssocID="{C16859C7-2906-48E4-A4D8-C121D8FFEE26}" presName="Name37" presStyleLbl="parChTrans1D2" presStyleIdx="0" presStyleCnt="3"/>
      <dgm:spPr/>
    </dgm:pt>
    <dgm:pt modelId="{1E3F0D04-92F2-4BA1-A611-E1A60E210A92}" type="pres">
      <dgm:prSet presAssocID="{035EB52E-5AC1-49CF-9EB7-A8F9ADD106E8}" presName="hierRoot2" presStyleCnt="0">
        <dgm:presLayoutVars>
          <dgm:hierBranch val="init"/>
        </dgm:presLayoutVars>
      </dgm:prSet>
      <dgm:spPr/>
    </dgm:pt>
    <dgm:pt modelId="{F79922CA-D256-4848-8382-EB40A6CAA3B4}" type="pres">
      <dgm:prSet presAssocID="{035EB52E-5AC1-49CF-9EB7-A8F9ADD106E8}" presName="rootComposite" presStyleCnt="0"/>
      <dgm:spPr/>
    </dgm:pt>
    <dgm:pt modelId="{9BB2D6B5-4509-497C-A442-C276D2A91575}" type="pres">
      <dgm:prSet presAssocID="{035EB52E-5AC1-49CF-9EB7-A8F9ADD106E8}" presName="rootText" presStyleLbl="node2" presStyleIdx="0" presStyleCnt="3">
        <dgm:presLayoutVars>
          <dgm:chPref val="3"/>
        </dgm:presLayoutVars>
      </dgm:prSet>
      <dgm:spPr>
        <a:xfrm>
          <a:off x="1993" y="1205708"/>
          <a:ext cx="1125303" cy="562651"/>
        </a:xfrm>
        <a:prstGeom prst="rect">
          <a:avLst/>
        </a:prstGeom>
      </dgm:spPr>
    </dgm:pt>
    <dgm:pt modelId="{0CDC7AF9-E07A-4159-8BF1-5890830EE529}" type="pres">
      <dgm:prSet presAssocID="{035EB52E-5AC1-49CF-9EB7-A8F9ADD106E8}" presName="rootConnector" presStyleLbl="node2" presStyleIdx="0" presStyleCnt="3"/>
      <dgm:spPr/>
    </dgm:pt>
    <dgm:pt modelId="{F97B7A23-1A48-4E4F-91B4-FB1DBA7DF316}" type="pres">
      <dgm:prSet presAssocID="{035EB52E-5AC1-49CF-9EB7-A8F9ADD106E8}" presName="hierChild4" presStyleCnt="0"/>
      <dgm:spPr/>
    </dgm:pt>
    <dgm:pt modelId="{29A40F38-BAB0-474D-B418-3CB698A127F4}" type="pres">
      <dgm:prSet presAssocID="{ED09692A-6351-416D-BC5E-8B6289C291EB}" presName="Name37" presStyleLbl="parChTrans1D3" presStyleIdx="0" presStyleCnt="9"/>
      <dgm:spPr/>
    </dgm:pt>
    <dgm:pt modelId="{7E7E3D90-4788-4DD8-85FA-632621C43327}" type="pres">
      <dgm:prSet presAssocID="{F4E2A88E-63B9-4B8C-8494-71DF1E8A249B}" presName="hierRoot2" presStyleCnt="0">
        <dgm:presLayoutVars>
          <dgm:hierBranch val="init"/>
        </dgm:presLayoutVars>
      </dgm:prSet>
      <dgm:spPr/>
    </dgm:pt>
    <dgm:pt modelId="{45D4826D-6A26-455C-8EF9-F96FF5CA9B25}" type="pres">
      <dgm:prSet presAssocID="{F4E2A88E-63B9-4B8C-8494-71DF1E8A249B}" presName="rootComposite" presStyleCnt="0"/>
      <dgm:spPr/>
    </dgm:pt>
    <dgm:pt modelId="{95128B40-26AE-49AD-82EF-071AEA7BB205}" type="pres">
      <dgm:prSet presAssocID="{F4E2A88E-63B9-4B8C-8494-71DF1E8A249B}" presName="rootText" presStyleLbl="node3" presStyleIdx="0" presStyleCnt="9">
        <dgm:presLayoutVars>
          <dgm:chPref val="3"/>
        </dgm:presLayoutVars>
      </dgm:prSet>
      <dgm:spPr>
        <a:xfrm>
          <a:off x="340526" y="2326165"/>
          <a:ext cx="1352523" cy="676261"/>
        </a:xfrm>
        <a:prstGeom prst="rect">
          <a:avLst/>
        </a:prstGeom>
      </dgm:spPr>
    </dgm:pt>
    <dgm:pt modelId="{62A62F38-2301-467B-9B0C-F7828274BD05}" type="pres">
      <dgm:prSet presAssocID="{F4E2A88E-63B9-4B8C-8494-71DF1E8A249B}" presName="rootConnector" presStyleLbl="node3" presStyleIdx="0" presStyleCnt="9"/>
      <dgm:spPr/>
    </dgm:pt>
    <dgm:pt modelId="{6F65F10D-4C7C-47EE-8BA4-1E7F6A3AAA56}" type="pres">
      <dgm:prSet presAssocID="{F4E2A88E-63B9-4B8C-8494-71DF1E8A249B}" presName="hierChild4" presStyleCnt="0"/>
      <dgm:spPr/>
    </dgm:pt>
    <dgm:pt modelId="{F2BDBACB-2A2C-4CE7-8290-8EA9D58C5ABB}" type="pres">
      <dgm:prSet presAssocID="{F4E2A88E-63B9-4B8C-8494-71DF1E8A249B}" presName="hierChild5" presStyleCnt="0"/>
      <dgm:spPr/>
    </dgm:pt>
    <dgm:pt modelId="{306AC0D1-54C7-45BD-9676-6FE91A50F5F6}" type="pres">
      <dgm:prSet presAssocID="{94E1B986-D367-4757-8978-AD897E8527A2}" presName="Name37" presStyleLbl="parChTrans1D3" presStyleIdx="1" presStyleCnt="9"/>
      <dgm:spPr/>
    </dgm:pt>
    <dgm:pt modelId="{CE1C2562-D168-4507-812D-147C62B37134}" type="pres">
      <dgm:prSet presAssocID="{7E819462-33E7-4727-941A-D923E0B37353}" presName="hierRoot2" presStyleCnt="0">
        <dgm:presLayoutVars>
          <dgm:hierBranch val="init"/>
        </dgm:presLayoutVars>
      </dgm:prSet>
      <dgm:spPr/>
    </dgm:pt>
    <dgm:pt modelId="{C4099729-E6FF-48F8-BD9F-29F012393AA8}" type="pres">
      <dgm:prSet presAssocID="{7E819462-33E7-4727-941A-D923E0B37353}" presName="rootComposite" presStyleCnt="0"/>
      <dgm:spPr/>
    </dgm:pt>
    <dgm:pt modelId="{A8EA9EC8-F306-4E25-836B-9062BB1BC3A2}" type="pres">
      <dgm:prSet presAssocID="{7E819462-33E7-4727-941A-D923E0B37353}" presName="rootText" presStyleLbl="node3" presStyleIdx="1" presStyleCnt="9">
        <dgm:presLayoutVars>
          <dgm:chPref val="3"/>
        </dgm:presLayoutVars>
      </dgm:prSet>
      <dgm:spPr>
        <a:xfrm>
          <a:off x="340526" y="3286456"/>
          <a:ext cx="1352523" cy="676261"/>
        </a:xfrm>
        <a:prstGeom prst="rect">
          <a:avLst/>
        </a:prstGeom>
      </dgm:spPr>
    </dgm:pt>
    <dgm:pt modelId="{30D46FD2-03E6-4FFF-96DA-CBE95704A24C}" type="pres">
      <dgm:prSet presAssocID="{7E819462-33E7-4727-941A-D923E0B37353}" presName="rootConnector" presStyleLbl="node3" presStyleIdx="1" presStyleCnt="9"/>
      <dgm:spPr/>
    </dgm:pt>
    <dgm:pt modelId="{FAF081C9-A233-40E2-BE90-207FB856E045}" type="pres">
      <dgm:prSet presAssocID="{7E819462-33E7-4727-941A-D923E0B37353}" presName="hierChild4" presStyleCnt="0"/>
      <dgm:spPr/>
    </dgm:pt>
    <dgm:pt modelId="{72CC905E-D095-49BD-B6F7-ECC4F5A9ECBD}" type="pres">
      <dgm:prSet presAssocID="{7E819462-33E7-4727-941A-D923E0B37353}" presName="hierChild5" presStyleCnt="0"/>
      <dgm:spPr/>
    </dgm:pt>
    <dgm:pt modelId="{8BFED4EC-DA59-4E53-B9CE-1441B48131D0}" type="pres">
      <dgm:prSet presAssocID="{1BDC722D-6A1D-4FD3-BA28-680238A8C93B}" presName="Name37" presStyleLbl="parChTrans1D3" presStyleIdx="2" presStyleCnt="9"/>
      <dgm:spPr/>
    </dgm:pt>
    <dgm:pt modelId="{DD43E964-A92C-4C68-B6DE-974534638943}" type="pres">
      <dgm:prSet presAssocID="{D71B20C3-7825-4A17-BB63-231543C9C96D}" presName="hierRoot2" presStyleCnt="0">
        <dgm:presLayoutVars>
          <dgm:hierBranch val="init"/>
        </dgm:presLayoutVars>
      </dgm:prSet>
      <dgm:spPr/>
    </dgm:pt>
    <dgm:pt modelId="{7FB911EA-51AF-4282-98E9-B08A352ABA94}" type="pres">
      <dgm:prSet presAssocID="{D71B20C3-7825-4A17-BB63-231543C9C96D}" presName="rootComposite" presStyleCnt="0"/>
      <dgm:spPr/>
    </dgm:pt>
    <dgm:pt modelId="{70D61C82-04BE-4929-A650-CD4B978DFDDC}" type="pres">
      <dgm:prSet presAssocID="{D71B20C3-7825-4A17-BB63-231543C9C96D}" presName="rootText" presStyleLbl="node3" presStyleIdx="2" presStyleCnt="9">
        <dgm:presLayoutVars>
          <dgm:chPref val="3"/>
        </dgm:presLayoutVars>
      </dgm:prSet>
      <dgm:spPr/>
    </dgm:pt>
    <dgm:pt modelId="{281A3B00-2BDD-4524-A0FC-DE0D9141439B}" type="pres">
      <dgm:prSet presAssocID="{D71B20C3-7825-4A17-BB63-231543C9C96D}" presName="rootConnector" presStyleLbl="node3" presStyleIdx="2" presStyleCnt="9"/>
      <dgm:spPr/>
    </dgm:pt>
    <dgm:pt modelId="{03091145-4DF3-45C3-BFE0-2663DAC25C57}" type="pres">
      <dgm:prSet presAssocID="{D71B20C3-7825-4A17-BB63-231543C9C96D}" presName="hierChild4" presStyleCnt="0"/>
      <dgm:spPr/>
    </dgm:pt>
    <dgm:pt modelId="{E1FB6EA6-D8D2-4E5F-A4C4-920E654F5A46}" type="pres">
      <dgm:prSet presAssocID="{D71B20C3-7825-4A17-BB63-231543C9C96D}" presName="hierChild5" presStyleCnt="0"/>
      <dgm:spPr/>
    </dgm:pt>
    <dgm:pt modelId="{DAB12D70-C352-4827-8B01-9F1E0001A5BC}" type="pres">
      <dgm:prSet presAssocID="{035EB52E-5AC1-49CF-9EB7-A8F9ADD106E8}" presName="hierChild5" presStyleCnt="0"/>
      <dgm:spPr/>
    </dgm:pt>
    <dgm:pt modelId="{7B0CB0B5-CE6A-4434-BAA5-3EABA2CE407D}" type="pres">
      <dgm:prSet presAssocID="{F65A2D40-81E1-425E-9F5A-B392D52699A6}" presName="Name37" presStyleLbl="parChTrans1D2" presStyleIdx="1" presStyleCnt="3"/>
      <dgm:spPr/>
    </dgm:pt>
    <dgm:pt modelId="{5448E216-5268-407B-B385-DD11EE6FEBBB}" type="pres">
      <dgm:prSet presAssocID="{10FB62ED-854F-4359-BA0A-00BF327EB59C}" presName="hierRoot2" presStyleCnt="0">
        <dgm:presLayoutVars>
          <dgm:hierBranch val="init"/>
        </dgm:presLayoutVars>
      </dgm:prSet>
      <dgm:spPr/>
    </dgm:pt>
    <dgm:pt modelId="{967B8F0D-4126-4898-8D3A-909FF5DC66CD}" type="pres">
      <dgm:prSet presAssocID="{10FB62ED-854F-4359-BA0A-00BF327EB59C}" presName="rootComposite" presStyleCnt="0"/>
      <dgm:spPr/>
    </dgm:pt>
    <dgm:pt modelId="{8773AF79-8611-422A-BC88-FBC71FD681A2}" type="pres">
      <dgm:prSet presAssocID="{10FB62ED-854F-4359-BA0A-00BF327EB59C}" presName="rootText" presStyleLbl="node2" presStyleIdx="1" presStyleCnt="3">
        <dgm:presLayoutVars>
          <dgm:chPref val="3"/>
        </dgm:presLayoutVars>
      </dgm:prSet>
      <dgm:spPr/>
    </dgm:pt>
    <dgm:pt modelId="{C9693889-0D4C-43A7-A05C-479856446B93}" type="pres">
      <dgm:prSet presAssocID="{10FB62ED-854F-4359-BA0A-00BF327EB59C}" presName="rootConnector" presStyleLbl="node2" presStyleIdx="1" presStyleCnt="3"/>
      <dgm:spPr/>
    </dgm:pt>
    <dgm:pt modelId="{A13B282A-5271-41BC-91C7-A60F628C77F0}" type="pres">
      <dgm:prSet presAssocID="{10FB62ED-854F-4359-BA0A-00BF327EB59C}" presName="hierChild4" presStyleCnt="0"/>
      <dgm:spPr/>
    </dgm:pt>
    <dgm:pt modelId="{27D29A0E-3443-4152-934E-5BB0F2A561A5}" type="pres">
      <dgm:prSet presAssocID="{39C7D12C-49F3-4E2A-869F-899C0F02ABFB}" presName="Name37" presStyleLbl="parChTrans1D3" presStyleIdx="3" presStyleCnt="9"/>
      <dgm:spPr/>
    </dgm:pt>
    <dgm:pt modelId="{E68F2A8B-13CE-4C42-A690-A6E98B7D936F}" type="pres">
      <dgm:prSet presAssocID="{0C05F15E-60DB-49AF-B50A-886531F97F6C}" presName="hierRoot2" presStyleCnt="0">
        <dgm:presLayoutVars>
          <dgm:hierBranch val="init"/>
        </dgm:presLayoutVars>
      </dgm:prSet>
      <dgm:spPr/>
    </dgm:pt>
    <dgm:pt modelId="{4E57C753-9871-4AD7-A482-82E3A1106844}" type="pres">
      <dgm:prSet presAssocID="{0C05F15E-60DB-49AF-B50A-886531F97F6C}" presName="rootComposite" presStyleCnt="0"/>
      <dgm:spPr/>
    </dgm:pt>
    <dgm:pt modelId="{3124B647-1AC5-4B3B-B440-CCE2709061DA}" type="pres">
      <dgm:prSet presAssocID="{0C05F15E-60DB-49AF-B50A-886531F97F6C}" presName="rootText" presStyleLbl="node3" presStyleIdx="3" presStyleCnt="9">
        <dgm:presLayoutVars>
          <dgm:chPref val="3"/>
        </dgm:presLayoutVars>
      </dgm:prSet>
      <dgm:spPr/>
    </dgm:pt>
    <dgm:pt modelId="{A79B36E2-BFA6-4634-A678-382210A7A73F}" type="pres">
      <dgm:prSet presAssocID="{0C05F15E-60DB-49AF-B50A-886531F97F6C}" presName="rootConnector" presStyleLbl="node3" presStyleIdx="3" presStyleCnt="9"/>
      <dgm:spPr/>
    </dgm:pt>
    <dgm:pt modelId="{A2BDA471-4F19-48B3-AA90-711CD79B6E07}" type="pres">
      <dgm:prSet presAssocID="{0C05F15E-60DB-49AF-B50A-886531F97F6C}" presName="hierChild4" presStyleCnt="0"/>
      <dgm:spPr/>
    </dgm:pt>
    <dgm:pt modelId="{9028379C-0D28-4FBB-8A09-BCF4C3D36754}" type="pres">
      <dgm:prSet presAssocID="{0C05F15E-60DB-49AF-B50A-886531F97F6C}" presName="hierChild5" presStyleCnt="0"/>
      <dgm:spPr/>
    </dgm:pt>
    <dgm:pt modelId="{498314EC-81CE-4304-B059-F451B0FC1FE0}" type="pres">
      <dgm:prSet presAssocID="{E0576FBF-19DF-4E9A-9479-D85A195C64E2}" presName="Name37" presStyleLbl="parChTrans1D3" presStyleIdx="4" presStyleCnt="9"/>
      <dgm:spPr/>
    </dgm:pt>
    <dgm:pt modelId="{35F81B74-D469-4F04-8FEA-7AAE4BCB8232}" type="pres">
      <dgm:prSet presAssocID="{E77A9234-8795-49E4-9823-334A06BA6F68}" presName="hierRoot2" presStyleCnt="0">
        <dgm:presLayoutVars>
          <dgm:hierBranch val="init"/>
        </dgm:presLayoutVars>
      </dgm:prSet>
      <dgm:spPr/>
    </dgm:pt>
    <dgm:pt modelId="{DFCE8D71-021C-4CE1-9352-B03C67CC18F8}" type="pres">
      <dgm:prSet presAssocID="{E77A9234-8795-49E4-9823-334A06BA6F68}" presName="rootComposite" presStyleCnt="0"/>
      <dgm:spPr/>
    </dgm:pt>
    <dgm:pt modelId="{1020D555-A7DC-41E3-AECD-7C34E2FF34CA}" type="pres">
      <dgm:prSet presAssocID="{E77A9234-8795-49E4-9823-334A06BA6F68}" presName="rootText" presStyleLbl="node3" presStyleIdx="4" presStyleCnt="9">
        <dgm:presLayoutVars>
          <dgm:chPref val="3"/>
        </dgm:presLayoutVars>
      </dgm:prSet>
      <dgm:spPr/>
    </dgm:pt>
    <dgm:pt modelId="{D4E5E1A2-F1F5-4D8B-B30D-6E4E76EC0C81}" type="pres">
      <dgm:prSet presAssocID="{E77A9234-8795-49E4-9823-334A06BA6F68}" presName="rootConnector" presStyleLbl="node3" presStyleIdx="4" presStyleCnt="9"/>
      <dgm:spPr/>
    </dgm:pt>
    <dgm:pt modelId="{61F7C321-9497-4323-ADC9-4930C01B7A76}" type="pres">
      <dgm:prSet presAssocID="{E77A9234-8795-49E4-9823-334A06BA6F68}" presName="hierChild4" presStyleCnt="0"/>
      <dgm:spPr/>
    </dgm:pt>
    <dgm:pt modelId="{2CE13A99-35C1-43DA-AB77-C8C7E82B7EA1}" type="pres">
      <dgm:prSet presAssocID="{E77A9234-8795-49E4-9823-334A06BA6F68}" presName="hierChild5" presStyleCnt="0"/>
      <dgm:spPr/>
    </dgm:pt>
    <dgm:pt modelId="{724BD5BC-36FC-4AC4-A05C-85042DB64966}" type="pres">
      <dgm:prSet presAssocID="{794F03F7-E7FF-484A-BF28-B3DDA6D2C6AC}" presName="Name37" presStyleLbl="parChTrans1D3" presStyleIdx="5" presStyleCnt="9"/>
      <dgm:spPr/>
    </dgm:pt>
    <dgm:pt modelId="{03DB0F27-0E74-412F-AE2B-443D3B00E431}" type="pres">
      <dgm:prSet presAssocID="{1AE1BEEC-7805-40E5-B7AD-F29B844C8605}" presName="hierRoot2" presStyleCnt="0">
        <dgm:presLayoutVars>
          <dgm:hierBranch val="init"/>
        </dgm:presLayoutVars>
      </dgm:prSet>
      <dgm:spPr/>
    </dgm:pt>
    <dgm:pt modelId="{2875D066-7CF3-4970-9921-37EF489E56DB}" type="pres">
      <dgm:prSet presAssocID="{1AE1BEEC-7805-40E5-B7AD-F29B844C8605}" presName="rootComposite" presStyleCnt="0"/>
      <dgm:spPr/>
    </dgm:pt>
    <dgm:pt modelId="{4969A686-1DB9-44A3-B738-89317C6766B9}" type="pres">
      <dgm:prSet presAssocID="{1AE1BEEC-7805-40E5-B7AD-F29B844C8605}" presName="rootText" presStyleLbl="node3" presStyleIdx="5" presStyleCnt="9">
        <dgm:presLayoutVars>
          <dgm:chPref val="3"/>
        </dgm:presLayoutVars>
      </dgm:prSet>
      <dgm:spPr>
        <a:xfrm>
          <a:off x="1644936" y="3602604"/>
          <a:ext cx="1125303" cy="562651"/>
        </a:xfrm>
        <a:prstGeom prst="rect">
          <a:avLst/>
        </a:prstGeom>
      </dgm:spPr>
    </dgm:pt>
    <dgm:pt modelId="{7A32427A-73EB-4C0E-AEFC-2C3DCA78A882}" type="pres">
      <dgm:prSet presAssocID="{1AE1BEEC-7805-40E5-B7AD-F29B844C8605}" presName="rootConnector" presStyleLbl="node3" presStyleIdx="5" presStyleCnt="9"/>
      <dgm:spPr/>
    </dgm:pt>
    <dgm:pt modelId="{4FA61B13-E95B-450F-AC64-B95CD23CF08F}" type="pres">
      <dgm:prSet presAssocID="{1AE1BEEC-7805-40E5-B7AD-F29B844C8605}" presName="hierChild4" presStyleCnt="0"/>
      <dgm:spPr/>
    </dgm:pt>
    <dgm:pt modelId="{02CD802F-9FFB-46A4-8EA5-2D18E8153B27}" type="pres">
      <dgm:prSet presAssocID="{1AE1BEEC-7805-40E5-B7AD-F29B844C8605}" presName="hierChild5" presStyleCnt="0"/>
      <dgm:spPr/>
    </dgm:pt>
    <dgm:pt modelId="{6F2DF278-07DD-49EC-8A16-9BFBBA5F0582}" type="pres">
      <dgm:prSet presAssocID="{10FB62ED-854F-4359-BA0A-00BF327EB59C}" presName="hierChild5" presStyleCnt="0"/>
      <dgm:spPr/>
    </dgm:pt>
    <dgm:pt modelId="{8072AF13-5774-4D72-AD7C-A63A34792FE5}" type="pres">
      <dgm:prSet presAssocID="{C50A526D-3CCC-4FA0-B5AD-9FE38C0A20E9}" presName="Name37" presStyleLbl="parChTrans1D2" presStyleIdx="2" presStyleCnt="3"/>
      <dgm:spPr/>
    </dgm:pt>
    <dgm:pt modelId="{13E101C2-AAB9-4C79-A034-1F665614314F}" type="pres">
      <dgm:prSet presAssocID="{6FE262BC-C65E-4F46-AF8C-870739795102}" presName="hierRoot2" presStyleCnt="0">
        <dgm:presLayoutVars>
          <dgm:hierBranch val="init"/>
        </dgm:presLayoutVars>
      </dgm:prSet>
      <dgm:spPr/>
    </dgm:pt>
    <dgm:pt modelId="{5FA87658-3109-4FCE-B29E-5F7F11E94CC7}" type="pres">
      <dgm:prSet presAssocID="{6FE262BC-C65E-4F46-AF8C-870739795102}" presName="rootComposite" presStyleCnt="0"/>
      <dgm:spPr/>
    </dgm:pt>
    <dgm:pt modelId="{C7515423-66E2-48AC-B918-61E7EA82F8EE}" type="pres">
      <dgm:prSet presAssocID="{6FE262BC-C65E-4F46-AF8C-870739795102}" presName="rootText" presStyleLbl="node2" presStyleIdx="2" presStyleCnt="3">
        <dgm:presLayoutVars>
          <dgm:chPref val="3"/>
        </dgm:presLayoutVars>
      </dgm:prSet>
      <dgm:spPr/>
    </dgm:pt>
    <dgm:pt modelId="{70D824A2-6699-4F91-A14E-D100D7E3DC27}" type="pres">
      <dgm:prSet presAssocID="{6FE262BC-C65E-4F46-AF8C-870739795102}" presName="rootConnector" presStyleLbl="node2" presStyleIdx="2" presStyleCnt="3"/>
      <dgm:spPr/>
    </dgm:pt>
    <dgm:pt modelId="{451F8EE0-8EAB-4679-89F1-27CFC2B5BF0A}" type="pres">
      <dgm:prSet presAssocID="{6FE262BC-C65E-4F46-AF8C-870739795102}" presName="hierChild4" presStyleCnt="0"/>
      <dgm:spPr/>
    </dgm:pt>
    <dgm:pt modelId="{6D218344-C63E-4EA3-87DB-2E2558B12754}" type="pres">
      <dgm:prSet presAssocID="{9F729ADD-33CD-4A34-A790-CB9520B2CFC3}" presName="Name37" presStyleLbl="parChTrans1D3" presStyleIdx="6" presStyleCnt="9"/>
      <dgm:spPr/>
    </dgm:pt>
    <dgm:pt modelId="{6A52F530-A729-4188-8EC6-44718B2B2974}" type="pres">
      <dgm:prSet presAssocID="{85D74086-1580-40E9-94DF-C45420A9A5BD}" presName="hierRoot2" presStyleCnt="0">
        <dgm:presLayoutVars>
          <dgm:hierBranch val="init"/>
        </dgm:presLayoutVars>
      </dgm:prSet>
      <dgm:spPr/>
    </dgm:pt>
    <dgm:pt modelId="{378B026A-0F78-4D29-B4AD-4D1EF20C932A}" type="pres">
      <dgm:prSet presAssocID="{85D74086-1580-40E9-94DF-C45420A9A5BD}" presName="rootComposite" presStyleCnt="0"/>
      <dgm:spPr/>
    </dgm:pt>
    <dgm:pt modelId="{D104B623-D71C-4A5A-A365-7B36FD859DF5}" type="pres">
      <dgm:prSet presAssocID="{85D74086-1580-40E9-94DF-C45420A9A5BD}" presName="rootText" presStyleLbl="node3" presStyleIdx="6" presStyleCnt="9">
        <dgm:presLayoutVars>
          <dgm:chPref val="3"/>
        </dgm:presLayoutVars>
      </dgm:prSet>
      <dgm:spPr/>
    </dgm:pt>
    <dgm:pt modelId="{ADFA329A-2F02-47F6-9F97-94647537D174}" type="pres">
      <dgm:prSet presAssocID="{85D74086-1580-40E9-94DF-C45420A9A5BD}" presName="rootConnector" presStyleLbl="node3" presStyleIdx="6" presStyleCnt="9"/>
      <dgm:spPr/>
    </dgm:pt>
    <dgm:pt modelId="{E81C069F-A25F-4DD2-B0AC-1F7BDAEC1EA7}" type="pres">
      <dgm:prSet presAssocID="{85D74086-1580-40E9-94DF-C45420A9A5BD}" presName="hierChild4" presStyleCnt="0"/>
      <dgm:spPr/>
    </dgm:pt>
    <dgm:pt modelId="{2F9EDAF6-93A7-4BE5-B4F3-41BEC224CF06}" type="pres">
      <dgm:prSet presAssocID="{85D74086-1580-40E9-94DF-C45420A9A5BD}" presName="hierChild5" presStyleCnt="0"/>
      <dgm:spPr/>
    </dgm:pt>
    <dgm:pt modelId="{E4A26C9D-D0A7-4B6B-BAF5-3E84AFF931D1}" type="pres">
      <dgm:prSet presAssocID="{264AAA0E-63A0-4540-97D9-7E4C1E1CA4E5}" presName="Name37" presStyleLbl="parChTrans1D3" presStyleIdx="7" presStyleCnt="9"/>
      <dgm:spPr/>
    </dgm:pt>
    <dgm:pt modelId="{71820D68-DA34-48A0-843C-E5B61603D90E}" type="pres">
      <dgm:prSet presAssocID="{BA121BFF-38D8-44C4-82B4-2E3D6489808D}" presName="hierRoot2" presStyleCnt="0">
        <dgm:presLayoutVars>
          <dgm:hierBranch val="init"/>
        </dgm:presLayoutVars>
      </dgm:prSet>
      <dgm:spPr/>
    </dgm:pt>
    <dgm:pt modelId="{DBC9A09A-080A-44B9-9D71-F8BDAB1D330B}" type="pres">
      <dgm:prSet presAssocID="{BA121BFF-38D8-44C4-82B4-2E3D6489808D}" presName="rootComposite" presStyleCnt="0"/>
      <dgm:spPr/>
    </dgm:pt>
    <dgm:pt modelId="{AAB07E15-B510-4993-B5ED-64BC91CEC6FA}" type="pres">
      <dgm:prSet presAssocID="{BA121BFF-38D8-44C4-82B4-2E3D6489808D}" presName="rootText" presStyleLbl="node3" presStyleIdx="7" presStyleCnt="9">
        <dgm:presLayoutVars>
          <dgm:chPref val="3"/>
        </dgm:presLayoutVars>
      </dgm:prSet>
      <dgm:spPr/>
    </dgm:pt>
    <dgm:pt modelId="{06EA159F-EC1A-41BC-B91F-D0D00A6BA8CE}" type="pres">
      <dgm:prSet presAssocID="{BA121BFF-38D8-44C4-82B4-2E3D6489808D}" presName="rootConnector" presStyleLbl="node3" presStyleIdx="7" presStyleCnt="9"/>
      <dgm:spPr/>
    </dgm:pt>
    <dgm:pt modelId="{7366F0D6-4EC9-4B6F-A07E-17736732B3D1}" type="pres">
      <dgm:prSet presAssocID="{BA121BFF-38D8-44C4-82B4-2E3D6489808D}" presName="hierChild4" presStyleCnt="0"/>
      <dgm:spPr/>
    </dgm:pt>
    <dgm:pt modelId="{7F220D6A-85D4-49B9-BAE2-0F78FF44156F}" type="pres">
      <dgm:prSet presAssocID="{BA121BFF-38D8-44C4-82B4-2E3D6489808D}" presName="hierChild5" presStyleCnt="0"/>
      <dgm:spPr/>
    </dgm:pt>
    <dgm:pt modelId="{F112797D-3E68-41A0-934E-CCB283BE06A9}" type="pres">
      <dgm:prSet presAssocID="{D73C5017-4C72-44EA-BF9D-DDB442A2DA15}" presName="Name37" presStyleLbl="parChTrans1D3" presStyleIdx="8" presStyleCnt="9"/>
      <dgm:spPr/>
    </dgm:pt>
    <dgm:pt modelId="{1C3A175F-1C88-48C9-94B5-7F523F6F4610}" type="pres">
      <dgm:prSet presAssocID="{0C066752-5A67-4EB4-A759-737B97F67698}" presName="hierRoot2" presStyleCnt="0">
        <dgm:presLayoutVars>
          <dgm:hierBranch val="init"/>
        </dgm:presLayoutVars>
      </dgm:prSet>
      <dgm:spPr/>
    </dgm:pt>
    <dgm:pt modelId="{980CEBCB-104F-4E5D-A870-CEAC47DBB544}" type="pres">
      <dgm:prSet presAssocID="{0C066752-5A67-4EB4-A759-737B97F67698}" presName="rootComposite" presStyleCnt="0"/>
      <dgm:spPr/>
    </dgm:pt>
    <dgm:pt modelId="{04E1750F-D904-43AE-9F5B-F789E71EB528}" type="pres">
      <dgm:prSet presAssocID="{0C066752-5A67-4EB4-A759-737B97F67698}" presName="rootText" presStyleLbl="node3" presStyleIdx="8" presStyleCnt="9">
        <dgm:presLayoutVars>
          <dgm:chPref val="3"/>
        </dgm:presLayoutVars>
      </dgm:prSet>
      <dgm:spPr>
        <a:xfrm>
          <a:off x="3613632" y="4246748"/>
          <a:ext cx="1352523" cy="676261"/>
        </a:xfrm>
        <a:prstGeom prst="rect">
          <a:avLst/>
        </a:prstGeom>
      </dgm:spPr>
    </dgm:pt>
    <dgm:pt modelId="{E33DE678-B6C3-4293-9CA9-6B4D061696FB}" type="pres">
      <dgm:prSet presAssocID="{0C066752-5A67-4EB4-A759-737B97F67698}" presName="rootConnector" presStyleLbl="node3" presStyleIdx="8" presStyleCnt="9"/>
      <dgm:spPr/>
    </dgm:pt>
    <dgm:pt modelId="{3CCDEB7F-29B1-4CBD-B918-483169A74791}" type="pres">
      <dgm:prSet presAssocID="{0C066752-5A67-4EB4-A759-737B97F67698}" presName="hierChild4" presStyleCnt="0"/>
      <dgm:spPr/>
    </dgm:pt>
    <dgm:pt modelId="{22404307-EF0D-4006-8CC5-D648A88A776F}" type="pres">
      <dgm:prSet presAssocID="{0C066752-5A67-4EB4-A759-737B97F67698}" presName="hierChild5" presStyleCnt="0"/>
      <dgm:spPr/>
    </dgm:pt>
    <dgm:pt modelId="{285C648A-15FD-4522-B166-62E2E34BEC97}" type="pres">
      <dgm:prSet presAssocID="{6FE262BC-C65E-4F46-AF8C-870739795102}" presName="hierChild5" presStyleCnt="0"/>
      <dgm:spPr/>
    </dgm:pt>
    <dgm:pt modelId="{389422BF-8F93-47BA-B3CF-5F275DD15502}" type="pres">
      <dgm:prSet presAssocID="{6DDDD12E-0514-43BD-A790-B1DAFCF34D52}" presName="hierChild3" presStyleCnt="0"/>
      <dgm:spPr/>
    </dgm:pt>
  </dgm:ptLst>
  <dgm:cxnLst>
    <dgm:cxn modelId="{AAFA1A02-C786-4D63-84B6-FDF9E721E6F5}" srcId="{10FB62ED-854F-4359-BA0A-00BF327EB59C}" destId="{1AE1BEEC-7805-40E5-B7AD-F29B844C8605}" srcOrd="2" destOrd="0" parTransId="{794F03F7-E7FF-484A-BF28-B3DDA6D2C6AC}" sibTransId="{7E136B60-ABE3-4DE5-89EC-542A50AC3232}"/>
    <dgm:cxn modelId="{21595D02-A1DC-451F-8BA7-650DB52DDB50}" type="presOf" srcId="{264AAA0E-63A0-4540-97D9-7E4C1E1CA4E5}" destId="{E4A26C9D-D0A7-4B6B-BAF5-3E84AFF931D1}" srcOrd="0" destOrd="0" presId="urn:microsoft.com/office/officeart/2005/8/layout/orgChart1"/>
    <dgm:cxn modelId="{0B50040A-7192-4D87-B232-D70F5578BFF2}" type="presOf" srcId="{035EB52E-5AC1-49CF-9EB7-A8F9ADD106E8}" destId="{9BB2D6B5-4509-497C-A442-C276D2A91575}" srcOrd="0" destOrd="0" presId="urn:microsoft.com/office/officeart/2005/8/layout/orgChart1"/>
    <dgm:cxn modelId="{F9216714-C35F-451C-96FB-9BAE549F6FD8}" type="presOf" srcId="{58A32D7F-26CA-4AA4-BB87-DF790C7D4A45}" destId="{3C5534E3-104C-4235-B2E0-07546D6C8541}" srcOrd="0" destOrd="0" presId="urn:microsoft.com/office/officeart/2005/8/layout/orgChart1"/>
    <dgm:cxn modelId="{0A695915-EDBD-4907-AA5D-8947E2B2978A}" type="presOf" srcId="{D71B20C3-7825-4A17-BB63-231543C9C96D}" destId="{70D61C82-04BE-4929-A650-CD4B978DFDDC}" srcOrd="0" destOrd="0" presId="urn:microsoft.com/office/officeart/2005/8/layout/orgChart1"/>
    <dgm:cxn modelId="{6E27A321-C635-40BB-843B-D290443AFA62}" type="presOf" srcId="{7E819462-33E7-4727-941A-D923E0B37353}" destId="{30D46FD2-03E6-4FFF-96DA-CBE95704A24C}" srcOrd="1" destOrd="0" presId="urn:microsoft.com/office/officeart/2005/8/layout/orgChart1"/>
    <dgm:cxn modelId="{29777F32-A179-4548-8979-C0542E95D4D0}" type="presOf" srcId="{E77A9234-8795-49E4-9823-334A06BA6F68}" destId="{D4E5E1A2-F1F5-4D8B-B30D-6E4E76EC0C81}" srcOrd="1" destOrd="0" presId="urn:microsoft.com/office/officeart/2005/8/layout/orgChart1"/>
    <dgm:cxn modelId="{2BA97633-A502-42B9-A02D-EE0A55933A08}" type="presOf" srcId="{C16859C7-2906-48E4-A4D8-C121D8FFEE26}" destId="{C338E306-AC68-4241-8DB1-EB5997CAF004}" srcOrd="0" destOrd="0" presId="urn:microsoft.com/office/officeart/2005/8/layout/orgChart1"/>
    <dgm:cxn modelId="{B6A4F235-57BF-4A9C-90B1-D8BE8BC82B9B}" type="presOf" srcId="{0C066752-5A67-4EB4-A759-737B97F67698}" destId="{E33DE678-B6C3-4293-9CA9-6B4D061696FB}" srcOrd="1" destOrd="0" presId="urn:microsoft.com/office/officeart/2005/8/layout/orgChart1"/>
    <dgm:cxn modelId="{079FC33D-F5CA-4624-9BCE-18DAA3B7ADAA}" srcId="{6DDDD12E-0514-43BD-A790-B1DAFCF34D52}" destId="{10FB62ED-854F-4359-BA0A-00BF327EB59C}" srcOrd="1" destOrd="0" parTransId="{F65A2D40-81E1-425E-9F5A-B392D52699A6}" sibTransId="{318AB2B9-6E19-42FB-BF56-8C6D6C54E51D}"/>
    <dgm:cxn modelId="{10D5D540-9997-40AD-B3E1-932A9E4B6CDB}" type="presOf" srcId="{1AE1BEEC-7805-40E5-B7AD-F29B844C8605}" destId="{7A32427A-73EB-4C0E-AEFC-2C3DCA78A882}" srcOrd="1" destOrd="0" presId="urn:microsoft.com/office/officeart/2005/8/layout/orgChart1"/>
    <dgm:cxn modelId="{46121B5F-DE28-4F3B-8DB3-D74106C36826}" type="presOf" srcId="{10FB62ED-854F-4359-BA0A-00BF327EB59C}" destId="{C9693889-0D4C-43A7-A05C-479856446B93}" srcOrd="1" destOrd="0" presId="urn:microsoft.com/office/officeart/2005/8/layout/orgChart1"/>
    <dgm:cxn modelId="{977D2860-3F87-4B2F-BD9D-68AB1E31FD6A}" type="presOf" srcId="{0C05F15E-60DB-49AF-B50A-886531F97F6C}" destId="{A79B36E2-BFA6-4634-A678-382210A7A73F}" srcOrd="1" destOrd="0" presId="urn:microsoft.com/office/officeart/2005/8/layout/orgChart1"/>
    <dgm:cxn modelId="{9CC99042-64A4-45A9-8864-DFC62827325F}" srcId="{6FE262BC-C65E-4F46-AF8C-870739795102}" destId="{BA121BFF-38D8-44C4-82B4-2E3D6489808D}" srcOrd="1" destOrd="0" parTransId="{264AAA0E-63A0-4540-97D9-7E4C1E1CA4E5}" sibTransId="{23165E86-B00D-41F7-9521-DC872D3DAE98}"/>
    <dgm:cxn modelId="{2A7A7664-B85C-4487-9C43-4084E8C8B9C7}" type="presOf" srcId="{10FB62ED-854F-4359-BA0A-00BF327EB59C}" destId="{8773AF79-8611-422A-BC88-FBC71FD681A2}" srcOrd="0" destOrd="0" presId="urn:microsoft.com/office/officeart/2005/8/layout/orgChart1"/>
    <dgm:cxn modelId="{03DED744-3B42-41AA-8738-7424F44D8B0A}" type="presOf" srcId="{6DDDD12E-0514-43BD-A790-B1DAFCF34D52}" destId="{77D9728E-0E51-4F14-9B92-65F345E13930}" srcOrd="0" destOrd="0" presId="urn:microsoft.com/office/officeart/2005/8/layout/orgChart1"/>
    <dgm:cxn modelId="{6724646C-8F2B-49D4-9B9C-310A01D23615}" srcId="{035EB52E-5AC1-49CF-9EB7-A8F9ADD106E8}" destId="{D71B20C3-7825-4A17-BB63-231543C9C96D}" srcOrd="2" destOrd="0" parTransId="{1BDC722D-6A1D-4FD3-BA28-680238A8C93B}" sibTransId="{51517EE7-0ECE-40B7-A4F2-3138D6EA2D9B}"/>
    <dgm:cxn modelId="{3BDF1B6D-04EC-47B9-869B-9EB16501FD2E}" type="presOf" srcId="{85D74086-1580-40E9-94DF-C45420A9A5BD}" destId="{D104B623-D71C-4A5A-A365-7B36FD859DF5}" srcOrd="0" destOrd="0" presId="urn:microsoft.com/office/officeart/2005/8/layout/orgChart1"/>
    <dgm:cxn modelId="{64DBF76E-9CAA-4A8A-B187-B08B337610DC}" type="presOf" srcId="{0C066752-5A67-4EB4-A759-737B97F67698}" destId="{04E1750F-D904-43AE-9F5B-F789E71EB528}" srcOrd="0" destOrd="0" presId="urn:microsoft.com/office/officeart/2005/8/layout/orgChart1"/>
    <dgm:cxn modelId="{4B296650-B3D0-4F83-8F86-6309B5FE5A37}" type="presOf" srcId="{D73C5017-4C72-44EA-BF9D-DDB442A2DA15}" destId="{F112797D-3E68-41A0-934E-CCB283BE06A9}" srcOrd="0" destOrd="0" presId="urn:microsoft.com/office/officeart/2005/8/layout/orgChart1"/>
    <dgm:cxn modelId="{CD09EE70-5E84-48B4-86FF-6A6B48FA2C13}" type="presOf" srcId="{F65A2D40-81E1-425E-9F5A-B392D52699A6}" destId="{7B0CB0B5-CE6A-4434-BAA5-3EABA2CE407D}" srcOrd="0" destOrd="0" presId="urn:microsoft.com/office/officeart/2005/8/layout/orgChart1"/>
    <dgm:cxn modelId="{26E2C651-04E3-414C-95C2-8CDB40CCB7EB}" type="presOf" srcId="{6DDDD12E-0514-43BD-A790-B1DAFCF34D52}" destId="{6D0F1ACC-1D91-48B5-B5E0-90C192D565E1}" srcOrd="1" destOrd="0" presId="urn:microsoft.com/office/officeart/2005/8/layout/orgChart1"/>
    <dgm:cxn modelId="{6ED12F75-0D98-41E6-B41F-D34297716E81}" type="presOf" srcId="{BA121BFF-38D8-44C4-82B4-2E3D6489808D}" destId="{06EA159F-EC1A-41BC-B91F-D0D00A6BA8CE}" srcOrd="1" destOrd="0" presId="urn:microsoft.com/office/officeart/2005/8/layout/orgChart1"/>
    <dgm:cxn modelId="{7199C656-6A62-400E-957D-0039D909220A}" type="presOf" srcId="{1AE1BEEC-7805-40E5-B7AD-F29B844C8605}" destId="{4969A686-1DB9-44A3-B738-89317C6766B9}" srcOrd="0" destOrd="0" presId="urn:microsoft.com/office/officeart/2005/8/layout/orgChart1"/>
    <dgm:cxn modelId="{C0944579-EEDB-4FF9-AA8C-B10678B13A84}" type="presOf" srcId="{0C05F15E-60DB-49AF-B50A-886531F97F6C}" destId="{3124B647-1AC5-4B3B-B440-CCE2709061DA}" srcOrd="0" destOrd="0" presId="urn:microsoft.com/office/officeart/2005/8/layout/orgChart1"/>
    <dgm:cxn modelId="{666E647B-6DF6-42DA-8F9D-54D9C37E6C78}" srcId="{10FB62ED-854F-4359-BA0A-00BF327EB59C}" destId="{E77A9234-8795-49E4-9823-334A06BA6F68}" srcOrd="1" destOrd="0" parTransId="{E0576FBF-19DF-4E9A-9479-D85A195C64E2}" sibTransId="{873772C9-E4A7-493D-B616-72B319D245C7}"/>
    <dgm:cxn modelId="{29257581-2E5E-4F98-941B-7830CFED417F}" type="presOf" srcId="{D71B20C3-7825-4A17-BB63-231543C9C96D}" destId="{281A3B00-2BDD-4524-A0FC-DE0D9141439B}" srcOrd="1" destOrd="0" presId="urn:microsoft.com/office/officeart/2005/8/layout/orgChart1"/>
    <dgm:cxn modelId="{2A07C784-B8C2-446D-A7E2-F4FE9DBE7E0C}" srcId="{10FB62ED-854F-4359-BA0A-00BF327EB59C}" destId="{0C05F15E-60DB-49AF-B50A-886531F97F6C}" srcOrd="0" destOrd="0" parTransId="{39C7D12C-49F3-4E2A-869F-899C0F02ABFB}" sibTransId="{77F20D58-6252-4E71-8B95-D8D1E8373AD2}"/>
    <dgm:cxn modelId="{38A05292-DDC5-4E9C-979E-9793D66FCB8B}" type="presOf" srcId="{E0576FBF-19DF-4E9A-9479-D85A195C64E2}" destId="{498314EC-81CE-4304-B059-F451B0FC1FE0}" srcOrd="0" destOrd="0" presId="urn:microsoft.com/office/officeart/2005/8/layout/orgChart1"/>
    <dgm:cxn modelId="{68EB2693-CA6A-473A-9102-8449550BE7C8}" srcId="{035EB52E-5AC1-49CF-9EB7-A8F9ADD106E8}" destId="{F4E2A88E-63B9-4B8C-8494-71DF1E8A249B}" srcOrd="0" destOrd="0" parTransId="{ED09692A-6351-416D-BC5E-8B6289C291EB}" sibTransId="{52103D3D-D8AF-42D4-8BC3-C4B5271836EC}"/>
    <dgm:cxn modelId="{23554A95-0713-44F3-B1B9-7E5E8AAC9C29}" srcId="{035EB52E-5AC1-49CF-9EB7-A8F9ADD106E8}" destId="{7E819462-33E7-4727-941A-D923E0B37353}" srcOrd="1" destOrd="0" parTransId="{94E1B986-D367-4757-8978-AD897E8527A2}" sibTransId="{4CBE1625-FAA0-42ED-BC7A-A28EDFD3BC4D}"/>
    <dgm:cxn modelId="{6C9CC3A6-436A-43F8-9171-FF59C9C6E17A}" type="presOf" srcId="{6FE262BC-C65E-4F46-AF8C-870739795102}" destId="{70D824A2-6699-4F91-A14E-D100D7E3DC27}" srcOrd="1" destOrd="0" presId="urn:microsoft.com/office/officeart/2005/8/layout/orgChart1"/>
    <dgm:cxn modelId="{78B660AC-99F4-4622-AA9C-242D153D6082}" type="presOf" srcId="{E77A9234-8795-49E4-9823-334A06BA6F68}" destId="{1020D555-A7DC-41E3-AECD-7C34E2FF34CA}" srcOrd="0" destOrd="0" presId="urn:microsoft.com/office/officeart/2005/8/layout/orgChart1"/>
    <dgm:cxn modelId="{492BA4AC-38D8-428B-8FDA-A59E8DBCA4B7}" type="presOf" srcId="{C50A526D-3CCC-4FA0-B5AD-9FE38C0A20E9}" destId="{8072AF13-5774-4D72-AD7C-A63A34792FE5}" srcOrd="0" destOrd="0" presId="urn:microsoft.com/office/officeart/2005/8/layout/orgChart1"/>
    <dgm:cxn modelId="{04C0BCAD-A22B-4B80-B97F-46E372F30857}" type="presOf" srcId="{39C7D12C-49F3-4E2A-869F-899C0F02ABFB}" destId="{27D29A0E-3443-4152-934E-5BB0F2A561A5}" srcOrd="0" destOrd="0" presId="urn:microsoft.com/office/officeart/2005/8/layout/orgChart1"/>
    <dgm:cxn modelId="{FDB5C0AF-7D93-4762-96F2-1F470D57189B}" type="presOf" srcId="{85D74086-1580-40E9-94DF-C45420A9A5BD}" destId="{ADFA329A-2F02-47F6-9F97-94647537D174}" srcOrd="1" destOrd="0" presId="urn:microsoft.com/office/officeart/2005/8/layout/orgChart1"/>
    <dgm:cxn modelId="{6F672BB2-ABFB-4B08-8150-9DE34D61D584}" type="presOf" srcId="{6FE262BC-C65E-4F46-AF8C-870739795102}" destId="{C7515423-66E2-48AC-B918-61E7EA82F8EE}" srcOrd="0" destOrd="0" presId="urn:microsoft.com/office/officeart/2005/8/layout/orgChart1"/>
    <dgm:cxn modelId="{B191F1B2-EB5C-480C-B749-00CF8230903F}" type="presOf" srcId="{1BDC722D-6A1D-4FD3-BA28-680238A8C93B}" destId="{8BFED4EC-DA59-4E53-B9CE-1441B48131D0}" srcOrd="0" destOrd="0" presId="urn:microsoft.com/office/officeart/2005/8/layout/orgChart1"/>
    <dgm:cxn modelId="{500113B9-A2C4-4A05-A23B-9C9138945153}" srcId="{6DDDD12E-0514-43BD-A790-B1DAFCF34D52}" destId="{035EB52E-5AC1-49CF-9EB7-A8F9ADD106E8}" srcOrd="0" destOrd="0" parTransId="{C16859C7-2906-48E4-A4D8-C121D8FFEE26}" sibTransId="{8E667DDA-9E48-4630-94F2-D977A625F2F3}"/>
    <dgm:cxn modelId="{DB44EED1-5F6B-4C20-AE3D-A1E88280A1F8}" type="presOf" srcId="{BA121BFF-38D8-44C4-82B4-2E3D6489808D}" destId="{AAB07E15-B510-4993-B5ED-64BC91CEC6FA}" srcOrd="0" destOrd="0" presId="urn:microsoft.com/office/officeart/2005/8/layout/orgChart1"/>
    <dgm:cxn modelId="{E46C7FD6-81B3-40BA-9EAA-0AF23B8E708F}" type="presOf" srcId="{794F03F7-E7FF-484A-BF28-B3DDA6D2C6AC}" destId="{724BD5BC-36FC-4AC4-A05C-85042DB64966}" srcOrd="0" destOrd="0" presId="urn:microsoft.com/office/officeart/2005/8/layout/orgChart1"/>
    <dgm:cxn modelId="{9E17AFD8-54D4-459C-BD1D-27B76BDD1C81}" type="presOf" srcId="{035EB52E-5AC1-49CF-9EB7-A8F9ADD106E8}" destId="{0CDC7AF9-E07A-4159-8BF1-5890830EE529}" srcOrd="1" destOrd="0" presId="urn:microsoft.com/office/officeart/2005/8/layout/orgChart1"/>
    <dgm:cxn modelId="{471920E2-1EE8-4A85-AD57-DB7098989A83}" type="presOf" srcId="{7E819462-33E7-4727-941A-D923E0B37353}" destId="{A8EA9EC8-F306-4E25-836B-9062BB1BC3A2}" srcOrd="0" destOrd="0" presId="urn:microsoft.com/office/officeart/2005/8/layout/orgChart1"/>
    <dgm:cxn modelId="{D2A0C9E6-D268-4866-9BD8-942EAF10B117}" type="presOf" srcId="{ED09692A-6351-416D-BC5E-8B6289C291EB}" destId="{29A40F38-BAB0-474D-B418-3CB698A127F4}" srcOrd="0" destOrd="0" presId="urn:microsoft.com/office/officeart/2005/8/layout/orgChart1"/>
    <dgm:cxn modelId="{0A8045E8-34F0-450D-92B8-430262CC8BB0}" srcId="{6FE262BC-C65E-4F46-AF8C-870739795102}" destId="{0C066752-5A67-4EB4-A759-737B97F67698}" srcOrd="2" destOrd="0" parTransId="{D73C5017-4C72-44EA-BF9D-DDB442A2DA15}" sibTransId="{FC49A639-4792-43C4-8B11-D8FCAB1D8A1B}"/>
    <dgm:cxn modelId="{FA832AEA-550B-4FD5-8C56-654AE3AB70C7}" srcId="{6FE262BC-C65E-4F46-AF8C-870739795102}" destId="{85D74086-1580-40E9-94DF-C45420A9A5BD}" srcOrd="0" destOrd="0" parTransId="{9F729ADD-33CD-4A34-A790-CB9520B2CFC3}" sibTransId="{AFBC4C3D-27EE-41B6-99FD-CC1A89A1AF22}"/>
    <dgm:cxn modelId="{AAEBDDEA-A7D7-44AE-B3AE-4BB6B1D0557D}" srcId="{6DDDD12E-0514-43BD-A790-B1DAFCF34D52}" destId="{6FE262BC-C65E-4F46-AF8C-870739795102}" srcOrd="2" destOrd="0" parTransId="{C50A526D-3CCC-4FA0-B5AD-9FE38C0A20E9}" sibTransId="{273B2FB3-E190-45E0-BCBB-1ADA57A70117}"/>
    <dgm:cxn modelId="{6325D0EF-D749-402C-899B-5E3DF72526EA}" type="presOf" srcId="{9F729ADD-33CD-4A34-A790-CB9520B2CFC3}" destId="{6D218344-C63E-4EA3-87DB-2E2558B12754}" srcOrd="0" destOrd="0" presId="urn:microsoft.com/office/officeart/2005/8/layout/orgChart1"/>
    <dgm:cxn modelId="{CA1922F1-E074-405F-972F-05A00526FD21}" type="presOf" srcId="{F4E2A88E-63B9-4B8C-8494-71DF1E8A249B}" destId="{62A62F38-2301-467B-9B0C-F7828274BD05}" srcOrd="1" destOrd="0" presId="urn:microsoft.com/office/officeart/2005/8/layout/orgChart1"/>
    <dgm:cxn modelId="{36CD74F1-126D-4E49-8B36-AFFC67E3A1E2}" srcId="{58A32D7F-26CA-4AA4-BB87-DF790C7D4A45}" destId="{6DDDD12E-0514-43BD-A790-B1DAFCF34D52}" srcOrd="0" destOrd="0" parTransId="{AD71F331-6193-4047-B596-76B1F037B61E}" sibTransId="{A9AE48CA-5AA6-43CD-AFCD-C551004EF75E}"/>
    <dgm:cxn modelId="{AF90A5FB-DEBD-4685-B310-4B367B179556}" type="presOf" srcId="{94E1B986-D367-4757-8978-AD897E8527A2}" destId="{306AC0D1-54C7-45BD-9676-6FE91A50F5F6}" srcOrd="0" destOrd="0" presId="urn:microsoft.com/office/officeart/2005/8/layout/orgChart1"/>
    <dgm:cxn modelId="{59C402FD-4E96-4DFF-BBCE-CC46B1C74C5A}" type="presOf" srcId="{F4E2A88E-63B9-4B8C-8494-71DF1E8A249B}" destId="{95128B40-26AE-49AD-82EF-071AEA7BB205}" srcOrd="0" destOrd="0" presId="urn:microsoft.com/office/officeart/2005/8/layout/orgChart1"/>
    <dgm:cxn modelId="{FFE7A9BB-4392-4684-B93E-99E68FD5E1D2}" type="presParOf" srcId="{3C5534E3-104C-4235-B2E0-07546D6C8541}" destId="{62465288-6E94-4307-B1FB-4157F50ADF81}" srcOrd="0" destOrd="0" presId="urn:microsoft.com/office/officeart/2005/8/layout/orgChart1"/>
    <dgm:cxn modelId="{B29962A0-82FE-498F-B0C9-1D77E4BCEE6A}" type="presParOf" srcId="{62465288-6E94-4307-B1FB-4157F50ADF81}" destId="{86EE1771-C5CE-4032-8F6D-35B6121B9C4A}" srcOrd="0" destOrd="0" presId="urn:microsoft.com/office/officeart/2005/8/layout/orgChart1"/>
    <dgm:cxn modelId="{D6166A40-06C0-428B-A056-903B0377C0DB}" type="presParOf" srcId="{86EE1771-C5CE-4032-8F6D-35B6121B9C4A}" destId="{77D9728E-0E51-4F14-9B92-65F345E13930}" srcOrd="0" destOrd="0" presId="urn:microsoft.com/office/officeart/2005/8/layout/orgChart1"/>
    <dgm:cxn modelId="{E66BF5C8-8827-4EFF-980C-B8E56EA0DE9D}" type="presParOf" srcId="{86EE1771-C5CE-4032-8F6D-35B6121B9C4A}" destId="{6D0F1ACC-1D91-48B5-B5E0-90C192D565E1}" srcOrd="1" destOrd="0" presId="urn:microsoft.com/office/officeart/2005/8/layout/orgChart1"/>
    <dgm:cxn modelId="{EEE3EFFC-AC85-4D15-AC3C-555A67929CF7}" type="presParOf" srcId="{62465288-6E94-4307-B1FB-4157F50ADF81}" destId="{A8771425-3502-4659-A319-A21424B0D471}" srcOrd="1" destOrd="0" presId="urn:microsoft.com/office/officeart/2005/8/layout/orgChart1"/>
    <dgm:cxn modelId="{1A3D96DD-555E-4BF3-9CA5-B97674A0B7C3}" type="presParOf" srcId="{A8771425-3502-4659-A319-A21424B0D471}" destId="{C338E306-AC68-4241-8DB1-EB5997CAF004}" srcOrd="0" destOrd="0" presId="urn:microsoft.com/office/officeart/2005/8/layout/orgChart1"/>
    <dgm:cxn modelId="{980D9EF5-72E3-4452-BA2C-697F40B9F729}" type="presParOf" srcId="{A8771425-3502-4659-A319-A21424B0D471}" destId="{1E3F0D04-92F2-4BA1-A611-E1A60E210A92}" srcOrd="1" destOrd="0" presId="urn:microsoft.com/office/officeart/2005/8/layout/orgChart1"/>
    <dgm:cxn modelId="{14D50C9C-6804-44AA-A134-E63D5E322544}" type="presParOf" srcId="{1E3F0D04-92F2-4BA1-A611-E1A60E210A92}" destId="{F79922CA-D256-4848-8382-EB40A6CAA3B4}" srcOrd="0" destOrd="0" presId="urn:microsoft.com/office/officeart/2005/8/layout/orgChart1"/>
    <dgm:cxn modelId="{E9DFFB7C-6C94-4688-8E35-778A50EB0D69}" type="presParOf" srcId="{F79922CA-D256-4848-8382-EB40A6CAA3B4}" destId="{9BB2D6B5-4509-497C-A442-C276D2A91575}" srcOrd="0" destOrd="0" presId="urn:microsoft.com/office/officeart/2005/8/layout/orgChart1"/>
    <dgm:cxn modelId="{FD6AC086-3991-489F-A854-D42AB2D1B30E}" type="presParOf" srcId="{F79922CA-D256-4848-8382-EB40A6CAA3B4}" destId="{0CDC7AF9-E07A-4159-8BF1-5890830EE529}" srcOrd="1" destOrd="0" presId="urn:microsoft.com/office/officeart/2005/8/layout/orgChart1"/>
    <dgm:cxn modelId="{D86F3679-36AA-407C-A22E-97B2FD0CB50A}" type="presParOf" srcId="{1E3F0D04-92F2-4BA1-A611-E1A60E210A92}" destId="{F97B7A23-1A48-4E4F-91B4-FB1DBA7DF316}" srcOrd="1" destOrd="0" presId="urn:microsoft.com/office/officeart/2005/8/layout/orgChart1"/>
    <dgm:cxn modelId="{306668A3-8652-4679-8A99-6041A445426F}" type="presParOf" srcId="{F97B7A23-1A48-4E4F-91B4-FB1DBA7DF316}" destId="{29A40F38-BAB0-474D-B418-3CB698A127F4}" srcOrd="0" destOrd="0" presId="urn:microsoft.com/office/officeart/2005/8/layout/orgChart1"/>
    <dgm:cxn modelId="{E78535CF-5DDF-48E9-8F81-A76B1FF5A120}" type="presParOf" srcId="{F97B7A23-1A48-4E4F-91B4-FB1DBA7DF316}" destId="{7E7E3D90-4788-4DD8-85FA-632621C43327}" srcOrd="1" destOrd="0" presId="urn:microsoft.com/office/officeart/2005/8/layout/orgChart1"/>
    <dgm:cxn modelId="{CBF9C162-FF9F-4A8A-AA92-5DC1549FA456}" type="presParOf" srcId="{7E7E3D90-4788-4DD8-85FA-632621C43327}" destId="{45D4826D-6A26-455C-8EF9-F96FF5CA9B25}" srcOrd="0" destOrd="0" presId="urn:microsoft.com/office/officeart/2005/8/layout/orgChart1"/>
    <dgm:cxn modelId="{BA829A34-9E5B-4F17-91BE-010E0BB90560}" type="presParOf" srcId="{45D4826D-6A26-455C-8EF9-F96FF5CA9B25}" destId="{95128B40-26AE-49AD-82EF-071AEA7BB205}" srcOrd="0" destOrd="0" presId="urn:microsoft.com/office/officeart/2005/8/layout/orgChart1"/>
    <dgm:cxn modelId="{5180F16D-0169-4326-B8BF-1DF62AF743C0}" type="presParOf" srcId="{45D4826D-6A26-455C-8EF9-F96FF5CA9B25}" destId="{62A62F38-2301-467B-9B0C-F7828274BD05}" srcOrd="1" destOrd="0" presId="urn:microsoft.com/office/officeart/2005/8/layout/orgChart1"/>
    <dgm:cxn modelId="{9B21186D-6991-4109-AE41-75A1728DF4A9}" type="presParOf" srcId="{7E7E3D90-4788-4DD8-85FA-632621C43327}" destId="{6F65F10D-4C7C-47EE-8BA4-1E7F6A3AAA56}" srcOrd="1" destOrd="0" presId="urn:microsoft.com/office/officeart/2005/8/layout/orgChart1"/>
    <dgm:cxn modelId="{B4AAE259-960E-400C-A052-EC5F68465ADB}" type="presParOf" srcId="{7E7E3D90-4788-4DD8-85FA-632621C43327}" destId="{F2BDBACB-2A2C-4CE7-8290-8EA9D58C5ABB}" srcOrd="2" destOrd="0" presId="urn:microsoft.com/office/officeart/2005/8/layout/orgChart1"/>
    <dgm:cxn modelId="{1E8E4AC1-760A-4552-82B5-5A971D8EB3FA}" type="presParOf" srcId="{F97B7A23-1A48-4E4F-91B4-FB1DBA7DF316}" destId="{306AC0D1-54C7-45BD-9676-6FE91A50F5F6}" srcOrd="2" destOrd="0" presId="urn:microsoft.com/office/officeart/2005/8/layout/orgChart1"/>
    <dgm:cxn modelId="{60189110-0E20-4EB7-8B4F-44562544413B}" type="presParOf" srcId="{F97B7A23-1A48-4E4F-91B4-FB1DBA7DF316}" destId="{CE1C2562-D168-4507-812D-147C62B37134}" srcOrd="3" destOrd="0" presId="urn:microsoft.com/office/officeart/2005/8/layout/orgChart1"/>
    <dgm:cxn modelId="{19AD1468-52BE-415C-9786-D110D0279495}" type="presParOf" srcId="{CE1C2562-D168-4507-812D-147C62B37134}" destId="{C4099729-E6FF-48F8-BD9F-29F012393AA8}" srcOrd="0" destOrd="0" presId="urn:microsoft.com/office/officeart/2005/8/layout/orgChart1"/>
    <dgm:cxn modelId="{6F6D5C68-A09E-4CEC-8A7F-764A7C59B9C9}" type="presParOf" srcId="{C4099729-E6FF-48F8-BD9F-29F012393AA8}" destId="{A8EA9EC8-F306-4E25-836B-9062BB1BC3A2}" srcOrd="0" destOrd="0" presId="urn:microsoft.com/office/officeart/2005/8/layout/orgChart1"/>
    <dgm:cxn modelId="{5ADCF004-9AF0-407B-B238-751C5569FF03}" type="presParOf" srcId="{C4099729-E6FF-48F8-BD9F-29F012393AA8}" destId="{30D46FD2-03E6-4FFF-96DA-CBE95704A24C}" srcOrd="1" destOrd="0" presId="urn:microsoft.com/office/officeart/2005/8/layout/orgChart1"/>
    <dgm:cxn modelId="{C1DF3E38-B350-49B2-BCFC-642F1A1D9D57}" type="presParOf" srcId="{CE1C2562-D168-4507-812D-147C62B37134}" destId="{FAF081C9-A233-40E2-BE90-207FB856E045}" srcOrd="1" destOrd="0" presId="urn:microsoft.com/office/officeart/2005/8/layout/orgChart1"/>
    <dgm:cxn modelId="{FC222665-2A69-4656-866E-6885202A2702}" type="presParOf" srcId="{CE1C2562-D168-4507-812D-147C62B37134}" destId="{72CC905E-D095-49BD-B6F7-ECC4F5A9ECBD}" srcOrd="2" destOrd="0" presId="urn:microsoft.com/office/officeart/2005/8/layout/orgChart1"/>
    <dgm:cxn modelId="{C8E90BCC-27DA-4F55-BB54-7F0C08379A46}" type="presParOf" srcId="{F97B7A23-1A48-4E4F-91B4-FB1DBA7DF316}" destId="{8BFED4EC-DA59-4E53-B9CE-1441B48131D0}" srcOrd="4" destOrd="0" presId="urn:microsoft.com/office/officeart/2005/8/layout/orgChart1"/>
    <dgm:cxn modelId="{41CCD37E-0728-41A7-9DD6-F1E6C58C02FF}" type="presParOf" srcId="{F97B7A23-1A48-4E4F-91B4-FB1DBA7DF316}" destId="{DD43E964-A92C-4C68-B6DE-974534638943}" srcOrd="5" destOrd="0" presId="urn:microsoft.com/office/officeart/2005/8/layout/orgChart1"/>
    <dgm:cxn modelId="{3A74FC4C-B704-4C23-B0A6-FFD0AEC0066B}" type="presParOf" srcId="{DD43E964-A92C-4C68-B6DE-974534638943}" destId="{7FB911EA-51AF-4282-98E9-B08A352ABA94}" srcOrd="0" destOrd="0" presId="urn:microsoft.com/office/officeart/2005/8/layout/orgChart1"/>
    <dgm:cxn modelId="{237AE822-6568-4828-8842-D4F72899C362}" type="presParOf" srcId="{7FB911EA-51AF-4282-98E9-B08A352ABA94}" destId="{70D61C82-04BE-4929-A650-CD4B978DFDDC}" srcOrd="0" destOrd="0" presId="urn:microsoft.com/office/officeart/2005/8/layout/orgChart1"/>
    <dgm:cxn modelId="{5F40CA3B-0D1E-4CC1-8D73-5397A0D5502E}" type="presParOf" srcId="{7FB911EA-51AF-4282-98E9-B08A352ABA94}" destId="{281A3B00-2BDD-4524-A0FC-DE0D9141439B}" srcOrd="1" destOrd="0" presId="urn:microsoft.com/office/officeart/2005/8/layout/orgChart1"/>
    <dgm:cxn modelId="{1D028C1C-E2BE-41C8-8E3C-D7EDEF419F89}" type="presParOf" srcId="{DD43E964-A92C-4C68-B6DE-974534638943}" destId="{03091145-4DF3-45C3-BFE0-2663DAC25C57}" srcOrd="1" destOrd="0" presId="urn:microsoft.com/office/officeart/2005/8/layout/orgChart1"/>
    <dgm:cxn modelId="{317CF042-E58C-4266-8E0C-12681444039D}" type="presParOf" srcId="{DD43E964-A92C-4C68-B6DE-974534638943}" destId="{E1FB6EA6-D8D2-4E5F-A4C4-920E654F5A46}" srcOrd="2" destOrd="0" presId="urn:microsoft.com/office/officeart/2005/8/layout/orgChart1"/>
    <dgm:cxn modelId="{DBDA466A-03D0-4BF1-ABEF-38F63BE01FDD}" type="presParOf" srcId="{1E3F0D04-92F2-4BA1-A611-E1A60E210A92}" destId="{DAB12D70-C352-4827-8B01-9F1E0001A5BC}" srcOrd="2" destOrd="0" presId="urn:microsoft.com/office/officeart/2005/8/layout/orgChart1"/>
    <dgm:cxn modelId="{FF1A36C9-58D7-47EA-92A2-52FEE1DBADA0}" type="presParOf" srcId="{A8771425-3502-4659-A319-A21424B0D471}" destId="{7B0CB0B5-CE6A-4434-BAA5-3EABA2CE407D}" srcOrd="2" destOrd="0" presId="urn:microsoft.com/office/officeart/2005/8/layout/orgChart1"/>
    <dgm:cxn modelId="{C1FFF4E9-D686-49D7-AD56-F1C7B9C46346}" type="presParOf" srcId="{A8771425-3502-4659-A319-A21424B0D471}" destId="{5448E216-5268-407B-B385-DD11EE6FEBBB}" srcOrd="3" destOrd="0" presId="urn:microsoft.com/office/officeart/2005/8/layout/orgChart1"/>
    <dgm:cxn modelId="{073EBB78-6A0B-4FEC-9759-68EB64EBEE47}" type="presParOf" srcId="{5448E216-5268-407B-B385-DD11EE6FEBBB}" destId="{967B8F0D-4126-4898-8D3A-909FF5DC66CD}" srcOrd="0" destOrd="0" presId="urn:microsoft.com/office/officeart/2005/8/layout/orgChart1"/>
    <dgm:cxn modelId="{978C589B-A078-4C50-8AF0-10EBE2486F08}" type="presParOf" srcId="{967B8F0D-4126-4898-8D3A-909FF5DC66CD}" destId="{8773AF79-8611-422A-BC88-FBC71FD681A2}" srcOrd="0" destOrd="0" presId="urn:microsoft.com/office/officeart/2005/8/layout/orgChart1"/>
    <dgm:cxn modelId="{5444227C-4A62-4A1E-8AEE-808EE9CF9EB6}" type="presParOf" srcId="{967B8F0D-4126-4898-8D3A-909FF5DC66CD}" destId="{C9693889-0D4C-43A7-A05C-479856446B93}" srcOrd="1" destOrd="0" presId="urn:microsoft.com/office/officeart/2005/8/layout/orgChart1"/>
    <dgm:cxn modelId="{1C24F3DE-41F6-460D-8C0D-B7E3F2E8BEE2}" type="presParOf" srcId="{5448E216-5268-407B-B385-DD11EE6FEBBB}" destId="{A13B282A-5271-41BC-91C7-A60F628C77F0}" srcOrd="1" destOrd="0" presId="urn:microsoft.com/office/officeart/2005/8/layout/orgChart1"/>
    <dgm:cxn modelId="{CF56B70C-1E2B-4243-A901-E249CD76D567}" type="presParOf" srcId="{A13B282A-5271-41BC-91C7-A60F628C77F0}" destId="{27D29A0E-3443-4152-934E-5BB0F2A561A5}" srcOrd="0" destOrd="0" presId="urn:microsoft.com/office/officeart/2005/8/layout/orgChart1"/>
    <dgm:cxn modelId="{2D703BED-CF0A-49F3-9BD2-178A248688D1}" type="presParOf" srcId="{A13B282A-5271-41BC-91C7-A60F628C77F0}" destId="{E68F2A8B-13CE-4C42-A690-A6E98B7D936F}" srcOrd="1" destOrd="0" presId="urn:microsoft.com/office/officeart/2005/8/layout/orgChart1"/>
    <dgm:cxn modelId="{D300C44E-EDE7-49A4-8F25-3A8D8BB0AB1F}" type="presParOf" srcId="{E68F2A8B-13CE-4C42-A690-A6E98B7D936F}" destId="{4E57C753-9871-4AD7-A482-82E3A1106844}" srcOrd="0" destOrd="0" presId="urn:microsoft.com/office/officeart/2005/8/layout/orgChart1"/>
    <dgm:cxn modelId="{E6067763-A16C-4CE9-B196-0F86B0E984C8}" type="presParOf" srcId="{4E57C753-9871-4AD7-A482-82E3A1106844}" destId="{3124B647-1AC5-4B3B-B440-CCE2709061DA}" srcOrd="0" destOrd="0" presId="urn:microsoft.com/office/officeart/2005/8/layout/orgChart1"/>
    <dgm:cxn modelId="{5EE1F1FB-E207-42D8-BE41-E9935335E6A9}" type="presParOf" srcId="{4E57C753-9871-4AD7-A482-82E3A1106844}" destId="{A79B36E2-BFA6-4634-A678-382210A7A73F}" srcOrd="1" destOrd="0" presId="urn:microsoft.com/office/officeart/2005/8/layout/orgChart1"/>
    <dgm:cxn modelId="{D77623B3-20CF-4ACE-895F-3E6ABD584C0E}" type="presParOf" srcId="{E68F2A8B-13CE-4C42-A690-A6E98B7D936F}" destId="{A2BDA471-4F19-48B3-AA90-711CD79B6E07}" srcOrd="1" destOrd="0" presId="urn:microsoft.com/office/officeart/2005/8/layout/orgChart1"/>
    <dgm:cxn modelId="{900DAE5B-E212-463F-A053-BB18941CD38D}" type="presParOf" srcId="{E68F2A8B-13CE-4C42-A690-A6E98B7D936F}" destId="{9028379C-0D28-4FBB-8A09-BCF4C3D36754}" srcOrd="2" destOrd="0" presId="urn:microsoft.com/office/officeart/2005/8/layout/orgChart1"/>
    <dgm:cxn modelId="{FDA51766-87CA-49BF-A8AE-27468571AF93}" type="presParOf" srcId="{A13B282A-5271-41BC-91C7-A60F628C77F0}" destId="{498314EC-81CE-4304-B059-F451B0FC1FE0}" srcOrd="2" destOrd="0" presId="urn:microsoft.com/office/officeart/2005/8/layout/orgChart1"/>
    <dgm:cxn modelId="{58ABA1D2-8384-48D7-AFB2-E67F1696C128}" type="presParOf" srcId="{A13B282A-5271-41BC-91C7-A60F628C77F0}" destId="{35F81B74-D469-4F04-8FEA-7AAE4BCB8232}" srcOrd="3" destOrd="0" presId="urn:microsoft.com/office/officeart/2005/8/layout/orgChart1"/>
    <dgm:cxn modelId="{ADB171D1-9431-4D32-953C-8591025B0DF0}" type="presParOf" srcId="{35F81B74-D469-4F04-8FEA-7AAE4BCB8232}" destId="{DFCE8D71-021C-4CE1-9352-B03C67CC18F8}" srcOrd="0" destOrd="0" presId="urn:microsoft.com/office/officeart/2005/8/layout/orgChart1"/>
    <dgm:cxn modelId="{F20F036D-5A34-4B2E-A60F-6F285BDE096C}" type="presParOf" srcId="{DFCE8D71-021C-4CE1-9352-B03C67CC18F8}" destId="{1020D555-A7DC-41E3-AECD-7C34E2FF34CA}" srcOrd="0" destOrd="0" presId="urn:microsoft.com/office/officeart/2005/8/layout/orgChart1"/>
    <dgm:cxn modelId="{62D816F0-2388-46F9-B242-E25D207FB4D3}" type="presParOf" srcId="{DFCE8D71-021C-4CE1-9352-B03C67CC18F8}" destId="{D4E5E1A2-F1F5-4D8B-B30D-6E4E76EC0C81}" srcOrd="1" destOrd="0" presId="urn:microsoft.com/office/officeart/2005/8/layout/orgChart1"/>
    <dgm:cxn modelId="{B910C2A1-D097-444D-B988-E9DFCC43FBD8}" type="presParOf" srcId="{35F81B74-D469-4F04-8FEA-7AAE4BCB8232}" destId="{61F7C321-9497-4323-ADC9-4930C01B7A76}" srcOrd="1" destOrd="0" presId="urn:microsoft.com/office/officeart/2005/8/layout/orgChart1"/>
    <dgm:cxn modelId="{90CC465A-324E-481B-BF64-B47F89273AE9}" type="presParOf" srcId="{35F81B74-D469-4F04-8FEA-7AAE4BCB8232}" destId="{2CE13A99-35C1-43DA-AB77-C8C7E82B7EA1}" srcOrd="2" destOrd="0" presId="urn:microsoft.com/office/officeart/2005/8/layout/orgChart1"/>
    <dgm:cxn modelId="{DE49A1DB-04EC-4FF2-9705-995D6267A060}" type="presParOf" srcId="{A13B282A-5271-41BC-91C7-A60F628C77F0}" destId="{724BD5BC-36FC-4AC4-A05C-85042DB64966}" srcOrd="4" destOrd="0" presId="urn:microsoft.com/office/officeart/2005/8/layout/orgChart1"/>
    <dgm:cxn modelId="{16019464-3656-4D11-8358-26EBCD9466A1}" type="presParOf" srcId="{A13B282A-5271-41BC-91C7-A60F628C77F0}" destId="{03DB0F27-0E74-412F-AE2B-443D3B00E431}" srcOrd="5" destOrd="0" presId="urn:microsoft.com/office/officeart/2005/8/layout/orgChart1"/>
    <dgm:cxn modelId="{89C019A1-F7F5-4661-BFAE-C6CB382AB45F}" type="presParOf" srcId="{03DB0F27-0E74-412F-AE2B-443D3B00E431}" destId="{2875D066-7CF3-4970-9921-37EF489E56DB}" srcOrd="0" destOrd="0" presId="urn:microsoft.com/office/officeart/2005/8/layout/orgChart1"/>
    <dgm:cxn modelId="{A3E83476-43B3-4C75-BB2B-2AE7073B5E23}" type="presParOf" srcId="{2875D066-7CF3-4970-9921-37EF489E56DB}" destId="{4969A686-1DB9-44A3-B738-89317C6766B9}" srcOrd="0" destOrd="0" presId="urn:microsoft.com/office/officeart/2005/8/layout/orgChart1"/>
    <dgm:cxn modelId="{B2FA80E2-4DFB-479D-B5C1-58193F02F793}" type="presParOf" srcId="{2875D066-7CF3-4970-9921-37EF489E56DB}" destId="{7A32427A-73EB-4C0E-AEFC-2C3DCA78A882}" srcOrd="1" destOrd="0" presId="urn:microsoft.com/office/officeart/2005/8/layout/orgChart1"/>
    <dgm:cxn modelId="{365465EC-9F76-4151-B32A-EB5F1C37B498}" type="presParOf" srcId="{03DB0F27-0E74-412F-AE2B-443D3B00E431}" destId="{4FA61B13-E95B-450F-AC64-B95CD23CF08F}" srcOrd="1" destOrd="0" presId="urn:microsoft.com/office/officeart/2005/8/layout/orgChart1"/>
    <dgm:cxn modelId="{10BD2267-7470-43EB-9756-F0B2FE98A047}" type="presParOf" srcId="{03DB0F27-0E74-412F-AE2B-443D3B00E431}" destId="{02CD802F-9FFB-46A4-8EA5-2D18E8153B27}" srcOrd="2" destOrd="0" presId="urn:microsoft.com/office/officeart/2005/8/layout/orgChart1"/>
    <dgm:cxn modelId="{4FBBF016-4518-43EB-98E7-66264B6CC1D2}" type="presParOf" srcId="{5448E216-5268-407B-B385-DD11EE6FEBBB}" destId="{6F2DF278-07DD-49EC-8A16-9BFBBA5F0582}" srcOrd="2" destOrd="0" presId="urn:microsoft.com/office/officeart/2005/8/layout/orgChart1"/>
    <dgm:cxn modelId="{DFAF8DA2-EF4D-4823-95CC-E5074BC2DE5F}" type="presParOf" srcId="{A8771425-3502-4659-A319-A21424B0D471}" destId="{8072AF13-5774-4D72-AD7C-A63A34792FE5}" srcOrd="4" destOrd="0" presId="urn:microsoft.com/office/officeart/2005/8/layout/orgChart1"/>
    <dgm:cxn modelId="{90865022-7B04-4FC0-A8FD-29620EEA1A2B}" type="presParOf" srcId="{A8771425-3502-4659-A319-A21424B0D471}" destId="{13E101C2-AAB9-4C79-A034-1F665614314F}" srcOrd="5" destOrd="0" presId="urn:microsoft.com/office/officeart/2005/8/layout/orgChart1"/>
    <dgm:cxn modelId="{3BCF831D-7F6C-4A31-939D-6849540B598E}" type="presParOf" srcId="{13E101C2-AAB9-4C79-A034-1F665614314F}" destId="{5FA87658-3109-4FCE-B29E-5F7F11E94CC7}" srcOrd="0" destOrd="0" presId="urn:microsoft.com/office/officeart/2005/8/layout/orgChart1"/>
    <dgm:cxn modelId="{80589793-5CB9-40F0-9F50-1F58D1BC9E1F}" type="presParOf" srcId="{5FA87658-3109-4FCE-B29E-5F7F11E94CC7}" destId="{C7515423-66E2-48AC-B918-61E7EA82F8EE}" srcOrd="0" destOrd="0" presId="urn:microsoft.com/office/officeart/2005/8/layout/orgChart1"/>
    <dgm:cxn modelId="{29B7C980-BA44-42E6-AAE8-4615E5428F34}" type="presParOf" srcId="{5FA87658-3109-4FCE-B29E-5F7F11E94CC7}" destId="{70D824A2-6699-4F91-A14E-D100D7E3DC27}" srcOrd="1" destOrd="0" presId="urn:microsoft.com/office/officeart/2005/8/layout/orgChart1"/>
    <dgm:cxn modelId="{D8D74C49-251A-431D-813A-834EDF92F877}" type="presParOf" srcId="{13E101C2-AAB9-4C79-A034-1F665614314F}" destId="{451F8EE0-8EAB-4679-89F1-27CFC2B5BF0A}" srcOrd="1" destOrd="0" presId="urn:microsoft.com/office/officeart/2005/8/layout/orgChart1"/>
    <dgm:cxn modelId="{D2B2B941-9A63-45A2-8EB4-594BDDFDA7C7}" type="presParOf" srcId="{451F8EE0-8EAB-4679-89F1-27CFC2B5BF0A}" destId="{6D218344-C63E-4EA3-87DB-2E2558B12754}" srcOrd="0" destOrd="0" presId="urn:microsoft.com/office/officeart/2005/8/layout/orgChart1"/>
    <dgm:cxn modelId="{F6418A99-6C3D-445F-B224-D8DC8D01EC86}" type="presParOf" srcId="{451F8EE0-8EAB-4679-89F1-27CFC2B5BF0A}" destId="{6A52F530-A729-4188-8EC6-44718B2B2974}" srcOrd="1" destOrd="0" presId="urn:microsoft.com/office/officeart/2005/8/layout/orgChart1"/>
    <dgm:cxn modelId="{9253A618-1250-47F3-A319-8B973B0C722D}" type="presParOf" srcId="{6A52F530-A729-4188-8EC6-44718B2B2974}" destId="{378B026A-0F78-4D29-B4AD-4D1EF20C932A}" srcOrd="0" destOrd="0" presId="urn:microsoft.com/office/officeart/2005/8/layout/orgChart1"/>
    <dgm:cxn modelId="{2A3E1D44-075E-42A1-AD38-36861F38F8D3}" type="presParOf" srcId="{378B026A-0F78-4D29-B4AD-4D1EF20C932A}" destId="{D104B623-D71C-4A5A-A365-7B36FD859DF5}" srcOrd="0" destOrd="0" presId="urn:microsoft.com/office/officeart/2005/8/layout/orgChart1"/>
    <dgm:cxn modelId="{5CAA9BB2-7DD1-46A0-8C93-2E55AF779F5F}" type="presParOf" srcId="{378B026A-0F78-4D29-B4AD-4D1EF20C932A}" destId="{ADFA329A-2F02-47F6-9F97-94647537D174}" srcOrd="1" destOrd="0" presId="urn:microsoft.com/office/officeart/2005/8/layout/orgChart1"/>
    <dgm:cxn modelId="{92226D18-1298-4AA6-80F5-77B480249ACC}" type="presParOf" srcId="{6A52F530-A729-4188-8EC6-44718B2B2974}" destId="{E81C069F-A25F-4DD2-B0AC-1F7BDAEC1EA7}" srcOrd="1" destOrd="0" presId="urn:microsoft.com/office/officeart/2005/8/layout/orgChart1"/>
    <dgm:cxn modelId="{DDB09208-A915-4052-9733-41C6FBB10DB5}" type="presParOf" srcId="{6A52F530-A729-4188-8EC6-44718B2B2974}" destId="{2F9EDAF6-93A7-4BE5-B4F3-41BEC224CF06}" srcOrd="2" destOrd="0" presId="urn:microsoft.com/office/officeart/2005/8/layout/orgChart1"/>
    <dgm:cxn modelId="{EDDFAE66-CC27-43B3-BCE2-87474D03D920}" type="presParOf" srcId="{451F8EE0-8EAB-4679-89F1-27CFC2B5BF0A}" destId="{E4A26C9D-D0A7-4B6B-BAF5-3E84AFF931D1}" srcOrd="2" destOrd="0" presId="urn:microsoft.com/office/officeart/2005/8/layout/orgChart1"/>
    <dgm:cxn modelId="{E631CB05-D688-450D-9845-989D79762C4A}" type="presParOf" srcId="{451F8EE0-8EAB-4679-89F1-27CFC2B5BF0A}" destId="{71820D68-DA34-48A0-843C-E5B61603D90E}" srcOrd="3" destOrd="0" presId="urn:microsoft.com/office/officeart/2005/8/layout/orgChart1"/>
    <dgm:cxn modelId="{B4E8C5ED-6A1E-4309-A2D3-3AD31EC674A6}" type="presParOf" srcId="{71820D68-DA34-48A0-843C-E5B61603D90E}" destId="{DBC9A09A-080A-44B9-9D71-F8BDAB1D330B}" srcOrd="0" destOrd="0" presId="urn:microsoft.com/office/officeart/2005/8/layout/orgChart1"/>
    <dgm:cxn modelId="{B84EF373-294B-4F01-AE76-8A25548F9B09}" type="presParOf" srcId="{DBC9A09A-080A-44B9-9D71-F8BDAB1D330B}" destId="{AAB07E15-B510-4993-B5ED-64BC91CEC6FA}" srcOrd="0" destOrd="0" presId="urn:microsoft.com/office/officeart/2005/8/layout/orgChart1"/>
    <dgm:cxn modelId="{C5FD2498-3F54-4BAE-9EBA-46935152045C}" type="presParOf" srcId="{DBC9A09A-080A-44B9-9D71-F8BDAB1D330B}" destId="{06EA159F-EC1A-41BC-B91F-D0D00A6BA8CE}" srcOrd="1" destOrd="0" presId="urn:microsoft.com/office/officeart/2005/8/layout/orgChart1"/>
    <dgm:cxn modelId="{BEA383DB-4C7F-494A-AD0B-EB3852135072}" type="presParOf" srcId="{71820D68-DA34-48A0-843C-E5B61603D90E}" destId="{7366F0D6-4EC9-4B6F-A07E-17736732B3D1}" srcOrd="1" destOrd="0" presId="urn:microsoft.com/office/officeart/2005/8/layout/orgChart1"/>
    <dgm:cxn modelId="{A4D5A095-AA00-4B70-8900-90224550A470}" type="presParOf" srcId="{71820D68-DA34-48A0-843C-E5B61603D90E}" destId="{7F220D6A-85D4-49B9-BAE2-0F78FF44156F}" srcOrd="2" destOrd="0" presId="urn:microsoft.com/office/officeart/2005/8/layout/orgChart1"/>
    <dgm:cxn modelId="{B1F745D8-F8DE-45B7-89AD-BFA115BE2125}" type="presParOf" srcId="{451F8EE0-8EAB-4679-89F1-27CFC2B5BF0A}" destId="{F112797D-3E68-41A0-934E-CCB283BE06A9}" srcOrd="4" destOrd="0" presId="urn:microsoft.com/office/officeart/2005/8/layout/orgChart1"/>
    <dgm:cxn modelId="{0A66EF0F-D261-42CA-896A-D627D91862C8}" type="presParOf" srcId="{451F8EE0-8EAB-4679-89F1-27CFC2B5BF0A}" destId="{1C3A175F-1C88-48C9-94B5-7F523F6F4610}" srcOrd="5" destOrd="0" presId="urn:microsoft.com/office/officeart/2005/8/layout/orgChart1"/>
    <dgm:cxn modelId="{91BE1997-433D-496B-BB04-2AB23373A3FB}" type="presParOf" srcId="{1C3A175F-1C88-48C9-94B5-7F523F6F4610}" destId="{980CEBCB-104F-4E5D-A870-CEAC47DBB544}" srcOrd="0" destOrd="0" presId="urn:microsoft.com/office/officeart/2005/8/layout/orgChart1"/>
    <dgm:cxn modelId="{33B9F422-6306-4593-97F4-CE70E0875AE0}" type="presParOf" srcId="{980CEBCB-104F-4E5D-A870-CEAC47DBB544}" destId="{04E1750F-D904-43AE-9F5B-F789E71EB528}" srcOrd="0" destOrd="0" presId="urn:microsoft.com/office/officeart/2005/8/layout/orgChart1"/>
    <dgm:cxn modelId="{0BC5B65F-F7F7-4FC5-9321-BF5B7738AA72}" type="presParOf" srcId="{980CEBCB-104F-4E5D-A870-CEAC47DBB544}" destId="{E33DE678-B6C3-4293-9CA9-6B4D061696FB}" srcOrd="1" destOrd="0" presId="urn:microsoft.com/office/officeart/2005/8/layout/orgChart1"/>
    <dgm:cxn modelId="{F941C991-259F-426E-AADD-87E21443994C}" type="presParOf" srcId="{1C3A175F-1C88-48C9-94B5-7F523F6F4610}" destId="{3CCDEB7F-29B1-4CBD-B918-483169A74791}" srcOrd="1" destOrd="0" presId="urn:microsoft.com/office/officeart/2005/8/layout/orgChart1"/>
    <dgm:cxn modelId="{FA71DCBD-8B2B-46F0-9360-ADEEE53D6BA1}" type="presParOf" srcId="{1C3A175F-1C88-48C9-94B5-7F523F6F4610}" destId="{22404307-EF0D-4006-8CC5-D648A88A776F}" srcOrd="2" destOrd="0" presId="urn:microsoft.com/office/officeart/2005/8/layout/orgChart1"/>
    <dgm:cxn modelId="{F1025015-95FD-4A54-BE44-A76EAED20B62}" type="presParOf" srcId="{13E101C2-AAB9-4C79-A034-1F665614314F}" destId="{285C648A-15FD-4522-B166-62E2E34BEC97}" srcOrd="2" destOrd="0" presId="urn:microsoft.com/office/officeart/2005/8/layout/orgChart1"/>
    <dgm:cxn modelId="{43240219-B69A-4772-A360-A2926DF4370E}" type="presParOf" srcId="{62465288-6E94-4307-B1FB-4157F50ADF81}" destId="{389422BF-8F93-47BA-B3CF-5F275DD15502}"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58A32D7F-26CA-4AA4-BB87-DF790C7D4A4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035EB52E-5AC1-49CF-9EB7-A8F9ADD106E8}">
      <dgm:prSet phldrT="[Testo]"/>
      <dgm:spPr>
        <a:solidFill>
          <a:schemeClr val="bg1">
            <a:lumMod val="85000"/>
          </a:schemeClr>
        </a:solidFill>
      </dgm:spPr>
      <dgm:t>
        <a:bodyPr/>
        <a:lstStyle/>
        <a:p>
          <a:r>
            <a:rPr lang="en-US" noProof="0" dirty="0"/>
            <a:t>Innovation</a:t>
          </a:r>
        </a:p>
      </dgm:t>
    </dgm:pt>
    <dgm:pt modelId="{C16859C7-2906-48E4-A4D8-C121D8FFEE26}" type="parTrans" cxnId="{500113B9-A2C4-4A05-A23B-9C9138945153}">
      <dgm:prSet/>
      <dgm:spPr/>
      <dgm:t>
        <a:bodyPr/>
        <a:lstStyle/>
        <a:p>
          <a:endParaRPr lang="en-US" noProof="0" dirty="0"/>
        </a:p>
      </dgm:t>
    </dgm:pt>
    <dgm:pt modelId="{8E667DDA-9E48-4630-94F2-D977A625F2F3}" type="sibTrans" cxnId="{500113B9-A2C4-4A05-A23B-9C9138945153}">
      <dgm:prSet/>
      <dgm:spPr/>
      <dgm:t>
        <a:bodyPr/>
        <a:lstStyle/>
        <a:p>
          <a:endParaRPr lang="en-US" noProof="0" dirty="0"/>
        </a:p>
      </dgm:t>
    </dgm:pt>
    <dgm:pt modelId="{6FE262BC-C65E-4F46-AF8C-870739795102}">
      <dgm:prSet phldrT="[Testo]"/>
      <dgm:spPr>
        <a:solidFill>
          <a:srgbClr val="FFC000"/>
        </a:solidFill>
      </dgm:spPr>
      <dgm:t>
        <a:bodyPr/>
        <a:lstStyle/>
        <a:p>
          <a:r>
            <a:rPr lang="en-US" noProof="0" dirty="0"/>
            <a:t>Uncertainty</a:t>
          </a:r>
        </a:p>
      </dgm:t>
    </dgm:pt>
    <dgm:pt modelId="{273B2FB3-E190-45E0-BCBB-1ADA57A70117}" type="sibTrans" cxnId="{AAEBDDEA-A7D7-44AE-B3AE-4BB6B1D0557D}">
      <dgm:prSet/>
      <dgm:spPr/>
      <dgm:t>
        <a:bodyPr/>
        <a:lstStyle/>
        <a:p>
          <a:endParaRPr lang="en-US" noProof="0" dirty="0"/>
        </a:p>
      </dgm:t>
    </dgm:pt>
    <dgm:pt modelId="{C50A526D-3CCC-4FA0-B5AD-9FE38C0A20E9}" type="parTrans" cxnId="{AAEBDDEA-A7D7-44AE-B3AE-4BB6B1D0557D}">
      <dgm:prSet/>
      <dgm:spPr/>
      <dgm:t>
        <a:bodyPr/>
        <a:lstStyle/>
        <a:p>
          <a:endParaRPr lang="en-US" noProof="0" dirty="0"/>
        </a:p>
      </dgm:t>
    </dgm:pt>
    <dgm:pt modelId="{10FB62ED-854F-4359-BA0A-00BF327EB59C}">
      <dgm:prSet phldrT="[Testo]"/>
      <dgm:spPr>
        <a:solidFill>
          <a:schemeClr val="bg1"/>
        </a:solidFill>
      </dgm:spPr>
      <dgm:t>
        <a:bodyPr/>
        <a:lstStyle/>
        <a:p>
          <a:r>
            <a:rPr lang="en-US" noProof="0" dirty="0"/>
            <a:t>Size</a:t>
          </a:r>
        </a:p>
      </dgm:t>
    </dgm:pt>
    <dgm:pt modelId="{318AB2B9-6E19-42FB-BF56-8C6D6C54E51D}" type="sibTrans" cxnId="{079FC33D-F5CA-4624-9BCE-18DAA3B7ADAA}">
      <dgm:prSet/>
      <dgm:spPr/>
      <dgm:t>
        <a:bodyPr/>
        <a:lstStyle/>
        <a:p>
          <a:endParaRPr lang="en-US" noProof="0" dirty="0"/>
        </a:p>
      </dgm:t>
    </dgm:pt>
    <dgm:pt modelId="{F65A2D40-81E1-425E-9F5A-B392D52699A6}" type="parTrans" cxnId="{079FC33D-F5CA-4624-9BCE-18DAA3B7ADAA}">
      <dgm:prSet/>
      <dgm:spPr/>
      <dgm:t>
        <a:bodyPr/>
        <a:lstStyle/>
        <a:p>
          <a:endParaRPr lang="en-US" noProof="0" dirty="0"/>
        </a:p>
      </dgm:t>
    </dgm:pt>
    <dgm:pt modelId="{BC093FFC-E4E4-403F-8140-3ABB2D103287}">
      <dgm:prSet phldrT="[Testo]"/>
      <dgm:spPr>
        <a:solidFill>
          <a:schemeClr val="bg1">
            <a:lumMod val="85000"/>
          </a:schemeClr>
        </a:solidFill>
      </dgm:spPr>
      <dgm:t>
        <a:bodyPr/>
        <a:lstStyle/>
        <a:p>
          <a:r>
            <a:rPr lang="en-US" noProof="0" dirty="0"/>
            <a:t>System</a:t>
          </a:r>
        </a:p>
      </dgm:t>
    </dgm:pt>
    <dgm:pt modelId="{620006FD-C76E-45A1-88EA-8064AF98B047}" type="parTrans" cxnId="{D1846DE0-0796-4319-A2AA-58387A261FB6}">
      <dgm:prSet/>
      <dgm:spPr/>
      <dgm:t>
        <a:bodyPr/>
        <a:lstStyle/>
        <a:p>
          <a:endParaRPr lang="it-IT"/>
        </a:p>
      </dgm:t>
    </dgm:pt>
    <dgm:pt modelId="{EA3B0B18-F0AC-42B7-A378-59F69917BB31}" type="sibTrans" cxnId="{D1846DE0-0796-4319-A2AA-58387A261FB6}">
      <dgm:prSet/>
      <dgm:spPr/>
      <dgm:t>
        <a:bodyPr/>
        <a:lstStyle/>
        <a:p>
          <a:endParaRPr lang="it-IT"/>
        </a:p>
      </dgm:t>
    </dgm:pt>
    <dgm:pt modelId="{3D1A30C6-CDB0-4A99-A2E9-07245E31553F}">
      <dgm:prSet phldrT="[Testo]"/>
      <dgm:spPr>
        <a:solidFill>
          <a:schemeClr val="bg1">
            <a:lumMod val="85000"/>
          </a:schemeClr>
        </a:solidFill>
      </dgm:spPr>
      <dgm:t>
        <a:bodyPr/>
        <a:lstStyle/>
        <a:p>
          <a:r>
            <a:rPr lang="en-US" noProof="0" dirty="0"/>
            <a:t>Downgrade innovation</a:t>
          </a:r>
        </a:p>
      </dgm:t>
    </dgm:pt>
    <dgm:pt modelId="{27149CF8-491A-4A29-859C-57C4F73996F5}" type="parTrans" cxnId="{81EDA500-6562-4954-98CF-05F0B76103DC}">
      <dgm:prSet/>
      <dgm:spPr/>
      <dgm:t>
        <a:bodyPr/>
        <a:lstStyle/>
        <a:p>
          <a:endParaRPr lang="it-IT"/>
        </a:p>
      </dgm:t>
    </dgm:pt>
    <dgm:pt modelId="{AAA19FD5-AF4A-47C1-B15E-D0881FFF0973}" type="sibTrans" cxnId="{81EDA500-6562-4954-98CF-05F0B76103DC}">
      <dgm:prSet/>
      <dgm:spPr/>
      <dgm:t>
        <a:bodyPr/>
        <a:lstStyle/>
        <a:p>
          <a:endParaRPr lang="it-IT"/>
        </a:p>
      </dgm:t>
    </dgm:pt>
    <dgm:pt modelId="{66E14362-48E9-4E18-B250-6B2BD1379DE7}">
      <dgm:prSet phldrT="[Testo]"/>
      <dgm:spPr>
        <a:solidFill>
          <a:schemeClr val="bg1">
            <a:lumMod val="85000"/>
          </a:schemeClr>
        </a:solidFill>
      </dgm:spPr>
      <dgm:t>
        <a:bodyPr/>
        <a:lstStyle/>
        <a:p>
          <a:r>
            <a:rPr lang="en-US" noProof="0" dirty="0"/>
            <a:t>Project </a:t>
          </a:r>
        </a:p>
      </dgm:t>
    </dgm:pt>
    <dgm:pt modelId="{8C1C50C1-56F8-489B-BAB7-2B699FAF06A7}" type="parTrans" cxnId="{533906E2-ABA5-40B9-A4AA-61EEDF038EE9}">
      <dgm:prSet/>
      <dgm:spPr/>
      <dgm:t>
        <a:bodyPr/>
        <a:lstStyle/>
        <a:p>
          <a:endParaRPr lang="it-IT"/>
        </a:p>
      </dgm:t>
    </dgm:pt>
    <dgm:pt modelId="{C717E91D-78F7-4156-994E-DE4DF97C96EE}" type="sibTrans" cxnId="{533906E2-ABA5-40B9-A4AA-61EEDF038EE9}">
      <dgm:prSet/>
      <dgm:spPr/>
      <dgm:t>
        <a:bodyPr/>
        <a:lstStyle/>
        <a:p>
          <a:endParaRPr lang="it-IT"/>
        </a:p>
      </dgm:t>
    </dgm:pt>
    <dgm:pt modelId="{ED83E402-7924-450B-94C6-761A10F623A1}">
      <dgm:prSet phldrT="[Testo]"/>
      <dgm:spPr>
        <a:solidFill>
          <a:schemeClr val="bg1">
            <a:lumMod val="85000"/>
          </a:schemeClr>
        </a:solidFill>
      </dgm:spPr>
      <dgm:t>
        <a:bodyPr/>
        <a:lstStyle/>
        <a:p>
          <a:r>
            <a:rPr lang="en-US" noProof="0" dirty="0"/>
            <a:t>Excellent experts</a:t>
          </a:r>
        </a:p>
      </dgm:t>
    </dgm:pt>
    <dgm:pt modelId="{20CEA171-F571-471D-A9B3-4F613679B459}" type="parTrans" cxnId="{1B3AC81B-7F8F-4F22-BFAF-C797CE6BE781}">
      <dgm:prSet/>
      <dgm:spPr/>
      <dgm:t>
        <a:bodyPr/>
        <a:lstStyle/>
        <a:p>
          <a:endParaRPr lang="it-IT"/>
        </a:p>
      </dgm:t>
    </dgm:pt>
    <dgm:pt modelId="{D0EF676B-9EF0-4DB4-9289-4BF2F2265D31}" type="sibTrans" cxnId="{1B3AC81B-7F8F-4F22-BFAF-C797CE6BE781}">
      <dgm:prSet/>
      <dgm:spPr/>
      <dgm:t>
        <a:bodyPr/>
        <a:lstStyle/>
        <a:p>
          <a:endParaRPr lang="it-IT"/>
        </a:p>
      </dgm:t>
    </dgm:pt>
    <dgm:pt modelId="{F52A010E-B400-4027-80E9-5013DC4B330C}">
      <dgm:prSet phldrT="[Testo]"/>
      <dgm:spPr>
        <a:solidFill>
          <a:schemeClr val="bg1">
            <a:lumMod val="85000"/>
          </a:schemeClr>
        </a:solidFill>
      </dgm:spPr>
      <dgm:t>
        <a:bodyPr/>
        <a:lstStyle/>
        <a:p>
          <a:r>
            <a:rPr lang="en-US" noProof="0" dirty="0"/>
            <a:t>Piloting</a:t>
          </a:r>
        </a:p>
      </dgm:t>
    </dgm:pt>
    <dgm:pt modelId="{DA2139AB-40CA-423E-BC0A-788AD3C4D6DC}" type="parTrans" cxnId="{6288C6F5-0296-4F8D-9DFD-F6CD8C145DBD}">
      <dgm:prSet/>
      <dgm:spPr/>
      <dgm:t>
        <a:bodyPr/>
        <a:lstStyle/>
        <a:p>
          <a:endParaRPr lang="it-IT"/>
        </a:p>
      </dgm:t>
    </dgm:pt>
    <dgm:pt modelId="{39E354F9-273D-49FF-9C38-AD2F9B6BA059}" type="sibTrans" cxnId="{6288C6F5-0296-4F8D-9DFD-F6CD8C145DBD}">
      <dgm:prSet/>
      <dgm:spPr/>
      <dgm:t>
        <a:bodyPr/>
        <a:lstStyle/>
        <a:p>
          <a:endParaRPr lang="it-IT"/>
        </a:p>
      </dgm:t>
    </dgm:pt>
    <dgm:pt modelId="{318CE147-D75F-46C3-B61D-ABC5315E956C}">
      <dgm:prSet phldrT="[Testo]"/>
      <dgm:spPr>
        <a:solidFill>
          <a:schemeClr val="bg1"/>
        </a:solidFill>
      </dgm:spPr>
      <dgm:t>
        <a:bodyPr/>
        <a:lstStyle/>
        <a:p>
          <a:r>
            <a:rPr lang="en-US" noProof="0" dirty="0"/>
            <a:t>System</a:t>
          </a:r>
        </a:p>
      </dgm:t>
    </dgm:pt>
    <dgm:pt modelId="{A76A1F95-7BE4-4647-AA19-6862552A4B19}" type="parTrans" cxnId="{26CFABAC-D584-4563-86B0-C99825A60200}">
      <dgm:prSet/>
      <dgm:spPr/>
      <dgm:t>
        <a:bodyPr/>
        <a:lstStyle/>
        <a:p>
          <a:endParaRPr lang="it-IT"/>
        </a:p>
      </dgm:t>
    </dgm:pt>
    <dgm:pt modelId="{44CA8E16-EB3F-4E19-B9F1-FBAFB95FDB2F}" type="sibTrans" cxnId="{26CFABAC-D584-4563-86B0-C99825A60200}">
      <dgm:prSet/>
      <dgm:spPr/>
      <dgm:t>
        <a:bodyPr/>
        <a:lstStyle/>
        <a:p>
          <a:endParaRPr lang="it-IT"/>
        </a:p>
      </dgm:t>
    </dgm:pt>
    <dgm:pt modelId="{16EABF18-2FBA-4409-BBBE-CD3552DB4BF1}">
      <dgm:prSet phldrT="[Testo]"/>
      <dgm:spPr>
        <a:solidFill>
          <a:schemeClr val="bg1"/>
        </a:solidFill>
      </dgm:spPr>
      <dgm:t>
        <a:bodyPr/>
        <a:lstStyle/>
        <a:p>
          <a:r>
            <a:rPr lang="en-US" noProof="0" dirty="0"/>
            <a:t>Gradual releases</a:t>
          </a:r>
        </a:p>
      </dgm:t>
    </dgm:pt>
    <dgm:pt modelId="{4441EFAA-6991-4FE4-943A-16BA7B578F3B}" type="parTrans" cxnId="{976F446E-9A61-4BF9-AC23-EB47ECDF7080}">
      <dgm:prSet/>
      <dgm:spPr/>
      <dgm:t>
        <a:bodyPr/>
        <a:lstStyle/>
        <a:p>
          <a:endParaRPr lang="it-IT"/>
        </a:p>
      </dgm:t>
    </dgm:pt>
    <dgm:pt modelId="{97C16300-F85C-4B9F-91D4-D02DC54DA388}" type="sibTrans" cxnId="{976F446E-9A61-4BF9-AC23-EB47ECDF7080}">
      <dgm:prSet/>
      <dgm:spPr/>
      <dgm:t>
        <a:bodyPr/>
        <a:lstStyle/>
        <a:p>
          <a:endParaRPr lang="it-IT"/>
        </a:p>
      </dgm:t>
    </dgm:pt>
    <dgm:pt modelId="{9C7C52A4-A263-473F-BCA8-BD4D85994CD6}">
      <dgm:prSet phldrT="[Testo]"/>
      <dgm:spPr>
        <a:solidFill>
          <a:schemeClr val="bg1"/>
        </a:solidFill>
      </dgm:spPr>
      <dgm:t>
        <a:bodyPr/>
        <a:lstStyle/>
        <a:p>
          <a:r>
            <a:rPr lang="en-US" noProof="0" dirty="0"/>
            <a:t>Focus on core</a:t>
          </a:r>
        </a:p>
      </dgm:t>
    </dgm:pt>
    <dgm:pt modelId="{192821F9-9AA6-42A0-A458-5EF6B2406D53}" type="parTrans" cxnId="{F1473C57-A3A7-40FE-A91D-52D01EE651F7}">
      <dgm:prSet/>
      <dgm:spPr/>
      <dgm:t>
        <a:bodyPr/>
        <a:lstStyle/>
        <a:p>
          <a:endParaRPr lang="it-IT"/>
        </a:p>
      </dgm:t>
    </dgm:pt>
    <dgm:pt modelId="{0B4496C3-E572-40CA-B1C8-436FA1391690}" type="sibTrans" cxnId="{F1473C57-A3A7-40FE-A91D-52D01EE651F7}">
      <dgm:prSet/>
      <dgm:spPr/>
      <dgm:t>
        <a:bodyPr/>
        <a:lstStyle/>
        <a:p>
          <a:endParaRPr lang="it-IT"/>
        </a:p>
      </dgm:t>
    </dgm:pt>
    <dgm:pt modelId="{188FDBE5-5950-46DD-9D3D-58520ACF0509}">
      <dgm:prSet phldrT="[Testo]"/>
      <dgm:spPr>
        <a:solidFill>
          <a:schemeClr val="bg1"/>
        </a:solidFill>
      </dgm:spPr>
      <dgm:t>
        <a:bodyPr/>
        <a:lstStyle/>
        <a:p>
          <a:r>
            <a:rPr lang="en-US" noProof="0" dirty="0"/>
            <a:t>Project</a:t>
          </a:r>
        </a:p>
      </dgm:t>
    </dgm:pt>
    <dgm:pt modelId="{315B622C-308B-4A4E-8798-AA99F3CBA52A}" type="parTrans" cxnId="{609EE9FC-1774-41CB-8157-813E91EF394D}">
      <dgm:prSet/>
      <dgm:spPr/>
      <dgm:t>
        <a:bodyPr/>
        <a:lstStyle/>
        <a:p>
          <a:endParaRPr lang="it-IT"/>
        </a:p>
      </dgm:t>
    </dgm:pt>
    <dgm:pt modelId="{249FB43B-4829-4C51-AE40-C9871BD2DA02}" type="sibTrans" cxnId="{609EE9FC-1774-41CB-8157-813E91EF394D}">
      <dgm:prSet/>
      <dgm:spPr/>
      <dgm:t>
        <a:bodyPr/>
        <a:lstStyle/>
        <a:p>
          <a:endParaRPr lang="it-IT"/>
        </a:p>
      </dgm:t>
    </dgm:pt>
    <dgm:pt modelId="{F3D453D3-2E5C-429C-AAA3-D6F83D6E4619}">
      <dgm:prSet phldrT="[Testo]"/>
      <dgm:spPr>
        <a:solidFill>
          <a:srgbClr val="FFC000"/>
        </a:solidFill>
      </dgm:spPr>
      <dgm:t>
        <a:bodyPr/>
        <a:lstStyle/>
        <a:p>
          <a:r>
            <a:rPr lang="en-US" noProof="0" dirty="0"/>
            <a:t> System</a:t>
          </a:r>
        </a:p>
      </dgm:t>
    </dgm:pt>
    <dgm:pt modelId="{E8BB5BDB-BAEA-478D-910F-89AA6F35A05A}" type="parTrans" cxnId="{13A23FA5-3577-41CF-A863-8D7A18415E0F}">
      <dgm:prSet/>
      <dgm:spPr/>
      <dgm:t>
        <a:bodyPr/>
        <a:lstStyle/>
        <a:p>
          <a:endParaRPr lang="it-IT"/>
        </a:p>
      </dgm:t>
    </dgm:pt>
    <dgm:pt modelId="{D49F3799-11A7-4360-AE6D-C4B714FC0D5B}" type="sibTrans" cxnId="{13A23FA5-3577-41CF-A863-8D7A18415E0F}">
      <dgm:prSet/>
      <dgm:spPr/>
      <dgm:t>
        <a:bodyPr/>
        <a:lstStyle/>
        <a:p>
          <a:endParaRPr lang="it-IT"/>
        </a:p>
      </dgm:t>
    </dgm:pt>
    <dgm:pt modelId="{D93B9850-6D30-4EB6-8E04-C26AC420CB2D}">
      <dgm:prSet phldrT="[Testo]"/>
      <dgm:spPr>
        <a:solidFill>
          <a:srgbClr val="FFC000"/>
        </a:solidFill>
      </dgm:spPr>
      <dgm:t>
        <a:bodyPr/>
        <a:lstStyle/>
        <a:p>
          <a:r>
            <a:rPr lang="en-US" noProof="0" dirty="0"/>
            <a:t>Copy</a:t>
          </a:r>
        </a:p>
      </dgm:t>
    </dgm:pt>
    <dgm:pt modelId="{AEDF3098-DF0D-43F8-B37A-33400468694C}" type="parTrans" cxnId="{FF31FFFB-F44E-4F87-8866-31FAE1797EFB}">
      <dgm:prSet/>
      <dgm:spPr/>
      <dgm:t>
        <a:bodyPr/>
        <a:lstStyle/>
        <a:p>
          <a:endParaRPr lang="it-IT"/>
        </a:p>
      </dgm:t>
    </dgm:pt>
    <dgm:pt modelId="{72DD75D2-188F-4862-8FA8-E05CC6D43C86}" type="sibTrans" cxnId="{FF31FFFB-F44E-4F87-8866-31FAE1797EFB}">
      <dgm:prSet/>
      <dgm:spPr/>
      <dgm:t>
        <a:bodyPr/>
        <a:lstStyle/>
        <a:p>
          <a:endParaRPr lang="it-IT"/>
        </a:p>
      </dgm:t>
    </dgm:pt>
    <dgm:pt modelId="{BFFDE52C-4963-49F9-A3AF-6C0CE669373D}">
      <dgm:prSet phldrT="[Testo]"/>
      <dgm:spPr>
        <a:solidFill>
          <a:srgbClr val="FFC000"/>
        </a:solidFill>
      </dgm:spPr>
      <dgm:t>
        <a:bodyPr/>
        <a:lstStyle/>
        <a:p>
          <a:r>
            <a:rPr lang="en-US" noProof="0" dirty="0"/>
            <a:t>Focus groups </a:t>
          </a:r>
        </a:p>
      </dgm:t>
    </dgm:pt>
    <dgm:pt modelId="{25B3EC0F-4F8D-4020-A092-B3FCFAED5F50}" type="parTrans" cxnId="{83FFE854-C973-4EBC-A5DA-A5FF95844B1B}">
      <dgm:prSet/>
      <dgm:spPr/>
      <dgm:t>
        <a:bodyPr/>
        <a:lstStyle/>
        <a:p>
          <a:endParaRPr lang="it-IT"/>
        </a:p>
      </dgm:t>
    </dgm:pt>
    <dgm:pt modelId="{11C22D9B-4031-4DB2-A238-7F41C7EE0AEE}" type="sibTrans" cxnId="{83FFE854-C973-4EBC-A5DA-A5FF95844B1B}">
      <dgm:prSet/>
      <dgm:spPr/>
      <dgm:t>
        <a:bodyPr/>
        <a:lstStyle/>
        <a:p>
          <a:endParaRPr lang="it-IT"/>
        </a:p>
      </dgm:t>
    </dgm:pt>
    <dgm:pt modelId="{9745EE2A-64D8-441B-9092-16FF094F77DC}">
      <dgm:prSet phldrT="[Testo]"/>
      <dgm:spPr>
        <a:solidFill>
          <a:srgbClr val="FFC000"/>
        </a:solidFill>
      </dgm:spPr>
      <dgm:t>
        <a:bodyPr/>
        <a:lstStyle/>
        <a:p>
          <a:r>
            <a:rPr lang="en-US" noProof="0" dirty="0"/>
            <a:t>Project</a:t>
          </a:r>
        </a:p>
      </dgm:t>
    </dgm:pt>
    <dgm:pt modelId="{7AB36D04-7A04-402D-8A75-DAEEFCA46088}" type="parTrans" cxnId="{B60B582B-5C6C-4B43-BE39-85256F3DE945}">
      <dgm:prSet/>
      <dgm:spPr/>
      <dgm:t>
        <a:bodyPr/>
        <a:lstStyle/>
        <a:p>
          <a:endParaRPr lang="it-IT"/>
        </a:p>
      </dgm:t>
    </dgm:pt>
    <dgm:pt modelId="{929CF3E4-F643-492B-ADD0-2B90FC5D2C14}" type="sibTrans" cxnId="{B60B582B-5C6C-4B43-BE39-85256F3DE945}">
      <dgm:prSet/>
      <dgm:spPr/>
      <dgm:t>
        <a:bodyPr/>
        <a:lstStyle/>
        <a:p>
          <a:endParaRPr lang="it-IT"/>
        </a:p>
      </dgm:t>
    </dgm:pt>
    <dgm:pt modelId="{C35ACB6C-BEF3-42F3-B9E0-4C06D625901F}">
      <dgm:prSet phldrT="[Testo]"/>
      <dgm:spPr>
        <a:solidFill>
          <a:schemeClr val="bg1"/>
        </a:solidFill>
      </dgm:spPr>
      <dgm:t>
        <a:bodyPr/>
        <a:lstStyle/>
        <a:p>
          <a:r>
            <a:rPr lang="en-US" noProof="0" dirty="0"/>
            <a:t>Strong Project Office</a:t>
          </a:r>
        </a:p>
      </dgm:t>
    </dgm:pt>
    <dgm:pt modelId="{8466CB3A-4854-4720-B587-BCA690DFCBAB}" type="parTrans" cxnId="{24E6952D-45C6-4363-8D26-78952E8B500A}">
      <dgm:prSet/>
      <dgm:spPr/>
      <dgm:t>
        <a:bodyPr/>
        <a:lstStyle/>
        <a:p>
          <a:endParaRPr lang="it-IT"/>
        </a:p>
      </dgm:t>
    </dgm:pt>
    <dgm:pt modelId="{FAC87AA1-6542-4F0A-8316-5A7344AFBD72}" type="sibTrans" cxnId="{24E6952D-45C6-4363-8D26-78952E8B500A}">
      <dgm:prSet/>
      <dgm:spPr/>
      <dgm:t>
        <a:bodyPr/>
        <a:lstStyle/>
        <a:p>
          <a:endParaRPr lang="it-IT"/>
        </a:p>
      </dgm:t>
    </dgm:pt>
    <dgm:pt modelId="{AC4D16EA-DD9E-4EBF-AFC6-8ED6B8306E29}">
      <dgm:prSet phldrT="[Testo]"/>
      <dgm:spPr>
        <a:solidFill>
          <a:schemeClr val="bg1"/>
        </a:solidFill>
      </dgm:spPr>
      <dgm:t>
        <a:bodyPr/>
        <a:lstStyle/>
        <a:p>
          <a:r>
            <a:rPr lang="en-US" noProof="0" dirty="0"/>
            <a:t>Strong planning and control  </a:t>
          </a:r>
        </a:p>
      </dgm:t>
    </dgm:pt>
    <dgm:pt modelId="{53B129F5-B37B-46C0-9DC2-49952ADE3EA5}" type="parTrans" cxnId="{F653DE6C-E3EF-4A1D-AD12-00617A70AB3B}">
      <dgm:prSet/>
      <dgm:spPr/>
      <dgm:t>
        <a:bodyPr/>
        <a:lstStyle/>
        <a:p>
          <a:endParaRPr lang="it-IT"/>
        </a:p>
      </dgm:t>
    </dgm:pt>
    <dgm:pt modelId="{5F76DEC8-729A-4A0C-87C8-63B799C84271}" type="sibTrans" cxnId="{F653DE6C-E3EF-4A1D-AD12-00617A70AB3B}">
      <dgm:prSet/>
      <dgm:spPr/>
      <dgm:t>
        <a:bodyPr/>
        <a:lstStyle/>
        <a:p>
          <a:endParaRPr lang="it-IT"/>
        </a:p>
      </dgm:t>
    </dgm:pt>
    <dgm:pt modelId="{836AABEF-3E52-4CF4-9362-D7FA8AE3E825}">
      <dgm:prSet phldrT="[Testo]"/>
      <dgm:spPr>
        <a:solidFill>
          <a:schemeClr val="bg1"/>
        </a:solidFill>
      </dgm:spPr>
      <dgm:t>
        <a:bodyPr/>
        <a:lstStyle/>
        <a:p>
          <a:r>
            <a:rPr lang="en-US" noProof="0" dirty="0"/>
            <a:t>Milestones </a:t>
          </a:r>
        </a:p>
      </dgm:t>
    </dgm:pt>
    <dgm:pt modelId="{423ED28B-82E0-4039-8C62-5412C4002525}" type="parTrans" cxnId="{F5E95AEA-C3F1-4BAE-AD6F-167D32E20705}">
      <dgm:prSet/>
      <dgm:spPr/>
      <dgm:t>
        <a:bodyPr/>
        <a:lstStyle/>
        <a:p>
          <a:endParaRPr lang="it-IT"/>
        </a:p>
      </dgm:t>
    </dgm:pt>
    <dgm:pt modelId="{163387B5-0C36-45F4-B009-E9E520CA7D97}" type="sibTrans" cxnId="{F5E95AEA-C3F1-4BAE-AD6F-167D32E20705}">
      <dgm:prSet/>
      <dgm:spPr/>
      <dgm:t>
        <a:bodyPr/>
        <a:lstStyle/>
        <a:p>
          <a:endParaRPr lang="it-IT"/>
        </a:p>
      </dgm:t>
    </dgm:pt>
    <dgm:pt modelId="{18A91463-F996-4D10-83B8-7C749653A50B}">
      <dgm:prSet phldrT="[Testo]"/>
      <dgm:spPr>
        <a:solidFill>
          <a:schemeClr val="bg1">
            <a:lumMod val="85000"/>
          </a:schemeClr>
        </a:solidFill>
      </dgm:spPr>
      <dgm:t>
        <a:bodyPr/>
        <a:lstStyle/>
        <a:p>
          <a:r>
            <a:rPr lang="en-US" noProof="0" dirty="0"/>
            <a:t>Spec freezing </a:t>
          </a:r>
        </a:p>
      </dgm:t>
    </dgm:pt>
    <dgm:pt modelId="{7A059CCD-27E1-4601-A4DB-A01A57117DB0}" type="parTrans" cxnId="{C1A063DA-6F3A-4701-9B1B-53A1053AA578}">
      <dgm:prSet/>
      <dgm:spPr/>
      <dgm:t>
        <a:bodyPr/>
        <a:lstStyle/>
        <a:p>
          <a:endParaRPr lang="it-IT"/>
        </a:p>
      </dgm:t>
    </dgm:pt>
    <dgm:pt modelId="{109A09C8-2C90-4CCC-AEFD-FA46A495E563}" type="sibTrans" cxnId="{C1A063DA-6F3A-4701-9B1B-53A1053AA578}">
      <dgm:prSet/>
      <dgm:spPr/>
      <dgm:t>
        <a:bodyPr/>
        <a:lstStyle/>
        <a:p>
          <a:endParaRPr lang="it-IT"/>
        </a:p>
      </dgm:t>
    </dgm:pt>
    <dgm:pt modelId="{C26D741E-6649-4192-AB70-399078A5D1DE}">
      <dgm:prSet phldrT="[Testo]"/>
      <dgm:spPr>
        <a:solidFill>
          <a:schemeClr val="bg1"/>
        </a:solidFill>
      </dgm:spPr>
      <dgm:t>
        <a:bodyPr/>
        <a:lstStyle/>
        <a:p>
          <a:r>
            <a:rPr lang="en-US" noProof="0" dirty="0"/>
            <a:t>Change management</a:t>
          </a:r>
        </a:p>
      </dgm:t>
    </dgm:pt>
    <dgm:pt modelId="{D5AAA40E-1F9D-4A1F-A231-08DBDEE34E85}" type="parTrans" cxnId="{11BBAF16-2455-4B6B-BABA-26DAB9AEAE99}">
      <dgm:prSet/>
      <dgm:spPr/>
      <dgm:t>
        <a:bodyPr/>
        <a:lstStyle/>
        <a:p>
          <a:endParaRPr lang="it-IT"/>
        </a:p>
      </dgm:t>
    </dgm:pt>
    <dgm:pt modelId="{2155126D-5B00-4CF7-86A6-CE1195B2406E}" type="sibTrans" cxnId="{11BBAF16-2455-4B6B-BABA-26DAB9AEAE99}">
      <dgm:prSet/>
      <dgm:spPr/>
      <dgm:t>
        <a:bodyPr/>
        <a:lstStyle/>
        <a:p>
          <a:endParaRPr lang="it-IT"/>
        </a:p>
      </dgm:t>
    </dgm:pt>
    <dgm:pt modelId="{78F8C105-352D-4278-876C-6F3760EE6DCE}">
      <dgm:prSet phldrT="[Testo]"/>
      <dgm:spPr>
        <a:solidFill>
          <a:srgbClr val="FFC000"/>
        </a:solidFill>
      </dgm:spPr>
      <dgm:t>
        <a:bodyPr/>
        <a:lstStyle/>
        <a:p>
          <a:r>
            <a:rPr lang="en-US" noProof="0" dirty="0"/>
            <a:t>Agile approach </a:t>
          </a:r>
        </a:p>
      </dgm:t>
    </dgm:pt>
    <dgm:pt modelId="{E47A657F-38F4-4117-935D-AE4E8549C8DE}" type="parTrans" cxnId="{6951B0DC-9D12-4485-BA5B-470211DB21DB}">
      <dgm:prSet/>
      <dgm:spPr/>
      <dgm:t>
        <a:bodyPr/>
        <a:lstStyle/>
        <a:p>
          <a:endParaRPr lang="it-IT"/>
        </a:p>
      </dgm:t>
    </dgm:pt>
    <dgm:pt modelId="{00A555BB-E5D8-4E56-8FC1-4F43C68A665C}" type="sibTrans" cxnId="{6951B0DC-9D12-4485-BA5B-470211DB21DB}">
      <dgm:prSet/>
      <dgm:spPr/>
      <dgm:t>
        <a:bodyPr/>
        <a:lstStyle/>
        <a:p>
          <a:endParaRPr lang="it-IT"/>
        </a:p>
      </dgm:t>
    </dgm:pt>
    <dgm:pt modelId="{D86069D3-B0F6-4F98-8B77-5109E6974A4E}">
      <dgm:prSet phldrT="[Testo]"/>
      <dgm:spPr>
        <a:solidFill>
          <a:srgbClr val="FFC000"/>
        </a:solidFill>
      </dgm:spPr>
      <dgm:t>
        <a:bodyPr/>
        <a:lstStyle/>
        <a:p>
          <a:r>
            <a:rPr lang="en-US" noProof="0" dirty="0"/>
            <a:t>Excellent experts</a:t>
          </a:r>
        </a:p>
      </dgm:t>
    </dgm:pt>
    <dgm:pt modelId="{E8325F24-469D-4CA3-B948-5C5698E1EA30}" type="parTrans" cxnId="{9043AE87-8BC0-4D21-9DE8-25371780C3C5}">
      <dgm:prSet/>
      <dgm:spPr/>
      <dgm:t>
        <a:bodyPr/>
        <a:lstStyle/>
        <a:p>
          <a:endParaRPr lang="it-IT"/>
        </a:p>
      </dgm:t>
    </dgm:pt>
    <dgm:pt modelId="{059EC6F8-5B65-4470-9EE0-9C7B2D70129A}" type="sibTrans" cxnId="{9043AE87-8BC0-4D21-9DE8-25371780C3C5}">
      <dgm:prSet/>
      <dgm:spPr/>
      <dgm:t>
        <a:bodyPr/>
        <a:lstStyle/>
        <a:p>
          <a:endParaRPr lang="it-IT"/>
        </a:p>
      </dgm:t>
    </dgm:pt>
    <dgm:pt modelId="{3C5534E3-104C-4235-B2E0-07546D6C8541}" type="pres">
      <dgm:prSet presAssocID="{58A32D7F-26CA-4AA4-BB87-DF790C7D4A45}" presName="hierChild1" presStyleCnt="0">
        <dgm:presLayoutVars>
          <dgm:orgChart val="1"/>
          <dgm:chPref val="1"/>
          <dgm:dir/>
          <dgm:animOne val="branch"/>
          <dgm:animLvl val="lvl"/>
          <dgm:resizeHandles/>
        </dgm:presLayoutVars>
      </dgm:prSet>
      <dgm:spPr/>
    </dgm:pt>
    <dgm:pt modelId="{D071E63B-DF7B-4F06-BBB1-3E854D1FFED2}" type="pres">
      <dgm:prSet presAssocID="{035EB52E-5AC1-49CF-9EB7-A8F9ADD106E8}" presName="hierRoot1" presStyleCnt="0">
        <dgm:presLayoutVars>
          <dgm:hierBranch val="init"/>
        </dgm:presLayoutVars>
      </dgm:prSet>
      <dgm:spPr/>
    </dgm:pt>
    <dgm:pt modelId="{66A38520-C00D-4D02-8DE4-F44F9960126E}" type="pres">
      <dgm:prSet presAssocID="{035EB52E-5AC1-49CF-9EB7-A8F9ADD106E8}" presName="rootComposite1" presStyleCnt="0"/>
      <dgm:spPr/>
    </dgm:pt>
    <dgm:pt modelId="{4243B924-88C2-40E8-B834-547C6E3F7DA3}" type="pres">
      <dgm:prSet presAssocID="{035EB52E-5AC1-49CF-9EB7-A8F9ADD106E8}" presName="rootText1" presStyleLbl="node0" presStyleIdx="0" presStyleCnt="3">
        <dgm:presLayoutVars>
          <dgm:chPref val="3"/>
        </dgm:presLayoutVars>
      </dgm:prSet>
      <dgm:spPr/>
    </dgm:pt>
    <dgm:pt modelId="{C78C116B-E982-47C3-9874-48D98B9FA493}" type="pres">
      <dgm:prSet presAssocID="{035EB52E-5AC1-49CF-9EB7-A8F9ADD106E8}" presName="rootConnector1" presStyleLbl="node1" presStyleIdx="0" presStyleCnt="0"/>
      <dgm:spPr/>
    </dgm:pt>
    <dgm:pt modelId="{E0E43C4D-676D-47DF-96FD-3768343518F5}" type="pres">
      <dgm:prSet presAssocID="{035EB52E-5AC1-49CF-9EB7-A8F9ADD106E8}" presName="hierChild2" presStyleCnt="0"/>
      <dgm:spPr/>
    </dgm:pt>
    <dgm:pt modelId="{94A4996A-980C-44D9-9B87-508F2804B807}" type="pres">
      <dgm:prSet presAssocID="{620006FD-C76E-45A1-88EA-8064AF98B047}" presName="Name37" presStyleLbl="parChTrans1D2" presStyleIdx="0" presStyleCnt="6"/>
      <dgm:spPr/>
    </dgm:pt>
    <dgm:pt modelId="{0E0E46B9-186C-4B7E-B33D-0A41EE5131F1}" type="pres">
      <dgm:prSet presAssocID="{BC093FFC-E4E4-403F-8140-3ABB2D103287}" presName="hierRoot2" presStyleCnt="0">
        <dgm:presLayoutVars>
          <dgm:hierBranch val="init"/>
        </dgm:presLayoutVars>
      </dgm:prSet>
      <dgm:spPr/>
    </dgm:pt>
    <dgm:pt modelId="{A22916FB-2EAD-4A85-8125-F649D5A678DF}" type="pres">
      <dgm:prSet presAssocID="{BC093FFC-E4E4-403F-8140-3ABB2D103287}" presName="rootComposite" presStyleCnt="0"/>
      <dgm:spPr/>
    </dgm:pt>
    <dgm:pt modelId="{E3A912B1-9DF4-4DC9-A2AE-37726DCC6854}" type="pres">
      <dgm:prSet presAssocID="{BC093FFC-E4E4-403F-8140-3ABB2D103287}" presName="rootText" presStyleLbl="node2" presStyleIdx="0" presStyleCnt="6">
        <dgm:presLayoutVars>
          <dgm:chPref val="3"/>
        </dgm:presLayoutVars>
      </dgm:prSet>
      <dgm:spPr/>
    </dgm:pt>
    <dgm:pt modelId="{F90EE7EB-C70B-4FF1-A1F5-859560462E27}" type="pres">
      <dgm:prSet presAssocID="{BC093FFC-E4E4-403F-8140-3ABB2D103287}" presName="rootConnector" presStyleLbl="node2" presStyleIdx="0" presStyleCnt="6"/>
      <dgm:spPr/>
    </dgm:pt>
    <dgm:pt modelId="{32CC61AF-3D4A-4493-B5CB-1782092F36D3}" type="pres">
      <dgm:prSet presAssocID="{BC093FFC-E4E4-403F-8140-3ABB2D103287}" presName="hierChild4" presStyleCnt="0"/>
      <dgm:spPr/>
    </dgm:pt>
    <dgm:pt modelId="{378EFF0D-9234-4472-BFF9-A3C7DE44C286}" type="pres">
      <dgm:prSet presAssocID="{27149CF8-491A-4A29-859C-57C4F73996F5}" presName="Name37" presStyleLbl="parChTrans1D3" presStyleIdx="0" presStyleCnt="14"/>
      <dgm:spPr/>
    </dgm:pt>
    <dgm:pt modelId="{5BF2F6A9-8417-4CCC-BCF4-0E01B147F1E0}" type="pres">
      <dgm:prSet presAssocID="{3D1A30C6-CDB0-4A99-A2E9-07245E31553F}" presName="hierRoot2" presStyleCnt="0">
        <dgm:presLayoutVars>
          <dgm:hierBranch val="init"/>
        </dgm:presLayoutVars>
      </dgm:prSet>
      <dgm:spPr/>
    </dgm:pt>
    <dgm:pt modelId="{EC7EFFDC-21E7-44B9-90B4-C6D872821322}" type="pres">
      <dgm:prSet presAssocID="{3D1A30C6-CDB0-4A99-A2E9-07245E31553F}" presName="rootComposite" presStyleCnt="0"/>
      <dgm:spPr/>
    </dgm:pt>
    <dgm:pt modelId="{6EDD3814-6F4B-4372-BC4B-896505F0C3C0}" type="pres">
      <dgm:prSet presAssocID="{3D1A30C6-CDB0-4A99-A2E9-07245E31553F}" presName="rootText" presStyleLbl="node3" presStyleIdx="0" presStyleCnt="14">
        <dgm:presLayoutVars>
          <dgm:chPref val="3"/>
        </dgm:presLayoutVars>
      </dgm:prSet>
      <dgm:spPr/>
    </dgm:pt>
    <dgm:pt modelId="{6267E87B-B64F-4554-8D59-BEBF7A9089D7}" type="pres">
      <dgm:prSet presAssocID="{3D1A30C6-CDB0-4A99-A2E9-07245E31553F}" presName="rootConnector" presStyleLbl="node3" presStyleIdx="0" presStyleCnt="14"/>
      <dgm:spPr/>
    </dgm:pt>
    <dgm:pt modelId="{35C725D7-E476-4D3F-8008-A48F6E57B0FB}" type="pres">
      <dgm:prSet presAssocID="{3D1A30C6-CDB0-4A99-A2E9-07245E31553F}" presName="hierChild4" presStyleCnt="0"/>
      <dgm:spPr/>
    </dgm:pt>
    <dgm:pt modelId="{374CB52B-F53A-4BF0-ACA0-B6AC35BFBF0C}" type="pres">
      <dgm:prSet presAssocID="{3D1A30C6-CDB0-4A99-A2E9-07245E31553F}" presName="hierChild5" presStyleCnt="0"/>
      <dgm:spPr/>
    </dgm:pt>
    <dgm:pt modelId="{1556EB70-07F7-4B5D-82C0-71641C7A977D}" type="pres">
      <dgm:prSet presAssocID="{BC093FFC-E4E4-403F-8140-3ABB2D103287}" presName="hierChild5" presStyleCnt="0"/>
      <dgm:spPr/>
    </dgm:pt>
    <dgm:pt modelId="{6282FC97-73AF-4897-A31C-82785EC6A254}" type="pres">
      <dgm:prSet presAssocID="{8C1C50C1-56F8-489B-BAB7-2B699FAF06A7}" presName="Name37" presStyleLbl="parChTrans1D2" presStyleIdx="1" presStyleCnt="6"/>
      <dgm:spPr/>
    </dgm:pt>
    <dgm:pt modelId="{E30CF918-0C69-4A6D-AAC1-FB499725F00E}" type="pres">
      <dgm:prSet presAssocID="{66E14362-48E9-4E18-B250-6B2BD1379DE7}" presName="hierRoot2" presStyleCnt="0">
        <dgm:presLayoutVars>
          <dgm:hierBranch val="init"/>
        </dgm:presLayoutVars>
      </dgm:prSet>
      <dgm:spPr/>
    </dgm:pt>
    <dgm:pt modelId="{8B3EBDF3-31D1-4F06-828E-D5799EC280F5}" type="pres">
      <dgm:prSet presAssocID="{66E14362-48E9-4E18-B250-6B2BD1379DE7}" presName="rootComposite" presStyleCnt="0"/>
      <dgm:spPr/>
    </dgm:pt>
    <dgm:pt modelId="{3174D1F3-2D97-465B-BB40-26BE3ECE0E4E}" type="pres">
      <dgm:prSet presAssocID="{66E14362-48E9-4E18-B250-6B2BD1379DE7}" presName="rootText" presStyleLbl="node2" presStyleIdx="1" presStyleCnt="6">
        <dgm:presLayoutVars>
          <dgm:chPref val="3"/>
        </dgm:presLayoutVars>
      </dgm:prSet>
      <dgm:spPr/>
    </dgm:pt>
    <dgm:pt modelId="{0CD73657-B211-4BEE-AE8D-4C622668E68F}" type="pres">
      <dgm:prSet presAssocID="{66E14362-48E9-4E18-B250-6B2BD1379DE7}" presName="rootConnector" presStyleLbl="node2" presStyleIdx="1" presStyleCnt="6"/>
      <dgm:spPr/>
    </dgm:pt>
    <dgm:pt modelId="{0264EA7C-488F-48AF-AE57-2279D23BBAFB}" type="pres">
      <dgm:prSet presAssocID="{66E14362-48E9-4E18-B250-6B2BD1379DE7}" presName="hierChild4" presStyleCnt="0"/>
      <dgm:spPr/>
    </dgm:pt>
    <dgm:pt modelId="{D4204D7C-BA45-416B-B132-BB94B0AD85F2}" type="pres">
      <dgm:prSet presAssocID="{20CEA171-F571-471D-A9B3-4F613679B459}" presName="Name37" presStyleLbl="parChTrans1D3" presStyleIdx="1" presStyleCnt="14"/>
      <dgm:spPr/>
    </dgm:pt>
    <dgm:pt modelId="{E1CD2A81-7A21-4DC5-9454-4E59FB8F5058}" type="pres">
      <dgm:prSet presAssocID="{ED83E402-7924-450B-94C6-761A10F623A1}" presName="hierRoot2" presStyleCnt="0">
        <dgm:presLayoutVars>
          <dgm:hierBranch val="init"/>
        </dgm:presLayoutVars>
      </dgm:prSet>
      <dgm:spPr/>
    </dgm:pt>
    <dgm:pt modelId="{C5B7BE40-3ABF-44EC-BF6A-E033B78506F6}" type="pres">
      <dgm:prSet presAssocID="{ED83E402-7924-450B-94C6-761A10F623A1}" presName="rootComposite" presStyleCnt="0"/>
      <dgm:spPr/>
    </dgm:pt>
    <dgm:pt modelId="{F5843406-EBEB-41BB-8DED-BBD33712299D}" type="pres">
      <dgm:prSet presAssocID="{ED83E402-7924-450B-94C6-761A10F623A1}" presName="rootText" presStyleLbl="node3" presStyleIdx="1" presStyleCnt="14">
        <dgm:presLayoutVars>
          <dgm:chPref val="3"/>
        </dgm:presLayoutVars>
      </dgm:prSet>
      <dgm:spPr/>
    </dgm:pt>
    <dgm:pt modelId="{406C4D02-C135-4423-8C88-C7EFCBC72FE3}" type="pres">
      <dgm:prSet presAssocID="{ED83E402-7924-450B-94C6-761A10F623A1}" presName="rootConnector" presStyleLbl="node3" presStyleIdx="1" presStyleCnt="14"/>
      <dgm:spPr/>
    </dgm:pt>
    <dgm:pt modelId="{A80E72B1-1996-4207-AE39-0C2AFBE4A9AC}" type="pres">
      <dgm:prSet presAssocID="{ED83E402-7924-450B-94C6-761A10F623A1}" presName="hierChild4" presStyleCnt="0"/>
      <dgm:spPr/>
    </dgm:pt>
    <dgm:pt modelId="{47AD8C28-1157-45BD-9E8F-8AEAA0718AC9}" type="pres">
      <dgm:prSet presAssocID="{ED83E402-7924-450B-94C6-761A10F623A1}" presName="hierChild5" presStyleCnt="0"/>
      <dgm:spPr/>
    </dgm:pt>
    <dgm:pt modelId="{EA33E4B3-3EBE-4F3F-AE58-67582FB0FB09}" type="pres">
      <dgm:prSet presAssocID="{DA2139AB-40CA-423E-BC0A-788AD3C4D6DC}" presName="Name37" presStyleLbl="parChTrans1D3" presStyleIdx="2" presStyleCnt="14"/>
      <dgm:spPr/>
    </dgm:pt>
    <dgm:pt modelId="{18C1A130-ADBE-4120-96B6-12105A519E54}" type="pres">
      <dgm:prSet presAssocID="{F52A010E-B400-4027-80E9-5013DC4B330C}" presName="hierRoot2" presStyleCnt="0">
        <dgm:presLayoutVars>
          <dgm:hierBranch val="init"/>
        </dgm:presLayoutVars>
      </dgm:prSet>
      <dgm:spPr/>
    </dgm:pt>
    <dgm:pt modelId="{56212FBA-F9AF-48F9-824B-19242E11E9C4}" type="pres">
      <dgm:prSet presAssocID="{F52A010E-B400-4027-80E9-5013DC4B330C}" presName="rootComposite" presStyleCnt="0"/>
      <dgm:spPr/>
    </dgm:pt>
    <dgm:pt modelId="{E9959A5B-4F04-42DC-97B8-6F13FDEE5843}" type="pres">
      <dgm:prSet presAssocID="{F52A010E-B400-4027-80E9-5013DC4B330C}" presName="rootText" presStyleLbl="node3" presStyleIdx="2" presStyleCnt="14">
        <dgm:presLayoutVars>
          <dgm:chPref val="3"/>
        </dgm:presLayoutVars>
      </dgm:prSet>
      <dgm:spPr/>
    </dgm:pt>
    <dgm:pt modelId="{DD834AB9-3C7B-4A06-8922-2A134C01507D}" type="pres">
      <dgm:prSet presAssocID="{F52A010E-B400-4027-80E9-5013DC4B330C}" presName="rootConnector" presStyleLbl="node3" presStyleIdx="2" presStyleCnt="14"/>
      <dgm:spPr/>
    </dgm:pt>
    <dgm:pt modelId="{C39B33D3-7CE7-456D-B023-2E6DC4AD3D52}" type="pres">
      <dgm:prSet presAssocID="{F52A010E-B400-4027-80E9-5013DC4B330C}" presName="hierChild4" presStyleCnt="0"/>
      <dgm:spPr/>
    </dgm:pt>
    <dgm:pt modelId="{048AB7C4-6C7C-44F6-B2BF-9CF1E751AB7B}" type="pres">
      <dgm:prSet presAssocID="{F52A010E-B400-4027-80E9-5013DC4B330C}" presName="hierChild5" presStyleCnt="0"/>
      <dgm:spPr/>
    </dgm:pt>
    <dgm:pt modelId="{B194E752-051D-4392-A831-868FCFC10F16}" type="pres">
      <dgm:prSet presAssocID="{7A059CCD-27E1-4601-A4DB-A01A57117DB0}" presName="Name37" presStyleLbl="parChTrans1D3" presStyleIdx="3" presStyleCnt="14"/>
      <dgm:spPr/>
    </dgm:pt>
    <dgm:pt modelId="{4AE875A0-7408-4243-864F-6F3DFDA8EF45}" type="pres">
      <dgm:prSet presAssocID="{18A91463-F996-4D10-83B8-7C749653A50B}" presName="hierRoot2" presStyleCnt="0">
        <dgm:presLayoutVars>
          <dgm:hierBranch val="init"/>
        </dgm:presLayoutVars>
      </dgm:prSet>
      <dgm:spPr/>
    </dgm:pt>
    <dgm:pt modelId="{B9B3252F-5ACB-4980-B04F-5F29E537914A}" type="pres">
      <dgm:prSet presAssocID="{18A91463-F996-4D10-83B8-7C749653A50B}" presName="rootComposite" presStyleCnt="0"/>
      <dgm:spPr/>
    </dgm:pt>
    <dgm:pt modelId="{F6C2C369-40B4-4EE8-BE68-91FDC384CD33}" type="pres">
      <dgm:prSet presAssocID="{18A91463-F996-4D10-83B8-7C749653A50B}" presName="rootText" presStyleLbl="node3" presStyleIdx="3" presStyleCnt="14">
        <dgm:presLayoutVars>
          <dgm:chPref val="3"/>
        </dgm:presLayoutVars>
      </dgm:prSet>
      <dgm:spPr/>
    </dgm:pt>
    <dgm:pt modelId="{EFB851B9-DFFE-49CF-90AE-5357875E0C17}" type="pres">
      <dgm:prSet presAssocID="{18A91463-F996-4D10-83B8-7C749653A50B}" presName="rootConnector" presStyleLbl="node3" presStyleIdx="3" presStyleCnt="14"/>
      <dgm:spPr/>
    </dgm:pt>
    <dgm:pt modelId="{5CE407D1-0D15-4CF5-A571-8211AA2B8684}" type="pres">
      <dgm:prSet presAssocID="{18A91463-F996-4D10-83B8-7C749653A50B}" presName="hierChild4" presStyleCnt="0"/>
      <dgm:spPr/>
    </dgm:pt>
    <dgm:pt modelId="{E57DECD1-85A3-42D6-864A-A7448133F58B}" type="pres">
      <dgm:prSet presAssocID="{18A91463-F996-4D10-83B8-7C749653A50B}" presName="hierChild5" presStyleCnt="0"/>
      <dgm:spPr/>
    </dgm:pt>
    <dgm:pt modelId="{F6F1930B-92E0-4C46-9E9D-F7113CA71755}" type="pres">
      <dgm:prSet presAssocID="{66E14362-48E9-4E18-B250-6B2BD1379DE7}" presName="hierChild5" presStyleCnt="0"/>
      <dgm:spPr/>
    </dgm:pt>
    <dgm:pt modelId="{7CDADF8E-8060-4D7B-8DD4-60105883538F}" type="pres">
      <dgm:prSet presAssocID="{035EB52E-5AC1-49CF-9EB7-A8F9ADD106E8}" presName="hierChild3" presStyleCnt="0"/>
      <dgm:spPr/>
    </dgm:pt>
    <dgm:pt modelId="{CD055072-A3DB-4EF9-AF69-B046565D3EED}" type="pres">
      <dgm:prSet presAssocID="{10FB62ED-854F-4359-BA0A-00BF327EB59C}" presName="hierRoot1" presStyleCnt="0">
        <dgm:presLayoutVars>
          <dgm:hierBranch val="init"/>
        </dgm:presLayoutVars>
      </dgm:prSet>
      <dgm:spPr/>
    </dgm:pt>
    <dgm:pt modelId="{BE4CA2C0-E3DF-4529-A6DF-7B1B38D2B423}" type="pres">
      <dgm:prSet presAssocID="{10FB62ED-854F-4359-BA0A-00BF327EB59C}" presName="rootComposite1" presStyleCnt="0"/>
      <dgm:spPr/>
    </dgm:pt>
    <dgm:pt modelId="{EB462189-587D-4CE6-BBC9-70BF67CD2D04}" type="pres">
      <dgm:prSet presAssocID="{10FB62ED-854F-4359-BA0A-00BF327EB59C}" presName="rootText1" presStyleLbl="node0" presStyleIdx="1" presStyleCnt="3">
        <dgm:presLayoutVars>
          <dgm:chPref val="3"/>
        </dgm:presLayoutVars>
      </dgm:prSet>
      <dgm:spPr/>
    </dgm:pt>
    <dgm:pt modelId="{6623D1AA-1827-48A2-B8A0-53902DCDBDEB}" type="pres">
      <dgm:prSet presAssocID="{10FB62ED-854F-4359-BA0A-00BF327EB59C}" presName="rootConnector1" presStyleLbl="node1" presStyleIdx="0" presStyleCnt="0"/>
      <dgm:spPr/>
    </dgm:pt>
    <dgm:pt modelId="{45498189-2C45-41BF-8771-90AB84BF8528}" type="pres">
      <dgm:prSet presAssocID="{10FB62ED-854F-4359-BA0A-00BF327EB59C}" presName="hierChild2" presStyleCnt="0"/>
      <dgm:spPr/>
    </dgm:pt>
    <dgm:pt modelId="{E1C7D80E-AFBB-4ECA-B5D3-9157C893F1D3}" type="pres">
      <dgm:prSet presAssocID="{A76A1F95-7BE4-4647-AA19-6862552A4B19}" presName="Name37" presStyleLbl="parChTrans1D2" presStyleIdx="2" presStyleCnt="6"/>
      <dgm:spPr/>
    </dgm:pt>
    <dgm:pt modelId="{BBCBEC57-AF14-412A-8514-86DF09029278}" type="pres">
      <dgm:prSet presAssocID="{318CE147-D75F-46C3-B61D-ABC5315E956C}" presName="hierRoot2" presStyleCnt="0">
        <dgm:presLayoutVars>
          <dgm:hierBranch val="init"/>
        </dgm:presLayoutVars>
      </dgm:prSet>
      <dgm:spPr/>
    </dgm:pt>
    <dgm:pt modelId="{93F724BA-4E21-4197-9E5A-AAFD09FF1281}" type="pres">
      <dgm:prSet presAssocID="{318CE147-D75F-46C3-B61D-ABC5315E956C}" presName="rootComposite" presStyleCnt="0"/>
      <dgm:spPr/>
    </dgm:pt>
    <dgm:pt modelId="{FFFA7D77-2E27-46ED-93F3-E83BFC10A71A}" type="pres">
      <dgm:prSet presAssocID="{318CE147-D75F-46C3-B61D-ABC5315E956C}" presName="rootText" presStyleLbl="node2" presStyleIdx="2" presStyleCnt="6">
        <dgm:presLayoutVars>
          <dgm:chPref val="3"/>
        </dgm:presLayoutVars>
      </dgm:prSet>
      <dgm:spPr/>
    </dgm:pt>
    <dgm:pt modelId="{08D36403-D8EE-4E5B-BA00-CE35D7F896C7}" type="pres">
      <dgm:prSet presAssocID="{318CE147-D75F-46C3-B61D-ABC5315E956C}" presName="rootConnector" presStyleLbl="node2" presStyleIdx="2" presStyleCnt="6"/>
      <dgm:spPr/>
    </dgm:pt>
    <dgm:pt modelId="{36AD8369-8C18-4F14-91DC-DA62514B903F}" type="pres">
      <dgm:prSet presAssocID="{318CE147-D75F-46C3-B61D-ABC5315E956C}" presName="hierChild4" presStyleCnt="0"/>
      <dgm:spPr/>
    </dgm:pt>
    <dgm:pt modelId="{995E7B53-22DE-46BA-9A0A-3EB8D9ED94A0}" type="pres">
      <dgm:prSet presAssocID="{192821F9-9AA6-42A0-A458-5EF6B2406D53}" presName="Name37" presStyleLbl="parChTrans1D3" presStyleIdx="4" presStyleCnt="14"/>
      <dgm:spPr/>
    </dgm:pt>
    <dgm:pt modelId="{7D193A65-8A67-49F1-B4E4-AF3789A778E7}" type="pres">
      <dgm:prSet presAssocID="{9C7C52A4-A263-473F-BCA8-BD4D85994CD6}" presName="hierRoot2" presStyleCnt="0">
        <dgm:presLayoutVars>
          <dgm:hierBranch val="init"/>
        </dgm:presLayoutVars>
      </dgm:prSet>
      <dgm:spPr/>
    </dgm:pt>
    <dgm:pt modelId="{76B3CFC1-77C5-4D0E-B42D-59728404D782}" type="pres">
      <dgm:prSet presAssocID="{9C7C52A4-A263-473F-BCA8-BD4D85994CD6}" presName="rootComposite" presStyleCnt="0"/>
      <dgm:spPr/>
    </dgm:pt>
    <dgm:pt modelId="{4A9EBA64-DF67-4B64-97F7-E527CFD0948C}" type="pres">
      <dgm:prSet presAssocID="{9C7C52A4-A263-473F-BCA8-BD4D85994CD6}" presName="rootText" presStyleLbl="node3" presStyleIdx="4" presStyleCnt="14">
        <dgm:presLayoutVars>
          <dgm:chPref val="3"/>
        </dgm:presLayoutVars>
      </dgm:prSet>
      <dgm:spPr/>
    </dgm:pt>
    <dgm:pt modelId="{DABD1CF6-625F-4BE2-94C0-A6BD9C46C7BF}" type="pres">
      <dgm:prSet presAssocID="{9C7C52A4-A263-473F-BCA8-BD4D85994CD6}" presName="rootConnector" presStyleLbl="node3" presStyleIdx="4" presStyleCnt="14"/>
      <dgm:spPr/>
    </dgm:pt>
    <dgm:pt modelId="{7CD43091-E467-44C7-852E-8403FCA9F783}" type="pres">
      <dgm:prSet presAssocID="{9C7C52A4-A263-473F-BCA8-BD4D85994CD6}" presName="hierChild4" presStyleCnt="0"/>
      <dgm:spPr/>
    </dgm:pt>
    <dgm:pt modelId="{EB086DF2-6ED8-40A1-B880-EFA5F6695CEF}" type="pres">
      <dgm:prSet presAssocID="{9C7C52A4-A263-473F-BCA8-BD4D85994CD6}" presName="hierChild5" presStyleCnt="0"/>
      <dgm:spPr/>
    </dgm:pt>
    <dgm:pt modelId="{17AB7742-FA42-4534-8E54-1283EA7C6B93}" type="pres">
      <dgm:prSet presAssocID="{318CE147-D75F-46C3-B61D-ABC5315E956C}" presName="hierChild5" presStyleCnt="0"/>
      <dgm:spPr/>
    </dgm:pt>
    <dgm:pt modelId="{C8806BC6-C7AE-4B4D-B2D1-FF86D4C0EBF5}" type="pres">
      <dgm:prSet presAssocID="{315B622C-308B-4A4E-8798-AA99F3CBA52A}" presName="Name37" presStyleLbl="parChTrans1D2" presStyleIdx="3" presStyleCnt="6"/>
      <dgm:spPr/>
    </dgm:pt>
    <dgm:pt modelId="{CF731A28-71D6-4D9A-A45D-68239D876C92}" type="pres">
      <dgm:prSet presAssocID="{188FDBE5-5950-46DD-9D3D-58520ACF0509}" presName="hierRoot2" presStyleCnt="0">
        <dgm:presLayoutVars>
          <dgm:hierBranch val="init"/>
        </dgm:presLayoutVars>
      </dgm:prSet>
      <dgm:spPr/>
    </dgm:pt>
    <dgm:pt modelId="{74E2C058-923A-470C-957B-08C6273347E4}" type="pres">
      <dgm:prSet presAssocID="{188FDBE5-5950-46DD-9D3D-58520ACF0509}" presName="rootComposite" presStyleCnt="0"/>
      <dgm:spPr/>
    </dgm:pt>
    <dgm:pt modelId="{53C0FBD0-35A7-43EF-9562-9F9950F8D6B6}" type="pres">
      <dgm:prSet presAssocID="{188FDBE5-5950-46DD-9D3D-58520ACF0509}" presName="rootText" presStyleLbl="node2" presStyleIdx="3" presStyleCnt="6">
        <dgm:presLayoutVars>
          <dgm:chPref val="3"/>
        </dgm:presLayoutVars>
      </dgm:prSet>
      <dgm:spPr/>
    </dgm:pt>
    <dgm:pt modelId="{B8B1E1D6-E932-4664-B3FF-D47B59793FA9}" type="pres">
      <dgm:prSet presAssocID="{188FDBE5-5950-46DD-9D3D-58520ACF0509}" presName="rootConnector" presStyleLbl="node2" presStyleIdx="3" presStyleCnt="6"/>
      <dgm:spPr/>
    </dgm:pt>
    <dgm:pt modelId="{7725F208-C6A5-4B4E-BF68-69FF0A5E14E6}" type="pres">
      <dgm:prSet presAssocID="{188FDBE5-5950-46DD-9D3D-58520ACF0509}" presName="hierChild4" presStyleCnt="0"/>
      <dgm:spPr/>
    </dgm:pt>
    <dgm:pt modelId="{BFE5E252-29D6-4337-AB8A-BF3D61C6CEB4}" type="pres">
      <dgm:prSet presAssocID="{4441EFAA-6991-4FE4-943A-16BA7B578F3B}" presName="Name37" presStyleLbl="parChTrans1D3" presStyleIdx="5" presStyleCnt="14"/>
      <dgm:spPr/>
    </dgm:pt>
    <dgm:pt modelId="{0F58DD75-75E0-4AE2-9D0D-7D987FDFB988}" type="pres">
      <dgm:prSet presAssocID="{16EABF18-2FBA-4409-BBBE-CD3552DB4BF1}" presName="hierRoot2" presStyleCnt="0">
        <dgm:presLayoutVars>
          <dgm:hierBranch val="init"/>
        </dgm:presLayoutVars>
      </dgm:prSet>
      <dgm:spPr/>
    </dgm:pt>
    <dgm:pt modelId="{C64ACFB1-0A79-4FD0-B1CC-B3CF87F23EBA}" type="pres">
      <dgm:prSet presAssocID="{16EABF18-2FBA-4409-BBBE-CD3552DB4BF1}" presName="rootComposite" presStyleCnt="0"/>
      <dgm:spPr/>
    </dgm:pt>
    <dgm:pt modelId="{CD682072-95D2-4E41-BD1D-079C6F096F60}" type="pres">
      <dgm:prSet presAssocID="{16EABF18-2FBA-4409-BBBE-CD3552DB4BF1}" presName="rootText" presStyleLbl="node3" presStyleIdx="5" presStyleCnt="14">
        <dgm:presLayoutVars>
          <dgm:chPref val="3"/>
        </dgm:presLayoutVars>
      </dgm:prSet>
      <dgm:spPr/>
    </dgm:pt>
    <dgm:pt modelId="{4F42239C-C029-4F53-AB5A-B59E1852494A}" type="pres">
      <dgm:prSet presAssocID="{16EABF18-2FBA-4409-BBBE-CD3552DB4BF1}" presName="rootConnector" presStyleLbl="node3" presStyleIdx="5" presStyleCnt="14"/>
      <dgm:spPr/>
    </dgm:pt>
    <dgm:pt modelId="{7609BC3A-A7C3-4463-A189-FF24E5F60205}" type="pres">
      <dgm:prSet presAssocID="{16EABF18-2FBA-4409-BBBE-CD3552DB4BF1}" presName="hierChild4" presStyleCnt="0"/>
      <dgm:spPr/>
    </dgm:pt>
    <dgm:pt modelId="{5F326C6C-5D2C-4A19-8602-F415493662C3}" type="pres">
      <dgm:prSet presAssocID="{16EABF18-2FBA-4409-BBBE-CD3552DB4BF1}" presName="hierChild5" presStyleCnt="0"/>
      <dgm:spPr/>
    </dgm:pt>
    <dgm:pt modelId="{C1ED8634-9096-4005-BDB6-2C11E0ECA336}" type="pres">
      <dgm:prSet presAssocID="{423ED28B-82E0-4039-8C62-5412C4002525}" presName="Name37" presStyleLbl="parChTrans1D3" presStyleIdx="6" presStyleCnt="14"/>
      <dgm:spPr/>
    </dgm:pt>
    <dgm:pt modelId="{BE36CD00-7CC3-4BF7-92B7-E2A97DE62519}" type="pres">
      <dgm:prSet presAssocID="{836AABEF-3E52-4CF4-9362-D7FA8AE3E825}" presName="hierRoot2" presStyleCnt="0">
        <dgm:presLayoutVars>
          <dgm:hierBranch val="init"/>
        </dgm:presLayoutVars>
      </dgm:prSet>
      <dgm:spPr/>
    </dgm:pt>
    <dgm:pt modelId="{23F3AF49-0F55-43A0-8C9F-3349B100F520}" type="pres">
      <dgm:prSet presAssocID="{836AABEF-3E52-4CF4-9362-D7FA8AE3E825}" presName="rootComposite" presStyleCnt="0"/>
      <dgm:spPr/>
    </dgm:pt>
    <dgm:pt modelId="{CA5CF04C-0DC8-440E-BD06-BEB339C8BEA0}" type="pres">
      <dgm:prSet presAssocID="{836AABEF-3E52-4CF4-9362-D7FA8AE3E825}" presName="rootText" presStyleLbl="node3" presStyleIdx="6" presStyleCnt="14">
        <dgm:presLayoutVars>
          <dgm:chPref val="3"/>
        </dgm:presLayoutVars>
      </dgm:prSet>
      <dgm:spPr/>
    </dgm:pt>
    <dgm:pt modelId="{6C6B000C-77C7-4045-9683-70A095E95C7F}" type="pres">
      <dgm:prSet presAssocID="{836AABEF-3E52-4CF4-9362-D7FA8AE3E825}" presName="rootConnector" presStyleLbl="node3" presStyleIdx="6" presStyleCnt="14"/>
      <dgm:spPr/>
    </dgm:pt>
    <dgm:pt modelId="{FD0F1775-0C28-4A8E-B653-F180D6ED6D13}" type="pres">
      <dgm:prSet presAssocID="{836AABEF-3E52-4CF4-9362-D7FA8AE3E825}" presName="hierChild4" presStyleCnt="0"/>
      <dgm:spPr/>
    </dgm:pt>
    <dgm:pt modelId="{2E481F6A-86D8-41B1-B8E3-0FB39FBDD36A}" type="pres">
      <dgm:prSet presAssocID="{836AABEF-3E52-4CF4-9362-D7FA8AE3E825}" presName="hierChild5" presStyleCnt="0"/>
      <dgm:spPr/>
    </dgm:pt>
    <dgm:pt modelId="{6809B57A-4421-4DD6-9363-A632B134372C}" type="pres">
      <dgm:prSet presAssocID="{8466CB3A-4854-4720-B587-BCA690DFCBAB}" presName="Name37" presStyleLbl="parChTrans1D3" presStyleIdx="7" presStyleCnt="14"/>
      <dgm:spPr/>
    </dgm:pt>
    <dgm:pt modelId="{5CBEE2B7-A5B8-4722-AF48-88ECF4EAC201}" type="pres">
      <dgm:prSet presAssocID="{C35ACB6C-BEF3-42F3-B9E0-4C06D625901F}" presName="hierRoot2" presStyleCnt="0">
        <dgm:presLayoutVars>
          <dgm:hierBranch val="init"/>
        </dgm:presLayoutVars>
      </dgm:prSet>
      <dgm:spPr/>
    </dgm:pt>
    <dgm:pt modelId="{12FC140C-4069-4685-AD34-B650AB8264C8}" type="pres">
      <dgm:prSet presAssocID="{C35ACB6C-BEF3-42F3-B9E0-4C06D625901F}" presName="rootComposite" presStyleCnt="0"/>
      <dgm:spPr/>
    </dgm:pt>
    <dgm:pt modelId="{303A3878-E8C1-407E-B949-E5C21022C4C7}" type="pres">
      <dgm:prSet presAssocID="{C35ACB6C-BEF3-42F3-B9E0-4C06D625901F}" presName="rootText" presStyleLbl="node3" presStyleIdx="7" presStyleCnt="14">
        <dgm:presLayoutVars>
          <dgm:chPref val="3"/>
        </dgm:presLayoutVars>
      </dgm:prSet>
      <dgm:spPr/>
    </dgm:pt>
    <dgm:pt modelId="{0BE27C1B-3A4D-4193-85AF-E701B4B2608C}" type="pres">
      <dgm:prSet presAssocID="{C35ACB6C-BEF3-42F3-B9E0-4C06D625901F}" presName="rootConnector" presStyleLbl="node3" presStyleIdx="7" presStyleCnt="14"/>
      <dgm:spPr/>
    </dgm:pt>
    <dgm:pt modelId="{84A711FC-4D83-4AE2-9631-0A785EBEE81B}" type="pres">
      <dgm:prSet presAssocID="{C35ACB6C-BEF3-42F3-B9E0-4C06D625901F}" presName="hierChild4" presStyleCnt="0"/>
      <dgm:spPr/>
    </dgm:pt>
    <dgm:pt modelId="{A4C2596C-214B-41C5-91DE-FF19CC631CEC}" type="pres">
      <dgm:prSet presAssocID="{C35ACB6C-BEF3-42F3-B9E0-4C06D625901F}" presName="hierChild5" presStyleCnt="0"/>
      <dgm:spPr/>
    </dgm:pt>
    <dgm:pt modelId="{A61A83A0-FDCB-4B3D-A907-A5CEEB20B0AB}" type="pres">
      <dgm:prSet presAssocID="{53B129F5-B37B-46C0-9DC2-49952ADE3EA5}" presName="Name37" presStyleLbl="parChTrans1D3" presStyleIdx="8" presStyleCnt="14"/>
      <dgm:spPr/>
    </dgm:pt>
    <dgm:pt modelId="{EF98C999-2BF8-405A-BC6A-11F8B7E157D9}" type="pres">
      <dgm:prSet presAssocID="{AC4D16EA-DD9E-4EBF-AFC6-8ED6B8306E29}" presName="hierRoot2" presStyleCnt="0">
        <dgm:presLayoutVars>
          <dgm:hierBranch val="init"/>
        </dgm:presLayoutVars>
      </dgm:prSet>
      <dgm:spPr/>
    </dgm:pt>
    <dgm:pt modelId="{5A932D25-70DE-49D1-9DF7-4791F327DF72}" type="pres">
      <dgm:prSet presAssocID="{AC4D16EA-DD9E-4EBF-AFC6-8ED6B8306E29}" presName="rootComposite" presStyleCnt="0"/>
      <dgm:spPr/>
    </dgm:pt>
    <dgm:pt modelId="{7D055DE0-256B-4ECB-A151-7D18522DF04E}" type="pres">
      <dgm:prSet presAssocID="{AC4D16EA-DD9E-4EBF-AFC6-8ED6B8306E29}" presName="rootText" presStyleLbl="node3" presStyleIdx="8" presStyleCnt="14">
        <dgm:presLayoutVars>
          <dgm:chPref val="3"/>
        </dgm:presLayoutVars>
      </dgm:prSet>
      <dgm:spPr/>
    </dgm:pt>
    <dgm:pt modelId="{FCE62E7B-A7D7-48C1-9317-69090593E391}" type="pres">
      <dgm:prSet presAssocID="{AC4D16EA-DD9E-4EBF-AFC6-8ED6B8306E29}" presName="rootConnector" presStyleLbl="node3" presStyleIdx="8" presStyleCnt="14"/>
      <dgm:spPr/>
    </dgm:pt>
    <dgm:pt modelId="{3E8ADE0E-C694-481A-B77F-9CE23F306113}" type="pres">
      <dgm:prSet presAssocID="{AC4D16EA-DD9E-4EBF-AFC6-8ED6B8306E29}" presName="hierChild4" presStyleCnt="0"/>
      <dgm:spPr/>
    </dgm:pt>
    <dgm:pt modelId="{DED3879C-FF5E-4691-B020-E3089C62AC8C}" type="pres">
      <dgm:prSet presAssocID="{AC4D16EA-DD9E-4EBF-AFC6-8ED6B8306E29}" presName="hierChild5" presStyleCnt="0"/>
      <dgm:spPr/>
    </dgm:pt>
    <dgm:pt modelId="{26573E38-065D-4A93-9AD7-7DF69E031C56}" type="pres">
      <dgm:prSet presAssocID="{D5AAA40E-1F9D-4A1F-A231-08DBDEE34E85}" presName="Name37" presStyleLbl="parChTrans1D3" presStyleIdx="9" presStyleCnt="14"/>
      <dgm:spPr/>
    </dgm:pt>
    <dgm:pt modelId="{E4FAFF86-318E-4A45-A6DA-8E3FE5ECCA6D}" type="pres">
      <dgm:prSet presAssocID="{C26D741E-6649-4192-AB70-399078A5D1DE}" presName="hierRoot2" presStyleCnt="0">
        <dgm:presLayoutVars>
          <dgm:hierBranch val="init"/>
        </dgm:presLayoutVars>
      </dgm:prSet>
      <dgm:spPr/>
    </dgm:pt>
    <dgm:pt modelId="{F52BC7FC-956D-4E3F-9E97-B8D90C4729DD}" type="pres">
      <dgm:prSet presAssocID="{C26D741E-6649-4192-AB70-399078A5D1DE}" presName="rootComposite" presStyleCnt="0"/>
      <dgm:spPr/>
    </dgm:pt>
    <dgm:pt modelId="{E4175947-6AD3-4441-AD04-E8516784BDE2}" type="pres">
      <dgm:prSet presAssocID="{C26D741E-6649-4192-AB70-399078A5D1DE}" presName="rootText" presStyleLbl="node3" presStyleIdx="9" presStyleCnt="14">
        <dgm:presLayoutVars>
          <dgm:chPref val="3"/>
        </dgm:presLayoutVars>
      </dgm:prSet>
      <dgm:spPr/>
    </dgm:pt>
    <dgm:pt modelId="{4DB1597D-DE73-498F-8785-C5FA1B67F1C3}" type="pres">
      <dgm:prSet presAssocID="{C26D741E-6649-4192-AB70-399078A5D1DE}" presName="rootConnector" presStyleLbl="node3" presStyleIdx="9" presStyleCnt="14"/>
      <dgm:spPr/>
    </dgm:pt>
    <dgm:pt modelId="{8DB0D61D-45C0-4D61-ADD3-883F34F91FBC}" type="pres">
      <dgm:prSet presAssocID="{C26D741E-6649-4192-AB70-399078A5D1DE}" presName="hierChild4" presStyleCnt="0"/>
      <dgm:spPr/>
    </dgm:pt>
    <dgm:pt modelId="{D8C10CEE-2659-4AA0-B082-647232171A8B}" type="pres">
      <dgm:prSet presAssocID="{C26D741E-6649-4192-AB70-399078A5D1DE}" presName="hierChild5" presStyleCnt="0"/>
      <dgm:spPr/>
    </dgm:pt>
    <dgm:pt modelId="{64AEE947-51C5-4855-9B49-40747EC0E649}" type="pres">
      <dgm:prSet presAssocID="{188FDBE5-5950-46DD-9D3D-58520ACF0509}" presName="hierChild5" presStyleCnt="0"/>
      <dgm:spPr/>
    </dgm:pt>
    <dgm:pt modelId="{95D509C3-E9E8-43BE-96F4-421F49EB0FAB}" type="pres">
      <dgm:prSet presAssocID="{10FB62ED-854F-4359-BA0A-00BF327EB59C}" presName="hierChild3" presStyleCnt="0"/>
      <dgm:spPr/>
    </dgm:pt>
    <dgm:pt modelId="{56A16E61-7443-43D7-B103-296C2BC38FD5}" type="pres">
      <dgm:prSet presAssocID="{6FE262BC-C65E-4F46-AF8C-870739795102}" presName="hierRoot1" presStyleCnt="0">
        <dgm:presLayoutVars>
          <dgm:hierBranch val="init"/>
        </dgm:presLayoutVars>
      </dgm:prSet>
      <dgm:spPr/>
    </dgm:pt>
    <dgm:pt modelId="{AD9485B4-266D-4617-9910-B2D952B4EC32}" type="pres">
      <dgm:prSet presAssocID="{6FE262BC-C65E-4F46-AF8C-870739795102}" presName="rootComposite1" presStyleCnt="0"/>
      <dgm:spPr/>
    </dgm:pt>
    <dgm:pt modelId="{C7A25642-FEE3-4FDC-9792-AC91B89442C2}" type="pres">
      <dgm:prSet presAssocID="{6FE262BC-C65E-4F46-AF8C-870739795102}" presName="rootText1" presStyleLbl="node0" presStyleIdx="2" presStyleCnt="3">
        <dgm:presLayoutVars>
          <dgm:chPref val="3"/>
        </dgm:presLayoutVars>
      </dgm:prSet>
      <dgm:spPr/>
    </dgm:pt>
    <dgm:pt modelId="{280B1132-02CB-44E0-96E0-8BDA82556481}" type="pres">
      <dgm:prSet presAssocID="{6FE262BC-C65E-4F46-AF8C-870739795102}" presName="rootConnector1" presStyleLbl="node1" presStyleIdx="0" presStyleCnt="0"/>
      <dgm:spPr/>
    </dgm:pt>
    <dgm:pt modelId="{46C69006-EA91-42D7-B3B7-521B7D8A1059}" type="pres">
      <dgm:prSet presAssocID="{6FE262BC-C65E-4F46-AF8C-870739795102}" presName="hierChild2" presStyleCnt="0"/>
      <dgm:spPr/>
    </dgm:pt>
    <dgm:pt modelId="{6043FA08-57B5-46E5-BAA4-76A73AF63ECE}" type="pres">
      <dgm:prSet presAssocID="{E8BB5BDB-BAEA-478D-910F-89AA6F35A05A}" presName="Name37" presStyleLbl="parChTrans1D2" presStyleIdx="4" presStyleCnt="6"/>
      <dgm:spPr/>
    </dgm:pt>
    <dgm:pt modelId="{D796F811-0D28-443B-B527-365D1B78F757}" type="pres">
      <dgm:prSet presAssocID="{F3D453D3-2E5C-429C-AAA3-D6F83D6E4619}" presName="hierRoot2" presStyleCnt="0">
        <dgm:presLayoutVars>
          <dgm:hierBranch val="init"/>
        </dgm:presLayoutVars>
      </dgm:prSet>
      <dgm:spPr/>
    </dgm:pt>
    <dgm:pt modelId="{2337800E-FAEC-4AC6-AF5A-9D632B7AECBD}" type="pres">
      <dgm:prSet presAssocID="{F3D453D3-2E5C-429C-AAA3-D6F83D6E4619}" presName="rootComposite" presStyleCnt="0"/>
      <dgm:spPr/>
    </dgm:pt>
    <dgm:pt modelId="{043E1EC7-8D99-40B3-BD71-6DAC3F953ADF}" type="pres">
      <dgm:prSet presAssocID="{F3D453D3-2E5C-429C-AAA3-D6F83D6E4619}" presName="rootText" presStyleLbl="node2" presStyleIdx="4" presStyleCnt="6">
        <dgm:presLayoutVars>
          <dgm:chPref val="3"/>
        </dgm:presLayoutVars>
      </dgm:prSet>
      <dgm:spPr/>
    </dgm:pt>
    <dgm:pt modelId="{C1A50273-711D-4CC1-8D83-CB405E9E4DF8}" type="pres">
      <dgm:prSet presAssocID="{F3D453D3-2E5C-429C-AAA3-D6F83D6E4619}" presName="rootConnector" presStyleLbl="node2" presStyleIdx="4" presStyleCnt="6"/>
      <dgm:spPr/>
    </dgm:pt>
    <dgm:pt modelId="{8A1324DD-7366-4D50-AA7F-587257F206B9}" type="pres">
      <dgm:prSet presAssocID="{F3D453D3-2E5C-429C-AAA3-D6F83D6E4619}" presName="hierChild4" presStyleCnt="0"/>
      <dgm:spPr/>
    </dgm:pt>
    <dgm:pt modelId="{1AB4E619-BADA-4BA7-9722-0E02C5E952F7}" type="pres">
      <dgm:prSet presAssocID="{F3D453D3-2E5C-429C-AAA3-D6F83D6E4619}" presName="hierChild5" presStyleCnt="0"/>
      <dgm:spPr/>
    </dgm:pt>
    <dgm:pt modelId="{D434EF21-C616-4E8D-BB17-C68C31E758B3}" type="pres">
      <dgm:prSet presAssocID="{7AB36D04-7A04-402D-8A75-DAEEFCA46088}" presName="Name37" presStyleLbl="parChTrans1D2" presStyleIdx="5" presStyleCnt="6"/>
      <dgm:spPr/>
    </dgm:pt>
    <dgm:pt modelId="{6240F9B3-9490-4C39-A06A-7051FA56A645}" type="pres">
      <dgm:prSet presAssocID="{9745EE2A-64D8-441B-9092-16FF094F77DC}" presName="hierRoot2" presStyleCnt="0">
        <dgm:presLayoutVars>
          <dgm:hierBranch val="init"/>
        </dgm:presLayoutVars>
      </dgm:prSet>
      <dgm:spPr/>
    </dgm:pt>
    <dgm:pt modelId="{92E15885-5D03-4179-9CE9-7F6AA66474BE}" type="pres">
      <dgm:prSet presAssocID="{9745EE2A-64D8-441B-9092-16FF094F77DC}" presName="rootComposite" presStyleCnt="0"/>
      <dgm:spPr/>
    </dgm:pt>
    <dgm:pt modelId="{88344AE2-D9B7-4B7B-8965-A5DE9611322F}" type="pres">
      <dgm:prSet presAssocID="{9745EE2A-64D8-441B-9092-16FF094F77DC}" presName="rootText" presStyleLbl="node2" presStyleIdx="5" presStyleCnt="6">
        <dgm:presLayoutVars>
          <dgm:chPref val="3"/>
        </dgm:presLayoutVars>
      </dgm:prSet>
      <dgm:spPr/>
    </dgm:pt>
    <dgm:pt modelId="{917AC66D-C825-4456-B2F0-DBC5AD40B55C}" type="pres">
      <dgm:prSet presAssocID="{9745EE2A-64D8-441B-9092-16FF094F77DC}" presName="rootConnector" presStyleLbl="node2" presStyleIdx="5" presStyleCnt="6"/>
      <dgm:spPr/>
    </dgm:pt>
    <dgm:pt modelId="{7A8BC53A-CC91-4B6E-9CCC-3615EFCC87FE}" type="pres">
      <dgm:prSet presAssocID="{9745EE2A-64D8-441B-9092-16FF094F77DC}" presName="hierChild4" presStyleCnt="0"/>
      <dgm:spPr/>
    </dgm:pt>
    <dgm:pt modelId="{A36BB6D9-6066-4CA5-98C6-D49A7908A743}" type="pres">
      <dgm:prSet presAssocID="{AEDF3098-DF0D-43F8-B37A-33400468694C}" presName="Name37" presStyleLbl="parChTrans1D3" presStyleIdx="10" presStyleCnt="14"/>
      <dgm:spPr/>
    </dgm:pt>
    <dgm:pt modelId="{C62E90CB-C75F-439C-873B-E10F387ABFF3}" type="pres">
      <dgm:prSet presAssocID="{D93B9850-6D30-4EB6-8E04-C26AC420CB2D}" presName="hierRoot2" presStyleCnt="0">
        <dgm:presLayoutVars>
          <dgm:hierBranch val="init"/>
        </dgm:presLayoutVars>
      </dgm:prSet>
      <dgm:spPr/>
    </dgm:pt>
    <dgm:pt modelId="{FE70603E-C5DD-4FF1-A331-F966E1CAB28D}" type="pres">
      <dgm:prSet presAssocID="{D93B9850-6D30-4EB6-8E04-C26AC420CB2D}" presName="rootComposite" presStyleCnt="0"/>
      <dgm:spPr/>
    </dgm:pt>
    <dgm:pt modelId="{51DDC4DD-2233-4EC2-8432-F3CE37D22693}" type="pres">
      <dgm:prSet presAssocID="{D93B9850-6D30-4EB6-8E04-C26AC420CB2D}" presName="rootText" presStyleLbl="node3" presStyleIdx="10" presStyleCnt="14">
        <dgm:presLayoutVars>
          <dgm:chPref val="3"/>
        </dgm:presLayoutVars>
      </dgm:prSet>
      <dgm:spPr/>
    </dgm:pt>
    <dgm:pt modelId="{F7A1D6D5-6A31-45D1-A0B2-6A3B09415310}" type="pres">
      <dgm:prSet presAssocID="{D93B9850-6D30-4EB6-8E04-C26AC420CB2D}" presName="rootConnector" presStyleLbl="node3" presStyleIdx="10" presStyleCnt="14"/>
      <dgm:spPr/>
    </dgm:pt>
    <dgm:pt modelId="{1B5964FD-61DB-4D79-8C7C-F88225B4B560}" type="pres">
      <dgm:prSet presAssocID="{D93B9850-6D30-4EB6-8E04-C26AC420CB2D}" presName="hierChild4" presStyleCnt="0"/>
      <dgm:spPr/>
    </dgm:pt>
    <dgm:pt modelId="{880435D9-1C07-4B74-A3B1-EF4AA4EF681C}" type="pres">
      <dgm:prSet presAssocID="{D93B9850-6D30-4EB6-8E04-C26AC420CB2D}" presName="hierChild5" presStyleCnt="0"/>
      <dgm:spPr/>
    </dgm:pt>
    <dgm:pt modelId="{4E5B379E-55AE-40FD-9D1A-4CBADE9E473A}" type="pres">
      <dgm:prSet presAssocID="{E8325F24-469D-4CA3-B948-5C5698E1EA30}" presName="Name37" presStyleLbl="parChTrans1D3" presStyleIdx="11" presStyleCnt="14"/>
      <dgm:spPr/>
    </dgm:pt>
    <dgm:pt modelId="{BC0DA2D8-5616-44D1-99B6-4825E6D4F299}" type="pres">
      <dgm:prSet presAssocID="{D86069D3-B0F6-4F98-8B77-5109E6974A4E}" presName="hierRoot2" presStyleCnt="0">
        <dgm:presLayoutVars>
          <dgm:hierBranch val="init"/>
        </dgm:presLayoutVars>
      </dgm:prSet>
      <dgm:spPr/>
    </dgm:pt>
    <dgm:pt modelId="{B36E4EE8-4968-4E34-B247-20174E7B030F}" type="pres">
      <dgm:prSet presAssocID="{D86069D3-B0F6-4F98-8B77-5109E6974A4E}" presName="rootComposite" presStyleCnt="0"/>
      <dgm:spPr/>
    </dgm:pt>
    <dgm:pt modelId="{741C8EAF-4A57-4A1C-9BD1-B7821900395C}" type="pres">
      <dgm:prSet presAssocID="{D86069D3-B0F6-4F98-8B77-5109E6974A4E}" presName="rootText" presStyleLbl="node3" presStyleIdx="11" presStyleCnt="14">
        <dgm:presLayoutVars>
          <dgm:chPref val="3"/>
        </dgm:presLayoutVars>
      </dgm:prSet>
      <dgm:spPr/>
    </dgm:pt>
    <dgm:pt modelId="{D267F784-A944-4A3D-98B9-81645B81D4BC}" type="pres">
      <dgm:prSet presAssocID="{D86069D3-B0F6-4F98-8B77-5109E6974A4E}" presName="rootConnector" presStyleLbl="node3" presStyleIdx="11" presStyleCnt="14"/>
      <dgm:spPr/>
    </dgm:pt>
    <dgm:pt modelId="{09FE1871-9E77-477E-80EF-FA9AE908E90A}" type="pres">
      <dgm:prSet presAssocID="{D86069D3-B0F6-4F98-8B77-5109E6974A4E}" presName="hierChild4" presStyleCnt="0"/>
      <dgm:spPr/>
    </dgm:pt>
    <dgm:pt modelId="{B108380F-8641-4203-946C-577C6075F69E}" type="pres">
      <dgm:prSet presAssocID="{D86069D3-B0F6-4F98-8B77-5109E6974A4E}" presName="hierChild5" presStyleCnt="0"/>
      <dgm:spPr/>
    </dgm:pt>
    <dgm:pt modelId="{09276649-46E7-4C5F-93ED-1A740A648EB8}" type="pres">
      <dgm:prSet presAssocID="{25B3EC0F-4F8D-4020-A092-B3FCFAED5F50}" presName="Name37" presStyleLbl="parChTrans1D3" presStyleIdx="12" presStyleCnt="14"/>
      <dgm:spPr/>
    </dgm:pt>
    <dgm:pt modelId="{803796D7-1A5F-4F7C-9CDC-22BBB87F3AD1}" type="pres">
      <dgm:prSet presAssocID="{BFFDE52C-4963-49F9-A3AF-6C0CE669373D}" presName="hierRoot2" presStyleCnt="0">
        <dgm:presLayoutVars>
          <dgm:hierBranch val="init"/>
        </dgm:presLayoutVars>
      </dgm:prSet>
      <dgm:spPr/>
    </dgm:pt>
    <dgm:pt modelId="{51555EEC-7115-4766-A841-AB0833910A7D}" type="pres">
      <dgm:prSet presAssocID="{BFFDE52C-4963-49F9-A3AF-6C0CE669373D}" presName="rootComposite" presStyleCnt="0"/>
      <dgm:spPr/>
    </dgm:pt>
    <dgm:pt modelId="{4CB19732-B11C-4BBF-BA31-1B6851DE7343}" type="pres">
      <dgm:prSet presAssocID="{BFFDE52C-4963-49F9-A3AF-6C0CE669373D}" presName="rootText" presStyleLbl="node3" presStyleIdx="12" presStyleCnt="14">
        <dgm:presLayoutVars>
          <dgm:chPref val="3"/>
        </dgm:presLayoutVars>
      </dgm:prSet>
      <dgm:spPr/>
    </dgm:pt>
    <dgm:pt modelId="{AA81C2C4-48C1-4F98-ABE4-2E11D8B29C64}" type="pres">
      <dgm:prSet presAssocID="{BFFDE52C-4963-49F9-A3AF-6C0CE669373D}" presName="rootConnector" presStyleLbl="node3" presStyleIdx="12" presStyleCnt="14"/>
      <dgm:spPr/>
    </dgm:pt>
    <dgm:pt modelId="{A277478F-B971-41CF-90B8-A7874C072A3F}" type="pres">
      <dgm:prSet presAssocID="{BFFDE52C-4963-49F9-A3AF-6C0CE669373D}" presName="hierChild4" presStyleCnt="0"/>
      <dgm:spPr/>
    </dgm:pt>
    <dgm:pt modelId="{77A61F79-D330-4774-A64F-3A3548FBA556}" type="pres">
      <dgm:prSet presAssocID="{BFFDE52C-4963-49F9-A3AF-6C0CE669373D}" presName="hierChild5" presStyleCnt="0"/>
      <dgm:spPr/>
    </dgm:pt>
    <dgm:pt modelId="{D509B284-4798-45EE-8739-FA16D3783980}" type="pres">
      <dgm:prSet presAssocID="{E47A657F-38F4-4117-935D-AE4E8549C8DE}" presName="Name37" presStyleLbl="parChTrans1D3" presStyleIdx="13" presStyleCnt="14"/>
      <dgm:spPr/>
    </dgm:pt>
    <dgm:pt modelId="{45AB86A8-88AB-4AC9-9165-A0E3E637425A}" type="pres">
      <dgm:prSet presAssocID="{78F8C105-352D-4278-876C-6F3760EE6DCE}" presName="hierRoot2" presStyleCnt="0">
        <dgm:presLayoutVars>
          <dgm:hierBranch val="init"/>
        </dgm:presLayoutVars>
      </dgm:prSet>
      <dgm:spPr/>
    </dgm:pt>
    <dgm:pt modelId="{F0B77A30-2417-4BBD-8CC2-B102866B1031}" type="pres">
      <dgm:prSet presAssocID="{78F8C105-352D-4278-876C-6F3760EE6DCE}" presName="rootComposite" presStyleCnt="0"/>
      <dgm:spPr/>
    </dgm:pt>
    <dgm:pt modelId="{0673C932-FF40-4DD7-B197-B24D255B169A}" type="pres">
      <dgm:prSet presAssocID="{78F8C105-352D-4278-876C-6F3760EE6DCE}" presName="rootText" presStyleLbl="node3" presStyleIdx="13" presStyleCnt="14">
        <dgm:presLayoutVars>
          <dgm:chPref val="3"/>
        </dgm:presLayoutVars>
      </dgm:prSet>
      <dgm:spPr/>
    </dgm:pt>
    <dgm:pt modelId="{52C2C95D-913E-4B01-92A1-A5659D6B58BD}" type="pres">
      <dgm:prSet presAssocID="{78F8C105-352D-4278-876C-6F3760EE6DCE}" presName="rootConnector" presStyleLbl="node3" presStyleIdx="13" presStyleCnt="14"/>
      <dgm:spPr/>
    </dgm:pt>
    <dgm:pt modelId="{20B872F5-F905-4FF7-AD0A-50D70BCA7889}" type="pres">
      <dgm:prSet presAssocID="{78F8C105-352D-4278-876C-6F3760EE6DCE}" presName="hierChild4" presStyleCnt="0"/>
      <dgm:spPr/>
    </dgm:pt>
    <dgm:pt modelId="{DC4BE5BB-8902-4D4F-AD03-DA8F03120E42}" type="pres">
      <dgm:prSet presAssocID="{78F8C105-352D-4278-876C-6F3760EE6DCE}" presName="hierChild5" presStyleCnt="0"/>
      <dgm:spPr/>
    </dgm:pt>
    <dgm:pt modelId="{9A912F06-187F-4DAA-B1D3-49618443EE56}" type="pres">
      <dgm:prSet presAssocID="{9745EE2A-64D8-441B-9092-16FF094F77DC}" presName="hierChild5" presStyleCnt="0"/>
      <dgm:spPr/>
    </dgm:pt>
    <dgm:pt modelId="{5EC7E608-7C4A-4A1C-9DA8-C1B173A75126}" type="pres">
      <dgm:prSet presAssocID="{6FE262BC-C65E-4F46-AF8C-870739795102}" presName="hierChild3" presStyleCnt="0"/>
      <dgm:spPr/>
    </dgm:pt>
  </dgm:ptLst>
  <dgm:cxnLst>
    <dgm:cxn modelId="{81EDA500-6562-4954-98CF-05F0B76103DC}" srcId="{BC093FFC-E4E4-403F-8140-3ABB2D103287}" destId="{3D1A30C6-CDB0-4A99-A2E9-07245E31553F}" srcOrd="0" destOrd="0" parTransId="{27149CF8-491A-4A29-859C-57C4F73996F5}" sibTransId="{AAA19FD5-AF4A-47C1-B15E-D0881FFF0973}"/>
    <dgm:cxn modelId="{AC27F407-FE84-4ACA-A94F-B455054B95EA}" type="presOf" srcId="{620006FD-C76E-45A1-88EA-8064AF98B047}" destId="{94A4996A-980C-44D9-9B87-508F2804B807}" srcOrd="0" destOrd="0" presId="urn:microsoft.com/office/officeart/2005/8/layout/orgChart1"/>
    <dgm:cxn modelId="{08D29D0D-0C7B-4C9D-BED4-E38A79DC9316}" type="presOf" srcId="{F3D453D3-2E5C-429C-AAA3-D6F83D6E4619}" destId="{043E1EC7-8D99-40B3-BD71-6DAC3F953ADF}" srcOrd="0" destOrd="0" presId="urn:microsoft.com/office/officeart/2005/8/layout/orgChart1"/>
    <dgm:cxn modelId="{C08CB30D-7F5A-4BA9-BA69-F6BDC6847BB6}" type="presOf" srcId="{192821F9-9AA6-42A0-A458-5EF6B2406D53}" destId="{995E7B53-22DE-46BA-9A0A-3EB8D9ED94A0}" srcOrd="0" destOrd="0" presId="urn:microsoft.com/office/officeart/2005/8/layout/orgChart1"/>
    <dgm:cxn modelId="{1F75220E-32C9-4DD8-9717-DBAE7246D389}" type="presOf" srcId="{318CE147-D75F-46C3-B61D-ABC5315E956C}" destId="{FFFA7D77-2E27-46ED-93F3-E83BFC10A71A}" srcOrd="0" destOrd="0" presId="urn:microsoft.com/office/officeart/2005/8/layout/orgChart1"/>
    <dgm:cxn modelId="{E062F70E-7CE0-4F8B-AFA8-003D854EE273}" type="presOf" srcId="{10FB62ED-854F-4359-BA0A-00BF327EB59C}" destId="{EB462189-587D-4CE6-BBC9-70BF67CD2D04}" srcOrd="0" destOrd="0" presId="urn:microsoft.com/office/officeart/2005/8/layout/orgChart1"/>
    <dgm:cxn modelId="{11BBAF16-2455-4B6B-BABA-26DAB9AEAE99}" srcId="{188FDBE5-5950-46DD-9D3D-58520ACF0509}" destId="{C26D741E-6649-4192-AB70-399078A5D1DE}" srcOrd="4" destOrd="0" parTransId="{D5AAA40E-1F9D-4A1F-A231-08DBDEE34E85}" sibTransId="{2155126D-5B00-4CF7-86A6-CE1195B2406E}"/>
    <dgm:cxn modelId="{5363F319-995C-4FF3-BB95-778E67DAB806}" type="presOf" srcId="{ED83E402-7924-450B-94C6-761A10F623A1}" destId="{F5843406-EBEB-41BB-8DED-BBD33712299D}" srcOrd="0" destOrd="0" presId="urn:microsoft.com/office/officeart/2005/8/layout/orgChart1"/>
    <dgm:cxn modelId="{1F645E1B-E4A1-4176-85F9-B19FC4869B97}" type="presOf" srcId="{10FB62ED-854F-4359-BA0A-00BF327EB59C}" destId="{6623D1AA-1827-48A2-B8A0-53902DCDBDEB}" srcOrd="1" destOrd="0" presId="urn:microsoft.com/office/officeart/2005/8/layout/orgChart1"/>
    <dgm:cxn modelId="{DB76601B-8819-469B-AB9D-82A53ECF7533}" type="presOf" srcId="{188FDBE5-5950-46DD-9D3D-58520ACF0509}" destId="{B8B1E1D6-E932-4664-B3FF-D47B59793FA9}" srcOrd="1" destOrd="0" presId="urn:microsoft.com/office/officeart/2005/8/layout/orgChart1"/>
    <dgm:cxn modelId="{1B3AC81B-7F8F-4F22-BFAF-C797CE6BE781}" srcId="{66E14362-48E9-4E18-B250-6B2BD1379DE7}" destId="{ED83E402-7924-450B-94C6-761A10F623A1}" srcOrd="0" destOrd="0" parTransId="{20CEA171-F571-471D-A9B3-4F613679B459}" sibTransId="{D0EF676B-9EF0-4DB4-9289-4BF2F2265D31}"/>
    <dgm:cxn modelId="{B4CBA51D-DBAD-41FD-A033-9E37728CE42E}" type="presOf" srcId="{C26D741E-6649-4192-AB70-399078A5D1DE}" destId="{4DB1597D-DE73-498F-8785-C5FA1B67F1C3}" srcOrd="1" destOrd="0" presId="urn:microsoft.com/office/officeart/2005/8/layout/orgChart1"/>
    <dgm:cxn modelId="{6DFF491E-3239-44D4-A438-2C6CA08CBB4B}" type="presOf" srcId="{20CEA171-F571-471D-A9B3-4F613679B459}" destId="{D4204D7C-BA45-416B-B132-BB94B0AD85F2}" srcOrd="0" destOrd="0" presId="urn:microsoft.com/office/officeart/2005/8/layout/orgChart1"/>
    <dgm:cxn modelId="{2A5E5425-94E3-4B7D-B3CA-F3321857FD9B}" type="presOf" srcId="{DA2139AB-40CA-423E-BC0A-788AD3C4D6DC}" destId="{EA33E4B3-3EBE-4F3F-AE58-67582FB0FB09}" srcOrd="0" destOrd="0" presId="urn:microsoft.com/office/officeart/2005/8/layout/orgChart1"/>
    <dgm:cxn modelId="{822AE729-AC0B-40D2-94C6-6B4FC744B158}" type="presOf" srcId="{E8325F24-469D-4CA3-B948-5C5698E1EA30}" destId="{4E5B379E-55AE-40FD-9D1A-4CBADE9E473A}" srcOrd="0" destOrd="0" presId="urn:microsoft.com/office/officeart/2005/8/layout/orgChart1"/>
    <dgm:cxn modelId="{CD76572B-544F-414B-80A2-6A05A45B12B0}" type="presOf" srcId="{AEDF3098-DF0D-43F8-B37A-33400468694C}" destId="{A36BB6D9-6066-4CA5-98C6-D49A7908A743}" srcOrd="0" destOrd="0" presId="urn:microsoft.com/office/officeart/2005/8/layout/orgChart1"/>
    <dgm:cxn modelId="{B60B582B-5C6C-4B43-BE39-85256F3DE945}" srcId="{6FE262BC-C65E-4F46-AF8C-870739795102}" destId="{9745EE2A-64D8-441B-9092-16FF094F77DC}" srcOrd="1" destOrd="0" parTransId="{7AB36D04-7A04-402D-8A75-DAEEFCA46088}" sibTransId="{929CF3E4-F643-492B-ADD0-2B90FC5D2C14}"/>
    <dgm:cxn modelId="{BF905F2C-9F4F-4720-A941-3EAD79FD2D52}" type="presOf" srcId="{8C1C50C1-56F8-489B-BAB7-2B699FAF06A7}" destId="{6282FC97-73AF-4897-A31C-82785EC6A254}" srcOrd="0" destOrd="0" presId="urn:microsoft.com/office/officeart/2005/8/layout/orgChart1"/>
    <dgm:cxn modelId="{B92E1D2D-37D2-4BC2-8AA2-9A7E4AB15238}" type="presOf" srcId="{D86069D3-B0F6-4F98-8B77-5109E6974A4E}" destId="{741C8EAF-4A57-4A1C-9BD1-B7821900395C}" srcOrd="0" destOrd="0" presId="urn:microsoft.com/office/officeart/2005/8/layout/orgChart1"/>
    <dgm:cxn modelId="{24E6952D-45C6-4363-8D26-78952E8B500A}" srcId="{188FDBE5-5950-46DD-9D3D-58520ACF0509}" destId="{C35ACB6C-BEF3-42F3-B9E0-4C06D625901F}" srcOrd="2" destOrd="0" parTransId="{8466CB3A-4854-4720-B587-BCA690DFCBAB}" sibTransId="{FAC87AA1-6542-4F0A-8316-5A7344AFBD72}"/>
    <dgm:cxn modelId="{9078AE2F-D5BF-4B7A-8F9E-A7CD18840228}" type="presOf" srcId="{78F8C105-352D-4278-876C-6F3760EE6DCE}" destId="{0673C932-FF40-4DD7-B197-B24D255B169A}" srcOrd="0" destOrd="0" presId="urn:microsoft.com/office/officeart/2005/8/layout/orgChart1"/>
    <dgm:cxn modelId="{9FDFC930-B637-4761-B0FD-8927449681D6}" type="presOf" srcId="{3D1A30C6-CDB0-4A99-A2E9-07245E31553F}" destId="{6EDD3814-6F4B-4372-BC4B-896505F0C3C0}" srcOrd="0" destOrd="0" presId="urn:microsoft.com/office/officeart/2005/8/layout/orgChart1"/>
    <dgm:cxn modelId="{E8164A31-1D46-4319-A26C-CF7DA1169929}" type="presOf" srcId="{6FE262BC-C65E-4F46-AF8C-870739795102}" destId="{C7A25642-FEE3-4FDC-9792-AC91B89442C2}" srcOrd="0" destOrd="0" presId="urn:microsoft.com/office/officeart/2005/8/layout/orgChart1"/>
    <dgm:cxn modelId="{855DA135-B96B-4A36-BA07-292C0C3088F6}" type="presOf" srcId="{E8BB5BDB-BAEA-478D-910F-89AA6F35A05A}" destId="{6043FA08-57B5-46E5-BAA4-76A73AF63ECE}" srcOrd="0" destOrd="0" presId="urn:microsoft.com/office/officeart/2005/8/layout/orgChart1"/>
    <dgm:cxn modelId="{079FC33D-F5CA-4624-9BCE-18DAA3B7ADAA}" srcId="{58A32D7F-26CA-4AA4-BB87-DF790C7D4A45}" destId="{10FB62ED-854F-4359-BA0A-00BF327EB59C}" srcOrd="1" destOrd="0" parTransId="{F65A2D40-81E1-425E-9F5A-B392D52699A6}" sibTransId="{318AB2B9-6E19-42FB-BF56-8C6D6C54E51D}"/>
    <dgm:cxn modelId="{482CC53D-9353-4CBE-9EFD-47C78EC8991F}" type="presOf" srcId="{9C7C52A4-A263-473F-BCA8-BD4D85994CD6}" destId="{4A9EBA64-DF67-4B64-97F7-E527CFD0948C}" srcOrd="0" destOrd="0" presId="urn:microsoft.com/office/officeart/2005/8/layout/orgChart1"/>
    <dgm:cxn modelId="{5F84515B-7E10-4E62-8436-7B07CD68E6B4}" type="presOf" srcId="{ED83E402-7924-450B-94C6-761A10F623A1}" destId="{406C4D02-C135-4423-8C88-C7EFCBC72FE3}" srcOrd="1" destOrd="0" presId="urn:microsoft.com/office/officeart/2005/8/layout/orgChart1"/>
    <dgm:cxn modelId="{9539125F-C22A-418F-9CF9-A2E9516879EF}" type="presOf" srcId="{836AABEF-3E52-4CF4-9362-D7FA8AE3E825}" destId="{6C6B000C-77C7-4045-9683-70A095E95C7F}" srcOrd="1" destOrd="0" presId="urn:microsoft.com/office/officeart/2005/8/layout/orgChart1"/>
    <dgm:cxn modelId="{861D2863-B557-4DE2-977A-2B19FEA37BB9}" type="presOf" srcId="{C35ACB6C-BEF3-42F3-B9E0-4C06D625901F}" destId="{303A3878-E8C1-407E-B949-E5C21022C4C7}" srcOrd="0" destOrd="0" presId="urn:microsoft.com/office/officeart/2005/8/layout/orgChart1"/>
    <dgm:cxn modelId="{ECD16667-2F9B-474F-BBD0-EFBC45A4AAF8}" type="presOf" srcId="{318CE147-D75F-46C3-B61D-ABC5315E956C}" destId="{08D36403-D8EE-4E5B-BA00-CE35D7F896C7}" srcOrd="1" destOrd="0" presId="urn:microsoft.com/office/officeart/2005/8/layout/orgChart1"/>
    <dgm:cxn modelId="{6ABE4768-1FF6-4D26-ABB3-A27ACC7B6D2B}" type="presOf" srcId="{423ED28B-82E0-4039-8C62-5412C4002525}" destId="{C1ED8634-9096-4005-BDB6-2C11E0ECA336}" srcOrd="0" destOrd="0" presId="urn:microsoft.com/office/officeart/2005/8/layout/orgChart1"/>
    <dgm:cxn modelId="{A1F8B269-B7FD-488A-9A9E-9E6AB6AF2103}" type="presOf" srcId="{18A91463-F996-4D10-83B8-7C749653A50B}" destId="{EFB851B9-DFFE-49CF-90AE-5357875E0C17}" srcOrd="1" destOrd="0" presId="urn:microsoft.com/office/officeart/2005/8/layout/orgChart1"/>
    <dgm:cxn modelId="{EF8F984B-EE20-485F-9C4B-FEE919B4E91B}" type="presOf" srcId="{F52A010E-B400-4027-80E9-5013DC4B330C}" destId="{E9959A5B-4F04-42DC-97B8-6F13FDEE5843}" srcOrd="0" destOrd="0" presId="urn:microsoft.com/office/officeart/2005/8/layout/orgChart1"/>
    <dgm:cxn modelId="{F653DE6C-E3EF-4A1D-AD12-00617A70AB3B}" srcId="{188FDBE5-5950-46DD-9D3D-58520ACF0509}" destId="{AC4D16EA-DD9E-4EBF-AFC6-8ED6B8306E29}" srcOrd="3" destOrd="0" parTransId="{53B129F5-B37B-46C0-9DC2-49952ADE3EA5}" sibTransId="{5F76DEC8-729A-4A0C-87C8-63B799C84271}"/>
    <dgm:cxn modelId="{C07A6C4D-2B48-4CE8-B0DB-206B82F39D76}" type="presOf" srcId="{9C7C52A4-A263-473F-BCA8-BD4D85994CD6}" destId="{DABD1CF6-625F-4BE2-94C0-A6BD9C46C7BF}" srcOrd="1" destOrd="0" presId="urn:microsoft.com/office/officeart/2005/8/layout/orgChart1"/>
    <dgm:cxn modelId="{976F446E-9A61-4BF9-AC23-EB47ECDF7080}" srcId="{188FDBE5-5950-46DD-9D3D-58520ACF0509}" destId="{16EABF18-2FBA-4409-BBBE-CD3552DB4BF1}" srcOrd="0" destOrd="0" parTransId="{4441EFAA-6991-4FE4-943A-16BA7B578F3B}" sibTransId="{97C16300-F85C-4B9F-91D4-D02DC54DA388}"/>
    <dgm:cxn modelId="{754D0B6F-EB20-4028-AAD1-688562D12CB0}" type="presOf" srcId="{9745EE2A-64D8-441B-9092-16FF094F77DC}" destId="{917AC66D-C825-4456-B2F0-DBC5AD40B55C}" srcOrd="1" destOrd="0" presId="urn:microsoft.com/office/officeart/2005/8/layout/orgChart1"/>
    <dgm:cxn modelId="{08CD3551-A814-4545-BB59-6A0101101CB2}" type="presOf" srcId="{D93B9850-6D30-4EB6-8E04-C26AC420CB2D}" destId="{F7A1D6D5-6A31-45D1-A0B2-6A3B09415310}" srcOrd="1" destOrd="0" presId="urn:microsoft.com/office/officeart/2005/8/layout/orgChart1"/>
    <dgm:cxn modelId="{83FFE854-C973-4EBC-A5DA-A5FF95844B1B}" srcId="{9745EE2A-64D8-441B-9092-16FF094F77DC}" destId="{BFFDE52C-4963-49F9-A3AF-6C0CE669373D}" srcOrd="2" destOrd="0" parTransId="{25B3EC0F-4F8D-4020-A092-B3FCFAED5F50}" sibTransId="{11C22D9B-4031-4DB2-A238-7F41C7EE0AEE}"/>
    <dgm:cxn modelId="{553CD775-7504-4545-B8B1-4F87CAC75CAB}" type="presOf" srcId="{F52A010E-B400-4027-80E9-5013DC4B330C}" destId="{DD834AB9-3C7B-4A06-8922-2A134C01507D}" srcOrd="1" destOrd="0" presId="urn:microsoft.com/office/officeart/2005/8/layout/orgChart1"/>
    <dgm:cxn modelId="{F1473C57-A3A7-40FE-A91D-52D01EE651F7}" srcId="{318CE147-D75F-46C3-B61D-ABC5315E956C}" destId="{9C7C52A4-A263-473F-BCA8-BD4D85994CD6}" srcOrd="0" destOrd="0" parTransId="{192821F9-9AA6-42A0-A458-5EF6B2406D53}" sibTransId="{0B4496C3-E572-40CA-B1C8-436FA1391690}"/>
    <dgm:cxn modelId="{2B53DA77-5C1E-4FD3-8585-97265A61C519}" type="presOf" srcId="{18A91463-F996-4D10-83B8-7C749653A50B}" destId="{F6C2C369-40B4-4EE8-BE68-91FDC384CD33}" srcOrd="0" destOrd="0" presId="urn:microsoft.com/office/officeart/2005/8/layout/orgChart1"/>
    <dgm:cxn modelId="{7BFD6A7D-8718-45D6-A228-D1203A6F2691}" type="presOf" srcId="{F3D453D3-2E5C-429C-AAA3-D6F83D6E4619}" destId="{C1A50273-711D-4CC1-8D83-CB405E9E4DF8}" srcOrd="1" destOrd="0" presId="urn:microsoft.com/office/officeart/2005/8/layout/orgChart1"/>
    <dgm:cxn modelId="{C538C982-35B2-4B37-8569-B0FAB1B80B3A}" type="presOf" srcId="{78F8C105-352D-4278-876C-6F3760EE6DCE}" destId="{52C2C95D-913E-4B01-92A1-A5659D6B58BD}" srcOrd="1" destOrd="0" presId="urn:microsoft.com/office/officeart/2005/8/layout/orgChart1"/>
    <dgm:cxn modelId="{466F2C87-0D4D-468D-ABC2-C897A0CF7AED}" type="presOf" srcId="{BC093FFC-E4E4-403F-8140-3ABB2D103287}" destId="{E3A912B1-9DF4-4DC9-A2AE-37726DCC6854}" srcOrd="0" destOrd="0" presId="urn:microsoft.com/office/officeart/2005/8/layout/orgChart1"/>
    <dgm:cxn modelId="{9043AE87-8BC0-4D21-9DE8-25371780C3C5}" srcId="{9745EE2A-64D8-441B-9092-16FF094F77DC}" destId="{D86069D3-B0F6-4F98-8B77-5109E6974A4E}" srcOrd="1" destOrd="0" parTransId="{E8325F24-469D-4CA3-B948-5C5698E1EA30}" sibTransId="{059EC6F8-5B65-4470-9EE0-9C7B2D70129A}"/>
    <dgm:cxn modelId="{38F69098-5D20-4C5C-B0C1-2FAE9217AE2F}" type="presOf" srcId="{3D1A30C6-CDB0-4A99-A2E9-07245E31553F}" destId="{6267E87B-B64F-4554-8D59-BEBF7A9089D7}" srcOrd="1" destOrd="0" presId="urn:microsoft.com/office/officeart/2005/8/layout/orgChart1"/>
    <dgm:cxn modelId="{7DEFC099-B108-495D-9D58-3DDF8572E528}" type="presOf" srcId="{035EB52E-5AC1-49CF-9EB7-A8F9ADD106E8}" destId="{4243B924-88C2-40E8-B834-547C6E3F7DA3}" srcOrd="0" destOrd="0" presId="urn:microsoft.com/office/officeart/2005/8/layout/orgChart1"/>
    <dgm:cxn modelId="{5BC4319C-730B-46D1-A122-BCAAE95D4E9F}" type="presOf" srcId="{188FDBE5-5950-46DD-9D3D-58520ACF0509}" destId="{53C0FBD0-35A7-43EF-9562-9F9950F8D6B6}" srcOrd="0" destOrd="0" presId="urn:microsoft.com/office/officeart/2005/8/layout/orgChart1"/>
    <dgm:cxn modelId="{2353FA9E-D0B8-4834-BEFE-A59D98C7384F}" type="presOf" srcId="{836AABEF-3E52-4CF4-9362-D7FA8AE3E825}" destId="{CA5CF04C-0DC8-440E-BD06-BEB339C8BEA0}" srcOrd="0" destOrd="0" presId="urn:microsoft.com/office/officeart/2005/8/layout/orgChart1"/>
    <dgm:cxn modelId="{13A23FA5-3577-41CF-A863-8D7A18415E0F}" srcId="{6FE262BC-C65E-4F46-AF8C-870739795102}" destId="{F3D453D3-2E5C-429C-AAA3-D6F83D6E4619}" srcOrd="0" destOrd="0" parTransId="{E8BB5BDB-BAEA-478D-910F-89AA6F35A05A}" sibTransId="{D49F3799-11A7-4360-AE6D-C4B714FC0D5B}"/>
    <dgm:cxn modelId="{5F3131A9-1EA8-45F9-8C61-63A46B837646}" type="presOf" srcId="{035EB52E-5AC1-49CF-9EB7-A8F9ADD106E8}" destId="{C78C116B-E982-47C3-9874-48D98B9FA493}" srcOrd="1" destOrd="0" presId="urn:microsoft.com/office/officeart/2005/8/layout/orgChart1"/>
    <dgm:cxn modelId="{26CFABAC-D584-4563-86B0-C99825A60200}" srcId="{10FB62ED-854F-4359-BA0A-00BF327EB59C}" destId="{318CE147-D75F-46C3-B61D-ABC5315E956C}" srcOrd="0" destOrd="0" parTransId="{A76A1F95-7BE4-4647-AA19-6862552A4B19}" sibTransId="{44CA8E16-EB3F-4E19-B9F1-FBAFB95FDB2F}"/>
    <dgm:cxn modelId="{8DC5A9AD-2CE8-47D8-A345-5B3E2F40E8BE}" type="presOf" srcId="{27149CF8-491A-4A29-859C-57C4F73996F5}" destId="{378EFF0D-9234-4472-BFF9-A3C7DE44C286}" srcOrd="0" destOrd="0" presId="urn:microsoft.com/office/officeart/2005/8/layout/orgChart1"/>
    <dgm:cxn modelId="{8083B1AF-5CB0-4155-816E-1F785A2EE8B4}" type="presOf" srcId="{D5AAA40E-1F9D-4A1F-A231-08DBDEE34E85}" destId="{26573E38-065D-4A93-9AD7-7DF69E031C56}" srcOrd="0" destOrd="0" presId="urn:microsoft.com/office/officeart/2005/8/layout/orgChart1"/>
    <dgm:cxn modelId="{C25F7CB2-CD57-491E-B5E8-F282853AFA1F}" type="presOf" srcId="{7AB36D04-7A04-402D-8A75-DAEEFCA46088}" destId="{D434EF21-C616-4E8D-BB17-C68C31E758B3}" srcOrd="0" destOrd="0" presId="urn:microsoft.com/office/officeart/2005/8/layout/orgChart1"/>
    <dgm:cxn modelId="{BF2382B4-65C0-4DDB-B849-1D620F37F4A5}" type="presOf" srcId="{315B622C-308B-4A4E-8798-AA99F3CBA52A}" destId="{C8806BC6-C7AE-4B4D-B2D1-FF86D4C0EBF5}" srcOrd="0" destOrd="0" presId="urn:microsoft.com/office/officeart/2005/8/layout/orgChart1"/>
    <dgm:cxn modelId="{D7A530B7-13E7-4D4B-AAC1-C8DDE8C726EB}" type="presOf" srcId="{D86069D3-B0F6-4F98-8B77-5109E6974A4E}" destId="{D267F784-A944-4A3D-98B9-81645B81D4BC}" srcOrd="1" destOrd="0" presId="urn:microsoft.com/office/officeart/2005/8/layout/orgChart1"/>
    <dgm:cxn modelId="{500113B9-A2C4-4A05-A23B-9C9138945153}" srcId="{58A32D7F-26CA-4AA4-BB87-DF790C7D4A45}" destId="{035EB52E-5AC1-49CF-9EB7-A8F9ADD106E8}" srcOrd="0" destOrd="0" parTransId="{C16859C7-2906-48E4-A4D8-C121D8FFEE26}" sibTransId="{8E667DDA-9E48-4630-94F2-D977A625F2F3}"/>
    <dgm:cxn modelId="{1FD459BA-7162-481A-BB7A-75A2D55A29DE}" type="presOf" srcId="{66E14362-48E9-4E18-B250-6B2BD1379DE7}" destId="{3174D1F3-2D97-465B-BB40-26BE3ECE0E4E}" srcOrd="0" destOrd="0" presId="urn:microsoft.com/office/officeart/2005/8/layout/orgChart1"/>
    <dgm:cxn modelId="{858F2CC1-EB39-4195-B46F-DF49A83496B7}" type="presOf" srcId="{53B129F5-B37B-46C0-9DC2-49952ADE3EA5}" destId="{A61A83A0-FDCB-4B3D-A907-A5CEEB20B0AB}" srcOrd="0" destOrd="0" presId="urn:microsoft.com/office/officeart/2005/8/layout/orgChart1"/>
    <dgm:cxn modelId="{D915CCC1-7CD2-4AF9-9228-F17E468D6A2A}" type="presOf" srcId="{C35ACB6C-BEF3-42F3-B9E0-4C06D625901F}" destId="{0BE27C1B-3A4D-4193-85AF-E701B4B2608C}" srcOrd="1" destOrd="0" presId="urn:microsoft.com/office/officeart/2005/8/layout/orgChart1"/>
    <dgm:cxn modelId="{6F045FC8-0C17-4A2F-B7C0-A7872E2B7DCF}" type="presOf" srcId="{16EABF18-2FBA-4409-BBBE-CD3552DB4BF1}" destId="{CD682072-95D2-4E41-BD1D-079C6F096F60}" srcOrd="0" destOrd="0" presId="urn:microsoft.com/office/officeart/2005/8/layout/orgChart1"/>
    <dgm:cxn modelId="{27AA45C8-8D09-4D9A-907A-4196E5F4B15A}" type="presOf" srcId="{C26D741E-6649-4192-AB70-399078A5D1DE}" destId="{E4175947-6AD3-4441-AD04-E8516784BDE2}" srcOrd="0" destOrd="0" presId="urn:microsoft.com/office/officeart/2005/8/layout/orgChart1"/>
    <dgm:cxn modelId="{36AFA5C9-6F5F-499D-9136-55ACC0DEE610}" type="presOf" srcId="{9745EE2A-64D8-441B-9092-16FF094F77DC}" destId="{88344AE2-D9B7-4B7B-8965-A5DE9611322F}" srcOrd="0" destOrd="0" presId="urn:microsoft.com/office/officeart/2005/8/layout/orgChart1"/>
    <dgm:cxn modelId="{3C6C55CE-7D89-41E9-BEBA-8CFF5D60D0A2}" type="presOf" srcId="{E47A657F-38F4-4117-935D-AE4E8549C8DE}" destId="{D509B284-4798-45EE-8739-FA16D3783980}" srcOrd="0" destOrd="0" presId="urn:microsoft.com/office/officeart/2005/8/layout/orgChart1"/>
    <dgm:cxn modelId="{5A9AF0CF-7AFA-4CF7-8DED-FC13C2F220FD}" type="presOf" srcId="{AC4D16EA-DD9E-4EBF-AFC6-8ED6B8306E29}" destId="{7D055DE0-256B-4ECB-A151-7D18522DF04E}" srcOrd="0" destOrd="0" presId="urn:microsoft.com/office/officeart/2005/8/layout/orgChart1"/>
    <dgm:cxn modelId="{EC9289D0-8150-471F-9ECC-5E3709374908}" type="presOf" srcId="{6FE262BC-C65E-4F46-AF8C-870739795102}" destId="{280B1132-02CB-44E0-96E0-8BDA82556481}" srcOrd="1" destOrd="0" presId="urn:microsoft.com/office/officeart/2005/8/layout/orgChart1"/>
    <dgm:cxn modelId="{28CE30D3-8F1F-45A2-85E1-0B160244673D}" type="presOf" srcId="{7A059CCD-27E1-4601-A4DB-A01A57117DB0}" destId="{B194E752-051D-4392-A831-868FCFC10F16}" srcOrd="0" destOrd="0" presId="urn:microsoft.com/office/officeart/2005/8/layout/orgChart1"/>
    <dgm:cxn modelId="{447271D4-4B8B-4DC7-B961-908A11435616}" type="presOf" srcId="{66E14362-48E9-4E18-B250-6B2BD1379DE7}" destId="{0CD73657-B211-4BEE-AE8D-4C622668E68F}" srcOrd="1" destOrd="0" presId="urn:microsoft.com/office/officeart/2005/8/layout/orgChart1"/>
    <dgm:cxn modelId="{CB2678D7-0B48-470A-91D5-0899C06C0DB2}" type="presOf" srcId="{4441EFAA-6991-4FE4-943A-16BA7B578F3B}" destId="{BFE5E252-29D6-4337-AB8A-BF3D61C6CEB4}" srcOrd="0" destOrd="0" presId="urn:microsoft.com/office/officeart/2005/8/layout/orgChart1"/>
    <dgm:cxn modelId="{2DEEF0D7-D3A6-4124-8C8F-79ABBB45C790}" type="presOf" srcId="{58A32D7F-26CA-4AA4-BB87-DF790C7D4A45}" destId="{3C5534E3-104C-4235-B2E0-07546D6C8541}" srcOrd="0" destOrd="0" presId="urn:microsoft.com/office/officeart/2005/8/layout/orgChart1"/>
    <dgm:cxn modelId="{3D69B6D8-A239-4B6C-943E-5A51BEA9B205}" type="presOf" srcId="{8466CB3A-4854-4720-B587-BCA690DFCBAB}" destId="{6809B57A-4421-4DD6-9363-A632B134372C}" srcOrd="0" destOrd="0" presId="urn:microsoft.com/office/officeart/2005/8/layout/orgChart1"/>
    <dgm:cxn modelId="{C1A063DA-6F3A-4701-9B1B-53A1053AA578}" srcId="{66E14362-48E9-4E18-B250-6B2BD1379DE7}" destId="{18A91463-F996-4D10-83B8-7C749653A50B}" srcOrd="2" destOrd="0" parTransId="{7A059CCD-27E1-4601-A4DB-A01A57117DB0}" sibTransId="{109A09C8-2C90-4CCC-AEFD-FA46A495E563}"/>
    <dgm:cxn modelId="{6951B0DC-9D12-4485-BA5B-470211DB21DB}" srcId="{9745EE2A-64D8-441B-9092-16FF094F77DC}" destId="{78F8C105-352D-4278-876C-6F3760EE6DCE}" srcOrd="3" destOrd="0" parTransId="{E47A657F-38F4-4117-935D-AE4E8549C8DE}" sibTransId="{00A555BB-E5D8-4E56-8FC1-4F43C68A665C}"/>
    <dgm:cxn modelId="{1721FFDE-9F6F-4E73-A69C-A9D6AACFF59B}" type="presOf" srcId="{BFFDE52C-4963-49F9-A3AF-6C0CE669373D}" destId="{AA81C2C4-48C1-4F98-ABE4-2E11D8B29C64}" srcOrd="1" destOrd="0" presId="urn:microsoft.com/office/officeart/2005/8/layout/orgChart1"/>
    <dgm:cxn modelId="{D1846DE0-0796-4319-A2AA-58387A261FB6}" srcId="{035EB52E-5AC1-49CF-9EB7-A8F9ADD106E8}" destId="{BC093FFC-E4E4-403F-8140-3ABB2D103287}" srcOrd="0" destOrd="0" parTransId="{620006FD-C76E-45A1-88EA-8064AF98B047}" sibTransId="{EA3B0B18-F0AC-42B7-A378-59F69917BB31}"/>
    <dgm:cxn modelId="{533906E2-ABA5-40B9-A4AA-61EEDF038EE9}" srcId="{035EB52E-5AC1-49CF-9EB7-A8F9ADD106E8}" destId="{66E14362-48E9-4E18-B250-6B2BD1379DE7}" srcOrd="1" destOrd="0" parTransId="{8C1C50C1-56F8-489B-BAB7-2B699FAF06A7}" sibTransId="{C717E91D-78F7-4156-994E-DE4DF97C96EE}"/>
    <dgm:cxn modelId="{FD1AA8E9-CDDE-47A9-A127-10E19D061294}" type="presOf" srcId="{25B3EC0F-4F8D-4020-A092-B3FCFAED5F50}" destId="{09276649-46E7-4C5F-93ED-1A740A648EB8}" srcOrd="0" destOrd="0" presId="urn:microsoft.com/office/officeart/2005/8/layout/orgChart1"/>
    <dgm:cxn modelId="{F5E95AEA-C3F1-4BAE-AD6F-167D32E20705}" srcId="{188FDBE5-5950-46DD-9D3D-58520ACF0509}" destId="{836AABEF-3E52-4CF4-9362-D7FA8AE3E825}" srcOrd="1" destOrd="0" parTransId="{423ED28B-82E0-4039-8C62-5412C4002525}" sibTransId="{163387B5-0C36-45F4-B009-E9E520CA7D97}"/>
    <dgm:cxn modelId="{AAEBDDEA-A7D7-44AE-B3AE-4BB6B1D0557D}" srcId="{58A32D7F-26CA-4AA4-BB87-DF790C7D4A45}" destId="{6FE262BC-C65E-4F46-AF8C-870739795102}" srcOrd="2" destOrd="0" parTransId="{C50A526D-3CCC-4FA0-B5AD-9FE38C0A20E9}" sibTransId="{273B2FB3-E190-45E0-BCBB-1ADA57A70117}"/>
    <dgm:cxn modelId="{974FFEEA-0710-4F9C-8E7F-D54D20354351}" type="presOf" srcId="{AC4D16EA-DD9E-4EBF-AFC6-8ED6B8306E29}" destId="{FCE62E7B-A7D7-48C1-9317-69090593E391}" srcOrd="1" destOrd="0" presId="urn:microsoft.com/office/officeart/2005/8/layout/orgChart1"/>
    <dgm:cxn modelId="{30B380EB-9125-4287-85BD-CE415A67BE39}" type="presOf" srcId="{16EABF18-2FBA-4409-BBBE-CD3552DB4BF1}" destId="{4F42239C-C029-4F53-AB5A-B59E1852494A}" srcOrd="1" destOrd="0" presId="urn:microsoft.com/office/officeart/2005/8/layout/orgChart1"/>
    <dgm:cxn modelId="{8626E6EF-0C35-45CD-8B3C-30364F1486E8}" type="presOf" srcId="{A76A1F95-7BE4-4647-AA19-6862552A4B19}" destId="{E1C7D80E-AFBB-4ECA-B5D3-9157C893F1D3}" srcOrd="0" destOrd="0" presId="urn:microsoft.com/office/officeart/2005/8/layout/orgChart1"/>
    <dgm:cxn modelId="{192170F2-64A4-4398-818E-FD254CE7AE82}" type="presOf" srcId="{BC093FFC-E4E4-403F-8140-3ABB2D103287}" destId="{F90EE7EB-C70B-4FF1-A1F5-859560462E27}" srcOrd="1" destOrd="0" presId="urn:microsoft.com/office/officeart/2005/8/layout/orgChart1"/>
    <dgm:cxn modelId="{A0C284F4-230C-41FB-855B-62F4558A110E}" type="presOf" srcId="{D93B9850-6D30-4EB6-8E04-C26AC420CB2D}" destId="{51DDC4DD-2233-4EC2-8432-F3CE37D22693}" srcOrd="0" destOrd="0" presId="urn:microsoft.com/office/officeart/2005/8/layout/orgChart1"/>
    <dgm:cxn modelId="{6288C6F5-0296-4F8D-9DFD-F6CD8C145DBD}" srcId="{66E14362-48E9-4E18-B250-6B2BD1379DE7}" destId="{F52A010E-B400-4027-80E9-5013DC4B330C}" srcOrd="1" destOrd="0" parTransId="{DA2139AB-40CA-423E-BC0A-788AD3C4D6DC}" sibTransId="{39E354F9-273D-49FF-9C38-AD2F9B6BA059}"/>
    <dgm:cxn modelId="{FF31FFFB-F44E-4F87-8866-31FAE1797EFB}" srcId="{9745EE2A-64D8-441B-9092-16FF094F77DC}" destId="{D93B9850-6D30-4EB6-8E04-C26AC420CB2D}" srcOrd="0" destOrd="0" parTransId="{AEDF3098-DF0D-43F8-B37A-33400468694C}" sibTransId="{72DD75D2-188F-4862-8FA8-E05CC6D43C86}"/>
    <dgm:cxn modelId="{E555BCFC-72D1-485A-8235-E3EC559273B1}" type="presOf" srcId="{BFFDE52C-4963-49F9-A3AF-6C0CE669373D}" destId="{4CB19732-B11C-4BBF-BA31-1B6851DE7343}" srcOrd="0" destOrd="0" presId="urn:microsoft.com/office/officeart/2005/8/layout/orgChart1"/>
    <dgm:cxn modelId="{609EE9FC-1774-41CB-8157-813E91EF394D}" srcId="{10FB62ED-854F-4359-BA0A-00BF327EB59C}" destId="{188FDBE5-5950-46DD-9D3D-58520ACF0509}" srcOrd="1" destOrd="0" parTransId="{315B622C-308B-4A4E-8798-AA99F3CBA52A}" sibTransId="{249FB43B-4829-4C51-AE40-C9871BD2DA02}"/>
    <dgm:cxn modelId="{BA51C6B6-6B19-4350-B6C6-F1BE8DB32944}" type="presParOf" srcId="{3C5534E3-104C-4235-B2E0-07546D6C8541}" destId="{D071E63B-DF7B-4F06-BBB1-3E854D1FFED2}" srcOrd="0" destOrd="0" presId="urn:microsoft.com/office/officeart/2005/8/layout/orgChart1"/>
    <dgm:cxn modelId="{BECAA047-A2FD-4BDF-B927-570392629CFC}" type="presParOf" srcId="{D071E63B-DF7B-4F06-BBB1-3E854D1FFED2}" destId="{66A38520-C00D-4D02-8DE4-F44F9960126E}" srcOrd="0" destOrd="0" presId="urn:microsoft.com/office/officeart/2005/8/layout/orgChart1"/>
    <dgm:cxn modelId="{5A621A38-FEF8-4452-A895-6C902324F6C5}" type="presParOf" srcId="{66A38520-C00D-4D02-8DE4-F44F9960126E}" destId="{4243B924-88C2-40E8-B834-547C6E3F7DA3}" srcOrd="0" destOrd="0" presId="urn:microsoft.com/office/officeart/2005/8/layout/orgChart1"/>
    <dgm:cxn modelId="{574D79E4-1F96-4D4A-9390-557BF31EE07B}" type="presParOf" srcId="{66A38520-C00D-4D02-8DE4-F44F9960126E}" destId="{C78C116B-E982-47C3-9874-48D98B9FA493}" srcOrd="1" destOrd="0" presId="urn:microsoft.com/office/officeart/2005/8/layout/orgChart1"/>
    <dgm:cxn modelId="{0471BBEA-8965-4858-A53B-506051CA6E8A}" type="presParOf" srcId="{D071E63B-DF7B-4F06-BBB1-3E854D1FFED2}" destId="{E0E43C4D-676D-47DF-96FD-3768343518F5}" srcOrd="1" destOrd="0" presId="urn:microsoft.com/office/officeart/2005/8/layout/orgChart1"/>
    <dgm:cxn modelId="{24242E4A-ECF0-4C73-B0D2-E25975EDF300}" type="presParOf" srcId="{E0E43C4D-676D-47DF-96FD-3768343518F5}" destId="{94A4996A-980C-44D9-9B87-508F2804B807}" srcOrd="0" destOrd="0" presId="urn:microsoft.com/office/officeart/2005/8/layout/orgChart1"/>
    <dgm:cxn modelId="{D92EBB74-6593-46C4-82A9-3C1573B1A45C}" type="presParOf" srcId="{E0E43C4D-676D-47DF-96FD-3768343518F5}" destId="{0E0E46B9-186C-4B7E-B33D-0A41EE5131F1}" srcOrd="1" destOrd="0" presId="urn:microsoft.com/office/officeart/2005/8/layout/orgChart1"/>
    <dgm:cxn modelId="{0CE1E657-7635-45A5-9839-52DBBB47F562}" type="presParOf" srcId="{0E0E46B9-186C-4B7E-B33D-0A41EE5131F1}" destId="{A22916FB-2EAD-4A85-8125-F649D5A678DF}" srcOrd="0" destOrd="0" presId="urn:microsoft.com/office/officeart/2005/8/layout/orgChart1"/>
    <dgm:cxn modelId="{3B76DF57-6247-4A5C-BF08-E9CC57AEBFFE}" type="presParOf" srcId="{A22916FB-2EAD-4A85-8125-F649D5A678DF}" destId="{E3A912B1-9DF4-4DC9-A2AE-37726DCC6854}" srcOrd="0" destOrd="0" presId="urn:microsoft.com/office/officeart/2005/8/layout/orgChart1"/>
    <dgm:cxn modelId="{B25DF0FE-F2C5-46DF-BD9E-B74A38213125}" type="presParOf" srcId="{A22916FB-2EAD-4A85-8125-F649D5A678DF}" destId="{F90EE7EB-C70B-4FF1-A1F5-859560462E27}" srcOrd="1" destOrd="0" presId="urn:microsoft.com/office/officeart/2005/8/layout/orgChart1"/>
    <dgm:cxn modelId="{570AA391-7E01-40AD-8D31-DDF494F18FB1}" type="presParOf" srcId="{0E0E46B9-186C-4B7E-B33D-0A41EE5131F1}" destId="{32CC61AF-3D4A-4493-B5CB-1782092F36D3}" srcOrd="1" destOrd="0" presId="urn:microsoft.com/office/officeart/2005/8/layout/orgChart1"/>
    <dgm:cxn modelId="{23BBBE7B-F53B-42A5-A553-A30D727C791F}" type="presParOf" srcId="{32CC61AF-3D4A-4493-B5CB-1782092F36D3}" destId="{378EFF0D-9234-4472-BFF9-A3C7DE44C286}" srcOrd="0" destOrd="0" presId="urn:microsoft.com/office/officeart/2005/8/layout/orgChart1"/>
    <dgm:cxn modelId="{588946B9-EA4B-4C0B-B91B-1016654090FA}" type="presParOf" srcId="{32CC61AF-3D4A-4493-B5CB-1782092F36D3}" destId="{5BF2F6A9-8417-4CCC-BCF4-0E01B147F1E0}" srcOrd="1" destOrd="0" presId="urn:microsoft.com/office/officeart/2005/8/layout/orgChart1"/>
    <dgm:cxn modelId="{7B315AC2-D7F7-4CCB-A5C5-8C48211ACE11}" type="presParOf" srcId="{5BF2F6A9-8417-4CCC-BCF4-0E01B147F1E0}" destId="{EC7EFFDC-21E7-44B9-90B4-C6D872821322}" srcOrd="0" destOrd="0" presId="urn:microsoft.com/office/officeart/2005/8/layout/orgChart1"/>
    <dgm:cxn modelId="{71E6CA1F-AB60-414E-BF0B-86487358606D}" type="presParOf" srcId="{EC7EFFDC-21E7-44B9-90B4-C6D872821322}" destId="{6EDD3814-6F4B-4372-BC4B-896505F0C3C0}" srcOrd="0" destOrd="0" presId="urn:microsoft.com/office/officeart/2005/8/layout/orgChart1"/>
    <dgm:cxn modelId="{50C30CF6-FBF7-4C44-9A05-BE2580DA10D2}" type="presParOf" srcId="{EC7EFFDC-21E7-44B9-90B4-C6D872821322}" destId="{6267E87B-B64F-4554-8D59-BEBF7A9089D7}" srcOrd="1" destOrd="0" presId="urn:microsoft.com/office/officeart/2005/8/layout/orgChart1"/>
    <dgm:cxn modelId="{E929B071-8A29-443F-BD4D-5FB025CA597C}" type="presParOf" srcId="{5BF2F6A9-8417-4CCC-BCF4-0E01B147F1E0}" destId="{35C725D7-E476-4D3F-8008-A48F6E57B0FB}" srcOrd="1" destOrd="0" presId="urn:microsoft.com/office/officeart/2005/8/layout/orgChart1"/>
    <dgm:cxn modelId="{85F153F8-4E88-443C-8498-6E89E2952FF7}" type="presParOf" srcId="{5BF2F6A9-8417-4CCC-BCF4-0E01B147F1E0}" destId="{374CB52B-F53A-4BF0-ACA0-B6AC35BFBF0C}" srcOrd="2" destOrd="0" presId="urn:microsoft.com/office/officeart/2005/8/layout/orgChart1"/>
    <dgm:cxn modelId="{045B8EEC-3C0A-4315-8E1E-538C6E8DB15E}" type="presParOf" srcId="{0E0E46B9-186C-4B7E-B33D-0A41EE5131F1}" destId="{1556EB70-07F7-4B5D-82C0-71641C7A977D}" srcOrd="2" destOrd="0" presId="urn:microsoft.com/office/officeart/2005/8/layout/orgChart1"/>
    <dgm:cxn modelId="{E63CF6E9-BBB7-46B3-9523-04C0C9F0D9EF}" type="presParOf" srcId="{E0E43C4D-676D-47DF-96FD-3768343518F5}" destId="{6282FC97-73AF-4897-A31C-82785EC6A254}" srcOrd="2" destOrd="0" presId="urn:microsoft.com/office/officeart/2005/8/layout/orgChart1"/>
    <dgm:cxn modelId="{140B7D84-46B0-4BDC-B2F1-9245741554E3}" type="presParOf" srcId="{E0E43C4D-676D-47DF-96FD-3768343518F5}" destId="{E30CF918-0C69-4A6D-AAC1-FB499725F00E}" srcOrd="3" destOrd="0" presId="urn:microsoft.com/office/officeart/2005/8/layout/orgChart1"/>
    <dgm:cxn modelId="{DDD10F22-09F9-49D6-8026-ABDFE5B3FEA0}" type="presParOf" srcId="{E30CF918-0C69-4A6D-AAC1-FB499725F00E}" destId="{8B3EBDF3-31D1-4F06-828E-D5799EC280F5}" srcOrd="0" destOrd="0" presId="urn:microsoft.com/office/officeart/2005/8/layout/orgChart1"/>
    <dgm:cxn modelId="{BFC06DBD-BD7E-43F9-99BD-EC5846638DBA}" type="presParOf" srcId="{8B3EBDF3-31D1-4F06-828E-D5799EC280F5}" destId="{3174D1F3-2D97-465B-BB40-26BE3ECE0E4E}" srcOrd="0" destOrd="0" presId="urn:microsoft.com/office/officeart/2005/8/layout/orgChart1"/>
    <dgm:cxn modelId="{372B0FBB-C8B7-4005-A9B6-192871D03BDA}" type="presParOf" srcId="{8B3EBDF3-31D1-4F06-828E-D5799EC280F5}" destId="{0CD73657-B211-4BEE-AE8D-4C622668E68F}" srcOrd="1" destOrd="0" presId="urn:microsoft.com/office/officeart/2005/8/layout/orgChart1"/>
    <dgm:cxn modelId="{FE338EF3-B4E5-49D6-9C1D-B7CDD240C549}" type="presParOf" srcId="{E30CF918-0C69-4A6D-AAC1-FB499725F00E}" destId="{0264EA7C-488F-48AF-AE57-2279D23BBAFB}" srcOrd="1" destOrd="0" presId="urn:microsoft.com/office/officeart/2005/8/layout/orgChart1"/>
    <dgm:cxn modelId="{1430410C-565F-4DC0-A66C-42CC737C87D5}" type="presParOf" srcId="{0264EA7C-488F-48AF-AE57-2279D23BBAFB}" destId="{D4204D7C-BA45-416B-B132-BB94B0AD85F2}" srcOrd="0" destOrd="0" presId="urn:microsoft.com/office/officeart/2005/8/layout/orgChart1"/>
    <dgm:cxn modelId="{ABD33D35-481F-40A7-8EE1-87EA18AF44BF}" type="presParOf" srcId="{0264EA7C-488F-48AF-AE57-2279D23BBAFB}" destId="{E1CD2A81-7A21-4DC5-9454-4E59FB8F5058}" srcOrd="1" destOrd="0" presId="urn:microsoft.com/office/officeart/2005/8/layout/orgChart1"/>
    <dgm:cxn modelId="{3405E8FC-88A2-4E65-B73F-F83F0A893865}" type="presParOf" srcId="{E1CD2A81-7A21-4DC5-9454-4E59FB8F5058}" destId="{C5B7BE40-3ABF-44EC-BF6A-E033B78506F6}" srcOrd="0" destOrd="0" presId="urn:microsoft.com/office/officeart/2005/8/layout/orgChart1"/>
    <dgm:cxn modelId="{52D5D8CD-5551-490B-ACDF-E91890C2EFEF}" type="presParOf" srcId="{C5B7BE40-3ABF-44EC-BF6A-E033B78506F6}" destId="{F5843406-EBEB-41BB-8DED-BBD33712299D}" srcOrd="0" destOrd="0" presId="urn:microsoft.com/office/officeart/2005/8/layout/orgChart1"/>
    <dgm:cxn modelId="{C27B603E-B7D0-4F01-A0A4-897D8A5C5E61}" type="presParOf" srcId="{C5B7BE40-3ABF-44EC-BF6A-E033B78506F6}" destId="{406C4D02-C135-4423-8C88-C7EFCBC72FE3}" srcOrd="1" destOrd="0" presId="urn:microsoft.com/office/officeart/2005/8/layout/orgChart1"/>
    <dgm:cxn modelId="{B7E93DFA-927A-49A7-9A3D-AE7228DBDB3E}" type="presParOf" srcId="{E1CD2A81-7A21-4DC5-9454-4E59FB8F5058}" destId="{A80E72B1-1996-4207-AE39-0C2AFBE4A9AC}" srcOrd="1" destOrd="0" presId="urn:microsoft.com/office/officeart/2005/8/layout/orgChart1"/>
    <dgm:cxn modelId="{3E83D033-E382-43B5-8ED5-CCF93B812AC5}" type="presParOf" srcId="{E1CD2A81-7A21-4DC5-9454-4E59FB8F5058}" destId="{47AD8C28-1157-45BD-9E8F-8AEAA0718AC9}" srcOrd="2" destOrd="0" presId="urn:microsoft.com/office/officeart/2005/8/layout/orgChart1"/>
    <dgm:cxn modelId="{0FED1056-C2B6-435E-AB74-BB2C476511E5}" type="presParOf" srcId="{0264EA7C-488F-48AF-AE57-2279D23BBAFB}" destId="{EA33E4B3-3EBE-4F3F-AE58-67582FB0FB09}" srcOrd="2" destOrd="0" presId="urn:microsoft.com/office/officeart/2005/8/layout/orgChart1"/>
    <dgm:cxn modelId="{42E550FC-08F9-48F5-8DB9-9BFCE1E13CE9}" type="presParOf" srcId="{0264EA7C-488F-48AF-AE57-2279D23BBAFB}" destId="{18C1A130-ADBE-4120-96B6-12105A519E54}" srcOrd="3" destOrd="0" presId="urn:microsoft.com/office/officeart/2005/8/layout/orgChart1"/>
    <dgm:cxn modelId="{B1E88841-CBEF-4D2A-8D76-6E9664040BC6}" type="presParOf" srcId="{18C1A130-ADBE-4120-96B6-12105A519E54}" destId="{56212FBA-F9AF-48F9-824B-19242E11E9C4}" srcOrd="0" destOrd="0" presId="urn:microsoft.com/office/officeart/2005/8/layout/orgChart1"/>
    <dgm:cxn modelId="{EDC6EBE9-FDFD-4860-AB19-A49A11D57832}" type="presParOf" srcId="{56212FBA-F9AF-48F9-824B-19242E11E9C4}" destId="{E9959A5B-4F04-42DC-97B8-6F13FDEE5843}" srcOrd="0" destOrd="0" presId="urn:microsoft.com/office/officeart/2005/8/layout/orgChart1"/>
    <dgm:cxn modelId="{56634A55-C90E-4895-AD99-2103CC1712BD}" type="presParOf" srcId="{56212FBA-F9AF-48F9-824B-19242E11E9C4}" destId="{DD834AB9-3C7B-4A06-8922-2A134C01507D}" srcOrd="1" destOrd="0" presId="urn:microsoft.com/office/officeart/2005/8/layout/orgChart1"/>
    <dgm:cxn modelId="{EE11FAC6-99C2-4DCE-A5A5-D94B036DF27A}" type="presParOf" srcId="{18C1A130-ADBE-4120-96B6-12105A519E54}" destId="{C39B33D3-7CE7-456D-B023-2E6DC4AD3D52}" srcOrd="1" destOrd="0" presId="urn:microsoft.com/office/officeart/2005/8/layout/orgChart1"/>
    <dgm:cxn modelId="{17903B93-05E8-4CE1-820D-924F6F66DF62}" type="presParOf" srcId="{18C1A130-ADBE-4120-96B6-12105A519E54}" destId="{048AB7C4-6C7C-44F6-B2BF-9CF1E751AB7B}" srcOrd="2" destOrd="0" presId="urn:microsoft.com/office/officeart/2005/8/layout/orgChart1"/>
    <dgm:cxn modelId="{24906F00-D438-41B0-869C-E2777BC56E6E}" type="presParOf" srcId="{0264EA7C-488F-48AF-AE57-2279D23BBAFB}" destId="{B194E752-051D-4392-A831-868FCFC10F16}" srcOrd="4" destOrd="0" presId="urn:microsoft.com/office/officeart/2005/8/layout/orgChart1"/>
    <dgm:cxn modelId="{6C807573-87D7-4249-BF93-6FB0B66C1430}" type="presParOf" srcId="{0264EA7C-488F-48AF-AE57-2279D23BBAFB}" destId="{4AE875A0-7408-4243-864F-6F3DFDA8EF45}" srcOrd="5" destOrd="0" presId="urn:microsoft.com/office/officeart/2005/8/layout/orgChart1"/>
    <dgm:cxn modelId="{EADBAB9E-3BDD-47A9-8324-AAA44B152B92}" type="presParOf" srcId="{4AE875A0-7408-4243-864F-6F3DFDA8EF45}" destId="{B9B3252F-5ACB-4980-B04F-5F29E537914A}" srcOrd="0" destOrd="0" presId="urn:microsoft.com/office/officeart/2005/8/layout/orgChart1"/>
    <dgm:cxn modelId="{1029564E-E16D-45BA-9504-3A54D61847BB}" type="presParOf" srcId="{B9B3252F-5ACB-4980-B04F-5F29E537914A}" destId="{F6C2C369-40B4-4EE8-BE68-91FDC384CD33}" srcOrd="0" destOrd="0" presId="urn:microsoft.com/office/officeart/2005/8/layout/orgChart1"/>
    <dgm:cxn modelId="{01204B68-14E7-4835-B07C-79522769A9C8}" type="presParOf" srcId="{B9B3252F-5ACB-4980-B04F-5F29E537914A}" destId="{EFB851B9-DFFE-49CF-90AE-5357875E0C17}" srcOrd="1" destOrd="0" presId="urn:microsoft.com/office/officeart/2005/8/layout/orgChart1"/>
    <dgm:cxn modelId="{7170F947-2009-4FE8-9928-6334B36DB06A}" type="presParOf" srcId="{4AE875A0-7408-4243-864F-6F3DFDA8EF45}" destId="{5CE407D1-0D15-4CF5-A571-8211AA2B8684}" srcOrd="1" destOrd="0" presId="urn:microsoft.com/office/officeart/2005/8/layout/orgChart1"/>
    <dgm:cxn modelId="{711736B5-F7E1-4D3C-90A0-99A202311441}" type="presParOf" srcId="{4AE875A0-7408-4243-864F-6F3DFDA8EF45}" destId="{E57DECD1-85A3-42D6-864A-A7448133F58B}" srcOrd="2" destOrd="0" presId="urn:microsoft.com/office/officeart/2005/8/layout/orgChart1"/>
    <dgm:cxn modelId="{0C8B250D-749F-40A9-8B7C-8E8F2D33B9CC}" type="presParOf" srcId="{E30CF918-0C69-4A6D-AAC1-FB499725F00E}" destId="{F6F1930B-92E0-4C46-9E9D-F7113CA71755}" srcOrd="2" destOrd="0" presId="urn:microsoft.com/office/officeart/2005/8/layout/orgChart1"/>
    <dgm:cxn modelId="{CE2D3FCE-CA5F-4A5E-B95B-B42935FFE52F}" type="presParOf" srcId="{D071E63B-DF7B-4F06-BBB1-3E854D1FFED2}" destId="{7CDADF8E-8060-4D7B-8DD4-60105883538F}" srcOrd="2" destOrd="0" presId="urn:microsoft.com/office/officeart/2005/8/layout/orgChart1"/>
    <dgm:cxn modelId="{20973E3F-6B62-483B-A09D-66F5E91F26DC}" type="presParOf" srcId="{3C5534E3-104C-4235-B2E0-07546D6C8541}" destId="{CD055072-A3DB-4EF9-AF69-B046565D3EED}" srcOrd="1" destOrd="0" presId="urn:microsoft.com/office/officeart/2005/8/layout/orgChart1"/>
    <dgm:cxn modelId="{F2FF1B56-BD4D-4A09-9523-E2EDB63F03E6}" type="presParOf" srcId="{CD055072-A3DB-4EF9-AF69-B046565D3EED}" destId="{BE4CA2C0-E3DF-4529-A6DF-7B1B38D2B423}" srcOrd="0" destOrd="0" presId="urn:microsoft.com/office/officeart/2005/8/layout/orgChart1"/>
    <dgm:cxn modelId="{F1C0D170-5950-4BF7-AEB6-5AE16F741257}" type="presParOf" srcId="{BE4CA2C0-E3DF-4529-A6DF-7B1B38D2B423}" destId="{EB462189-587D-4CE6-BBC9-70BF67CD2D04}" srcOrd="0" destOrd="0" presId="urn:microsoft.com/office/officeart/2005/8/layout/orgChart1"/>
    <dgm:cxn modelId="{2A3A9077-EFA6-43F9-917D-28F14B1F62D1}" type="presParOf" srcId="{BE4CA2C0-E3DF-4529-A6DF-7B1B38D2B423}" destId="{6623D1AA-1827-48A2-B8A0-53902DCDBDEB}" srcOrd="1" destOrd="0" presId="urn:microsoft.com/office/officeart/2005/8/layout/orgChart1"/>
    <dgm:cxn modelId="{2F7265B5-89AE-4F8E-B398-0526311BC244}" type="presParOf" srcId="{CD055072-A3DB-4EF9-AF69-B046565D3EED}" destId="{45498189-2C45-41BF-8771-90AB84BF8528}" srcOrd="1" destOrd="0" presId="urn:microsoft.com/office/officeart/2005/8/layout/orgChart1"/>
    <dgm:cxn modelId="{84D43E5F-B9AE-4EC9-9EDF-6C67160C84A1}" type="presParOf" srcId="{45498189-2C45-41BF-8771-90AB84BF8528}" destId="{E1C7D80E-AFBB-4ECA-B5D3-9157C893F1D3}" srcOrd="0" destOrd="0" presId="urn:microsoft.com/office/officeart/2005/8/layout/orgChart1"/>
    <dgm:cxn modelId="{830DD79D-B6A2-436A-BAE5-E0948D7683B9}" type="presParOf" srcId="{45498189-2C45-41BF-8771-90AB84BF8528}" destId="{BBCBEC57-AF14-412A-8514-86DF09029278}" srcOrd="1" destOrd="0" presId="urn:microsoft.com/office/officeart/2005/8/layout/orgChart1"/>
    <dgm:cxn modelId="{92C3EFFC-C3AB-414F-A519-E3957BB42BA5}" type="presParOf" srcId="{BBCBEC57-AF14-412A-8514-86DF09029278}" destId="{93F724BA-4E21-4197-9E5A-AAFD09FF1281}" srcOrd="0" destOrd="0" presId="urn:microsoft.com/office/officeart/2005/8/layout/orgChart1"/>
    <dgm:cxn modelId="{855D001C-F6B6-4E1B-B47B-5C534FB3405A}" type="presParOf" srcId="{93F724BA-4E21-4197-9E5A-AAFD09FF1281}" destId="{FFFA7D77-2E27-46ED-93F3-E83BFC10A71A}" srcOrd="0" destOrd="0" presId="urn:microsoft.com/office/officeart/2005/8/layout/orgChart1"/>
    <dgm:cxn modelId="{DF017508-3A0C-431B-A61B-C2BCF1EFC746}" type="presParOf" srcId="{93F724BA-4E21-4197-9E5A-AAFD09FF1281}" destId="{08D36403-D8EE-4E5B-BA00-CE35D7F896C7}" srcOrd="1" destOrd="0" presId="urn:microsoft.com/office/officeart/2005/8/layout/orgChart1"/>
    <dgm:cxn modelId="{D82E96BD-EBE8-4B45-80F9-07A2A3D053E2}" type="presParOf" srcId="{BBCBEC57-AF14-412A-8514-86DF09029278}" destId="{36AD8369-8C18-4F14-91DC-DA62514B903F}" srcOrd="1" destOrd="0" presId="urn:microsoft.com/office/officeart/2005/8/layout/orgChart1"/>
    <dgm:cxn modelId="{7E4DE885-9BD6-48D4-A29A-DDC1B3F34BC8}" type="presParOf" srcId="{36AD8369-8C18-4F14-91DC-DA62514B903F}" destId="{995E7B53-22DE-46BA-9A0A-3EB8D9ED94A0}" srcOrd="0" destOrd="0" presId="urn:microsoft.com/office/officeart/2005/8/layout/orgChart1"/>
    <dgm:cxn modelId="{1F3D3A12-72D4-45A6-BDD5-C48746EAF34E}" type="presParOf" srcId="{36AD8369-8C18-4F14-91DC-DA62514B903F}" destId="{7D193A65-8A67-49F1-B4E4-AF3789A778E7}" srcOrd="1" destOrd="0" presId="urn:microsoft.com/office/officeart/2005/8/layout/orgChart1"/>
    <dgm:cxn modelId="{9FE1CD15-1F78-436E-8CA2-8CAB7ED65E20}" type="presParOf" srcId="{7D193A65-8A67-49F1-B4E4-AF3789A778E7}" destId="{76B3CFC1-77C5-4D0E-B42D-59728404D782}" srcOrd="0" destOrd="0" presId="urn:microsoft.com/office/officeart/2005/8/layout/orgChart1"/>
    <dgm:cxn modelId="{D820F3E8-0762-4859-9C8B-F842D9E72CA6}" type="presParOf" srcId="{76B3CFC1-77C5-4D0E-B42D-59728404D782}" destId="{4A9EBA64-DF67-4B64-97F7-E527CFD0948C}" srcOrd="0" destOrd="0" presId="urn:microsoft.com/office/officeart/2005/8/layout/orgChart1"/>
    <dgm:cxn modelId="{5E266D58-8644-4AD5-82D0-ED999F9A5985}" type="presParOf" srcId="{76B3CFC1-77C5-4D0E-B42D-59728404D782}" destId="{DABD1CF6-625F-4BE2-94C0-A6BD9C46C7BF}" srcOrd="1" destOrd="0" presId="urn:microsoft.com/office/officeart/2005/8/layout/orgChart1"/>
    <dgm:cxn modelId="{7FAA2480-E1F1-45CD-9384-CCBACD80A714}" type="presParOf" srcId="{7D193A65-8A67-49F1-B4E4-AF3789A778E7}" destId="{7CD43091-E467-44C7-852E-8403FCA9F783}" srcOrd="1" destOrd="0" presId="urn:microsoft.com/office/officeart/2005/8/layout/orgChart1"/>
    <dgm:cxn modelId="{A95FB853-C1BE-4AA5-93B4-80934B694218}" type="presParOf" srcId="{7D193A65-8A67-49F1-B4E4-AF3789A778E7}" destId="{EB086DF2-6ED8-40A1-B880-EFA5F6695CEF}" srcOrd="2" destOrd="0" presId="urn:microsoft.com/office/officeart/2005/8/layout/orgChart1"/>
    <dgm:cxn modelId="{15B26A95-7300-4BD7-ABB7-9B122A412BA3}" type="presParOf" srcId="{BBCBEC57-AF14-412A-8514-86DF09029278}" destId="{17AB7742-FA42-4534-8E54-1283EA7C6B93}" srcOrd="2" destOrd="0" presId="urn:microsoft.com/office/officeart/2005/8/layout/orgChart1"/>
    <dgm:cxn modelId="{1BEBFBCC-AE8D-4F80-A6F0-A7275810A930}" type="presParOf" srcId="{45498189-2C45-41BF-8771-90AB84BF8528}" destId="{C8806BC6-C7AE-4B4D-B2D1-FF86D4C0EBF5}" srcOrd="2" destOrd="0" presId="urn:microsoft.com/office/officeart/2005/8/layout/orgChart1"/>
    <dgm:cxn modelId="{5D492107-CACD-42C8-9360-7D71640C7897}" type="presParOf" srcId="{45498189-2C45-41BF-8771-90AB84BF8528}" destId="{CF731A28-71D6-4D9A-A45D-68239D876C92}" srcOrd="3" destOrd="0" presId="urn:microsoft.com/office/officeart/2005/8/layout/orgChart1"/>
    <dgm:cxn modelId="{CCF257D7-B579-4217-B87B-680E11B1F38A}" type="presParOf" srcId="{CF731A28-71D6-4D9A-A45D-68239D876C92}" destId="{74E2C058-923A-470C-957B-08C6273347E4}" srcOrd="0" destOrd="0" presId="urn:microsoft.com/office/officeart/2005/8/layout/orgChart1"/>
    <dgm:cxn modelId="{338F67EF-C005-477F-B516-3FA3C0D3E832}" type="presParOf" srcId="{74E2C058-923A-470C-957B-08C6273347E4}" destId="{53C0FBD0-35A7-43EF-9562-9F9950F8D6B6}" srcOrd="0" destOrd="0" presId="urn:microsoft.com/office/officeart/2005/8/layout/orgChart1"/>
    <dgm:cxn modelId="{47FA82D7-F61F-4732-A534-FFDC4F27D08E}" type="presParOf" srcId="{74E2C058-923A-470C-957B-08C6273347E4}" destId="{B8B1E1D6-E932-4664-B3FF-D47B59793FA9}" srcOrd="1" destOrd="0" presId="urn:microsoft.com/office/officeart/2005/8/layout/orgChart1"/>
    <dgm:cxn modelId="{722C9C9F-05D6-4B36-8A5F-6112B39F09CF}" type="presParOf" srcId="{CF731A28-71D6-4D9A-A45D-68239D876C92}" destId="{7725F208-C6A5-4B4E-BF68-69FF0A5E14E6}" srcOrd="1" destOrd="0" presId="urn:microsoft.com/office/officeart/2005/8/layout/orgChart1"/>
    <dgm:cxn modelId="{E8413EF5-FBCF-4B4D-9265-EEA8B441B0CC}" type="presParOf" srcId="{7725F208-C6A5-4B4E-BF68-69FF0A5E14E6}" destId="{BFE5E252-29D6-4337-AB8A-BF3D61C6CEB4}" srcOrd="0" destOrd="0" presId="urn:microsoft.com/office/officeart/2005/8/layout/orgChart1"/>
    <dgm:cxn modelId="{C4A123F6-8FF4-4391-86C3-43B40783AEE6}" type="presParOf" srcId="{7725F208-C6A5-4B4E-BF68-69FF0A5E14E6}" destId="{0F58DD75-75E0-4AE2-9D0D-7D987FDFB988}" srcOrd="1" destOrd="0" presId="urn:microsoft.com/office/officeart/2005/8/layout/orgChart1"/>
    <dgm:cxn modelId="{B6F2497C-86E4-44BE-8DCE-131FC407FC68}" type="presParOf" srcId="{0F58DD75-75E0-4AE2-9D0D-7D987FDFB988}" destId="{C64ACFB1-0A79-4FD0-B1CC-B3CF87F23EBA}" srcOrd="0" destOrd="0" presId="urn:microsoft.com/office/officeart/2005/8/layout/orgChart1"/>
    <dgm:cxn modelId="{748A1A43-4392-4D3F-AF6B-140226FC13B4}" type="presParOf" srcId="{C64ACFB1-0A79-4FD0-B1CC-B3CF87F23EBA}" destId="{CD682072-95D2-4E41-BD1D-079C6F096F60}" srcOrd="0" destOrd="0" presId="urn:microsoft.com/office/officeart/2005/8/layout/orgChart1"/>
    <dgm:cxn modelId="{7C6BB1D0-DFB3-4569-98DD-CF31E8604699}" type="presParOf" srcId="{C64ACFB1-0A79-4FD0-B1CC-B3CF87F23EBA}" destId="{4F42239C-C029-4F53-AB5A-B59E1852494A}" srcOrd="1" destOrd="0" presId="urn:microsoft.com/office/officeart/2005/8/layout/orgChart1"/>
    <dgm:cxn modelId="{B2E68F38-29B0-49B8-9A1A-A60BBB1855A5}" type="presParOf" srcId="{0F58DD75-75E0-4AE2-9D0D-7D987FDFB988}" destId="{7609BC3A-A7C3-4463-A189-FF24E5F60205}" srcOrd="1" destOrd="0" presId="urn:microsoft.com/office/officeart/2005/8/layout/orgChart1"/>
    <dgm:cxn modelId="{DC3BBC1F-1537-4F20-BC5F-697D2A6C9B6B}" type="presParOf" srcId="{0F58DD75-75E0-4AE2-9D0D-7D987FDFB988}" destId="{5F326C6C-5D2C-4A19-8602-F415493662C3}" srcOrd="2" destOrd="0" presId="urn:microsoft.com/office/officeart/2005/8/layout/orgChart1"/>
    <dgm:cxn modelId="{1CC389E5-35F2-43D7-9227-EFFE3E6A23FF}" type="presParOf" srcId="{7725F208-C6A5-4B4E-BF68-69FF0A5E14E6}" destId="{C1ED8634-9096-4005-BDB6-2C11E0ECA336}" srcOrd="2" destOrd="0" presId="urn:microsoft.com/office/officeart/2005/8/layout/orgChart1"/>
    <dgm:cxn modelId="{ACD022FD-58C7-4D51-B9FB-DA9729899517}" type="presParOf" srcId="{7725F208-C6A5-4B4E-BF68-69FF0A5E14E6}" destId="{BE36CD00-7CC3-4BF7-92B7-E2A97DE62519}" srcOrd="3" destOrd="0" presId="urn:microsoft.com/office/officeart/2005/8/layout/orgChart1"/>
    <dgm:cxn modelId="{EEC48B33-5677-4158-B17F-58602A38D2F5}" type="presParOf" srcId="{BE36CD00-7CC3-4BF7-92B7-E2A97DE62519}" destId="{23F3AF49-0F55-43A0-8C9F-3349B100F520}" srcOrd="0" destOrd="0" presId="urn:microsoft.com/office/officeart/2005/8/layout/orgChart1"/>
    <dgm:cxn modelId="{4E15F63F-064B-47F1-B145-B8717ADC8364}" type="presParOf" srcId="{23F3AF49-0F55-43A0-8C9F-3349B100F520}" destId="{CA5CF04C-0DC8-440E-BD06-BEB339C8BEA0}" srcOrd="0" destOrd="0" presId="urn:microsoft.com/office/officeart/2005/8/layout/orgChart1"/>
    <dgm:cxn modelId="{91323548-3601-4BD4-8416-EFFC2BD4CCDC}" type="presParOf" srcId="{23F3AF49-0F55-43A0-8C9F-3349B100F520}" destId="{6C6B000C-77C7-4045-9683-70A095E95C7F}" srcOrd="1" destOrd="0" presId="urn:microsoft.com/office/officeart/2005/8/layout/orgChart1"/>
    <dgm:cxn modelId="{C1381730-9368-4940-BF40-1447DE775521}" type="presParOf" srcId="{BE36CD00-7CC3-4BF7-92B7-E2A97DE62519}" destId="{FD0F1775-0C28-4A8E-B653-F180D6ED6D13}" srcOrd="1" destOrd="0" presId="urn:microsoft.com/office/officeart/2005/8/layout/orgChart1"/>
    <dgm:cxn modelId="{AC0BE860-E67C-4E28-AC41-9C22B7F63E5C}" type="presParOf" srcId="{BE36CD00-7CC3-4BF7-92B7-E2A97DE62519}" destId="{2E481F6A-86D8-41B1-B8E3-0FB39FBDD36A}" srcOrd="2" destOrd="0" presId="urn:microsoft.com/office/officeart/2005/8/layout/orgChart1"/>
    <dgm:cxn modelId="{CE9BAACE-19E1-4F54-954D-A4C5142932CF}" type="presParOf" srcId="{7725F208-C6A5-4B4E-BF68-69FF0A5E14E6}" destId="{6809B57A-4421-4DD6-9363-A632B134372C}" srcOrd="4" destOrd="0" presId="urn:microsoft.com/office/officeart/2005/8/layout/orgChart1"/>
    <dgm:cxn modelId="{ACF70C6C-222E-47A1-BC73-61A0669705BD}" type="presParOf" srcId="{7725F208-C6A5-4B4E-BF68-69FF0A5E14E6}" destId="{5CBEE2B7-A5B8-4722-AF48-88ECF4EAC201}" srcOrd="5" destOrd="0" presId="urn:microsoft.com/office/officeart/2005/8/layout/orgChart1"/>
    <dgm:cxn modelId="{8BB7BDE7-DE46-42E4-9AE4-FA1AA82A0A5A}" type="presParOf" srcId="{5CBEE2B7-A5B8-4722-AF48-88ECF4EAC201}" destId="{12FC140C-4069-4685-AD34-B650AB8264C8}" srcOrd="0" destOrd="0" presId="urn:microsoft.com/office/officeart/2005/8/layout/orgChart1"/>
    <dgm:cxn modelId="{20DE0D70-CC16-43B7-A2CE-DC07272E59DC}" type="presParOf" srcId="{12FC140C-4069-4685-AD34-B650AB8264C8}" destId="{303A3878-E8C1-407E-B949-E5C21022C4C7}" srcOrd="0" destOrd="0" presId="urn:microsoft.com/office/officeart/2005/8/layout/orgChart1"/>
    <dgm:cxn modelId="{5E9D2CB9-A0BF-456E-B36D-8806C693FE43}" type="presParOf" srcId="{12FC140C-4069-4685-AD34-B650AB8264C8}" destId="{0BE27C1B-3A4D-4193-85AF-E701B4B2608C}" srcOrd="1" destOrd="0" presId="urn:microsoft.com/office/officeart/2005/8/layout/orgChart1"/>
    <dgm:cxn modelId="{43750B4D-5399-4A98-AF9F-A684F2633CF0}" type="presParOf" srcId="{5CBEE2B7-A5B8-4722-AF48-88ECF4EAC201}" destId="{84A711FC-4D83-4AE2-9631-0A785EBEE81B}" srcOrd="1" destOrd="0" presId="urn:microsoft.com/office/officeart/2005/8/layout/orgChart1"/>
    <dgm:cxn modelId="{9B7A2640-D592-492B-96C8-5216D0926776}" type="presParOf" srcId="{5CBEE2B7-A5B8-4722-AF48-88ECF4EAC201}" destId="{A4C2596C-214B-41C5-91DE-FF19CC631CEC}" srcOrd="2" destOrd="0" presId="urn:microsoft.com/office/officeart/2005/8/layout/orgChart1"/>
    <dgm:cxn modelId="{D26EF561-1D0E-4125-9195-67DDD07C6A9E}" type="presParOf" srcId="{7725F208-C6A5-4B4E-BF68-69FF0A5E14E6}" destId="{A61A83A0-FDCB-4B3D-A907-A5CEEB20B0AB}" srcOrd="6" destOrd="0" presId="urn:microsoft.com/office/officeart/2005/8/layout/orgChart1"/>
    <dgm:cxn modelId="{6A07EA30-78B5-4CAB-8F58-DEB0B0BA1393}" type="presParOf" srcId="{7725F208-C6A5-4B4E-BF68-69FF0A5E14E6}" destId="{EF98C999-2BF8-405A-BC6A-11F8B7E157D9}" srcOrd="7" destOrd="0" presId="urn:microsoft.com/office/officeart/2005/8/layout/orgChart1"/>
    <dgm:cxn modelId="{F7F844A4-F445-4490-9EA4-62B6615A9B34}" type="presParOf" srcId="{EF98C999-2BF8-405A-BC6A-11F8B7E157D9}" destId="{5A932D25-70DE-49D1-9DF7-4791F327DF72}" srcOrd="0" destOrd="0" presId="urn:microsoft.com/office/officeart/2005/8/layout/orgChart1"/>
    <dgm:cxn modelId="{76A70F95-3C5E-471B-B5BE-ABB1CA59E80E}" type="presParOf" srcId="{5A932D25-70DE-49D1-9DF7-4791F327DF72}" destId="{7D055DE0-256B-4ECB-A151-7D18522DF04E}" srcOrd="0" destOrd="0" presId="urn:microsoft.com/office/officeart/2005/8/layout/orgChart1"/>
    <dgm:cxn modelId="{F5FAC416-827B-43CC-B02E-F04F15E5E66E}" type="presParOf" srcId="{5A932D25-70DE-49D1-9DF7-4791F327DF72}" destId="{FCE62E7B-A7D7-48C1-9317-69090593E391}" srcOrd="1" destOrd="0" presId="urn:microsoft.com/office/officeart/2005/8/layout/orgChart1"/>
    <dgm:cxn modelId="{32F8D778-64D8-4023-9BB4-17A89DFD2E95}" type="presParOf" srcId="{EF98C999-2BF8-405A-BC6A-11F8B7E157D9}" destId="{3E8ADE0E-C694-481A-B77F-9CE23F306113}" srcOrd="1" destOrd="0" presId="urn:microsoft.com/office/officeart/2005/8/layout/orgChart1"/>
    <dgm:cxn modelId="{96A6C195-0B1F-4B36-9DA6-4E2C784BFB5C}" type="presParOf" srcId="{EF98C999-2BF8-405A-BC6A-11F8B7E157D9}" destId="{DED3879C-FF5E-4691-B020-E3089C62AC8C}" srcOrd="2" destOrd="0" presId="urn:microsoft.com/office/officeart/2005/8/layout/orgChart1"/>
    <dgm:cxn modelId="{042E3D09-B8D7-4518-9DC0-98121A1A7B83}" type="presParOf" srcId="{7725F208-C6A5-4B4E-BF68-69FF0A5E14E6}" destId="{26573E38-065D-4A93-9AD7-7DF69E031C56}" srcOrd="8" destOrd="0" presId="urn:microsoft.com/office/officeart/2005/8/layout/orgChart1"/>
    <dgm:cxn modelId="{D558D726-B293-4249-A058-81C0FC33984A}" type="presParOf" srcId="{7725F208-C6A5-4B4E-BF68-69FF0A5E14E6}" destId="{E4FAFF86-318E-4A45-A6DA-8E3FE5ECCA6D}" srcOrd="9" destOrd="0" presId="urn:microsoft.com/office/officeart/2005/8/layout/orgChart1"/>
    <dgm:cxn modelId="{24043A15-354A-4A77-91CF-B0DB69B946CB}" type="presParOf" srcId="{E4FAFF86-318E-4A45-A6DA-8E3FE5ECCA6D}" destId="{F52BC7FC-956D-4E3F-9E97-B8D90C4729DD}" srcOrd="0" destOrd="0" presId="urn:microsoft.com/office/officeart/2005/8/layout/orgChart1"/>
    <dgm:cxn modelId="{084E29ED-DB97-40D1-AB38-78CCA49BF922}" type="presParOf" srcId="{F52BC7FC-956D-4E3F-9E97-B8D90C4729DD}" destId="{E4175947-6AD3-4441-AD04-E8516784BDE2}" srcOrd="0" destOrd="0" presId="urn:microsoft.com/office/officeart/2005/8/layout/orgChart1"/>
    <dgm:cxn modelId="{741C06AF-18A7-44C6-BDF2-4A40A381DC4B}" type="presParOf" srcId="{F52BC7FC-956D-4E3F-9E97-B8D90C4729DD}" destId="{4DB1597D-DE73-498F-8785-C5FA1B67F1C3}" srcOrd="1" destOrd="0" presId="urn:microsoft.com/office/officeart/2005/8/layout/orgChart1"/>
    <dgm:cxn modelId="{C23A91DE-B400-414C-A422-76F58E6F2CFC}" type="presParOf" srcId="{E4FAFF86-318E-4A45-A6DA-8E3FE5ECCA6D}" destId="{8DB0D61D-45C0-4D61-ADD3-883F34F91FBC}" srcOrd="1" destOrd="0" presId="urn:microsoft.com/office/officeart/2005/8/layout/orgChart1"/>
    <dgm:cxn modelId="{EF14283A-272F-44CF-B26F-7C08EE99DFC8}" type="presParOf" srcId="{E4FAFF86-318E-4A45-A6DA-8E3FE5ECCA6D}" destId="{D8C10CEE-2659-4AA0-B082-647232171A8B}" srcOrd="2" destOrd="0" presId="urn:microsoft.com/office/officeart/2005/8/layout/orgChart1"/>
    <dgm:cxn modelId="{07E6965A-1AD6-444D-AE31-25FF1B401246}" type="presParOf" srcId="{CF731A28-71D6-4D9A-A45D-68239D876C92}" destId="{64AEE947-51C5-4855-9B49-40747EC0E649}" srcOrd="2" destOrd="0" presId="urn:microsoft.com/office/officeart/2005/8/layout/orgChart1"/>
    <dgm:cxn modelId="{DCC3A015-3331-4BB3-9D97-120E11952731}" type="presParOf" srcId="{CD055072-A3DB-4EF9-AF69-B046565D3EED}" destId="{95D509C3-E9E8-43BE-96F4-421F49EB0FAB}" srcOrd="2" destOrd="0" presId="urn:microsoft.com/office/officeart/2005/8/layout/orgChart1"/>
    <dgm:cxn modelId="{B5C92510-3EA1-46BB-8095-9F747C8110F8}" type="presParOf" srcId="{3C5534E3-104C-4235-B2E0-07546D6C8541}" destId="{56A16E61-7443-43D7-B103-296C2BC38FD5}" srcOrd="2" destOrd="0" presId="urn:microsoft.com/office/officeart/2005/8/layout/orgChart1"/>
    <dgm:cxn modelId="{EE6B91FC-3A50-42CF-9187-0E0DD4DA095E}" type="presParOf" srcId="{56A16E61-7443-43D7-B103-296C2BC38FD5}" destId="{AD9485B4-266D-4617-9910-B2D952B4EC32}" srcOrd="0" destOrd="0" presId="urn:microsoft.com/office/officeart/2005/8/layout/orgChart1"/>
    <dgm:cxn modelId="{5396C1E8-8355-4F84-AC35-653FE7763FB5}" type="presParOf" srcId="{AD9485B4-266D-4617-9910-B2D952B4EC32}" destId="{C7A25642-FEE3-4FDC-9792-AC91B89442C2}" srcOrd="0" destOrd="0" presId="urn:microsoft.com/office/officeart/2005/8/layout/orgChart1"/>
    <dgm:cxn modelId="{13475137-E5D6-4D8E-8879-F7DCA365B3FD}" type="presParOf" srcId="{AD9485B4-266D-4617-9910-B2D952B4EC32}" destId="{280B1132-02CB-44E0-96E0-8BDA82556481}" srcOrd="1" destOrd="0" presId="urn:microsoft.com/office/officeart/2005/8/layout/orgChart1"/>
    <dgm:cxn modelId="{4AB889AD-D8C4-4372-ACDA-5A8B38907B1B}" type="presParOf" srcId="{56A16E61-7443-43D7-B103-296C2BC38FD5}" destId="{46C69006-EA91-42D7-B3B7-521B7D8A1059}" srcOrd="1" destOrd="0" presId="urn:microsoft.com/office/officeart/2005/8/layout/orgChart1"/>
    <dgm:cxn modelId="{C5FB50B6-F6AB-4FFE-BDB4-9488628E27A6}" type="presParOf" srcId="{46C69006-EA91-42D7-B3B7-521B7D8A1059}" destId="{6043FA08-57B5-46E5-BAA4-76A73AF63ECE}" srcOrd="0" destOrd="0" presId="urn:microsoft.com/office/officeart/2005/8/layout/orgChart1"/>
    <dgm:cxn modelId="{8B1CC976-8D1F-4307-97C5-07A50ED2A5F9}" type="presParOf" srcId="{46C69006-EA91-42D7-B3B7-521B7D8A1059}" destId="{D796F811-0D28-443B-B527-365D1B78F757}" srcOrd="1" destOrd="0" presId="urn:microsoft.com/office/officeart/2005/8/layout/orgChart1"/>
    <dgm:cxn modelId="{D470DB72-2487-4081-AAE7-DB0620A3E8AA}" type="presParOf" srcId="{D796F811-0D28-443B-B527-365D1B78F757}" destId="{2337800E-FAEC-4AC6-AF5A-9D632B7AECBD}" srcOrd="0" destOrd="0" presId="urn:microsoft.com/office/officeart/2005/8/layout/orgChart1"/>
    <dgm:cxn modelId="{4FE332A0-961D-446C-BDE4-3EB8C417B3C9}" type="presParOf" srcId="{2337800E-FAEC-4AC6-AF5A-9D632B7AECBD}" destId="{043E1EC7-8D99-40B3-BD71-6DAC3F953ADF}" srcOrd="0" destOrd="0" presId="urn:microsoft.com/office/officeart/2005/8/layout/orgChart1"/>
    <dgm:cxn modelId="{8DF7C593-5439-4F71-B625-E609642F93BF}" type="presParOf" srcId="{2337800E-FAEC-4AC6-AF5A-9D632B7AECBD}" destId="{C1A50273-711D-4CC1-8D83-CB405E9E4DF8}" srcOrd="1" destOrd="0" presId="urn:microsoft.com/office/officeart/2005/8/layout/orgChart1"/>
    <dgm:cxn modelId="{96701B66-1201-4BD4-8F02-39B8B26BB686}" type="presParOf" srcId="{D796F811-0D28-443B-B527-365D1B78F757}" destId="{8A1324DD-7366-4D50-AA7F-587257F206B9}" srcOrd="1" destOrd="0" presId="urn:microsoft.com/office/officeart/2005/8/layout/orgChart1"/>
    <dgm:cxn modelId="{E386CED8-1AF4-43BA-B0BE-7F88DAFDF43C}" type="presParOf" srcId="{D796F811-0D28-443B-B527-365D1B78F757}" destId="{1AB4E619-BADA-4BA7-9722-0E02C5E952F7}" srcOrd="2" destOrd="0" presId="urn:microsoft.com/office/officeart/2005/8/layout/orgChart1"/>
    <dgm:cxn modelId="{B0D99AD0-79CE-4DEE-A148-C19FB58132A1}" type="presParOf" srcId="{46C69006-EA91-42D7-B3B7-521B7D8A1059}" destId="{D434EF21-C616-4E8D-BB17-C68C31E758B3}" srcOrd="2" destOrd="0" presId="urn:microsoft.com/office/officeart/2005/8/layout/orgChart1"/>
    <dgm:cxn modelId="{4AC1879D-6400-4636-86F1-0AE959BC2F63}" type="presParOf" srcId="{46C69006-EA91-42D7-B3B7-521B7D8A1059}" destId="{6240F9B3-9490-4C39-A06A-7051FA56A645}" srcOrd="3" destOrd="0" presId="urn:microsoft.com/office/officeart/2005/8/layout/orgChart1"/>
    <dgm:cxn modelId="{03AF5C73-7F34-4584-ADA8-EE8149143D39}" type="presParOf" srcId="{6240F9B3-9490-4C39-A06A-7051FA56A645}" destId="{92E15885-5D03-4179-9CE9-7F6AA66474BE}" srcOrd="0" destOrd="0" presId="urn:microsoft.com/office/officeart/2005/8/layout/orgChart1"/>
    <dgm:cxn modelId="{1958DEEC-7CE9-411C-8939-5EAF273BB76D}" type="presParOf" srcId="{92E15885-5D03-4179-9CE9-7F6AA66474BE}" destId="{88344AE2-D9B7-4B7B-8965-A5DE9611322F}" srcOrd="0" destOrd="0" presId="urn:microsoft.com/office/officeart/2005/8/layout/orgChart1"/>
    <dgm:cxn modelId="{B2687F2A-B320-4D01-BA86-A1AD59CB6CDF}" type="presParOf" srcId="{92E15885-5D03-4179-9CE9-7F6AA66474BE}" destId="{917AC66D-C825-4456-B2F0-DBC5AD40B55C}" srcOrd="1" destOrd="0" presId="urn:microsoft.com/office/officeart/2005/8/layout/orgChart1"/>
    <dgm:cxn modelId="{482820A0-9ED8-478F-8BAD-F749FBCABD14}" type="presParOf" srcId="{6240F9B3-9490-4C39-A06A-7051FA56A645}" destId="{7A8BC53A-CC91-4B6E-9CCC-3615EFCC87FE}" srcOrd="1" destOrd="0" presId="urn:microsoft.com/office/officeart/2005/8/layout/orgChart1"/>
    <dgm:cxn modelId="{FECF4D80-7B23-466F-9730-D1EE54B06EE6}" type="presParOf" srcId="{7A8BC53A-CC91-4B6E-9CCC-3615EFCC87FE}" destId="{A36BB6D9-6066-4CA5-98C6-D49A7908A743}" srcOrd="0" destOrd="0" presId="urn:microsoft.com/office/officeart/2005/8/layout/orgChart1"/>
    <dgm:cxn modelId="{7CECBDB2-CB9E-4137-9B26-21A4CC3ED460}" type="presParOf" srcId="{7A8BC53A-CC91-4B6E-9CCC-3615EFCC87FE}" destId="{C62E90CB-C75F-439C-873B-E10F387ABFF3}" srcOrd="1" destOrd="0" presId="urn:microsoft.com/office/officeart/2005/8/layout/orgChart1"/>
    <dgm:cxn modelId="{3C8227D4-ECE1-4331-8C85-4438298A476B}" type="presParOf" srcId="{C62E90CB-C75F-439C-873B-E10F387ABFF3}" destId="{FE70603E-C5DD-4FF1-A331-F966E1CAB28D}" srcOrd="0" destOrd="0" presId="urn:microsoft.com/office/officeart/2005/8/layout/orgChart1"/>
    <dgm:cxn modelId="{4232E4CF-D6BE-4F05-9407-560956FB0347}" type="presParOf" srcId="{FE70603E-C5DD-4FF1-A331-F966E1CAB28D}" destId="{51DDC4DD-2233-4EC2-8432-F3CE37D22693}" srcOrd="0" destOrd="0" presId="urn:microsoft.com/office/officeart/2005/8/layout/orgChart1"/>
    <dgm:cxn modelId="{415D2F6F-70A3-419F-AF7E-0851158BCA9C}" type="presParOf" srcId="{FE70603E-C5DD-4FF1-A331-F966E1CAB28D}" destId="{F7A1D6D5-6A31-45D1-A0B2-6A3B09415310}" srcOrd="1" destOrd="0" presId="urn:microsoft.com/office/officeart/2005/8/layout/orgChart1"/>
    <dgm:cxn modelId="{3C992D8D-8CC8-4324-A3B5-EC8FB0EE91C3}" type="presParOf" srcId="{C62E90CB-C75F-439C-873B-E10F387ABFF3}" destId="{1B5964FD-61DB-4D79-8C7C-F88225B4B560}" srcOrd="1" destOrd="0" presId="urn:microsoft.com/office/officeart/2005/8/layout/orgChart1"/>
    <dgm:cxn modelId="{52A40025-3F0E-4DE1-8705-C3E2CD8D35E8}" type="presParOf" srcId="{C62E90CB-C75F-439C-873B-E10F387ABFF3}" destId="{880435D9-1C07-4B74-A3B1-EF4AA4EF681C}" srcOrd="2" destOrd="0" presId="urn:microsoft.com/office/officeart/2005/8/layout/orgChart1"/>
    <dgm:cxn modelId="{9DA128D7-E089-46E9-890E-B74C16C4E6E5}" type="presParOf" srcId="{7A8BC53A-CC91-4B6E-9CCC-3615EFCC87FE}" destId="{4E5B379E-55AE-40FD-9D1A-4CBADE9E473A}" srcOrd="2" destOrd="0" presId="urn:microsoft.com/office/officeart/2005/8/layout/orgChart1"/>
    <dgm:cxn modelId="{0CE86316-E11B-4B35-BBBC-3ED3A55859FC}" type="presParOf" srcId="{7A8BC53A-CC91-4B6E-9CCC-3615EFCC87FE}" destId="{BC0DA2D8-5616-44D1-99B6-4825E6D4F299}" srcOrd="3" destOrd="0" presId="urn:microsoft.com/office/officeart/2005/8/layout/orgChart1"/>
    <dgm:cxn modelId="{CE210D4A-1796-41E1-AF9B-91B4ED4B2BEF}" type="presParOf" srcId="{BC0DA2D8-5616-44D1-99B6-4825E6D4F299}" destId="{B36E4EE8-4968-4E34-B247-20174E7B030F}" srcOrd="0" destOrd="0" presId="urn:microsoft.com/office/officeart/2005/8/layout/orgChart1"/>
    <dgm:cxn modelId="{CD5D8228-0F54-4292-94F1-E158AE7FFFA6}" type="presParOf" srcId="{B36E4EE8-4968-4E34-B247-20174E7B030F}" destId="{741C8EAF-4A57-4A1C-9BD1-B7821900395C}" srcOrd="0" destOrd="0" presId="urn:microsoft.com/office/officeart/2005/8/layout/orgChart1"/>
    <dgm:cxn modelId="{AADBCA7F-8F5B-4C8F-AB0C-0F7EB2362FD3}" type="presParOf" srcId="{B36E4EE8-4968-4E34-B247-20174E7B030F}" destId="{D267F784-A944-4A3D-98B9-81645B81D4BC}" srcOrd="1" destOrd="0" presId="urn:microsoft.com/office/officeart/2005/8/layout/orgChart1"/>
    <dgm:cxn modelId="{DE9CF5A4-0323-4147-869E-5704554442B8}" type="presParOf" srcId="{BC0DA2D8-5616-44D1-99B6-4825E6D4F299}" destId="{09FE1871-9E77-477E-80EF-FA9AE908E90A}" srcOrd="1" destOrd="0" presId="urn:microsoft.com/office/officeart/2005/8/layout/orgChart1"/>
    <dgm:cxn modelId="{2896D413-EFE3-4F88-87D6-2DF2AA672F34}" type="presParOf" srcId="{BC0DA2D8-5616-44D1-99B6-4825E6D4F299}" destId="{B108380F-8641-4203-946C-577C6075F69E}" srcOrd="2" destOrd="0" presId="urn:microsoft.com/office/officeart/2005/8/layout/orgChart1"/>
    <dgm:cxn modelId="{151363CB-F911-49E3-BD9B-2D681B9C0F49}" type="presParOf" srcId="{7A8BC53A-CC91-4B6E-9CCC-3615EFCC87FE}" destId="{09276649-46E7-4C5F-93ED-1A740A648EB8}" srcOrd="4" destOrd="0" presId="urn:microsoft.com/office/officeart/2005/8/layout/orgChart1"/>
    <dgm:cxn modelId="{0A3B46A3-8E57-4BF3-BBCE-E293095D5267}" type="presParOf" srcId="{7A8BC53A-CC91-4B6E-9CCC-3615EFCC87FE}" destId="{803796D7-1A5F-4F7C-9CDC-22BBB87F3AD1}" srcOrd="5" destOrd="0" presId="urn:microsoft.com/office/officeart/2005/8/layout/orgChart1"/>
    <dgm:cxn modelId="{DC8B5153-7122-4A1F-AD27-E01F3CB80B96}" type="presParOf" srcId="{803796D7-1A5F-4F7C-9CDC-22BBB87F3AD1}" destId="{51555EEC-7115-4766-A841-AB0833910A7D}" srcOrd="0" destOrd="0" presId="urn:microsoft.com/office/officeart/2005/8/layout/orgChart1"/>
    <dgm:cxn modelId="{405D4170-BF41-4111-A0D9-EB57384896DF}" type="presParOf" srcId="{51555EEC-7115-4766-A841-AB0833910A7D}" destId="{4CB19732-B11C-4BBF-BA31-1B6851DE7343}" srcOrd="0" destOrd="0" presId="urn:microsoft.com/office/officeart/2005/8/layout/orgChart1"/>
    <dgm:cxn modelId="{B90EEA73-0A7C-4514-B403-585F9B0F5064}" type="presParOf" srcId="{51555EEC-7115-4766-A841-AB0833910A7D}" destId="{AA81C2C4-48C1-4F98-ABE4-2E11D8B29C64}" srcOrd="1" destOrd="0" presId="urn:microsoft.com/office/officeart/2005/8/layout/orgChart1"/>
    <dgm:cxn modelId="{8DC7AD41-08A4-4CDE-AE3F-76F956AD65FC}" type="presParOf" srcId="{803796D7-1A5F-4F7C-9CDC-22BBB87F3AD1}" destId="{A277478F-B971-41CF-90B8-A7874C072A3F}" srcOrd="1" destOrd="0" presId="urn:microsoft.com/office/officeart/2005/8/layout/orgChart1"/>
    <dgm:cxn modelId="{F2F3BCE1-96AC-45C1-91C3-040721CFBFAA}" type="presParOf" srcId="{803796D7-1A5F-4F7C-9CDC-22BBB87F3AD1}" destId="{77A61F79-D330-4774-A64F-3A3548FBA556}" srcOrd="2" destOrd="0" presId="urn:microsoft.com/office/officeart/2005/8/layout/orgChart1"/>
    <dgm:cxn modelId="{63F00C90-0603-4FF4-B463-018748AD990C}" type="presParOf" srcId="{7A8BC53A-CC91-4B6E-9CCC-3615EFCC87FE}" destId="{D509B284-4798-45EE-8739-FA16D3783980}" srcOrd="6" destOrd="0" presId="urn:microsoft.com/office/officeart/2005/8/layout/orgChart1"/>
    <dgm:cxn modelId="{9220F259-ED2A-4767-9BD9-030D0CAAD86C}" type="presParOf" srcId="{7A8BC53A-CC91-4B6E-9CCC-3615EFCC87FE}" destId="{45AB86A8-88AB-4AC9-9165-A0E3E637425A}" srcOrd="7" destOrd="0" presId="urn:microsoft.com/office/officeart/2005/8/layout/orgChart1"/>
    <dgm:cxn modelId="{FEDE947D-E653-41B6-A279-13D894A980D7}" type="presParOf" srcId="{45AB86A8-88AB-4AC9-9165-A0E3E637425A}" destId="{F0B77A30-2417-4BBD-8CC2-B102866B1031}" srcOrd="0" destOrd="0" presId="urn:microsoft.com/office/officeart/2005/8/layout/orgChart1"/>
    <dgm:cxn modelId="{670F096B-9411-46C7-813C-2BA39A3981EA}" type="presParOf" srcId="{F0B77A30-2417-4BBD-8CC2-B102866B1031}" destId="{0673C932-FF40-4DD7-B197-B24D255B169A}" srcOrd="0" destOrd="0" presId="urn:microsoft.com/office/officeart/2005/8/layout/orgChart1"/>
    <dgm:cxn modelId="{B6EB32F5-9623-4EBF-A674-C48A550DBB07}" type="presParOf" srcId="{F0B77A30-2417-4BBD-8CC2-B102866B1031}" destId="{52C2C95D-913E-4B01-92A1-A5659D6B58BD}" srcOrd="1" destOrd="0" presId="urn:microsoft.com/office/officeart/2005/8/layout/orgChart1"/>
    <dgm:cxn modelId="{0FE82FFD-DD00-40DC-8D25-73A601E81C93}" type="presParOf" srcId="{45AB86A8-88AB-4AC9-9165-A0E3E637425A}" destId="{20B872F5-F905-4FF7-AD0A-50D70BCA7889}" srcOrd="1" destOrd="0" presId="urn:microsoft.com/office/officeart/2005/8/layout/orgChart1"/>
    <dgm:cxn modelId="{F1EE0D68-DB86-435A-811A-522EBC715744}" type="presParOf" srcId="{45AB86A8-88AB-4AC9-9165-A0E3E637425A}" destId="{DC4BE5BB-8902-4D4F-AD03-DA8F03120E42}" srcOrd="2" destOrd="0" presId="urn:microsoft.com/office/officeart/2005/8/layout/orgChart1"/>
    <dgm:cxn modelId="{A1D584CF-0724-4ED0-A942-B978918DB6E7}" type="presParOf" srcId="{6240F9B3-9490-4C39-A06A-7051FA56A645}" destId="{9A912F06-187F-4DAA-B1D3-49618443EE56}" srcOrd="2" destOrd="0" presId="urn:microsoft.com/office/officeart/2005/8/layout/orgChart1"/>
    <dgm:cxn modelId="{3D7B16F1-6841-4FD5-A60F-2C772BE0C226}" type="presParOf" srcId="{56A16E61-7443-43D7-B103-296C2BC38FD5}" destId="{5EC7E608-7C4A-4A1C-9DA8-C1B173A7512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9FCBE6D3-DE67-4113-9F80-D18F21A0F9A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6FBA461-5719-4512-9CB8-0551FDC62B82}">
      <dgm:prSet phldrT="[Testo]" phldr="0"/>
      <dgm:spPr/>
      <dgm:t>
        <a:bodyPr/>
        <a:lstStyle/>
        <a:p>
          <a:r>
            <a:rPr lang="en-US" noProof="0" dirty="0"/>
            <a:t>Project Risks</a:t>
          </a:r>
        </a:p>
      </dgm:t>
    </dgm:pt>
    <dgm:pt modelId="{CAAB5851-B8BF-44CE-8A8E-1D3DD97D0293}" type="parTrans" cxnId="{3EE14A11-D067-48F3-B5D1-1B360E2EBDBA}">
      <dgm:prSet/>
      <dgm:spPr/>
      <dgm:t>
        <a:bodyPr/>
        <a:lstStyle/>
        <a:p>
          <a:endParaRPr lang="en-US"/>
        </a:p>
      </dgm:t>
    </dgm:pt>
    <dgm:pt modelId="{4639D09A-E635-4FAD-B281-44A9152780ED}" type="sibTrans" cxnId="{3EE14A11-D067-48F3-B5D1-1B360E2EBDBA}">
      <dgm:prSet/>
      <dgm:spPr/>
      <dgm:t>
        <a:bodyPr/>
        <a:lstStyle/>
        <a:p>
          <a:endParaRPr lang="en-US"/>
        </a:p>
      </dgm:t>
    </dgm:pt>
    <dgm:pt modelId="{346889FA-1BDD-403A-95C8-895ECFD09E71}">
      <dgm:prSet phldrT="[Testo]" phldr="0"/>
      <dgm:spPr/>
      <dgm:t>
        <a:bodyPr/>
        <a:lstStyle/>
        <a:p>
          <a:r>
            <a:rPr lang="en-US" noProof="0" dirty="0"/>
            <a:t>Individual risks </a:t>
          </a:r>
        </a:p>
      </dgm:t>
    </dgm:pt>
    <dgm:pt modelId="{70D1930D-A3BF-4B9C-B6D2-79F2A2548A90}" type="parTrans" cxnId="{473623C6-9AFA-4338-9702-DC92F9119801}">
      <dgm:prSet/>
      <dgm:spPr/>
      <dgm:t>
        <a:bodyPr/>
        <a:lstStyle/>
        <a:p>
          <a:endParaRPr lang="en-US"/>
        </a:p>
      </dgm:t>
    </dgm:pt>
    <dgm:pt modelId="{920EB6E6-ED5B-42BC-A9C2-D1746F7C3DB5}" type="sibTrans" cxnId="{473623C6-9AFA-4338-9702-DC92F9119801}">
      <dgm:prSet/>
      <dgm:spPr/>
      <dgm:t>
        <a:bodyPr/>
        <a:lstStyle/>
        <a:p>
          <a:endParaRPr lang="en-US"/>
        </a:p>
      </dgm:t>
    </dgm:pt>
    <dgm:pt modelId="{177D6756-87A0-4B17-8AC3-5CA67DA0172E}">
      <dgm:prSet phldrT="[Testo]" phldr="0"/>
      <dgm:spPr/>
      <dgm:t>
        <a:bodyPr/>
        <a:lstStyle/>
        <a:p>
          <a:r>
            <a:rPr lang="en-US" noProof="0" dirty="0"/>
            <a:t>Global Risk</a:t>
          </a:r>
        </a:p>
      </dgm:t>
    </dgm:pt>
    <dgm:pt modelId="{D2FB8D82-95AF-4331-90FB-56D0121DDD45}" type="parTrans" cxnId="{E7DE0734-C631-4036-BB31-71FBABB33854}">
      <dgm:prSet/>
      <dgm:spPr/>
      <dgm:t>
        <a:bodyPr/>
        <a:lstStyle/>
        <a:p>
          <a:endParaRPr lang="en-US"/>
        </a:p>
      </dgm:t>
    </dgm:pt>
    <dgm:pt modelId="{DCAC1742-9F7E-434E-8B5B-E219A462723D}" type="sibTrans" cxnId="{E7DE0734-C631-4036-BB31-71FBABB33854}">
      <dgm:prSet/>
      <dgm:spPr/>
      <dgm:t>
        <a:bodyPr/>
        <a:lstStyle/>
        <a:p>
          <a:endParaRPr lang="en-US"/>
        </a:p>
      </dgm:t>
    </dgm:pt>
    <dgm:pt modelId="{228820A1-5D5B-4D33-A78D-829364DBC541}">
      <dgm:prSet phldrT="[Testo]" phldr="0"/>
      <dgm:spPr/>
      <dgm:t>
        <a:bodyPr/>
        <a:lstStyle/>
        <a:p>
          <a:r>
            <a:rPr lang="en-US" noProof="0" dirty="0"/>
            <a:t>Risk Plan</a:t>
          </a:r>
        </a:p>
      </dgm:t>
    </dgm:pt>
    <dgm:pt modelId="{E9F43B6D-947E-46CA-957E-50BA006A7CC6}" type="parTrans" cxnId="{CEA359FD-77DC-44C1-9DF3-279EF30B21A9}">
      <dgm:prSet/>
      <dgm:spPr/>
      <dgm:t>
        <a:bodyPr/>
        <a:lstStyle/>
        <a:p>
          <a:endParaRPr lang="en-US"/>
        </a:p>
      </dgm:t>
    </dgm:pt>
    <dgm:pt modelId="{5B104364-6FEA-43EC-B832-47235929152A}" type="sibTrans" cxnId="{CEA359FD-77DC-44C1-9DF3-279EF30B21A9}">
      <dgm:prSet/>
      <dgm:spPr/>
      <dgm:t>
        <a:bodyPr/>
        <a:lstStyle/>
        <a:p>
          <a:endParaRPr lang="en-US"/>
        </a:p>
      </dgm:t>
    </dgm:pt>
    <dgm:pt modelId="{0987497C-CFAB-41F7-863A-F62654776E22}">
      <dgm:prSet phldrT="[Testo]" phldr="0"/>
      <dgm:spPr/>
      <dgm:t>
        <a:bodyPr/>
        <a:lstStyle/>
        <a:p>
          <a:r>
            <a:rPr lang="en-US" noProof="0" dirty="0"/>
            <a:t>Table </a:t>
          </a:r>
        </a:p>
      </dgm:t>
    </dgm:pt>
    <dgm:pt modelId="{025718DB-4C95-46B0-AFE7-FAE4339C91D8}" type="parTrans" cxnId="{A391A639-F4C1-4192-B0CE-BE83BC4EFAC8}">
      <dgm:prSet/>
      <dgm:spPr/>
      <dgm:t>
        <a:bodyPr/>
        <a:lstStyle/>
        <a:p>
          <a:endParaRPr lang="en-US"/>
        </a:p>
      </dgm:t>
    </dgm:pt>
    <dgm:pt modelId="{14CFC72A-4360-4BC7-912D-03E488B593C3}" type="sibTrans" cxnId="{A391A639-F4C1-4192-B0CE-BE83BC4EFAC8}">
      <dgm:prSet/>
      <dgm:spPr/>
      <dgm:t>
        <a:bodyPr/>
        <a:lstStyle/>
        <a:p>
          <a:endParaRPr lang="en-US"/>
        </a:p>
      </dgm:t>
    </dgm:pt>
    <dgm:pt modelId="{D22CAA77-E41D-4F0D-AF4D-C62EFCC2BD9C}">
      <dgm:prSet phldrT="[Testo]" phldr="0"/>
      <dgm:spPr/>
      <dgm:t>
        <a:bodyPr/>
        <a:lstStyle/>
        <a:p>
          <a:r>
            <a:rPr lang="en-US" noProof="0" dirty="0"/>
            <a:t>Explanation </a:t>
          </a:r>
        </a:p>
      </dgm:t>
    </dgm:pt>
    <dgm:pt modelId="{A3DE416F-7D9A-442D-A9E9-0DD1AF477A82}" type="parTrans" cxnId="{87342D22-3F00-473A-BCCC-4F389E895061}">
      <dgm:prSet/>
      <dgm:spPr/>
      <dgm:t>
        <a:bodyPr/>
        <a:lstStyle/>
        <a:p>
          <a:endParaRPr lang="en-US"/>
        </a:p>
      </dgm:t>
    </dgm:pt>
    <dgm:pt modelId="{830AD904-77EA-4B94-B26D-B1F3D4C84E2B}" type="sibTrans" cxnId="{87342D22-3F00-473A-BCCC-4F389E895061}">
      <dgm:prSet/>
      <dgm:spPr/>
      <dgm:t>
        <a:bodyPr/>
        <a:lstStyle/>
        <a:p>
          <a:endParaRPr lang="en-US"/>
        </a:p>
      </dgm:t>
    </dgm:pt>
    <dgm:pt modelId="{E96F617C-CB97-4F96-939E-5D811BC5CF54}">
      <dgm:prSet phldrT="[Testo]" phldr="0"/>
      <dgm:spPr/>
      <dgm:t>
        <a:bodyPr/>
        <a:lstStyle/>
        <a:p>
          <a:r>
            <a:rPr lang="en-US" noProof="0" dirty="0"/>
            <a:t>Risk Control</a:t>
          </a:r>
        </a:p>
      </dgm:t>
    </dgm:pt>
    <dgm:pt modelId="{092F9410-5F14-43EB-99D5-84EB3FE7010C}" type="parTrans" cxnId="{EFEA8200-2BB4-4C06-8268-E5C0259A15F5}">
      <dgm:prSet/>
      <dgm:spPr/>
      <dgm:t>
        <a:bodyPr/>
        <a:lstStyle/>
        <a:p>
          <a:endParaRPr lang="en-US"/>
        </a:p>
      </dgm:t>
    </dgm:pt>
    <dgm:pt modelId="{D8C17332-FBA9-461E-BCF9-AA20BD93820B}" type="sibTrans" cxnId="{EFEA8200-2BB4-4C06-8268-E5C0259A15F5}">
      <dgm:prSet/>
      <dgm:spPr/>
      <dgm:t>
        <a:bodyPr/>
        <a:lstStyle/>
        <a:p>
          <a:endParaRPr lang="en-US"/>
        </a:p>
      </dgm:t>
    </dgm:pt>
    <dgm:pt modelId="{0360A706-B59E-4314-AD1C-9CC722244D31}">
      <dgm:prSet phldrT="[Testo]" phldr="0"/>
      <dgm:spPr/>
      <dgm:t>
        <a:bodyPr/>
        <a:lstStyle/>
        <a:p>
          <a:r>
            <a:rPr lang="en-US" noProof="0" dirty="0"/>
            <a:t>Table</a:t>
          </a:r>
        </a:p>
      </dgm:t>
    </dgm:pt>
    <dgm:pt modelId="{98EA7E28-A08C-4951-AD79-7D5E540354FF}" type="parTrans" cxnId="{5AB31312-0DC4-4780-B3FB-75BBA72EE458}">
      <dgm:prSet/>
      <dgm:spPr/>
      <dgm:t>
        <a:bodyPr/>
        <a:lstStyle/>
        <a:p>
          <a:endParaRPr lang="en-US"/>
        </a:p>
      </dgm:t>
    </dgm:pt>
    <dgm:pt modelId="{46639800-2F27-4B40-B5E5-D771472406E2}" type="sibTrans" cxnId="{5AB31312-0DC4-4780-B3FB-75BBA72EE458}">
      <dgm:prSet/>
      <dgm:spPr/>
      <dgm:t>
        <a:bodyPr/>
        <a:lstStyle/>
        <a:p>
          <a:endParaRPr lang="en-US"/>
        </a:p>
      </dgm:t>
    </dgm:pt>
    <dgm:pt modelId="{26B13530-08B2-4030-AACE-46B6B2E692D8}">
      <dgm:prSet phldrT="[Testo]" phldr="0"/>
      <dgm:spPr/>
      <dgm:t>
        <a:bodyPr/>
        <a:lstStyle/>
        <a:p>
          <a:r>
            <a:rPr lang="en-US" noProof="0" dirty="0"/>
            <a:t>Explanation</a:t>
          </a:r>
        </a:p>
      </dgm:t>
    </dgm:pt>
    <dgm:pt modelId="{E2F5EACD-1138-483C-9EBC-021011422430}" type="parTrans" cxnId="{091E4CFD-CD73-4E31-A7F3-12D94E29EB8C}">
      <dgm:prSet/>
      <dgm:spPr/>
      <dgm:t>
        <a:bodyPr/>
        <a:lstStyle/>
        <a:p>
          <a:endParaRPr lang="en-US"/>
        </a:p>
      </dgm:t>
    </dgm:pt>
    <dgm:pt modelId="{DDA07438-62B0-4482-BDB7-3D7D49C1225C}" type="sibTrans" cxnId="{091E4CFD-CD73-4E31-A7F3-12D94E29EB8C}">
      <dgm:prSet/>
      <dgm:spPr/>
      <dgm:t>
        <a:bodyPr/>
        <a:lstStyle/>
        <a:p>
          <a:endParaRPr lang="en-US"/>
        </a:p>
      </dgm:t>
    </dgm:pt>
    <dgm:pt modelId="{AB73210C-39E5-4D21-93A0-03FED3E5C2D6}">
      <dgm:prSet phldrT="[Testo]" phldr="0"/>
      <dgm:spPr/>
      <dgm:t>
        <a:bodyPr/>
        <a:lstStyle/>
        <a:p>
          <a:r>
            <a:rPr lang="en-US" noProof="0" dirty="0">
              <a:solidFill>
                <a:schemeClr val="tx1"/>
              </a:solidFill>
            </a:rPr>
            <a:t>Risk Variables</a:t>
          </a:r>
          <a:endParaRPr lang="en-US" noProof="0" dirty="0"/>
        </a:p>
      </dgm:t>
    </dgm:pt>
    <dgm:pt modelId="{866EAB45-0A17-4414-B644-B90754A7AF03}" type="parTrans" cxnId="{BE6E3D3C-B836-4FA9-9D54-BB8978ED499B}">
      <dgm:prSet/>
      <dgm:spPr/>
      <dgm:t>
        <a:bodyPr/>
        <a:lstStyle/>
        <a:p>
          <a:endParaRPr lang="en-US"/>
        </a:p>
      </dgm:t>
    </dgm:pt>
    <dgm:pt modelId="{1FDBB147-9BE9-4629-BA66-25AED13A7E1F}" type="sibTrans" cxnId="{BE6E3D3C-B836-4FA9-9D54-BB8978ED499B}">
      <dgm:prSet/>
      <dgm:spPr/>
      <dgm:t>
        <a:bodyPr/>
        <a:lstStyle/>
        <a:p>
          <a:endParaRPr lang="en-US"/>
        </a:p>
      </dgm:t>
    </dgm:pt>
    <dgm:pt modelId="{3F4788F4-1B6D-4076-906A-78A90AD4414E}">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r>
            <a:rPr lang="en-US" noProof="0" dirty="0">
              <a:solidFill>
                <a:schemeClr val="tx1"/>
              </a:solidFill>
            </a:rPr>
            <a:t> </a:t>
          </a:r>
          <a:r>
            <a:rPr lang="en-US" noProof="0" dirty="0">
              <a:solidFill>
                <a:srgbClr val="000000"/>
              </a:solidFill>
              <a:latin typeface="Times New Roman"/>
              <a:ea typeface="+mn-ea"/>
              <a:cs typeface="+mn-cs"/>
            </a:rPr>
            <a:t>Innovation</a:t>
          </a:r>
        </a:p>
      </dgm:t>
    </dgm:pt>
    <dgm:pt modelId="{0857042D-65E7-4CCF-861B-AA88F7875AEE}" type="parTrans" cxnId="{DCAABEB8-B980-49F4-B432-9D41637A17A7}">
      <dgm:prSet/>
      <dgm:spPr/>
      <dgm:t>
        <a:bodyPr/>
        <a:lstStyle/>
        <a:p>
          <a:endParaRPr lang="en-US"/>
        </a:p>
      </dgm:t>
    </dgm:pt>
    <dgm:pt modelId="{500C88FC-BE40-4CB1-8657-C13D1582EB03}" type="sibTrans" cxnId="{DCAABEB8-B980-49F4-B432-9D41637A17A7}">
      <dgm:prSet/>
      <dgm:spPr/>
      <dgm:t>
        <a:bodyPr/>
        <a:lstStyle/>
        <a:p>
          <a:endParaRPr lang="en-US"/>
        </a:p>
      </dgm:t>
    </dgm:pt>
    <dgm:pt modelId="{2DF778DE-2EF4-428B-AE1A-A7A544775B84}">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pPr>
            <a:buNone/>
          </a:pPr>
          <a:r>
            <a:rPr lang="en-US" noProof="0" dirty="0">
              <a:solidFill>
                <a:srgbClr val="000000"/>
              </a:solidFill>
              <a:latin typeface="Times New Roman"/>
              <a:ea typeface="+mn-ea"/>
              <a:cs typeface="+mn-cs"/>
            </a:rPr>
            <a:t>Size</a:t>
          </a:r>
        </a:p>
      </dgm:t>
    </dgm:pt>
    <dgm:pt modelId="{F141ED5C-A1F2-450B-B61D-B922B537AA52}" type="parTrans" cxnId="{BD27028A-32DF-4C0A-B3A4-25636582A826}">
      <dgm:prSet/>
      <dgm:spPr/>
      <dgm:t>
        <a:bodyPr/>
        <a:lstStyle/>
        <a:p>
          <a:endParaRPr lang="en-US"/>
        </a:p>
      </dgm:t>
    </dgm:pt>
    <dgm:pt modelId="{4E1E831C-1466-4FA6-9E0E-62D611372539}" type="sibTrans" cxnId="{BD27028A-32DF-4C0A-B3A4-25636582A826}">
      <dgm:prSet/>
      <dgm:spPr/>
      <dgm:t>
        <a:bodyPr/>
        <a:lstStyle/>
        <a:p>
          <a:endParaRPr lang="en-US"/>
        </a:p>
      </dgm:t>
    </dgm:pt>
    <dgm:pt modelId="{B31A1497-62D3-4712-BF4E-850306C75877}">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pPr>
            <a:buNone/>
          </a:pPr>
          <a:r>
            <a:rPr lang="en-US" noProof="0" dirty="0">
              <a:solidFill>
                <a:srgbClr val="000000"/>
              </a:solidFill>
              <a:latin typeface="Times New Roman"/>
              <a:ea typeface="+mn-ea"/>
              <a:cs typeface="+mn-cs"/>
            </a:rPr>
            <a:t>Uncertainty</a:t>
          </a:r>
        </a:p>
      </dgm:t>
    </dgm:pt>
    <dgm:pt modelId="{2577C24F-42A4-4FA5-8A22-A78513CF8A04}" type="parTrans" cxnId="{7E7F2D21-EF55-42E5-A717-09DC5E3EFAA7}">
      <dgm:prSet/>
      <dgm:spPr/>
      <dgm:t>
        <a:bodyPr/>
        <a:lstStyle/>
        <a:p>
          <a:endParaRPr lang="en-US"/>
        </a:p>
      </dgm:t>
    </dgm:pt>
    <dgm:pt modelId="{D96E8F50-F511-4C4D-A97C-31D55092C5EC}" type="sibTrans" cxnId="{7E7F2D21-EF55-42E5-A717-09DC5E3EFAA7}">
      <dgm:prSet/>
      <dgm:spPr/>
      <dgm:t>
        <a:bodyPr/>
        <a:lstStyle/>
        <a:p>
          <a:endParaRPr lang="en-US"/>
        </a:p>
      </dgm:t>
    </dgm:pt>
    <dgm:pt modelId="{F768C40B-1830-4B2A-B693-DC6289EBC309}">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r>
            <a:rPr lang="en-US" noProof="0" dirty="0">
              <a:solidFill>
                <a:schemeClr val="tx1"/>
              </a:solidFill>
            </a:rPr>
            <a:t>Risk </a:t>
          </a:r>
          <a:r>
            <a:rPr lang="en-US" noProof="0" dirty="0">
              <a:solidFill>
                <a:srgbClr val="000000"/>
              </a:solidFill>
              <a:latin typeface="Times New Roman"/>
              <a:ea typeface="+mn-ea"/>
              <a:cs typeface="+mn-cs"/>
            </a:rPr>
            <a:t>Profile</a:t>
          </a:r>
          <a:r>
            <a:rPr lang="en-US" b="1" noProof="0" dirty="0">
              <a:solidFill>
                <a:schemeClr val="tx1"/>
              </a:solidFill>
              <a:latin typeface="Times New Roman" pitchFamily="18" charset="0"/>
              <a:cs typeface="Times New Roman" pitchFamily="18" charset="0"/>
            </a:rPr>
            <a:t> </a:t>
          </a:r>
          <a:endParaRPr lang="en-US" noProof="0" dirty="0">
            <a:solidFill>
              <a:schemeClr val="tx1"/>
            </a:solidFill>
            <a:cs typeface="Times New Roman" pitchFamily="18" charset="0"/>
          </a:endParaRPr>
        </a:p>
      </dgm:t>
    </dgm:pt>
    <dgm:pt modelId="{C01D689A-B2D2-4F8B-86DD-7255D7257BCA}" type="parTrans" cxnId="{CB82D9ED-7A9A-4AFE-9FCC-E780BB76B741}">
      <dgm:prSet/>
      <dgm:spPr/>
      <dgm:t>
        <a:bodyPr/>
        <a:lstStyle/>
        <a:p>
          <a:endParaRPr lang="en-US"/>
        </a:p>
      </dgm:t>
    </dgm:pt>
    <dgm:pt modelId="{075CB319-2FBD-4266-B946-D9AFD8FBE8E4}" type="sibTrans" cxnId="{CB82D9ED-7A9A-4AFE-9FCC-E780BB76B741}">
      <dgm:prSet/>
      <dgm:spPr/>
      <dgm:t>
        <a:bodyPr/>
        <a:lstStyle/>
        <a:p>
          <a:endParaRPr lang="en-US"/>
        </a:p>
      </dgm:t>
    </dgm:pt>
    <dgm:pt modelId="{010503F2-FCFE-4838-A99E-96163EF0E208}">
      <dgm:prSet/>
      <dgm:spPr>
        <a:solidFill>
          <a:schemeClr val="bg1"/>
        </a:solidFill>
        <a:ln>
          <a:solidFill>
            <a:schemeClr val="tx1"/>
          </a:solidFill>
        </a:ln>
      </dgm:spPr>
      <dgm:t>
        <a:bodyPr/>
        <a:lstStyle/>
        <a:p>
          <a:r>
            <a:rPr lang="en-US" noProof="0" dirty="0">
              <a:solidFill>
                <a:schemeClr val="tx1"/>
              </a:solidFill>
            </a:rPr>
            <a:t>Project Risk mitigation </a:t>
          </a:r>
        </a:p>
      </dgm:t>
    </dgm:pt>
    <dgm:pt modelId="{B34CA0E3-6172-42A6-A19A-EDFDC059AF3B}" type="sibTrans" cxnId="{9A5D8831-953E-4E1F-AB19-26A1E96309CB}">
      <dgm:prSet/>
      <dgm:spPr/>
      <dgm:t>
        <a:bodyPr/>
        <a:lstStyle/>
        <a:p>
          <a:endParaRPr lang="en-US"/>
        </a:p>
      </dgm:t>
    </dgm:pt>
    <dgm:pt modelId="{244184E8-5AC4-41C6-87D0-6488B9BB38B9}" type="parTrans" cxnId="{9A5D8831-953E-4E1F-AB19-26A1E96309CB}">
      <dgm:prSet/>
      <dgm:spPr/>
      <dgm:t>
        <a:bodyPr/>
        <a:lstStyle/>
        <a:p>
          <a:endParaRPr lang="en-US"/>
        </a:p>
      </dgm:t>
    </dgm:pt>
    <dgm:pt modelId="{9DB16307-1215-4E8A-9AF0-591DA0AAE775}">
      <dgm:prSet/>
      <dgm:spPr>
        <a:solidFill>
          <a:schemeClr val="bg1"/>
        </a:solidFill>
        <a:ln>
          <a:solidFill>
            <a:schemeClr val="tx1"/>
          </a:solidFill>
        </a:ln>
      </dgm:spPr>
      <dgm:t>
        <a:bodyPr/>
        <a:lstStyle/>
        <a:p>
          <a:r>
            <a:rPr lang="en-US" noProof="0" dirty="0">
              <a:solidFill>
                <a:schemeClr val="tx1"/>
              </a:solidFill>
            </a:rPr>
            <a:t>Pilot </a:t>
          </a:r>
          <a:endParaRPr lang="en-US" noProof="0" dirty="0">
            <a:solidFill>
              <a:schemeClr val="tx1"/>
            </a:solidFill>
            <a:cs typeface="Times New Roman" pitchFamily="18" charset="0"/>
          </a:endParaRPr>
        </a:p>
      </dgm:t>
    </dgm:pt>
    <dgm:pt modelId="{DBE0A1C2-51E0-4F40-9E56-DDEFC14F08D1}" type="sibTrans" cxnId="{A6244AF2-67B7-48A2-99CA-708DCFF072DC}">
      <dgm:prSet/>
      <dgm:spPr/>
      <dgm:t>
        <a:bodyPr/>
        <a:lstStyle/>
        <a:p>
          <a:endParaRPr lang="en-US"/>
        </a:p>
      </dgm:t>
    </dgm:pt>
    <dgm:pt modelId="{B0053B20-6A0E-4B7D-B156-6AB0ECDD59C9}" type="parTrans" cxnId="{A6244AF2-67B7-48A2-99CA-708DCFF072DC}">
      <dgm:prSet/>
      <dgm:spPr/>
      <dgm:t>
        <a:bodyPr/>
        <a:lstStyle/>
        <a:p>
          <a:endParaRPr lang="en-US"/>
        </a:p>
      </dgm:t>
    </dgm:pt>
    <dgm:pt modelId="{BC0D9F88-4554-4E17-82A4-B251B16DF3A6}">
      <dgm:prSet/>
      <dgm:spPr>
        <a:solidFill>
          <a:schemeClr val="bg1"/>
        </a:solidFill>
        <a:ln>
          <a:solidFill>
            <a:schemeClr val="tx1"/>
          </a:solidFill>
        </a:ln>
      </dgm:spPr>
      <dgm:t>
        <a:bodyPr/>
        <a:lstStyle/>
        <a:p>
          <a:r>
            <a:rPr lang="en-US" noProof="0" dirty="0">
              <a:solidFill>
                <a:schemeClr val="tx1"/>
              </a:solidFill>
            </a:rPr>
            <a:t>Split</a:t>
          </a:r>
        </a:p>
      </dgm:t>
    </dgm:pt>
    <dgm:pt modelId="{625DA549-E71B-48B7-8FE5-7A0D767FE3C6}" type="sibTrans" cxnId="{EDA93284-798E-450A-9256-FCD7BFCF9B43}">
      <dgm:prSet/>
      <dgm:spPr/>
      <dgm:t>
        <a:bodyPr/>
        <a:lstStyle/>
        <a:p>
          <a:endParaRPr lang="en-US"/>
        </a:p>
      </dgm:t>
    </dgm:pt>
    <dgm:pt modelId="{DB4B8EB9-45F9-4425-B49C-C92D6CEA06A8}" type="parTrans" cxnId="{EDA93284-798E-450A-9256-FCD7BFCF9B43}">
      <dgm:prSet/>
      <dgm:spPr/>
      <dgm:t>
        <a:bodyPr/>
        <a:lstStyle/>
        <a:p>
          <a:endParaRPr lang="en-US"/>
        </a:p>
      </dgm:t>
    </dgm:pt>
    <dgm:pt modelId="{C804140D-CC72-49DA-A666-F2D940372DC5}">
      <dgm:prSet/>
      <dgm:spPr>
        <a:solidFill>
          <a:schemeClr val="bg1"/>
        </a:solidFill>
        <a:ln>
          <a:solidFill>
            <a:schemeClr val="tx1"/>
          </a:solidFill>
        </a:ln>
      </dgm:spPr>
      <dgm:t>
        <a:bodyPr/>
        <a:lstStyle/>
        <a:p>
          <a:r>
            <a:rPr lang="en-US" noProof="0" dirty="0">
              <a:solidFill>
                <a:schemeClr val="tx1"/>
              </a:solidFill>
            </a:rPr>
            <a:t>Manage Risk</a:t>
          </a:r>
        </a:p>
      </dgm:t>
    </dgm:pt>
    <dgm:pt modelId="{16BBA78D-3A5D-4EB9-B8F6-938C0FECCCE4}" type="sibTrans" cxnId="{BE23950C-744D-4F60-85BC-D9081E631A54}">
      <dgm:prSet/>
      <dgm:spPr/>
      <dgm:t>
        <a:bodyPr/>
        <a:lstStyle/>
        <a:p>
          <a:endParaRPr lang="en-US"/>
        </a:p>
      </dgm:t>
    </dgm:pt>
    <dgm:pt modelId="{45F7C443-7A45-4982-ABAC-11D15EE355CD}" type="parTrans" cxnId="{BE23950C-744D-4F60-85BC-D9081E631A54}">
      <dgm:prSet/>
      <dgm:spPr/>
      <dgm:t>
        <a:bodyPr/>
        <a:lstStyle/>
        <a:p>
          <a:endParaRPr lang="en-US"/>
        </a:p>
      </dgm:t>
    </dgm:pt>
    <dgm:pt modelId="{68FE391F-8684-48AC-ABA9-80092A590391}">
      <dgm:prSet/>
      <dgm:spPr>
        <a:solidFill>
          <a:schemeClr val="bg1"/>
        </a:solidFill>
        <a:ln>
          <a:solidFill>
            <a:schemeClr val="tx1"/>
          </a:solidFill>
        </a:ln>
      </dgm:spPr>
      <dgm:t>
        <a:bodyPr/>
        <a:lstStyle/>
        <a:p>
          <a:r>
            <a:rPr lang="en-US" noProof="0" dirty="0">
              <a:solidFill>
                <a:schemeClr val="tx1"/>
              </a:solidFill>
            </a:rPr>
            <a:t>Downgrade Objectives</a:t>
          </a:r>
        </a:p>
      </dgm:t>
    </dgm:pt>
    <dgm:pt modelId="{03F7A3E0-A36B-4DD3-8C22-E7B17EDA0ED8}" type="sibTrans" cxnId="{35FBC421-A3A9-4D9F-9F8F-81F03DD648FE}">
      <dgm:prSet/>
      <dgm:spPr/>
      <dgm:t>
        <a:bodyPr/>
        <a:lstStyle/>
        <a:p>
          <a:endParaRPr lang="en-US"/>
        </a:p>
      </dgm:t>
    </dgm:pt>
    <dgm:pt modelId="{D183FAC1-6526-4252-8FD8-6DEA63CD2BA5}" type="parTrans" cxnId="{35FBC421-A3A9-4D9F-9F8F-81F03DD648FE}">
      <dgm:prSet/>
      <dgm:spPr/>
      <dgm:t>
        <a:bodyPr/>
        <a:lstStyle/>
        <a:p>
          <a:endParaRPr lang="en-US"/>
        </a:p>
      </dgm:t>
    </dgm:pt>
    <dgm:pt modelId="{7FCB869A-84B2-45C3-92B9-C84A1011F2A2}">
      <dgm:prSet/>
      <dgm:spPr>
        <a:solidFill>
          <a:schemeClr val="bg1"/>
        </a:solidFill>
        <a:ln>
          <a:solidFill>
            <a:schemeClr val="tx1"/>
          </a:solidFill>
        </a:ln>
      </dgm:spPr>
      <dgm:t>
        <a:bodyPr/>
        <a:lstStyle/>
        <a:p>
          <a:r>
            <a:rPr lang="en-US" noProof="0" dirty="0">
              <a:solidFill>
                <a:schemeClr val="tx1"/>
              </a:solidFill>
            </a:rPr>
            <a:t>Information Assurance</a:t>
          </a:r>
        </a:p>
      </dgm:t>
    </dgm:pt>
    <dgm:pt modelId="{523D175B-35D9-45CB-91BE-F720DD313484}" type="sibTrans" cxnId="{5E889C96-B64E-4B6F-A211-6763061095A0}">
      <dgm:prSet/>
      <dgm:spPr/>
      <dgm:t>
        <a:bodyPr/>
        <a:lstStyle/>
        <a:p>
          <a:endParaRPr lang="en-US"/>
        </a:p>
      </dgm:t>
    </dgm:pt>
    <dgm:pt modelId="{5C1E645C-490E-4E98-AB89-E9E314D84891}" type="parTrans" cxnId="{5E889C96-B64E-4B6F-A211-6763061095A0}">
      <dgm:prSet/>
      <dgm:spPr/>
      <dgm:t>
        <a:bodyPr/>
        <a:lstStyle/>
        <a:p>
          <a:endParaRPr lang="en-US"/>
        </a:p>
      </dgm:t>
    </dgm:pt>
    <dgm:pt modelId="{9A1D70EE-6069-44A9-9D54-C158DCA42460}" type="pres">
      <dgm:prSet presAssocID="{9FCBE6D3-DE67-4113-9F80-D18F21A0F9A5}" presName="hierChild1" presStyleCnt="0">
        <dgm:presLayoutVars>
          <dgm:orgChart val="1"/>
          <dgm:chPref val="1"/>
          <dgm:dir/>
          <dgm:animOne val="branch"/>
          <dgm:animLvl val="lvl"/>
          <dgm:resizeHandles/>
        </dgm:presLayoutVars>
      </dgm:prSet>
      <dgm:spPr/>
    </dgm:pt>
    <dgm:pt modelId="{321C9D10-5568-4BB6-9D0F-027DC46B2F83}" type="pres">
      <dgm:prSet presAssocID="{76FBA461-5719-4512-9CB8-0551FDC62B82}" presName="hierRoot1" presStyleCnt="0">
        <dgm:presLayoutVars>
          <dgm:hierBranch val="init"/>
        </dgm:presLayoutVars>
      </dgm:prSet>
      <dgm:spPr/>
    </dgm:pt>
    <dgm:pt modelId="{D7496D93-8844-4F45-BBA8-82B87D3CCA92}" type="pres">
      <dgm:prSet presAssocID="{76FBA461-5719-4512-9CB8-0551FDC62B82}" presName="rootComposite1" presStyleCnt="0"/>
      <dgm:spPr/>
    </dgm:pt>
    <dgm:pt modelId="{2A72245D-4372-434A-BB9A-2A1A3AE0ED1A}" type="pres">
      <dgm:prSet presAssocID="{76FBA461-5719-4512-9CB8-0551FDC62B82}" presName="rootText1" presStyleLbl="node0" presStyleIdx="0" presStyleCnt="1">
        <dgm:presLayoutVars>
          <dgm:chPref val="3"/>
        </dgm:presLayoutVars>
      </dgm:prSet>
      <dgm:spPr/>
    </dgm:pt>
    <dgm:pt modelId="{6E4AD0FD-D123-41D3-A60E-49172D792C71}" type="pres">
      <dgm:prSet presAssocID="{76FBA461-5719-4512-9CB8-0551FDC62B82}" presName="rootConnector1" presStyleLbl="node1" presStyleIdx="0" presStyleCnt="0"/>
      <dgm:spPr/>
    </dgm:pt>
    <dgm:pt modelId="{335F134E-A258-4803-8F48-B44961DF79EC}" type="pres">
      <dgm:prSet presAssocID="{76FBA461-5719-4512-9CB8-0551FDC62B82}" presName="hierChild2" presStyleCnt="0"/>
      <dgm:spPr/>
    </dgm:pt>
    <dgm:pt modelId="{3F0AFADD-39D8-40CC-A6DA-171055D0486F}" type="pres">
      <dgm:prSet presAssocID="{70D1930D-A3BF-4B9C-B6D2-79F2A2548A90}" presName="Name37" presStyleLbl="parChTrans1D2" presStyleIdx="0" presStyleCnt="2"/>
      <dgm:spPr/>
    </dgm:pt>
    <dgm:pt modelId="{2B14334E-0397-4501-A954-3AC77A5CE2B7}" type="pres">
      <dgm:prSet presAssocID="{346889FA-1BDD-403A-95C8-895ECFD09E71}" presName="hierRoot2" presStyleCnt="0">
        <dgm:presLayoutVars>
          <dgm:hierBranch val="init"/>
        </dgm:presLayoutVars>
      </dgm:prSet>
      <dgm:spPr/>
    </dgm:pt>
    <dgm:pt modelId="{FD7A86C3-A047-4653-B3C2-3C97641D0883}" type="pres">
      <dgm:prSet presAssocID="{346889FA-1BDD-403A-95C8-895ECFD09E71}" presName="rootComposite" presStyleCnt="0"/>
      <dgm:spPr/>
    </dgm:pt>
    <dgm:pt modelId="{8618FC9D-CBD3-4C5C-90A5-C5D04AF71090}" type="pres">
      <dgm:prSet presAssocID="{346889FA-1BDD-403A-95C8-895ECFD09E71}" presName="rootText" presStyleLbl="node2" presStyleIdx="0" presStyleCnt="2">
        <dgm:presLayoutVars>
          <dgm:chPref val="3"/>
        </dgm:presLayoutVars>
      </dgm:prSet>
      <dgm:spPr/>
    </dgm:pt>
    <dgm:pt modelId="{C03DEBC7-2B55-413D-A855-E8A680D8C386}" type="pres">
      <dgm:prSet presAssocID="{346889FA-1BDD-403A-95C8-895ECFD09E71}" presName="rootConnector" presStyleLbl="node2" presStyleIdx="0" presStyleCnt="2"/>
      <dgm:spPr/>
    </dgm:pt>
    <dgm:pt modelId="{EE4CCF4F-D10F-4E5F-BDC8-27CA93D27498}" type="pres">
      <dgm:prSet presAssocID="{346889FA-1BDD-403A-95C8-895ECFD09E71}" presName="hierChild4" presStyleCnt="0"/>
      <dgm:spPr/>
    </dgm:pt>
    <dgm:pt modelId="{52AFFE9D-EA1B-4B14-8111-6106042ECF34}" type="pres">
      <dgm:prSet presAssocID="{E9F43B6D-947E-46CA-957E-50BA006A7CC6}" presName="Name37" presStyleLbl="parChTrans1D3" presStyleIdx="0" presStyleCnt="4"/>
      <dgm:spPr/>
    </dgm:pt>
    <dgm:pt modelId="{3932E0F1-DE87-4772-B426-38632160CB18}" type="pres">
      <dgm:prSet presAssocID="{228820A1-5D5B-4D33-A78D-829364DBC541}" presName="hierRoot2" presStyleCnt="0">
        <dgm:presLayoutVars>
          <dgm:hierBranch val="r"/>
        </dgm:presLayoutVars>
      </dgm:prSet>
      <dgm:spPr/>
    </dgm:pt>
    <dgm:pt modelId="{8267CF79-7C4A-4E87-836C-B6B5C1F81953}" type="pres">
      <dgm:prSet presAssocID="{228820A1-5D5B-4D33-A78D-829364DBC541}" presName="rootComposite" presStyleCnt="0"/>
      <dgm:spPr/>
    </dgm:pt>
    <dgm:pt modelId="{040F55A2-A88D-4B9C-97D1-30CD6F718694}" type="pres">
      <dgm:prSet presAssocID="{228820A1-5D5B-4D33-A78D-829364DBC541}" presName="rootText" presStyleLbl="node3" presStyleIdx="0" presStyleCnt="4">
        <dgm:presLayoutVars>
          <dgm:chPref val="3"/>
        </dgm:presLayoutVars>
      </dgm:prSet>
      <dgm:spPr/>
    </dgm:pt>
    <dgm:pt modelId="{B5148A2B-F4AF-4388-B2A6-C20A3C8778B8}" type="pres">
      <dgm:prSet presAssocID="{228820A1-5D5B-4D33-A78D-829364DBC541}" presName="rootConnector" presStyleLbl="node3" presStyleIdx="0" presStyleCnt="4"/>
      <dgm:spPr/>
    </dgm:pt>
    <dgm:pt modelId="{14F06073-973D-4281-B621-5E37278796FA}" type="pres">
      <dgm:prSet presAssocID="{228820A1-5D5B-4D33-A78D-829364DBC541}" presName="hierChild4" presStyleCnt="0"/>
      <dgm:spPr/>
    </dgm:pt>
    <dgm:pt modelId="{060630BD-C4A4-4345-82CE-E30E80FB642B}" type="pres">
      <dgm:prSet presAssocID="{025718DB-4C95-46B0-AFE7-FAE4339C91D8}" presName="Name50" presStyleLbl="parChTrans1D4" presStyleIdx="0" presStyleCnt="13"/>
      <dgm:spPr/>
    </dgm:pt>
    <dgm:pt modelId="{EDBE81EF-F72C-4507-AA6B-A71694A1D2FB}" type="pres">
      <dgm:prSet presAssocID="{0987497C-CFAB-41F7-863A-F62654776E22}" presName="hierRoot2" presStyleCnt="0">
        <dgm:presLayoutVars>
          <dgm:hierBranch val="init"/>
        </dgm:presLayoutVars>
      </dgm:prSet>
      <dgm:spPr/>
    </dgm:pt>
    <dgm:pt modelId="{071F784A-64F8-444A-8E54-06721C390DA8}" type="pres">
      <dgm:prSet presAssocID="{0987497C-CFAB-41F7-863A-F62654776E22}" presName="rootComposite" presStyleCnt="0"/>
      <dgm:spPr/>
    </dgm:pt>
    <dgm:pt modelId="{CEC6DCD5-420E-4D3C-9718-8D11F5C8A46A}" type="pres">
      <dgm:prSet presAssocID="{0987497C-CFAB-41F7-863A-F62654776E22}" presName="rootText" presStyleLbl="node4" presStyleIdx="0" presStyleCnt="13">
        <dgm:presLayoutVars>
          <dgm:chPref val="3"/>
        </dgm:presLayoutVars>
      </dgm:prSet>
      <dgm:spPr/>
    </dgm:pt>
    <dgm:pt modelId="{C3412397-C1F3-4400-ADB8-EF4543AA22AB}" type="pres">
      <dgm:prSet presAssocID="{0987497C-CFAB-41F7-863A-F62654776E22}" presName="rootConnector" presStyleLbl="node4" presStyleIdx="0" presStyleCnt="13"/>
      <dgm:spPr/>
    </dgm:pt>
    <dgm:pt modelId="{424E95D5-64DD-4605-A4DF-32890D8A437F}" type="pres">
      <dgm:prSet presAssocID="{0987497C-CFAB-41F7-863A-F62654776E22}" presName="hierChild4" presStyleCnt="0"/>
      <dgm:spPr/>
    </dgm:pt>
    <dgm:pt modelId="{299DE56E-7B2E-458A-B803-5E23FE294B8C}" type="pres">
      <dgm:prSet presAssocID="{0987497C-CFAB-41F7-863A-F62654776E22}" presName="hierChild5" presStyleCnt="0"/>
      <dgm:spPr/>
    </dgm:pt>
    <dgm:pt modelId="{145DF8EC-1B13-4183-9A8F-01CA39064048}" type="pres">
      <dgm:prSet presAssocID="{A3DE416F-7D9A-442D-A9E9-0DD1AF477A82}" presName="Name50" presStyleLbl="parChTrans1D4" presStyleIdx="1" presStyleCnt="13"/>
      <dgm:spPr/>
    </dgm:pt>
    <dgm:pt modelId="{FD17CA03-CA4F-4084-9A26-8AA01AF6368C}" type="pres">
      <dgm:prSet presAssocID="{D22CAA77-E41D-4F0D-AF4D-C62EFCC2BD9C}" presName="hierRoot2" presStyleCnt="0">
        <dgm:presLayoutVars>
          <dgm:hierBranch val="init"/>
        </dgm:presLayoutVars>
      </dgm:prSet>
      <dgm:spPr/>
    </dgm:pt>
    <dgm:pt modelId="{97B640F4-193A-4FC3-A3EB-F3270251583D}" type="pres">
      <dgm:prSet presAssocID="{D22CAA77-E41D-4F0D-AF4D-C62EFCC2BD9C}" presName="rootComposite" presStyleCnt="0"/>
      <dgm:spPr/>
    </dgm:pt>
    <dgm:pt modelId="{AFCE42E6-68B5-482D-9EAF-2157A9AEB666}" type="pres">
      <dgm:prSet presAssocID="{D22CAA77-E41D-4F0D-AF4D-C62EFCC2BD9C}" presName="rootText" presStyleLbl="node4" presStyleIdx="1" presStyleCnt="13">
        <dgm:presLayoutVars>
          <dgm:chPref val="3"/>
        </dgm:presLayoutVars>
      </dgm:prSet>
      <dgm:spPr/>
    </dgm:pt>
    <dgm:pt modelId="{C425B340-A476-4BD8-A507-4194150F4779}" type="pres">
      <dgm:prSet presAssocID="{D22CAA77-E41D-4F0D-AF4D-C62EFCC2BD9C}" presName="rootConnector" presStyleLbl="node4" presStyleIdx="1" presStyleCnt="13"/>
      <dgm:spPr/>
    </dgm:pt>
    <dgm:pt modelId="{446C7727-D372-4E3F-B5ED-5AB67AC23CC2}" type="pres">
      <dgm:prSet presAssocID="{D22CAA77-E41D-4F0D-AF4D-C62EFCC2BD9C}" presName="hierChild4" presStyleCnt="0"/>
      <dgm:spPr/>
    </dgm:pt>
    <dgm:pt modelId="{2E9D7B3B-BDBC-46D5-B218-CB8DEA6A0352}" type="pres">
      <dgm:prSet presAssocID="{D22CAA77-E41D-4F0D-AF4D-C62EFCC2BD9C}" presName="hierChild5" presStyleCnt="0"/>
      <dgm:spPr/>
    </dgm:pt>
    <dgm:pt modelId="{4067DB46-79FB-440B-ADB5-62C40710ED19}" type="pres">
      <dgm:prSet presAssocID="{228820A1-5D5B-4D33-A78D-829364DBC541}" presName="hierChild5" presStyleCnt="0"/>
      <dgm:spPr/>
    </dgm:pt>
    <dgm:pt modelId="{632CA122-80C5-4DF2-B0D6-D0ADFA30C209}" type="pres">
      <dgm:prSet presAssocID="{092F9410-5F14-43EB-99D5-84EB3FE7010C}" presName="Name37" presStyleLbl="parChTrans1D3" presStyleIdx="1" presStyleCnt="4"/>
      <dgm:spPr/>
    </dgm:pt>
    <dgm:pt modelId="{206F24DC-F4E1-4503-BB5B-A74AD7BF28B9}" type="pres">
      <dgm:prSet presAssocID="{E96F617C-CB97-4F96-939E-5D811BC5CF54}" presName="hierRoot2" presStyleCnt="0">
        <dgm:presLayoutVars>
          <dgm:hierBranch val="r"/>
        </dgm:presLayoutVars>
      </dgm:prSet>
      <dgm:spPr/>
    </dgm:pt>
    <dgm:pt modelId="{D3DD923F-1EB6-4DB4-8009-52824123C365}" type="pres">
      <dgm:prSet presAssocID="{E96F617C-CB97-4F96-939E-5D811BC5CF54}" presName="rootComposite" presStyleCnt="0"/>
      <dgm:spPr/>
    </dgm:pt>
    <dgm:pt modelId="{D3C374F4-545F-45F6-B903-315FE9A781CD}" type="pres">
      <dgm:prSet presAssocID="{E96F617C-CB97-4F96-939E-5D811BC5CF54}" presName="rootText" presStyleLbl="node3" presStyleIdx="1" presStyleCnt="4">
        <dgm:presLayoutVars>
          <dgm:chPref val="3"/>
        </dgm:presLayoutVars>
      </dgm:prSet>
      <dgm:spPr/>
    </dgm:pt>
    <dgm:pt modelId="{FC59687D-0825-4FBD-8514-5C7AA9447BE2}" type="pres">
      <dgm:prSet presAssocID="{E96F617C-CB97-4F96-939E-5D811BC5CF54}" presName="rootConnector" presStyleLbl="node3" presStyleIdx="1" presStyleCnt="4"/>
      <dgm:spPr/>
    </dgm:pt>
    <dgm:pt modelId="{E09E357F-9851-4E65-A058-4BE2CDE70B46}" type="pres">
      <dgm:prSet presAssocID="{E96F617C-CB97-4F96-939E-5D811BC5CF54}" presName="hierChild4" presStyleCnt="0"/>
      <dgm:spPr/>
    </dgm:pt>
    <dgm:pt modelId="{1CBF1078-06D5-481B-B137-740C067623D3}" type="pres">
      <dgm:prSet presAssocID="{98EA7E28-A08C-4951-AD79-7D5E540354FF}" presName="Name50" presStyleLbl="parChTrans1D4" presStyleIdx="2" presStyleCnt="13"/>
      <dgm:spPr/>
    </dgm:pt>
    <dgm:pt modelId="{8CF99259-755F-446E-93F3-8FABFEC43C5E}" type="pres">
      <dgm:prSet presAssocID="{0360A706-B59E-4314-AD1C-9CC722244D31}" presName="hierRoot2" presStyleCnt="0">
        <dgm:presLayoutVars>
          <dgm:hierBranch val="init"/>
        </dgm:presLayoutVars>
      </dgm:prSet>
      <dgm:spPr/>
    </dgm:pt>
    <dgm:pt modelId="{C5787EE5-D4D2-40E9-8114-E039010AA432}" type="pres">
      <dgm:prSet presAssocID="{0360A706-B59E-4314-AD1C-9CC722244D31}" presName="rootComposite" presStyleCnt="0"/>
      <dgm:spPr/>
    </dgm:pt>
    <dgm:pt modelId="{FF11C1DB-F4DF-47B1-AA2E-8A94BB5E201C}" type="pres">
      <dgm:prSet presAssocID="{0360A706-B59E-4314-AD1C-9CC722244D31}" presName="rootText" presStyleLbl="node4" presStyleIdx="2" presStyleCnt="13">
        <dgm:presLayoutVars>
          <dgm:chPref val="3"/>
        </dgm:presLayoutVars>
      </dgm:prSet>
      <dgm:spPr/>
    </dgm:pt>
    <dgm:pt modelId="{88BB230A-56FC-48B0-808D-7F5D51746D5B}" type="pres">
      <dgm:prSet presAssocID="{0360A706-B59E-4314-AD1C-9CC722244D31}" presName="rootConnector" presStyleLbl="node4" presStyleIdx="2" presStyleCnt="13"/>
      <dgm:spPr/>
    </dgm:pt>
    <dgm:pt modelId="{0E0399D9-DF60-4DF5-859D-E0F19A19C897}" type="pres">
      <dgm:prSet presAssocID="{0360A706-B59E-4314-AD1C-9CC722244D31}" presName="hierChild4" presStyleCnt="0"/>
      <dgm:spPr/>
    </dgm:pt>
    <dgm:pt modelId="{980040DB-3270-4E34-8307-A1D82E8B1E3E}" type="pres">
      <dgm:prSet presAssocID="{0360A706-B59E-4314-AD1C-9CC722244D31}" presName="hierChild5" presStyleCnt="0"/>
      <dgm:spPr/>
    </dgm:pt>
    <dgm:pt modelId="{374B4387-480F-4A43-A91C-4F790209514F}" type="pres">
      <dgm:prSet presAssocID="{E2F5EACD-1138-483C-9EBC-021011422430}" presName="Name50" presStyleLbl="parChTrans1D4" presStyleIdx="3" presStyleCnt="13"/>
      <dgm:spPr/>
    </dgm:pt>
    <dgm:pt modelId="{9CB44C18-D54B-45A8-B87C-53F8F87E839D}" type="pres">
      <dgm:prSet presAssocID="{26B13530-08B2-4030-AACE-46B6B2E692D8}" presName="hierRoot2" presStyleCnt="0">
        <dgm:presLayoutVars>
          <dgm:hierBranch val="init"/>
        </dgm:presLayoutVars>
      </dgm:prSet>
      <dgm:spPr/>
    </dgm:pt>
    <dgm:pt modelId="{0F6E37B5-CF95-470A-8436-94B58F70631A}" type="pres">
      <dgm:prSet presAssocID="{26B13530-08B2-4030-AACE-46B6B2E692D8}" presName="rootComposite" presStyleCnt="0"/>
      <dgm:spPr/>
    </dgm:pt>
    <dgm:pt modelId="{3EE88DEB-CB2C-4CAE-8F1C-FF3E49CF2414}" type="pres">
      <dgm:prSet presAssocID="{26B13530-08B2-4030-AACE-46B6B2E692D8}" presName="rootText" presStyleLbl="node4" presStyleIdx="3" presStyleCnt="13">
        <dgm:presLayoutVars>
          <dgm:chPref val="3"/>
        </dgm:presLayoutVars>
      </dgm:prSet>
      <dgm:spPr/>
    </dgm:pt>
    <dgm:pt modelId="{6E62BB5E-F049-49ED-8F65-7933C8443AC1}" type="pres">
      <dgm:prSet presAssocID="{26B13530-08B2-4030-AACE-46B6B2E692D8}" presName="rootConnector" presStyleLbl="node4" presStyleIdx="3" presStyleCnt="13"/>
      <dgm:spPr/>
    </dgm:pt>
    <dgm:pt modelId="{7329407D-858F-4B4C-B85E-534E27C8DC0E}" type="pres">
      <dgm:prSet presAssocID="{26B13530-08B2-4030-AACE-46B6B2E692D8}" presName="hierChild4" presStyleCnt="0"/>
      <dgm:spPr/>
    </dgm:pt>
    <dgm:pt modelId="{6A16A42C-459F-4FBA-8EFA-C6C58F69D857}" type="pres">
      <dgm:prSet presAssocID="{26B13530-08B2-4030-AACE-46B6B2E692D8}" presName="hierChild5" presStyleCnt="0"/>
      <dgm:spPr/>
    </dgm:pt>
    <dgm:pt modelId="{6D4A2223-A51E-410B-A73A-9D431A74305C}" type="pres">
      <dgm:prSet presAssocID="{E96F617C-CB97-4F96-939E-5D811BC5CF54}" presName="hierChild5" presStyleCnt="0"/>
      <dgm:spPr/>
    </dgm:pt>
    <dgm:pt modelId="{B9301113-44B3-484B-98B3-14FAB4A1CCAA}" type="pres">
      <dgm:prSet presAssocID="{346889FA-1BDD-403A-95C8-895ECFD09E71}" presName="hierChild5" presStyleCnt="0"/>
      <dgm:spPr/>
    </dgm:pt>
    <dgm:pt modelId="{712CFA8D-9F73-4622-B550-D7F266860F3D}" type="pres">
      <dgm:prSet presAssocID="{D2FB8D82-95AF-4331-90FB-56D0121DDD45}" presName="Name37" presStyleLbl="parChTrans1D2" presStyleIdx="1" presStyleCnt="2"/>
      <dgm:spPr/>
    </dgm:pt>
    <dgm:pt modelId="{6423DE7C-E0DB-4F31-BDCF-2D0BC423DC64}" type="pres">
      <dgm:prSet presAssocID="{177D6756-87A0-4B17-8AC3-5CA67DA0172E}" presName="hierRoot2" presStyleCnt="0">
        <dgm:presLayoutVars>
          <dgm:hierBranch val="init"/>
        </dgm:presLayoutVars>
      </dgm:prSet>
      <dgm:spPr/>
    </dgm:pt>
    <dgm:pt modelId="{C7FA8FB0-E98A-4202-8E87-EA5253DCDA85}" type="pres">
      <dgm:prSet presAssocID="{177D6756-87A0-4B17-8AC3-5CA67DA0172E}" presName="rootComposite" presStyleCnt="0"/>
      <dgm:spPr/>
    </dgm:pt>
    <dgm:pt modelId="{5D1768DE-75EC-4F31-8C9A-8ADC518A7077}" type="pres">
      <dgm:prSet presAssocID="{177D6756-87A0-4B17-8AC3-5CA67DA0172E}" presName="rootText" presStyleLbl="node2" presStyleIdx="1" presStyleCnt="2">
        <dgm:presLayoutVars>
          <dgm:chPref val="3"/>
        </dgm:presLayoutVars>
      </dgm:prSet>
      <dgm:spPr/>
    </dgm:pt>
    <dgm:pt modelId="{A1A41DA1-0C55-4858-9181-88896F92F4C3}" type="pres">
      <dgm:prSet presAssocID="{177D6756-87A0-4B17-8AC3-5CA67DA0172E}" presName="rootConnector" presStyleLbl="node2" presStyleIdx="1" presStyleCnt="2"/>
      <dgm:spPr/>
    </dgm:pt>
    <dgm:pt modelId="{3066EB7D-1A1D-4677-A0E0-640D093FC364}" type="pres">
      <dgm:prSet presAssocID="{177D6756-87A0-4B17-8AC3-5CA67DA0172E}" presName="hierChild4" presStyleCnt="0"/>
      <dgm:spPr/>
    </dgm:pt>
    <dgm:pt modelId="{869AA671-528B-4D3A-9D0D-42D687C9F718}" type="pres">
      <dgm:prSet presAssocID="{866EAB45-0A17-4414-B644-B90754A7AF03}" presName="Name37" presStyleLbl="parChTrans1D3" presStyleIdx="2" presStyleCnt="4"/>
      <dgm:spPr/>
    </dgm:pt>
    <dgm:pt modelId="{E38BB7A8-2115-4F13-99AA-65E494E9CC3F}" type="pres">
      <dgm:prSet presAssocID="{AB73210C-39E5-4D21-93A0-03FED3E5C2D6}" presName="hierRoot2" presStyleCnt="0">
        <dgm:presLayoutVars>
          <dgm:hierBranch val="hang"/>
        </dgm:presLayoutVars>
      </dgm:prSet>
      <dgm:spPr/>
    </dgm:pt>
    <dgm:pt modelId="{C86E545C-7473-48D7-B66B-164B403C088F}" type="pres">
      <dgm:prSet presAssocID="{AB73210C-39E5-4D21-93A0-03FED3E5C2D6}" presName="rootComposite" presStyleCnt="0"/>
      <dgm:spPr/>
    </dgm:pt>
    <dgm:pt modelId="{1174F5C9-E11C-409B-8B53-6937A18CCA28}" type="pres">
      <dgm:prSet presAssocID="{AB73210C-39E5-4D21-93A0-03FED3E5C2D6}" presName="rootText" presStyleLbl="node3" presStyleIdx="2" presStyleCnt="4">
        <dgm:presLayoutVars>
          <dgm:chPref val="3"/>
        </dgm:presLayoutVars>
      </dgm:prSet>
      <dgm:spPr/>
    </dgm:pt>
    <dgm:pt modelId="{114E7CC4-B693-45A4-9F30-D438C9E9E091}" type="pres">
      <dgm:prSet presAssocID="{AB73210C-39E5-4D21-93A0-03FED3E5C2D6}" presName="rootConnector" presStyleLbl="node3" presStyleIdx="2" presStyleCnt="4"/>
      <dgm:spPr/>
    </dgm:pt>
    <dgm:pt modelId="{787A20C3-66AF-4A0A-8E7D-E41231080917}" type="pres">
      <dgm:prSet presAssocID="{AB73210C-39E5-4D21-93A0-03FED3E5C2D6}" presName="hierChild4" presStyleCnt="0"/>
      <dgm:spPr/>
    </dgm:pt>
    <dgm:pt modelId="{8FF308CF-4BDB-4507-9814-4D181EA5FE24}" type="pres">
      <dgm:prSet presAssocID="{0857042D-65E7-4CCF-861B-AA88F7875AEE}" presName="Name48" presStyleLbl="parChTrans1D4" presStyleIdx="4" presStyleCnt="13"/>
      <dgm:spPr/>
    </dgm:pt>
    <dgm:pt modelId="{9B18A664-A38A-4A4A-A341-13359380FB9F}" type="pres">
      <dgm:prSet presAssocID="{3F4788F4-1B6D-4076-906A-78A90AD4414E}" presName="hierRoot2" presStyleCnt="0">
        <dgm:presLayoutVars>
          <dgm:hierBranch val="init"/>
        </dgm:presLayoutVars>
      </dgm:prSet>
      <dgm:spPr/>
    </dgm:pt>
    <dgm:pt modelId="{A9BEFCA6-A163-4855-A1CE-9DADD90A29F3}" type="pres">
      <dgm:prSet presAssocID="{3F4788F4-1B6D-4076-906A-78A90AD4414E}" presName="rootComposite" presStyleCnt="0"/>
      <dgm:spPr/>
    </dgm:pt>
    <dgm:pt modelId="{92B4228C-AFE1-4F9E-825A-1ECBEE14D5D3}" type="pres">
      <dgm:prSet presAssocID="{3F4788F4-1B6D-4076-906A-78A90AD4414E}" presName="rootText" presStyleLbl="node4" presStyleIdx="4" presStyleCnt="13">
        <dgm:presLayoutVars>
          <dgm:chPref val="3"/>
        </dgm:presLayoutVars>
      </dgm:prSet>
      <dgm:spPr>
        <a:prstGeom prst="rect">
          <a:avLst/>
        </a:prstGeom>
      </dgm:spPr>
    </dgm:pt>
    <dgm:pt modelId="{CE5EDFB5-C712-4340-A27E-ACAF8C151032}" type="pres">
      <dgm:prSet presAssocID="{3F4788F4-1B6D-4076-906A-78A90AD4414E}" presName="rootConnector" presStyleLbl="node4" presStyleIdx="4" presStyleCnt="13"/>
      <dgm:spPr/>
    </dgm:pt>
    <dgm:pt modelId="{B4A723B1-C914-4161-A416-398333A626E5}" type="pres">
      <dgm:prSet presAssocID="{3F4788F4-1B6D-4076-906A-78A90AD4414E}" presName="hierChild4" presStyleCnt="0"/>
      <dgm:spPr/>
    </dgm:pt>
    <dgm:pt modelId="{87C02883-3837-4D68-AF87-CEE68A187716}" type="pres">
      <dgm:prSet presAssocID="{3F4788F4-1B6D-4076-906A-78A90AD4414E}" presName="hierChild5" presStyleCnt="0"/>
      <dgm:spPr/>
    </dgm:pt>
    <dgm:pt modelId="{5E871FA7-1EEC-4C85-92DC-3AD9D6942100}" type="pres">
      <dgm:prSet presAssocID="{F141ED5C-A1F2-450B-B61D-B922B537AA52}" presName="Name48" presStyleLbl="parChTrans1D4" presStyleIdx="5" presStyleCnt="13"/>
      <dgm:spPr/>
    </dgm:pt>
    <dgm:pt modelId="{34994DD5-0E30-4D9D-930B-9909A07071B5}" type="pres">
      <dgm:prSet presAssocID="{2DF778DE-2EF4-428B-AE1A-A7A544775B84}" presName="hierRoot2" presStyleCnt="0">
        <dgm:presLayoutVars>
          <dgm:hierBranch val="init"/>
        </dgm:presLayoutVars>
      </dgm:prSet>
      <dgm:spPr/>
    </dgm:pt>
    <dgm:pt modelId="{AC8B1B99-6110-4B19-BB1A-066FBC123006}" type="pres">
      <dgm:prSet presAssocID="{2DF778DE-2EF4-428B-AE1A-A7A544775B84}" presName="rootComposite" presStyleCnt="0"/>
      <dgm:spPr/>
    </dgm:pt>
    <dgm:pt modelId="{B6D5EA2D-0263-4A16-BA82-7E350B4454E9}" type="pres">
      <dgm:prSet presAssocID="{2DF778DE-2EF4-428B-AE1A-A7A544775B84}" presName="rootText" presStyleLbl="node4" presStyleIdx="5" presStyleCnt="13">
        <dgm:presLayoutVars>
          <dgm:chPref val="3"/>
        </dgm:presLayoutVars>
      </dgm:prSet>
      <dgm:spPr>
        <a:prstGeom prst="rect">
          <a:avLst/>
        </a:prstGeom>
      </dgm:spPr>
    </dgm:pt>
    <dgm:pt modelId="{483E8100-2863-4016-A79F-3E8AB2E9DF5A}" type="pres">
      <dgm:prSet presAssocID="{2DF778DE-2EF4-428B-AE1A-A7A544775B84}" presName="rootConnector" presStyleLbl="node4" presStyleIdx="5" presStyleCnt="13"/>
      <dgm:spPr/>
    </dgm:pt>
    <dgm:pt modelId="{87C7B369-437A-4DF2-A3E4-1E1EF4B82F24}" type="pres">
      <dgm:prSet presAssocID="{2DF778DE-2EF4-428B-AE1A-A7A544775B84}" presName="hierChild4" presStyleCnt="0"/>
      <dgm:spPr/>
    </dgm:pt>
    <dgm:pt modelId="{88A8A677-C722-44FC-AAB4-2951CC619CD8}" type="pres">
      <dgm:prSet presAssocID="{2DF778DE-2EF4-428B-AE1A-A7A544775B84}" presName="hierChild5" presStyleCnt="0"/>
      <dgm:spPr/>
    </dgm:pt>
    <dgm:pt modelId="{98EDB03C-E63D-4B9D-BA1D-11FC4AD4F666}" type="pres">
      <dgm:prSet presAssocID="{2577C24F-42A4-4FA5-8A22-A78513CF8A04}" presName="Name48" presStyleLbl="parChTrans1D4" presStyleIdx="6" presStyleCnt="13"/>
      <dgm:spPr/>
    </dgm:pt>
    <dgm:pt modelId="{1CC73AA9-989D-4A63-A7CD-C1B410BF6A4A}" type="pres">
      <dgm:prSet presAssocID="{B31A1497-62D3-4712-BF4E-850306C75877}" presName="hierRoot2" presStyleCnt="0">
        <dgm:presLayoutVars>
          <dgm:hierBranch val="init"/>
        </dgm:presLayoutVars>
      </dgm:prSet>
      <dgm:spPr/>
    </dgm:pt>
    <dgm:pt modelId="{C36F26FF-808D-44DA-8EB1-F9A9ACE8E895}" type="pres">
      <dgm:prSet presAssocID="{B31A1497-62D3-4712-BF4E-850306C75877}" presName="rootComposite" presStyleCnt="0"/>
      <dgm:spPr/>
    </dgm:pt>
    <dgm:pt modelId="{62A21B24-75E2-4784-B7AC-A2533271CA38}" type="pres">
      <dgm:prSet presAssocID="{B31A1497-62D3-4712-BF4E-850306C75877}" presName="rootText" presStyleLbl="node4" presStyleIdx="6" presStyleCnt="13">
        <dgm:presLayoutVars>
          <dgm:chPref val="3"/>
        </dgm:presLayoutVars>
      </dgm:prSet>
      <dgm:spPr>
        <a:prstGeom prst="rect">
          <a:avLst/>
        </a:prstGeom>
      </dgm:spPr>
    </dgm:pt>
    <dgm:pt modelId="{B08FED6D-4923-48C3-B7EB-00F9CD9225EA}" type="pres">
      <dgm:prSet presAssocID="{B31A1497-62D3-4712-BF4E-850306C75877}" presName="rootConnector" presStyleLbl="node4" presStyleIdx="6" presStyleCnt="13"/>
      <dgm:spPr/>
    </dgm:pt>
    <dgm:pt modelId="{3D7A22F6-DB0F-4C42-A818-1E9BA6E25F75}" type="pres">
      <dgm:prSet presAssocID="{B31A1497-62D3-4712-BF4E-850306C75877}" presName="hierChild4" presStyleCnt="0"/>
      <dgm:spPr/>
    </dgm:pt>
    <dgm:pt modelId="{3976B1A2-C539-4601-B43A-95F617D2DC34}" type="pres">
      <dgm:prSet presAssocID="{B31A1497-62D3-4712-BF4E-850306C75877}" presName="hierChild5" presStyleCnt="0"/>
      <dgm:spPr/>
    </dgm:pt>
    <dgm:pt modelId="{67FA58F1-5D56-4E3F-A886-1DC4BCF9B4CF}" type="pres">
      <dgm:prSet presAssocID="{C01D689A-B2D2-4F8B-86DD-7255D7257BCA}" presName="Name48" presStyleLbl="parChTrans1D4" presStyleIdx="7" presStyleCnt="13"/>
      <dgm:spPr/>
    </dgm:pt>
    <dgm:pt modelId="{59BDDA01-F4CF-44EF-974A-626999CB1BD2}" type="pres">
      <dgm:prSet presAssocID="{F768C40B-1830-4B2A-B693-DC6289EBC309}" presName="hierRoot2" presStyleCnt="0">
        <dgm:presLayoutVars>
          <dgm:hierBranch val="init"/>
        </dgm:presLayoutVars>
      </dgm:prSet>
      <dgm:spPr/>
    </dgm:pt>
    <dgm:pt modelId="{85E50241-6CD2-4230-9A3B-6D0DC6396F80}" type="pres">
      <dgm:prSet presAssocID="{F768C40B-1830-4B2A-B693-DC6289EBC309}" presName="rootComposite" presStyleCnt="0"/>
      <dgm:spPr/>
    </dgm:pt>
    <dgm:pt modelId="{DEE2600D-55F1-493F-8E96-53C8D203305E}" type="pres">
      <dgm:prSet presAssocID="{F768C40B-1830-4B2A-B693-DC6289EBC309}" presName="rootText" presStyleLbl="node4" presStyleIdx="7" presStyleCnt="13">
        <dgm:presLayoutVars>
          <dgm:chPref val="3"/>
        </dgm:presLayoutVars>
      </dgm:prSet>
      <dgm:spPr>
        <a:prstGeom prst="rect">
          <a:avLst/>
        </a:prstGeom>
      </dgm:spPr>
    </dgm:pt>
    <dgm:pt modelId="{B68BFB30-D458-4D3A-B0B6-FAEAF3548748}" type="pres">
      <dgm:prSet presAssocID="{F768C40B-1830-4B2A-B693-DC6289EBC309}" presName="rootConnector" presStyleLbl="node4" presStyleIdx="7" presStyleCnt="13"/>
      <dgm:spPr/>
    </dgm:pt>
    <dgm:pt modelId="{C4B25C0F-6C4F-4DBC-9E15-F22CCFCB2BC8}" type="pres">
      <dgm:prSet presAssocID="{F768C40B-1830-4B2A-B693-DC6289EBC309}" presName="hierChild4" presStyleCnt="0"/>
      <dgm:spPr/>
    </dgm:pt>
    <dgm:pt modelId="{A403445D-EBF2-4113-8DEF-8A0AD485EAF9}" type="pres">
      <dgm:prSet presAssocID="{F768C40B-1830-4B2A-B693-DC6289EBC309}" presName="hierChild5" presStyleCnt="0"/>
      <dgm:spPr/>
    </dgm:pt>
    <dgm:pt modelId="{2CCB6DF7-5943-487F-9DCD-8C353ED96871}" type="pres">
      <dgm:prSet presAssocID="{AB73210C-39E5-4D21-93A0-03FED3E5C2D6}" presName="hierChild5" presStyleCnt="0"/>
      <dgm:spPr/>
    </dgm:pt>
    <dgm:pt modelId="{B137954D-00A0-416F-BA66-6ADCCB57DFF9}" type="pres">
      <dgm:prSet presAssocID="{244184E8-5AC4-41C6-87D0-6488B9BB38B9}" presName="Name37" presStyleLbl="parChTrans1D3" presStyleIdx="3" presStyleCnt="4"/>
      <dgm:spPr/>
    </dgm:pt>
    <dgm:pt modelId="{63B47F75-ADD0-4F76-85FD-46B1618F7E78}" type="pres">
      <dgm:prSet presAssocID="{010503F2-FCFE-4838-A99E-96163EF0E208}" presName="hierRoot2" presStyleCnt="0">
        <dgm:presLayoutVars>
          <dgm:hierBranch val="hang"/>
        </dgm:presLayoutVars>
      </dgm:prSet>
      <dgm:spPr/>
    </dgm:pt>
    <dgm:pt modelId="{90911E26-CE05-43A1-A56E-251D489AF2FA}" type="pres">
      <dgm:prSet presAssocID="{010503F2-FCFE-4838-A99E-96163EF0E208}" presName="rootComposite" presStyleCnt="0"/>
      <dgm:spPr/>
    </dgm:pt>
    <dgm:pt modelId="{41557AA3-16C3-4093-892A-BE94FC110289}" type="pres">
      <dgm:prSet presAssocID="{010503F2-FCFE-4838-A99E-96163EF0E208}" presName="rootText" presStyleLbl="node3" presStyleIdx="3" presStyleCnt="4">
        <dgm:presLayoutVars>
          <dgm:chPref val="3"/>
        </dgm:presLayoutVars>
      </dgm:prSet>
      <dgm:spPr/>
    </dgm:pt>
    <dgm:pt modelId="{41CC3D03-9E1F-4CE5-96DB-8BE23E0075FE}" type="pres">
      <dgm:prSet presAssocID="{010503F2-FCFE-4838-A99E-96163EF0E208}" presName="rootConnector" presStyleLbl="node3" presStyleIdx="3" presStyleCnt="4"/>
      <dgm:spPr/>
    </dgm:pt>
    <dgm:pt modelId="{B0BBE16A-690F-46BC-A047-A57E2C176163}" type="pres">
      <dgm:prSet presAssocID="{010503F2-FCFE-4838-A99E-96163EF0E208}" presName="hierChild4" presStyleCnt="0"/>
      <dgm:spPr/>
    </dgm:pt>
    <dgm:pt modelId="{1C56BCD9-E981-48C4-9CB9-811EE67ACE85}" type="pres">
      <dgm:prSet presAssocID="{B0053B20-6A0E-4B7D-B156-6AB0ECDD59C9}" presName="Name48" presStyleLbl="parChTrans1D4" presStyleIdx="8" presStyleCnt="13"/>
      <dgm:spPr/>
    </dgm:pt>
    <dgm:pt modelId="{B5CC7B26-68F2-403C-B47D-16B0E2B2A3F4}" type="pres">
      <dgm:prSet presAssocID="{9DB16307-1215-4E8A-9AF0-591DA0AAE775}" presName="hierRoot2" presStyleCnt="0">
        <dgm:presLayoutVars>
          <dgm:hierBranch val="init"/>
        </dgm:presLayoutVars>
      </dgm:prSet>
      <dgm:spPr/>
    </dgm:pt>
    <dgm:pt modelId="{9B532EA8-71B4-4D09-B82E-E4F03E724022}" type="pres">
      <dgm:prSet presAssocID="{9DB16307-1215-4E8A-9AF0-591DA0AAE775}" presName="rootComposite" presStyleCnt="0"/>
      <dgm:spPr/>
    </dgm:pt>
    <dgm:pt modelId="{954164FD-192E-4464-B61F-3C922A8FDB46}" type="pres">
      <dgm:prSet presAssocID="{9DB16307-1215-4E8A-9AF0-591DA0AAE775}" presName="rootText" presStyleLbl="node4" presStyleIdx="8" presStyleCnt="13">
        <dgm:presLayoutVars>
          <dgm:chPref val="3"/>
        </dgm:presLayoutVars>
      </dgm:prSet>
      <dgm:spPr/>
    </dgm:pt>
    <dgm:pt modelId="{B3021E45-4A83-436B-ABDE-9370835B4A04}" type="pres">
      <dgm:prSet presAssocID="{9DB16307-1215-4E8A-9AF0-591DA0AAE775}" presName="rootConnector" presStyleLbl="node4" presStyleIdx="8" presStyleCnt="13"/>
      <dgm:spPr/>
    </dgm:pt>
    <dgm:pt modelId="{7CB15309-E4C1-4104-8A0E-ECA535910DBA}" type="pres">
      <dgm:prSet presAssocID="{9DB16307-1215-4E8A-9AF0-591DA0AAE775}" presName="hierChild4" presStyleCnt="0"/>
      <dgm:spPr/>
    </dgm:pt>
    <dgm:pt modelId="{0A9840FC-5EB1-41D8-8BBF-94E57CDE9AA8}" type="pres">
      <dgm:prSet presAssocID="{9DB16307-1215-4E8A-9AF0-591DA0AAE775}" presName="hierChild5" presStyleCnt="0"/>
      <dgm:spPr/>
    </dgm:pt>
    <dgm:pt modelId="{69CAD2FD-5C36-4FB6-8129-72B9DD412830}" type="pres">
      <dgm:prSet presAssocID="{DB4B8EB9-45F9-4425-B49C-C92D6CEA06A8}" presName="Name48" presStyleLbl="parChTrans1D4" presStyleIdx="9" presStyleCnt="13"/>
      <dgm:spPr/>
    </dgm:pt>
    <dgm:pt modelId="{4B583312-805D-4B1B-AC30-9789DA008E08}" type="pres">
      <dgm:prSet presAssocID="{BC0D9F88-4554-4E17-82A4-B251B16DF3A6}" presName="hierRoot2" presStyleCnt="0">
        <dgm:presLayoutVars>
          <dgm:hierBranch val="init"/>
        </dgm:presLayoutVars>
      </dgm:prSet>
      <dgm:spPr/>
    </dgm:pt>
    <dgm:pt modelId="{06A14F66-C129-40D7-ABB0-25336E2A7AD4}" type="pres">
      <dgm:prSet presAssocID="{BC0D9F88-4554-4E17-82A4-B251B16DF3A6}" presName="rootComposite" presStyleCnt="0"/>
      <dgm:spPr/>
    </dgm:pt>
    <dgm:pt modelId="{46EE24DF-7173-4152-B65D-E908604B3584}" type="pres">
      <dgm:prSet presAssocID="{BC0D9F88-4554-4E17-82A4-B251B16DF3A6}" presName="rootText" presStyleLbl="node4" presStyleIdx="9" presStyleCnt="13">
        <dgm:presLayoutVars>
          <dgm:chPref val="3"/>
        </dgm:presLayoutVars>
      </dgm:prSet>
      <dgm:spPr/>
    </dgm:pt>
    <dgm:pt modelId="{F35DA78B-21A7-4914-937C-43FB6E9CC0BA}" type="pres">
      <dgm:prSet presAssocID="{BC0D9F88-4554-4E17-82A4-B251B16DF3A6}" presName="rootConnector" presStyleLbl="node4" presStyleIdx="9" presStyleCnt="13"/>
      <dgm:spPr/>
    </dgm:pt>
    <dgm:pt modelId="{822A90E0-3A45-4FDB-9284-2C97E149E68F}" type="pres">
      <dgm:prSet presAssocID="{BC0D9F88-4554-4E17-82A4-B251B16DF3A6}" presName="hierChild4" presStyleCnt="0"/>
      <dgm:spPr/>
    </dgm:pt>
    <dgm:pt modelId="{573D68B2-CD75-47A3-89B5-4C10D5EED859}" type="pres">
      <dgm:prSet presAssocID="{BC0D9F88-4554-4E17-82A4-B251B16DF3A6}" presName="hierChild5" presStyleCnt="0"/>
      <dgm:spPr/>
    </dgm:pt>
    <dgm:pt modelId="{D6301B6D-096C-426E-A4B4-968DBF29C156}" type="pres">
      <dgm:prSet presAssocID="{45F7C443-7A45-4982-ABAC-11D15EE355CD}" presName="Name48" presStyleLbl="parChTrans1D4" presStyleIdx="10" presStyleCnt="13"/>
      <dgm:spPr/>
    </dgm:pt>
    <dgm:pt modelId="{3319D5FE-F177-4599-AE52-6838554B6ADD}" type="pres">
      <dgm:prSet presAssocID="{C804140D-CC72-49DA-A666-F2D940372DC5}" presName="hierRoot2" presStyleCnt="0">
        <dgm:presLayoutVars>
          <dgm:hierBranch val="init"/>
        </dgm:presLayoutVars>
      </dgm:prSet>
      <dgm:spPr/>
    </dgm:pt>
    <dgm:pt modelId="{A49D7127-2A18-4A13-BE14-6803C59DAD47}" type="pres">
      <dgm:prSet presAssocID="{C804140D-CC72-49DA-A666-F2D940372DC5}" presName="rootComposite" presStyleCnt="0"/>
      <dgm:spPr/>
    </dgm:pt>
    <dgm:pt modelId="{7965C3B1-1E0D-4E47-9A22-95EED641ED2D}" type="pres">
      <dgm:prSet presAssocID="{C804140D-CC72-49DA-A666-F2D940372DC5}" presName="rootText" presStyleLbl="node4" presStyleIdx="10" presStyleCnt="13">
        <dgm:presLayoutVars>
          <dgm:chPref val="3"/>
        </dgm:presLayoutVars>
      </dgm:prSet>
      <dgm:spPr/>
    </dgm:pt>
    <dgm:pt modelId="{BC7020CD-27B5-45FE-884B-9C2955364A81}" type="pres">
      <dgm:prSet presAssocID="{C804140D-CC72-49DA-A666-F2D940372DC5}" presName="rootConnector" presStyleLbl="node4" presStyleIdx="10" presStyleCnt="13"/>
      <dgm:spPr/>
    </dgm:pt>
    <dgm:pt modelId="{CD096F97-1C6E-4E7F-8892-4990D33717CD}" type="pres">
      <dgm:prSet presAssocID="{C804140D-CC72-49DA-A666-F2D940372DC5}" presName="hierChild4" presStyleCnt="0"/>
      <dgm:spPr/>
    </dgm:pt>
    <dgm:pt modelId="{4951E952-92F0-41BB-B052-7D72ACDF3722}" type="pres">
      <dgm:prSet presAssocID="{C804140D-CC72-49DA-A666-F2D940372DC5}" presName="hierChild5" presStyleCnt="0"/>
      <dgm:spPr/>
    </dgm:pt>
    <dgm:pt modelId="{9C70AD16-4EFD-46D3-B0DD-518989E7CF7D}" type="pres">
      <dgm:prSet presAssocID="{D183FAC1-6526-4252-8FD8-6DEA63CD2BA5}" presName="Name48" presStyleLbl="parChTrans1D4" presStyleIdx="11" presStyleCnt="13"/>
      <dgm:spPr/>
    </dgm:pt>
    <dgm:pt modelId="{1F586737-1717-4433-8CB7-623FED2627FF}" type="pres">
      <dgm:prSet presAssocID="{68FE391F-8684-48AC-ABA9-80092A590391}" presName="hierRoot2" presStyleCnt="0">
        <dgm:presLayoutVars>
          <dgm:hierBranch val="init"/>
        </dgm:presLayoutVars>
      </dgm:prSet>
      <dgm:spPr/>
    </dgm:pt>
    <dgm:pt modelId="{FDACE1BF-B083-4B5C-AA1F-258E1FDEBE55}" type="pres">
      <dgm:prSet presAssocID="{68FE391F-8684-48AC-ABA9-80092A590391}" presName="rootComposite" presStyleCnt="0"/>
      <dgm:spPr/>
    </dgm:pt>
    <dgm:pt modelId="{D1A3DF2F-D301-42C7-BB8D-F1543E0E7935}" type="pres">
      <dgm:prSet presAssocID="{68FE391F-8684-48AC-ABA9-80092A590391}" presName="rootText" presStyleLbl="node4" presStyleIdx="11" presStyleCnt="13">
        <dgm:presLayoutVars>
          <dgm:chPref val="3"/>
        </dgm:presLayoutVars>
      </dgm:prSet>
      <dgm:spPr/>
    </dgm:pt>
    <dgm:pt modelId="{0DE62286-B26F-4C74-AE20-57428257DDB2}" type="pres">
      <dgm:prSet presAssocID="{68FE391F-8684-48AC-ABA9-80092A590391}" presName="rootConnector" presStyleLbl="node4" presStyleIdx="11" presStyleCnt="13"/>
      <dgm:spPr/>
    </dgm:pt>
    <dgm:pt modelId="{6C46C5A3-6812-493C-B4A2-5B824C73D878}" type="pres">
      <dgm:prSet presAssocID="{68FE391F-8684-48AC-ABA9-80092A590391}" presName="hierChild4" presStyleCnt="0"/>
      <dgm:spPr/>
    </dgm:pt>
    <dgm:pt modelId="{63260A29-FACA-4ACB-8337-EECCEE24A9B2}" type="pres">
      <dgm:prSet presAssocID="{68FE391F-8684-48AC-ABA9-80092A590391}" presName="hierChild5" presStyleCnt="0"/>
      <dgm:spPr/>
    </dgm:pt>
    <dgm:pt modelId="{1C5C74A9-15B2-4CAF-B779-46074D4AF3FF}" type="pres">
      <dgm:prSet presAssocID="{5C1E645C-490E-4E98-AB89-E9E314D84891}" presName="Name48" presStyleLbl="parChTrans1D4" presStyleIdx="12" presStyleCnt="13"/>
      <dgm:spPr/>
    </dgm:pt>
    <dgm:pt modelId="{D341A1DC-CF06-4A47-8E9A-170F4FBEF985}" type="pres">
      <dgm:prSet presAssocID="{7FCB869A-84B2-45C3-92B9-C84A1011F2A2}" presName="hierRoot2" presStyleCnt="0">
        <dgm:presLayoutVars>
          <dgm:hierBranch val="init"/>
        </dgm:presLayoutVars>
      </dgm:prSet>
      <dgm:spPr/>
    </dgm:pt>
    <dgm:pt modelId="{E6797F31-A530-4007-BC6B-FF9F0AD4CB65}" type="pres">
      <dgm:prSet presAssocID="{7FCB869A-84B2-45C3-92B9-C84A1011F2A2}" presName="rootComposite" presStyleCnt="0"/>
      <dgm:spPr/>
    </dgm:pt>
    <dgm:pt modelId="{BF797DD0-01B8-4D55-8EF3-FE24F34FF8C7}" type="pres">
      <dgm:prSet presAssocID="{7FCB869A-84B2-45C3-92B9-C84A1011F2A2}" presName="rootText" presStyleLbl="node4" presStyleIdx="12" presStyleCnt="13">
        <dgm:presLayoutVars>
          <dgm:chPref val="3"/>
        </dgm:presLayoutVars>
      </dgm:prSet>
      <dgm:spPr/>
    </dgm:pt>
    <dgm:pt modelId="{CDBA51A3-9752-4AAC-8A2D-A1E51B62887A}" type="pres">
      <dgm:prSet presAssocID="{7FCB869A-84B2-45C3-92B9-C84A1011F2A2}" presName="rootConnector" presStyleLbl="node4" presStyleIdx="12" presStyleCnt="13"/>
      <dgm:spPr/>
    </dgm:pt>
    <dgm:pt modelId="{93F83BD7-3752-4BE7-8439-49E793C21465}" type="pres">
      <dgm:prSet presAssocID="{7FCB869A-84B2-45C3-92B9-C84A1011F2A2}" presName="hierChild4" presStyleCnt="0"/>
      <dgm:spPr/>
    </dgm:pt>
    <dgm:pt modelId="{6ED25E49-1CDE-43BA-9E56-FA93DA2093B0}" type="pres">
      <dgm:prSet presAssocID="{7FCB869A-84B2-45C3-92B9-C84A1011F2A2}" presName="hierChild5" presStyleCnt="0"/>
      <dgm:spPr/>
    </dgm:pt>
    <dgm:pt modelId="{CB8473AE-DA4C-4A85-ABFE-ED38F99909C1}" type="pres">
      <dgm:prSet presAssocID="{010503F2-FCFE-4838-A99E-96163EF0E208}" presName="hierChild5" presStyleCnt="0"/>
      <dgm:spPr/>
    </dgm:pt>
    <dgm:pt modelId="{0E71088F-863F-4490-AFC8-8C650A27A118}" type="pres">
      <dgm:prSet presAssocID="{177D6756-87A0-4B17-8AC3-5CA67DA0172E}" presName="hierChild5" presStyleCnt="0"/>
      <dgm:spPr/>
    </dgm:pt>
    <dgm:pt modelId="{38AE7A78-FD01-4B9B-B960-9F5397FC354B}" type="pres">
      <dgm:prSet presAssocID="{76FBA461-5719-4512-9CB8-0551FDC62B82}" presName="hierChild3" presStyleCnt="0"/>
      <dgm:spPr/>
    </dgm:pt>
  </dgm:ptLst>
  <dgm:cxnLst>
    <dgm:cxn modelId="{EFEA8200-2BB4-4C06-8268-E5C0259A15F5}" srcId="{346889FA-1BDD-403A-95C8-895ECFD09E71}" destId="{E96F617C-CB97-4F96-939E-5D811BC5CF54}" srcOrd="1" destOrd="0" parTransId="{092F9410-5F14-43EB-99D5-84EB3FE7010C}" sibTransId="{D8C17332-FBA9-461E-BCF9-AA20BD93820B}"/>
    <dgm:cxn modelId="{BE23950C-744D-4F60-85BC-D9081E631A54}" srcId="{010503F2-FCFE-4838-A99E-96163EF0E208}" destId="{C804140D-CC72-49DA-A666-F2D940372DC5}" srcOrd="2" destOrd="0" parTransId="{45F7C443-7A45-4982-ABAC-11D15EE355CD}" sibTransId="{16BBA78D-3A5D-4EB9-B8F6-938C0FECCCE4}"/>
    <dgm:cxn modelId="{4DB65F0D-A872-4C3B-AE67-647EB555437C}" type="presOf" srcId="{7FCB869A-84B2-45C3-92B9-C84A1011F2A2}" destId="{CDBA51A3-9752-4AAC-8A2D-A1E51B62887A}" srcOrd="1" destOrd="0" presId="urn:microsoft.com/office/officeart/2005/8/layout/orgChart1"/>
    <dgm:cxn modelId="{29E81E0E-5D98-435E-AD54-6D7BCAF0961E}" type="presOf" srcId="{5C1E645C-490E-4E98-AB89-E9E314D84891}" destId="{1C5C74A9-15B2-4CAF-B779-46074D4AF3FF}" srcOrd="0" destOrd="0" presId="urn:microsoft.com/office/officeart/2005/8/layout/orgChart1"/>
    <dgm:cxn modelId="{3EE14A11-D067-48F3-B5D1-1B360E2EBDBA}" srcId="{9FCBE6D3-DE67-4113-9F80-D18F21A0F9A5}" destId="{76FBA461-5719-4512-9CB8-0551FDC62B82}" srcOrd="0" destOrd="0" parTransId="{CAAB5851-B8BF-44CE-8A8E-1D3DD97D0293}" sibTransId="{4639D09A-E635-4FAD-B281-44A9152780ED}"/>
    <dgm:cxn modelId="{5AB31312-0DC4-4780-B3FB-75BBA72EE458}" srcId="{E96F617C-CB97-4F96-939E-5D811BC5CF54}" destId="{0360A706-B59E-4314-AD1C-9CC722244D31}" srcOrd="0" destOrd="0" parTransId="{98EA7E28-A08C-4951-AD79-7D5E540354FF}" sibTransId="{46639800-2F27-4B40-B5E5-D771472406E2}"/>
    <dgm:cxn modelId="{15AA0718-E621-4CD9-B851-B868887C32A2}" type="presOf" srcId="{010503F2-FCFE-4838-A99E-96163EF0E208}" destId="{41CC3D03-9E1F-4CE5-96DB-8BE23E0075FE}" srcOrd="1" destOrd="0" presId="urn:microsoft.com/office/officeart/2005/8/layout/orgChart1"/>
    <dgm:cxn modelId="{0E2E3F1C-1FAD-4242-B833-572AC01E23F8}" type="presOf" srcId="{45F7C443-7A45-4982-ABAC-11D15EE355CD}" destId="{D6301B6D-096C-426E-A4B4-968DBF29C156}" srcOrd="0" destOrd="0" presId="urn:microsoft.com/office/officeart/2005/8/layout/orgChart1"/>
    <dgm:cxn modelId="{61E38620-1A8B-4261-874E-D23C74F5D37A}" type="presOf" srcId="{C804140D-CC72-49DA-A666-F2D940372DC5}" destId="{7965C3B1-1E0D-4E47-9A22-95EED641ED2D}" srcOrd="0" destOrd="0" presId="urn:microsoft.com/office/officeart/2005/8/layout/orgChart1"/>
    <dgm:cxn modelId="{7E7F2D21-EF55-42E5-A717-09DC5E3EFAA7}" srcId="{AB73210C-39E5-4D21-93A0-03FED3E5C2D6}" destId="{B31A1497-62D3-4712-BF4E-850306C75877}" srcOrd="2" destOrd="0" parTransId="{2577C24F-42A4-4FA5-8A22-A78513CF8A04}" sibTransId="{D96E8F50-F511-4C4D-A97C-31D55092C5EC}"/>
    <dgm:cxn modelId="{35FBC421-A3A9-4D9F-9F8F-81F03DD648FE}" srcId="{010503F2-FCFE-4838-A99E-96163EF0E208}" destId="{68FE391F-8684-48AC-ABA9-80092A590391}" srcOrd="3" destOrd="0" parTransId="{D183FAC1-6526-4252-8FD8-6DEA63CD2BA5}" sibTransId="{03F7A3E0-A36B-4DD3-8C22-E7B17EDA0ED8}"/>
    <dgm:cxn modelId="{87342D22-3F00-473A-BCCC-4F389E895061}" srcId="{228820A1-5D5B-4D33-A78D-829364DBC541}" destId="{D22CAA77-E41D-4F0D-AF4D-C62EFCC2BD9C}" srcOrd="1" destOrd="0" parTransId="{A3DE416F-7D9A-442D-A9E9-0DD1AF477A82}" sibTransId="{830AD904-77EA-4B94-B26D-B1F3D4C84E2B}"/>
    <dgm:cxn modelId="{ACCF4424-CDBA-4B55-B77E-85141F8C5335}" type="presOf" srcId="{F768C40B-1830-4B2A-B693-DC6289EBC309}" destId="{DEE2600D-55F1-493F-8E96-53C8D203305E}" srcOrd="0" destOrd="0" presId="urn:microsoft.com/office/officeart/2005/8/layout/orgChart1"/>
    <dgm:cxn modelId="{C25D2627-180E-4BE5-8C79-913EC0DDC18F}" type="presOf" srcId="{D22CAA77-E41D-4F0D-AF4D-C62EFCC2BD9C}" destId="{C425B340-A476-4BD8-A507-4194150F4779}" srcOrd="1" destOrd="0" presId="urn:microsoft.com/office/officeart/2005/8/layout/orgChart1"/>
    <dgm:cxn modelId="{BAAD3D28-776C-4600-9DD1-64A318288CF4}" type="presOf" srcId="{26B13530-08B2-4030-AACE-46B6B2E692D8}" destId="{6E62BB5E-F049-49ED-8F65-7933C8443AC1}" srcOrd="1" destOrd="0" presId="urn:microsoft.com/office/officeart/2005/8/layout/orgChart1"/>
    <dgm:cxn modelId="{F325CD29-954E-4D70-8D14-AA5FF9B35C1B}" type="presOf" srcId="{177D6756-87A0-4B17-8AC3-5CA67DA0172E}" destId="{A1A41DA1-0C55-4858-9181-88896F92F4C3}" srcOrd="1" destOrd="0" presId="urn:microsoft.com/office/officeart/2005/8/layout/orgChart1"/>
    <dgm:cxn modelId="{9A5D8831-953E-4E1F-AB19-26A1E96309CB}" srcId="{177D6756-87A0-4B17-8AC3-5CA67DA0172E}" destId="{010503F2-FCFE-4838-A99E-96163EF0E208}" srcOrd="1" destOrd="0" parTransId="{244184E8-5AC4-41C6-87D0-6488B9BB38B9}" sibTransId="{B34CA0E3-6172-42A6-A19A-EDFDC059AF3B}"/>
    <dgm:cxn modelId="{E7DE0734-C631-4036-BB31-71FBABB33854}" srcId="{76FBA461-5719-4512-9CB8-0551FDC62B82}" destId="{177D6756-87A0-4B17-8AC3-5CA67DA0172E}" srcOrd="1" destOrd="0" parTransId="{D2FB8D82-95AF-4331-90FB-56D0121DDD45}" sibTransId="{DCAC1742-9F7E-434E-8B5B-E219A462723D}"/>
    <dgm:cxn modelId="{E84E4A38-4588-4EC0-97CE-E2BFE82B5421}" type="presOf" srcId="{866EAB45-0A17-4414-B644-B90754A7AF03}" destId="{869AA671-528B-4D3A-9D0D-42D687C9F718}" srcOrd="0" destOrd="0" presId="urn:microsoft.com/office/officeart/2005/8/layout/orgChart1"/>
    <dgm:cxn modelId="{A391A639-F4C1-4192-B0CE-BE83BC4EFAC8}" srcId="{228820A1-5D5B-4D33-A78D-829364DBC541}" destId="{0987497C-CFAB-41F7-863A-F62654776E22}" srcOrd="0" destOrd="0" parTransId="{025718DB-4C95-46B0-AFE7-FAE4339C91D8}" sibTransId="{14CFC72A-4360-4BC7-912D-03E488B593C3}"/>
    <dgm:cxn modelId="{0BBDBB39-E8E2-4544-8042-595CD12917AD}" type="presOf" srcId="{3F4788F4-1B6D-4076-906A-78A90AD4414E}" destId="{92B4228C-AFE1-4F9E-825A-1ECBEE14D5D3}" srcOrd="0" destOrd="0" presId="urn:microsoft.com/office/officeart/2005/8/layout/orgChart1"/>
    <dgm:cxn modelId="{5E0BBA3A-AB57-4CF5-8013-6CB45DAC9882}" type="presOf" srcId="{228820A1-5D5B-4D33-A78D-829364DBC541}" destId="{040F55A2-A88D-4B9C-97D1-30CD6F718694}" srcOrd="0" destOrd="0" presId="urn:microsoft.com/office/officeart/2005/8/layout/orgChart1"/>
    <dgm:cxn modelId="{BD36123C-F699-467F-AC1C-3D0E1940CA00}" type="presOf" srcId="{9DB16307-1215-4E8A-9AF0-591DA0AAE775}" destId="{B3021E45-4A83-436B-ABDE-9370835B4A04}" srcOrd="1" destOrd="0" presId="urn:microsoft.com/office/officeart/2005/8/layout/orgChart1"/>
    <dgm:cxn modelId="{BE6E3D3C-B836-4FA9-9D54-BB8978ED499B}" srcId="{177D6756-87A0-4B17-8AC3-5CA67DA0172E}" destId="{AB73210C-39E5-4D21-93A0-03FED3E5C2D6}" srcOrd="0" destOrd="0" parTransId="{866EAB45-0A17-4414-B644-B90754A7AF03}" sibTransId="{1FDBB147-9BE9-4629-BA66-25AED13A7E1F}"/>
    <dgm:cxn modelId="{4812A23E-6F3F-442C-9AD7-647733317A9E}" type="presOf" srcId="{2577C24F-42A4-4FA5-8A22-A78513CF8A04}" destId="{98EDB03C-E63D-4B9D-BA1D-11FC4AD4F666}" srcOrd="0" destOrd="0" presId="urn:microsoft.com/office/officeart/2005/8/layout/orgChart1"/>
    <dgm:cxn modelId="{6A0F3744-5FA1-43D9-919C-129CF33D0FBB}" type="presOf" srcId="{BC0D9F88-4554-4E17-82A4-B251B16DF3A6}" destId="{F35DA78B-21A7-4914-937C-43FB6E9CC0BA}" srcOrd="1" destOrd="0" presId="urn:microsoft.com/office/officeart/2005/8/layout/orgChart1"/>
    <dgm:cxn modelId="{88300E67-FDB0-4580-A638-1B84E6F178EF}" type="presOf" srcId="{DB4B8EB9-45F9-4425-B49C-C92D6CEA06A8}" destId="{69CAD2FD-5C36-4FB6-8129-72B9DD412830}" srcOrd="0" destOrd="0" presId="urn:microsoft.com/office/officeart/2005/8/layout/orgChart1"/>
    <dgm:cxn modelId="{1CA51767-4601-49F2-B156-D70DEFCA18A4}" type="presOf" srcId="{2DF778DE-2EF4-428B-AE1A-A7A544775B84}" destId="{483E8100-2863-4016-A79F-3E8AB2E9DF5A}" srcOrd="1" destOrd="0" presId="urn:microsoft.com/office/officeart/2005/8/layout/orgChart1"/>
    <dgm:cxn modelId="{2E07BC67-B195-486E-9679-C721F76C8C51}" type="presOf" srcId="{092F9410-5F14-43EB-99D5-84EB3FE7010C}" destId="{632CA122-80C5-4DF2-B0D6-D0ADFA30C209}" srcOrd="0" destOrd="0" presId="urn:microsoft.com/office/officeart/2005/8/layout/orgChart1"/>
    <dgm:cxn modelId="{2CF80B68-7615-48D4-87B3-597A977EAD7D}" type="presOf" srcId="{0857042D-65E7-4CCF-861B-AA88F7875AEE}" destId="{8FF308CF-4BDB-4507-9814-4D181EA5FE24}" srcOrd="0" destOrd="0" presId="urn:microsoft.com/office/officeart/2005/8/layout/orgChart1"/>
    <dgm:cxn modelId="{25E4766A-64F0-49F0-A9A2-AEC9A81DAC56}" type="presOf" srcId="{E96F617C-CB97-4F96-939E-5D811BC5CF54}" destId="{D3C374F4-545F-45F6-B903-315FE9A781CD}" srcOrd="0" destOrd="0" presId="urn:microsoft.com/office/officeart/2005/8/layout/orgChart1"/>
    <dgm:cxn modelId="{0F4F946A-7AB9-4D77-B130-A6CC10BC1CD1}" type="presOf" srcId="{F141ED5C-A1F2-450B-B61D-B922B537AA52}" destId="{5E871FA7-1EEC-4C85-92DC-3AD9D6942100}" srcOrd="0" destOrd="0" presId="urn:microsoft.com/office/officeart/2005/8/layout/orgChart1"/>
    <dgm:cxn modelId="{67D77F6E-34E8-4F6C-859C-BB7CBB36E0DF}" type="presOf" srcId="{98EA7E28-A08C-4951-AD79-7D5E540354FF}" destId="{1CBF1078-06D5-481B-B137-740C067623D3}" srcOrd="0" destOrd="0" presId="urn:microsoft.com/office/officeart/2005/8/layout/orgChart1"/>
    <dgm:cxn modelId="{78174C75-9995-4ECE-996B-FD99B4C3FA2C}" type="presOf" srcId="{B31A1497-62D3-4712-BF4E-850306C75877}" destId="{B08FED6D-4923-48C3-B7EB-00F9CD9225EA}" srcOrd="1" destOrd="0" presId="urn:microsoft.com/office/officeart/2005/8/layout/orgChart1"/>
    <dgm:cxn modelId="{960B9A55-D3D3-4FA4-B313-35099E0EE15B}" type="presOf" srcId="{E9F43B6D-947E-46CA-957E-50BA006A7CC6}" destId="{52AFFE9D-EA1B-4B14-8111-6106042ECF34}" srcOrd="0" destOrd="0" presId="urn:microsoft.com/office/officeart/2005/8/layout/orgChart1"/>
    <dgm:cxn modelId="{1BBF475A-9AB1-4367-852D-250A11C78FBB}" type="presOf" srcId="{E2F5EACD-1138-483C-9EBC-021011422430}" destId="{374B4387-480F-4A43-A91C-4F790209514F}" srcOrd="0" destOrd="0" presId="urn:microsoft.com/office/officeart/2005/8/layout/orgChart1"/>
    <dgm:cxn modelId="{AB039E7C-6D30-4BA1-9997-F909FFC6BAE9}" type="presOf" srcId="{68FE391F-8684-48AC-ABA9-80092A590391}" destId="{D1A3DF2F-D301-42C7-BB8D-F1543E0E7935}" srcOrd="0" destOrd="0" presId="urn:microsoft.com/office/officeart/2005/8/layout/orgChart1"/>
    <dgm:cxn modelId="{63644B7E-3FE9-4F77-B063-5BD73FA2D682}" type="presOf" srcId="{D22CAA77-E41D-4F0D-AF4D-C62EFCC2BD9C}" destId="{AFCE42E6-68B5-482D-9EAF-2157A9AEB666}" srcOrd="0" destOrd="0" presId="urn:microsoft.com/office/officeart/2005/8/layout/orgChart1"/>
    <dgm:cxn modelId="{DB9FDA7E-2939-418B-BD3A-18E52D5A2D62}" type="presOf" srcId="{2DF778DE-2EF4-428B-AE1A-A7A544775B84}" destId="{B6D5EA2D-0263-4A16-BA82-7E350B4454E9}" srcOrd="0" destOrd="0" presId="urn:microsoft.com/office/officeart/2005/8/layout/orgChart1"/>
    <dgm:cxn modelId="{86D8FA81-285A-4D04-A7AF-F64C4C9829FA}" type="presOf" srcId="{E96F617C-CB97-4F96-939E-5D811BC5CF54}" destId="{FC59687D-0825-4FBD-8514-5C7AA9447BE2}" srcOrd="1" destOrd="0" presId="urn:microsoft.com/office/officeart/2005/8/layout/orgChart1"/>
    <dgm:cxn modelId="{6985E582-0997-4C1E-B56B-65A3468EA0F9}" type="presOf" srcId="{0987497C-CFAB-41F7-863A-F62654776E22}" destId="{CEC6DCD5-420E-4D3C-9718-8D11F5C8A46A}" srcOrd="0" destOrd="0" presId="urn:microsoft.com/office/officeart/2005/8/layout/orgChart1"/>
    <dgm:cxn modelId="{EDA93284-798E-450A-9256-FCD7BFCF9B43}" srcId="{010503F2-FCFE-4838-A99E-96163EF0E208}" destId="{BC0D9F88-4554-4E17-82A4-B251B16DF3A6}" srcOrd="1" destOrd="0" parTransId="{DB4B8EB9-45F9-4425-B49C-C92D6CEA06A8}" sibTransId="{625DA549-E71B-48B7-8FE5-7A0D767FE3C6}"/>
    <dgm:cxn modelId="{C4444E84-BA38-44CD-8B95-620EC5A9D81F}" type="presOf" srcId="{9DB16307-1215-4E8A-9AF0-591DA0AAE775}" destId="{954164FD-192E-4464-B61F-3C922A8FDB46}" srcOrd="0" destOrd="0" presId="urn:microsoft.com/office/officeart/2005/8/layout/orgChart1"/>
    <dgm:cxn modelId="{3A7A1585-2B2D-4571-9F40-6583C8CD1EAD}" type="presOf" srcId="{B0053B20-6A0E-4B7D-B156-6AB0ECDD59C9}" destId="{1C56BCD9-E981-48C4-9CB9-811EE67ACE85}" srcOrd="0" destOrd="0" presId="urn:microsoft.com/office/officeart/2005/8/layout/orgChart1"/>
    <dgm:cxn modelId="{BD27028A-32DF-4C0A-B3A4-25636582A826}" srcId="{AB73210C-39E5-4D21-93A0-03FED3E5C2D6}" destId="{2DF778DE-2EF4-428B-AE1A-A7A544775B84}" srcOrd="1" destOrd="0" parTransId="{F141ED5C-A1F2-450B-B61D-B922B537AA52}" sibTransId="{4E1E831C-1466-4FA6-9E0E-62D611372539}"/>
    <dgm:cxn modelId="{7387798A-1476-432A-A034-023560683B14}" type="presOf" srcId="{26B13530-08B2-4030-AACE-46B6B2E692D8}" destId="{3EE88DEB-CB2C-4CAE-8F1C-FF3E49CF2414}" srcOrd="0" destOrd="0" presId="urn:microsoft.com/office/officeart/2005/8/layout/orgChart1"/>
    <dgm:cxn modelId="{A4F05C8D-5378-4DCF-B0EB-C939AD73E327}" type="presOf" srcId="{025718DB-4C95-46B0-AFE7-FAE4339C91D8}" destId="{060630BD-C4A4-4345-82CE-E30E80FB642B}" srcOrd="0" destOrd="0" presId="urn:microsoft.com/office/officeart/2005/8/layout/orgChart1"/>
    <dgm:cxn modelId="{C2A6B795-04C0-4250-9729-A3F375893667}" type="presOf" srcId="{AB73210C-39E5-4D21-93A0-03FED3E5C2D6}" destId="{114E7CC4-B693-45A4-9F30-D438C9E9E091}" srcOrd="1" destOrd="0" presId="urn:microsoft.com/office/officeart/2005/8/layout/orgChart1"/>
    <dgm:cxn modelId="{5E889C96-B64E-4B6F-A211-6763061095A0}" srcId="{010503F2-FCFE-4838-A99E-96163EF0E208}" destId="{7FCB869A-84B2-45C3-92B9-C84A1011F2A2}" srcOrd="4" destOrd="0" parTransId="{5C1E645C-490E-4E98-AB89-E9E314D84891}" sibTransId="{523D175B-35D9-45CB-91BE-F720DD313484}"/>
    <dgm:cxn modelId="{24240199-37AF-4EC0-B8F2-82B677AC92FA}" type="presOf" srcId="{228820A1-5D5B-4D33-A78D-829364DBC541}" destId="{B5148A2B-F4AF-4388-B2A6-C20A3C8778B8}" srcOrd="1" destOrd="0" presId="urn:microsoft.com/office/officeart/2005/8/layout/orgChart1"/>
    <dgm:cxn modelId="{9953B199-F78D-4EFD-A261-8190AC7525DB}" type="presOf" srcId="{AB73210C-39E5-4D21-93A0-03FED3E5C2D6}" destId="{1174F5C9-E11C-409B-8B53-6937A18CCA28}" srcOrd="0" destOrd="0" presId="urn:microsoft.com/office/officeart/2005/8/layout/orgChart1"/>
    <dgm:cxn modelId="{0A77219F-8CE0-4348-AF36-FCAD70D4AB58}" type="presOf" srcId="{9FCBE6D3-DE67-4113-9F80-D18F21A0F9A5}" destId="{9A1D70EE-6069-44A9-9D54-C158DCA42460}" srcOrd="0" destOrd="0" presId="urn:microsoft.com/office/officeart/2005/8/layout/orgChart1"/>
    <dgm:cxn modelId="{F2AC30A9-F903-4685-BBF4-450140F08618}" type="presOf" srcId="{76FBA461-5719-4512-9CB8-0551FDC62B82}" destId="{2A72245D-4372-434A-BB9A-2A1A3AE0ED1A}" srcOrd="0" destOrd="0" presId="urn:microsoft.com/office/officeart/2005/8/layout/orgChart1"/>
    <dgm:cxn modelId="{DCAABEB8-B980-49F4-B432-9D41637A17A7}" srcId="{AB73210C-39E5-4D21-93A0-03FED3E5C2D6}" destId="{3F4788F4-1B6D-4076-906A-78A90AD4414E}" srcOrd="0" destOrd="0" parTransId="{0857042D-65E7-4CCF-861B-AA88F7875AEE}" sibTransId="{500C88FC-BE40-4CB1-8657-C13D1582EB03}"/>
    <dgm:cxn modelId="{A60A3EB9-A9E2-4776-B7D3-E3E135A989E3}" type="presOf" srcId="{C804140D-CC72-49DA-A666-F2D940372DC5}" destId="{BC7020CD-27B5-45FE-884B-9C2955364A81}" srcOrd="1" destOrd="0" presId="urn:microsoft.com/office/officeart/2005/8/layout/orgChart1"/>
    <dgm:cxn modelId="{328E7BB9-CDAB-452D-86FB-83B6E6969A27}" type="presOf" srcId="{A3DE416F-7D9A-442D-A9E9-0DD1AF477A82}" destId="{145DF8EC-1B13-4183-9A8F-01CA39064048}" srcOrd="0" destOrd="0" presId="urn:microsoft.com/office/officeart/2005/8/layout/orgChart1"/>
    <dgm:cxn modelId="{D3D4B6BF-BFC1-4406-994F-48594BCE3443}" type="presOf" srcId="{70D1930D-A3BF-4B9C-B6D2-79F2A2548A90}" destId="{3F0AFADD-39D8-40CC-A6DA-171055D0486F}" srcOrd="0" destOrd="0" presId="urn:microsoft.com/office/officeart/2005/8/layout/orgChart1"/>
    <dgm:cxn modelId="{561585C3-ECBF-4D54-AFA7-5BF87B8BCB43}" type="presOf" srcId="{0360A706-B59E-4314-AD1C-9CC722244D31}" destId="{88BB230A-56FC-48B0-808D-7F5D51746D5B}" srcOrd="1" destOrd="0" presId="urn:microsoft.com/office/officeart/2005/8/layout/orgChart1"/>
    <dgm:cxn modelId="{216BC4C5-9601-4B78-9CFF-DB94BC1C2362}" type="presOf" srcId="{BC0D9F88-4554-4E17-82A4-B251B16DF3A6}" destId="{46EE24DF-7173-4152-B65D-E908604B3584}" srcOrd="0" destOrd="0" presId="urn:microsoft.com/office/officeart/2005/8/layout/orgChart1"/>
    <dgm:cxn modelId="{473623C6-9AFA-4338-9702-DC92F9119801}" srcId="{76FBA461-5719-4512-9CB8-0551FDC62B82}" destId="{346889FA-1BDD-403A-95C8-895ECFD09E71}" srcOrd="0" destOrd="0" parTransId="{70D1930D-A3BF-4B9C-B6D2-79F2A2548A90}" sibTransId="{920EB6E6-ED5B-42BC-A9C2-D1746F7C3DB5}"/>
    <dgm:cxn modelId="{D5BC47C8-EA37-4335-A394-0341E5E7B2B3}" type="presOf" srcId="{346889FA-1BDD-403A-95C8-895ECFD09E71}" destId="{C03DEBC7-2B55-413D-A855-E8A680D8C386}" srcOrd="1" destOrd="0" presId="urn:microsoft.com/office/officeart/2005/8/layout/orgChart1"/>
    <dgm:cxn modelId="{4D7C9FC9-5D3A-48BC-A973-960424EEC455}" type="presOf" srcId="{3F4788F4-1B6D-4076-906A-78A90AD4414E}" destId="{CE5EDFB5-C712-4340-A27E-ACAF8C151032}" srcOrd="1" destOrd="0" presId="urn:microsoft.com/office/officeart/2005/8/layout/orgChart1"/>
    <dgm:cxn modelId="{040486CA-2BFF-40A8-A31D-806700AA475F}" type="presOf" srcId="{D183FAC1-6526-4252-8FD8-6DEA63CD2BA5}" destId="{9C70AD16-4EFD-46D3-B0DD-518989E7CF7D}" srcOrd="0" destOrd="0" presId="urn:microsoft.com/office/officeart/2005/8/layout/orgChart1"/>
    <dgm:cxn modelId="{8DD49DCD-3744-4BB4-9469-3AFD7E722089}" type="presOf" srcId="{177D6756-87A0-4B17-8AC3-5CA67DA0172E}" destId="{5D1768DE-75EC-4F31-8C9A-8ADC518A7077}" srcOrd="0" destOrd="0" presId="urn:microsoft.com/office/officeart/2005/8/layout/orgChart1"/>
    <dgm:cxn modelId="{106FC6D6-684D-4167-B995-C04713E2C0F0}" type="presOf" srcId="{D2FB8D82-95AF-4331-90FB-56D0121DDD45}" destId="{712CFA8D-9F73-4622-B550-D7F266860F3D}" srcOrd="0" destOrd="0" presId="urn:microsoft.com/office/officeart/2005/8/layout/orgChart1"/>
    <dgm:cxn modelId="{0576C4D8-611F-42C4-9DB2-FB802D627627}" type="presOf" srcId="{7FCB869A-84B2-45C3-92B9-C84A1011F2A2}" destId="{BF797DD0-01B8-4D55-8EF3-FE24F34FF8C7}" srcOrd="0" destOrd="0" presId="urn:microsoft.com/office/officeart/2005/8/layout/orgChart1"/>
    <dgm:cxn modelId="{0DEAB1DC-8693-4117-9C83-6D27335058CC}" type="presOf" srcId="{244184E8-5AC4-41C6-87D0-6488B9BB38B9}" destId="{B137954D-00A0-416F-BA66-6ADCCB57DFF9}" srcOrd="0" destOrd="0" presId="urn:microsoft.com/office/officeart/2005/8/layout/orgChart1"/>
    <dgm:cxn modelId="{94D942DF-A797-4550-B1DA-1E1DA585487A}" type="presOf" srcId="{346889FA-1BDD-403A-95C8-895ECFD09E71}" destId="{8618FC9D-CBD3-4C5C-90A5-C5D04AF71090}" srcOrd="0" destOrd="0" presId="urn:microsoft.com/office/officeart/2005/8/layout/orgChart1"/>
    <dgm:cxn modelId="{9DB3E8E0-87AD-492A-86D9-9B4DEB752ADB}" type="presOf" srcId="{0987497C-CFAB-41F7-863A-F62654776E22}" destId="{C3412397-C1F3-4400-ADB8-EF4543AA22AB}" srcOrd="1" destOrd="0" presId="urn:microsoft.com/office/officeart/2005/8/layout/orgChart1"/>
    <dgm:cxn modelId="{CB9054E4-9CC0-4AC6-8660-CBC4266D5A6E}" type="presOf" srcId="{B31A1497-62D3-4712-BF4E-850306C75877}" destId="{62A21B24-75E2-4784-B7AC-A2533271CA38}" srcOrd="0" destOrd="0" presId="urn:microsoft.com/office/officeart/2005/8/layout/orgChart1"/>
    <dgm:cxn modelId="{A34863E8-EEDB-4664-9C9A-B551A0EB5087}" type="presOf" srcId="{010503F2-FCFE-4838-A99E-96163EF0E208}" destId="{41557AA3-16C3-4093-892A-BE94FC110289}" srcOrd="0" destOrd="0" presId="urn:microsoft.com/office/officeart/2005/8/layout/orgChart1"/>
    <dgm:cxn modelId="{677BE1E9-1B31-43EB-9C7A-38BA5DD2808B}" type="presOf" srcId="{0360A706-B59E-4314-AD1C-9CC722244D31}" destId="{FF11C1DB-F4DF-47B1-AA2E-8A94BB5E201C}" srcOrd="0" destOrd="0" presId="urn:microsoft.com/office/officeart/2005/8/layout/orgChart1"/>
    <dgm:cxn modelId="{5C01C8EA-CEA1-4691-8812-F0FD458D4E77}" type="presOf" srcId="{F768C40B-1830-4B2A-B693-DC6289EBC309}" destId="{B68BFB30-D458-4D3A-B0B6-FAEAF3548748}" srcOrd="1" destOrd="0" presId="urn:microsoft.com/office/officeart/2005/8/layout/orgChart1"/>
    <dgm:cxn modelId="{CB82D9ED-7A9A-4AFE-9FCC-E780BB76B741}" srcId="{AB73210C-39E5-4D21-93A0-03FED3E5C2D6}" destId="{F768C40B-1830-4B2A-B693-DC6289EBC309}" srcOrd="3" destOrd="0" parTransId="{C01D689A-B2D2-4F8B-86DD-7255D7257BCA}" sibTransId="{075CB319-2FBD-4266-B946-D9AFD8FBE8E4}"/>
    <dgm:cxn modelId="{A6244AF2-67B7-48A2-99CA-708DCFF072DC}" srcId="{010503F2-FCFE-4838-A99E-96163EF0E208}" destId="{9DB16307-1215-4E8A-9AF0-591DA0AAE775}" srcOrd="0" destOrd="0" parTransId="{B0053B20-6A0E-4B7D-B156-6AB0ECDD59C9}" sibTransId="{DBE0A1C2-51E0-4F40-9E56-DDEFC14F08D1}"/>
    <dgm:cxn modelId="{BA16DBF8-1A92-4B5E-B4FA-E34F40F5BAEB}" type="presOf" srcId="{C01D689A-B2D2-4F8B-86DD-7255D7257BCA}" destId="{67FA58F1-5D56-4E3F-A886-1DC4BCF9B4CF}" srcOrd="0" destOrd="0" presId="urn:microsoft.com/office/officeart/2005/8/layout/orgChart1"/>
    <dgm:cxn modelId="{238636FA-760B-468B-A5D3-1C1A9566C34C}" type="presOf" srcId="{68FE391F-8684-48AC-ABA9-80092A590391}" destId="{0DE62286-B26F-4C74-AE20-57428257DDB2}" srcOrd="1" destOrd="0" presId="urn:microsoft.com/office/officeart/2005/8/layout/orgChart1"/>
    <dgm:cxn modelId="{4E688BFB-5D8D-46F6-90B4-79B5B278DB55}" type="presOf" srcId="{76FBA461-5719-4512-9CB8-0551FDC62B82}" destId="{6E4AD0FD-D123-41D3-A60E-49172D792C71}" srcOrd="1" destOrd="0" presId="urn:microsoft.com/office/officeart/2005/8/layout/orgChart1"/>
    <dgm:cxn modelId="{091E4CFD-CD73-4E31-A7F3-12D94E29EB8C}" srcId="{E96F617C-CB97-4F96-939E-5D811BC5CF54}" destId="{26B13530-08B2-4030-AACE-46B6B2E692D8}" srcOrd="1" destOrd="0" parTransId="{E2F5EACD-1138-483C-9EBC-021011422430}" sibTransId="{DDA07438-62B0-4482-BDB7-3D7D49C1225C}"/>
    <dgm:cxn modelId="{CEA359FD-77DC-44C1-9DF3-279EF30B21A9}" srcId="{346889FA-1BDD-403A-95C8-895ECFD09E71}" destId="{228820A1-5D5B-4D33-A78D-829364DBC541}" srcOrd="0" destOrd="0" parTransId="{E9F43B6D-947E-46CA-957E-50BA006A7CC6}" sibTransId="{5B104364-6FEA-43EC-B832-47235929152A}"/>
    <dgm:cxn modelId="{77298D6F-D9C6-4F5C-B9E1-E774E575D01E}" type="presParOf" srcId="{9A1D70EE-6069-44A9-9D54-C158DCA42460}" destId="{321C9D10-5568-4BB6-9D0F-027DC46B2F83}" srcOrd="0" destOrd="0" presId="urn:microsoft.com/office/officeart/2005/8/layout/orgChart1"/>
    <dgm:cxn modelId="{30667AEE-774E-4786-8EC4-804C4AF0D46A}" type="presParOf" srcId="{321C9D10-5568-4BB6-9D0F-027DC46B2F83}" destId="{D7496D93-8844-4F45-BBA8-82B87D3CCA92}" srcOrd="0" destOrd="0" presId="urn:microsoft.com/office/officeart/2005/8/layout/orgChart1"/>
    <dgm:cxn modelId="{EC6ECFEF-0366-401F-A9F5-BBCE0D9E7A5F}" type="presParOf" srcId="{D7496D93-8844-4F45-BBA8-82B87D3CCA92}" destId="{2A72245D-4372-434A-BB9A-2A1A3AE0ED1A}" srcOrd="0" destOrd="0" presId="urn:microsoft.com/office/officeart/2005/8/layout/orgChart1"/>
    <dgm:cxn modelId="{154BD25E-9B2D-4BA5-A927-4EC806256489}" type="presParOf" srcId="{D7496D93-8844-4F45-BBA8-82B87D3CCA92}" destId="{6E4AD0FD-D123-41D3-A60E-49172D792C71}" srcOrd="1" destOrd="0" presId="urn:microsoft.com/office/officeart/2005/8/layout/orgChart1"/>
    <dgm:cxn modelId="{08F2E059-51C5-4E92-9988-510ADFCFC657}" type="presParOf" srcId="{321C9D10-5568-4BB6-9D0F-027DC46B2F83}" destId="{335F134E-A258-4803-8F48-B44961DF79EC}" srcOrd="1" destOrd="0" presId="urn:microsoft.com/office/officeart/2005/8/layout/orgChart1"/>
    <dgm:cxn modelId="{17723D41-0966-434E-A642-539C7AB33279}" type="presParOf" srcId="{335F134E-A258-4803-8F48-B44961DF79EC}" destId="{3F0AFADD-39D8-40CC-A6DA-171055D0486F}" srcOrd="0" destOrd="0" presId="urn:microsoft.com/office/officeart/2005/8/layout/orgChart1"/>
    <dgm:cxn modelId="{9A53A632-E8A1-40A4-9567-FDCAD3B7790F}" type="presParOf" srcId="{335F134E-A258-4803-8F48-B44961DF79EC}" destId="{2B14334E-0397-4501-A954-3AC77A5CE2B7}" srcOrd="1" destOrd="0" presId="urn:microsoft.com/office/officeart/2005/8/layout/orgChart1"/>
    <dgm:cxn modelId="{19643824-787C-498E-9E4F-99B4E88AF3DA}" type="presParOf" srcId="{2B14334E-0397-4501-A954-3AC77A5CE2B7}" destId="{FD7A86C3-A047-4653-B3C2-3C97641D0883}" srcOrd="0" destOrd="0" presId="urn:microsoft.com/office/officeart/2005/8/layout/orgChart1"/>
    <dgm:cxn modelId="{EF6001EB-75DC-4D78-80A9-86F3F7FBC4A8}" type="presParOf" srcId="{FD7A86C3-A047-4653-B3C2-3C97641D0883}" destId="{8618FC9D-CBD3-4C5C-90A5-C5D04AF71090}" srcOrd="0" destOrd="0" presId="urn:microsoft.com/office/officeart/2005/8/layout/orgChart1"/>
    <dgm:cxn modelId="{0242888E-5765-4244-A1E3-E88ABBB1791A}" type="presParOf" srcId="{FD7A86C3-A047-4653-B3C2-3C97641D0883}" destId="{C03DEBC7-2B55-413D-A855-E8A680D8C386}" srcOrd="1" destOrd="0" presId="urn:microsoft.com/office/officeart/2005/8/layout/orgChart1"/>
    <dgm:cxn modelId="{B13E5AB3-7BB1-429E-ADC6-D78B82C3E9E4}" type="presParOf" srcId="{2B14334E-0397-4501-A954-3AC77A5CE2B7}" destId="{EE4CCF4F-D10F-4E5F-BDC8-27CA93D27498}" srcOrd="1" destOrd="0" presId="urn:microsoft.com/office/officeart/2005/8/layout/orgChart1"/>
    <dgm:cxn modelId="{D1E5385C-1B8B-48E7-B8CB-C87DAFF9F8D6}" type="presParOf" srcId="{EE4CCF4F-D10F-4E5F-BDC8-27CA93D27498}" destId="{52AFFE9D-EA1B-4B14-8111-6106042ECF34}" srcOrd="0" destOrd="0" presId="urn:microsoft.com/office/officeart/2005/8/layout/orgChart1"/>
    <dgm:cxn modelId="{0A761A6E-C0F5-4632-9C32-CDB74D226E1F}" type="presParOf" srcId="{EE4CCF4F-D10F-4E5F-BDC8-27CA93D27498}" destId="{3932E0F1-DE87-4772-B426-38632160CB18}" srcOrd="1" destOrd="0" presId="urn:microsoft.com/office/officeart/2005/8/layout/orgChart1"/>
    <dgm:cxn modelId="{F08F1DA0-919D-4978-9EA7-70C8678CA540}" type="presParOf" srcId="{3932E0F1-DE87-4772-B426-38632160CB18}" destId="{8267CF79-7C4A-4E87-836C-B6B5C1F81953}" srcOrd="0" destOrd="0" presId="urn:microsoft.com/office/officeart/2005/8/layout/orgChart1"/>
    <dgm:cxn modelId="{224FF5D6-DA3D-40CC-808E-5096003DDC66}" type="presParOf" srcId="{8267CF79-7C4A-4E87-836C-B6B5C1F81953}" destId="{040F55A2-A88D-4B9C-97D1-30CD6F718694}" srcOrd="0" destOrd="0" presId="urn:microsoft.com/office/officeart/2005/8/layout/orgChart1"/>
    <dgm:cxn modelId="{E81ABD7B-67C7-46EA-97C3-680C818F3403}" type="presParOf" srcId="{8267CF79-7C4A-4E87-836C-B6B5C1F81953}" destId="{B5148A2B-F4AF-4388-B2A6-C20A3C8778B8}" srcOrd="1" destOrd="0" presId="urn:microsoft.com/office/officeart/2005/8/layout/orgChart1"/>
    <dgm:cxn modelId="{52F9EC9D-6817-4C1A-A5C8-FD5F7098BC23}" type="presParOf" srcId="{3932E0F1-DE87-4772-B426-38632160CB18}" destId="{14F06073-973D-4281-B621-5E37278796FA}" srcOrd="1" destOrd="0" presId="urn:microsoft.com/office/officeart/2005/8/layout/orgChart1"/>
    <dgm:cxn modelId="{DC8B15FF-1BD6-4C22-ABED-33695CD0F720}" type="presParOf" srcId="{14F06073-973D-4281-B621-5E37278796FA}" destId="{060630BD-C4A4-4345-82CE-E30E80FB642B}" srcOrd="0" destOrd="0" presId="urn:microsoft.com/office/officeart/2005/8/layout/orgChart1"/>
    <dgm:cxn modelId="{ACA11780-B9FA-4CE8-99C3-5C62F6E71E81}" type="presParOf" srcId="{14F06073-973D-4281-B621-5E37278796FA}" destId="{EDBE81EF-F72C-4507-AA6B-A71694A1D2FB}" srcOrd="1" destOrd="0" presId="urn:microsoft.com/office/officeart/2005/8/layout/orgChart1"/>
    <dgm:cxn modelId="{25CE9D40-AE0C-4737-B0C5-614C5F31DC3E}" type="presParOf" srcId="{EDBE81EF-F72C-4507-AA6B-A71694A1D2FB}" destId="{071F784A-64F8-444A-8E54-06721C390DA8}" srcOrd="0" destOrd="0" presId="urn:microsoft.com/office/officeart/2005/8/layout/orgChart1"/>
    <dgm:cxn modelId="{F35F4671-8903-4CC4-9141-EF58E679454E}" type="presParOf" srcId="{071F784A-64F8-444A-8E54-06721C390DA8}" destId="{CEC6DCD5-420E-4D3C-9718-8D11F5C8A46A}" srcOrd="0" destOrd="0" presId="urn:microsoft.com/office/officeart/2005/8/layout/orgChart1"/>
    <dgm:cxn modelId="{BD98EF7A-6646-4516-94F7-547EBFF32DC3}" type="presParOf" srcId="{071F784A-64F8-444A-8E54-06721C390DA8}" destId="{C3412397-C1F3-4400-ADB8-EF4543AA22AB}" srcOrd="1" destOrd="0" presId="urn:microsoft.com/office/officeart/2005/8/layout/orgChart1"/>
    <dgm:cxn modelId="{7B10C6BE-60F4-44D0-A6A5-1AE8B409B4DF}" type="presParOf" srcId="{EDBE81EF-F72C-4507-AA6B-A71694A1D2FB}" destId="{424E95D5-64DD-4605-A4DF-32890D8A437F}" srcOrd="1" destOrd="0" presId="urn:microsoft.com/office/officeart/2005/8/layout/orgChart1"/>
    <dgm:cxn modelId="{61C0B31F-BD5A-4F95-88E3-E0848A573871}" type="presParOf" srcId="{EDBE81EF-F72C-4507-AA6B-A71694A1D2FB}" destId="{299DE56E-7B2E-458A-B803-5E23FE294B8C}" srcOrd="2" destOrd="0" presId="urn:microsoft.com/office/officeart/2005/8/layout/orgChart1"/>
    <dgm:cxn modelId="{DD1F6BA9-A7E3-434D-9AD4-2FDB1F5CA4B2}" type="presParOf" srcId="{14F06073-973D-4281-B621-5E37278796FA}" destId="{145DF8EC-1B13-4183-9A8F-01CA39064048}" srcOrd="2" destOrd="0" presId="urn:microsoft.com/office/officeart/2005/8/layout/orgChart1"/>
    <dgm:cxn modelId="{5F2B696B-7D3C-4719-B2EB-685F81D2ECDF}" type="presParOf" srcId="{14F06073-973D-4281-B621-5E37278796FA}" destId="{FD17CA03-CA4F-4084-9A26-8AA01AF6368C}" srcOrd="3" destOrd="0" presId="urn:microsoft.com/office/officeart/2005/8/layout/orgChart1"/>
    <dgm:cxn modelId="{737461DB-714C-47FC-8AF7-B906CCBFCE07}" type="presParOf" srcId="{FD17CA03-CA4F-4084-9A26-8AA01AF6368C}" destId="{97B640F4-193A-4FC3-A3EB-F3270251583D}" srcOrd="0" destOrd="0" presId="urn:microsoft.com/office/officeart/2005/8/layout/orgChart1"/>
    <dgm:cxn modelId="{F65ACA8D-B81B-459B-AD37-58CAF82370B2}" type="presParOf" srcId="{97B640F4-193A-4FC3-A3EB-F3270251583D}" destId="{AFCE42E6-68B5-482D-9EAF-2157A9AEB666}" srcOrd="0" destOrd="0" presId="urn:microsoft.com/office/officeart/2005/8/layout/orgChart1"/>
    <dgm:cxn modelId="{377CDF43-9071-45FF-B366-F312FD176002}" type="presParOf" srcId="{97B640F4-193A-4FC3-A3EB-F3270251583D}" destId="{C425B340-A476-4BD8-A507-4194150F4779}" srcOrd="1" destOrd="0" presId="urn:microsoft.com/office/officeart/2005/8/layout/orgChart1"/>
    <dgm:cxn modelId="{076B38BA-206A-4CB0-812A-EFD1F054D978}" type="presParOf" srcId="{FD17CA03-CA4F-4084-9A26-8AA01AF6368C}" destId="{446C7727-D372-4E3F-B5ED-5AB67AC23CC2}" srcOrd="1" destOrd="0" presId="urn:microsoft.com/office/officeart/2005/8/layout/orgChart1"/>
    <dgm:cxn modelId="{432312FA-F763-492E-8370-F0BA80C62E5C}" type="presParOf" srcId="{FD17CA03-CA4F-4084-9A26-8AA01AF6368C}" destId="{2E9D7B3B-BDBC-46D5-B218-CB8DEA6A0352}" srcOrd="2" destOrd="0" presId="urn:microsoft.com/office/officeart/2005/8/layout/orgChart1"/>
    <dgm:cxn modelId="{1671CCB7-FE29-4064-AED1-2A7AAAB0E8D6}" type="presParOf" srcId="{3932E0F1-DE87-4772-B426-38632160CB18}" destId="{4067DB46-79FB-440B-ADB5-62C40710ED19}" srcOrd="2" destOrd="0" presId="urn:microsoft.com/office/officeart/2005/8/layout/orgChart1"/>
    <dgm:cxn modelId="{0F068128-4561-43FC-B1CA-DE0E9488891A}" type="presParOf" srcId="{EE4CCF4F-D10F-4E5F-BDC8-27CA93D27498}" destId="{632CA122-80C5-4DF2-B0D6-D0ADFA30C209}" srcOrd="2" destOrd="0" presId="urn:microsoft.com/office/officeart/2005/8/layout/orgChart1"/>
    <dgm:cxn modelId="{05488930-A260-4321-8A3F-A6F37145228C}" type="presParOf" srcId="{EE4CCF4F-D10F-4E5F-BDC8-27CA93D27498}" destId="{206F24DC-F4E1-4503-BB5B-A74AD7BF28B9}" srcOrd="3" destOrd="0" presId="urn:microsoft.com/office/officeart/2005/8/layout/orgChart1"/>
    <dgm:cxn modelId="{3C33A28B-7303-4382-9C9C-B3A9610A85C6}" type="presParOf" srcId="{206F24DC-F4E1-4503-BB5B-A74AD7BF28B9}" destId="{D3DD923F-1EB6-4DB4-8009-52824123C365}" srcOrd="0" destOrd="0" presId="urn:microsoft.com/office/officeart/2005/8/layout/orgChart1"/>
    <dgm:cxn modelId="{F97B682C-F12B-420F-AA96-82590933D4AB}" type="presParOf" srcId="{D3DD923F-1EB6-4DB4-8009-52824123C365}" destId="{D3C374F4-545F-45F6-B903-315FE9A781CD}" srcOrd="0" destOrd="0" presId="urn:microsoft.com/office/officeart/2005/8/layout/orgChart1"/>
    <dgm:cxn modelId="{8B1EF67D-C075-4734-AF5E-405B03F9CD14}" type="presParOf" srcId="{D3DD923F-1EB6-4DB4-8009-52824123C365}" destId="{FC59687D-0825-4FBD-8514-5C7AA9447BE2}" srcOrd="1" destOrd="0" presId="urn:microsoft.com/office/officeart/2005/8/layout/orgChart1"/>
    <dgm:cxn modelId="{C7B2782D-5C76-4820-A82F-D9B020E06CD6}" type="presParOf" srcId="{206F24DC-F4E1-4503-BB5B-A74AD7BF28B9}" destId="{E09E357F-9851-4E65-A058-4BE2CDE70B46}" srcOrd="1" destOrd="0" presId="urn:microsoft.com/office/officeart/2005/8/layout/orgChart1"/>
    <dgm:cxn modelId="{3E97501C-24DF-4FCC-B9B2-A47DE89332AA}" type="presParOf" srcId="{E09E357F-9851-4E65-A058-4BE2CDE70B46}" destId="{1CBF1078-06D5-481B-B137-740C067623D3}" srcOrd="0" destOrd="0" presId="urn:microsoft.com/office/officeart/2005/8/layout/orgChart1"/>
    <dgm:cxn modelId="{3F5C5B45-F2BF-4DF6-BE83-ACA4ED3BCCC6}" type="presParOf" srcId="{E09E357F-9851-4E65-A058-4BE2CDE70B46}" destId="{8CF99259-755F-446E-93F3-8FABFEC43C5E}" srcOrd="1" destOrd="0" presId="urn:microsoft.com/office/officeart/2005/8/layout/orgChart1"/>
    <dgm:cxn modelId="{33C22047-9E1F-43B0-A615-8D0742FF46BE}" type="presParOf" srcId="{8CF99259-755F-446E-93F3-8FABFEC43C5E}" destId="{C5787EE5-D4D2-40E9-8114-E039010AA432}" srcOrd="0" destOrd="0" presId="urn:microsoft.com/office/officeart/2005/8/layout/orgChart1"/>
    <dgm:cxn modelId="{2224E1F0-B21D-40E6-95CB-C0AB8CCA8E2B}" type="presParOf" srcId="{C5787EE5-D4D2-40E9-8114-E039010AA432}" destId="{FF11C1DB-F4DF-47B1-AA2E-8A94BB5E201C}" srcOrd="0" destOrd="0" presId="urn:microsoft.com/office/officeart/2005/8/layout/orgChart1"/>
    <dgm:cxn modelId="{D24A11E8-8EA9-4402-ACA9-0CB9407F407E}" type="presParOf" srcId="{C5787EE5-D4D2-40E9-8114-E039010AA432}" destId="{88BB230A-56FC-48B0-808D-7F5D51746D5B}" srcOrd="1" destOrd="0" presId="urn:microsoft.com/office/officeart/2005/8/layout/orgChart1"/>
    <dgm:cxn modelId="{B5CB25C1-5E1D-45A6-A305-47F04F508A1F}" type="presParOf" srcId="{8CF99259-755F-446E-93F3-8FABFEC43C5E}" destId="{0E0399D9-DF60-4DF5-859D-E0F19A19C897}" srcOrd="1" destOrd="0" presId="urn:microsoft.com/office/officeart/2005/8/layout/orgChart1"/>
    <dgm:cxn modelId="{3B67E6F3-A90A-48AA-8EF1-88D4E6EDE9F2}" type="presParOf" srcId="{8CF99259-755F-446E-93F3-8FABFEC43C5E}" destId="{980040DB-3270-4E34-8307-A1D82E8B1E3E}" srcOrd="2" destOrd="0" presId="urn:microsoft.com/office/officeart/2005/8/layout/orgChart1"/>
    <dgm:cxn modelId="{297210B3-D87F-430F-8EB9-5ACFE090AE22}" type="presParOf" srcId="{E09E357F-9851-4E65-A058-4BE2CDE70B46}" destId="{374B4387-480F-4A43-A91C-4F790209514F}" srcOrd="2" destOrd="0" presId="urn:microsoft.com/office/officeart/2005/8/layout/orgChart1"/>
    <dgm:cxn modelId="{1997A1AD-E30D-4DD7-8478-4C20D014D617}" type="presParOf" srcId="{E09E357F-9851-4E65-A058-4BE2CDE70B46}" destId="{9CB44C18-D54B-45A8-B87C-53F8F87E839D}" srcOrd="3" destOrd="0" presId="urn:microsoft.com/office/officeart/2005/8/layout/orgChart1"/>
    <dgm:cxn modelId="{1A53C111-EA0D-42FC-8B97-9DFA58855848}" type="presParOf" srcId="{9CB44C18-D54B-45A8-B87C-53F8F87E839D}" destId="{0F6E37B5-CF95-470A-8436-94B58F70631A}" srcOrd="0" destOrd="0" presId="urn:microsoft.com/office/officeart/2005/8/layout/orgChart1"/>
    <dgm:cxn modelId="{2645FE79-308E-4E0E-BE7B-DD33618261CA}" type="presParOf" srcId="{0F6E37B5-CF95-470A-8436-94B58F70631A}" destId="{3EE88DEB-CB2C-4CAE-8F1C-FF3E49CF2414}" srcOrd="0" destOrd="0" presId="urn:microsoft.com/office/officeart/2005/8/layout/orgChart1"/>
    <dgm:cxn modelId="{56E440FA-EB18-4926-A996-2D51C36B1DA9}" type="presParOf" srcId="{0F6E37B5-CF95-470A-8436-94B58F70631A}" destId="{6E62BB5E-F049-49ED-8F65-7933C8443AC1}" srcOrd="1" destOrd="0" presId="urn:microsoft.com/office/officeart/2005/8/layout/orgChart1"/>
    <dgm:cxn modelId="{793586F7-9C42-48CC-BCF4-C114709316C9}" type="presParOf" srcId="{9CB44C18-D54B-45A8-B87C-53F8F87E839D}" destId="{7329407D-858F-4B4C-B85E-534E27C8DC0E}" srcOrd="1" destOrd="0" presId="urn:microsoft.com/office/officeart/2005/8/layout/orgChart1"/>
    <dgm:cxn modelId="{D739EAD2-8313-4E40-9E49-9BDA647A518E}" type="presParOf" srcId="{9CB44C18-D54B-45A8-B87C-53F8F87E839D}" destId="{6A16A42C-459F-4FBA-8EFA-C6C58F69D857}" srcOrd="2" destOrd="0" presId="urn:microsoft.com/office/officeart/2005/8/layout/orgChart1"/>
    <dgm:cxn modelId="{C272FBFA-6C3C-451D-95F7-6F668E034CA4}" type="presParOf" srcId="{206F24DC-F4E1-4503-BB5B-A74AD7BF28B9}" destId="{6D4A2223-A51E-410B-A73A-9D431A74305C}" srcOrd="2" destOrd="0" presId="urn:microsoft.com/office/officeart/2005/8/layout/orgChart1"/>
    <dgm:cxn modelId="{272967DA-0B9E-45D8-B76F-E0F80F96DD43}" type="presParOf" srcId="{2B14334E-0397-4501-A954-3AC77A5CE2B7}" destId="{B9301113-44B3-484B-98B3-14FAB4A1CCAA}" srcOrd="2" destOrd="0" presId="urn:microsoft.com/office/officeart/2005/8/layout/orgChart1"/>
    <dgm:cxn modelId="{1500396A-0E51-4CC9-99A0-F707DE300AC5}" type="presParOf" srcId="{335F134E-A258-4803-8F48-B44961DF79EC}" destId="{712CFA8D-9F73-4622-B550-D7F266860F3D}" srcOrd="2" destOrd="0" presId="urn:microsoft.com/office/officeart/2005/8/layout/orgChart1"/>
    <dgm:cxn modelId="{C9CD08D4-AECA-42B4-8A84-E43D72C1A66F}" type="presParOf" srcId="{335F134E-A258-4803-8F48-B44961DF79EC}" destId="{6423DE7C-E0DB-4F31-BDCF-2D0BC423DC64}" srcOrd="3" destOrd="0" presId="urn:microsoft.com/office/officeart/2005/8/layout/orgChart1"/>
    <dgm:cxn modelId="{5D27A4A4-7DCA-493C-8CF7-9EA79B689212}" type="presParOf" srcId="{6423DE7C-E0DB-4F31-BDCF-2D0BC423DC64}" destId="{C7FA8FB0-E98A-4202-8E87-EA5253DCDA85}" srcOrd="0" destOrd="0" presId="urn:microsoft.com/office/officeart/2005/8/layout/orgChart1"/>
    <dgm:cxn modelId="{E8E09014-45AD-4DD8-AFD5-E354EA2CA77B}" type="presParOf" srcId="{C7FA8FB0-E98A-4202-8E87-EA5253DCDA85}" destId="{5D1768DE-75EC-4F31-8C9A-8ADC518A7077}" srcOrd="0" destOrd="0" presId="urn:microsoft.com/office/officeart/2005/8/layout/orgChart1"/>
    <dgm:cxn modelId="{9B746A51-CE92-4CDD-A63F-3E322000FDFB}" type="presParOf" srcId="{C7FA8FB0-E98A-4202-8E87-EA5253DCDA85}" destId="{A1A41DA1-0C55-4858-9181-88896F92F4C3}" srcOrd="1" destOrd="0" presId="urn:microsoft.com/office/officeart/2005/8/layout/orgChart1"/>
    <dgm:cxn modelId="{29F09BBA-F49C-491D-8CA9-B346E768727E}" type="presParOf" srcId="{6423DE7C-E0DB-4F31-BDCF-2D0BC423DC64}" destId="{3066EB7D-1A1D-4677-A0E0-640D093FC364}" srcOrd="1" destOrd="0" presId="urn:microsoft.com/office/officeart/2005/8/layout/orgChart1"/>
    <dgm:cxn modelId="{715A6621-E080-481B-8224-35BDC666E51A}" type="presParOf" srcId="{3066EB7D-1A1D-4677-A0E0-640D093FC364}" destId="{869AA671-528B-4D3A-9D0D-42D687C9F718}" srcOrd="0" destOrd="0" presId="urn:microsoft.com/office/officeart/2005/8/layout/orgChart1"/>
    <dgm:cxn modelId="{E15CF179-1D20-4FE7-AC2F-9BF56DD2F0BB}" type="presParOf" srcId="{3066EB7D-1A1D-4677-A0E0-640D093FC364}" destId="{E38BB7A8-2115-4F13-99AA-65E494E9CC3F}" srcOrd="1" destOrd="0" presId="urn:microsoft.com/office/officeart/2005/8/layout/orgChart1"/>
    <dgm:cxn modelId="{C36BD9C1-D756-4EB9-956B-D6E4BCDD38E4}" type="presParOf" srcId="{E38BB7A8-2115-4F13-99AA-65E494E9CC3F}" destId="{C86E545C-7473-48D7-B66B-164B403C088F}" srcOrd="0" destOrd="0" presId="urn:microsoft.com/office/officeart/2005/8/layout/orgChart1"/>
    <dgm:cxn modelId="{95EDF519-0955-49DD-A30D-E4C566E52C5F}" type="presParOf" srcId="{C86E545C-7473-48D7-B66B-164B403C088F}" destId="{1174F5C9-E11C-409B-8B53-6937A18CCA28}" srcOrd="0" destOrd="0" presId="urn:microsoft.com/office/officeart/2005/8/layout/orgChart1"/>
    <dgm:cxn modelId="{16070066-F7D4-4AC5-ABE3-AD312B1BDF99}" type="presParOf" srcId="{C86E545C-7473-48D7-B66B-164B403C088F}" destId="{114E7CC4-B693-45A4-9F30-D438C9E9E091}" srcOrd="1" destOrd="0" presId="urn:microsoft.com/office/officeart/2005/8/layout/orgChart1"/>
    <dgm:cxn modelId="{EC3FF923-EEED-4B3F-8C7C-8D4BD0C1C82E}" type="presParOf" srcId="{E38BB7A8-2115-4F13-99AA-65E494E9CC3F}" destId="{787A20C3-66AF-4A0A-8E7D-E41231080917}" srcOrd="1" destOrd="0" presId="urn:microsoft.com/office/officeart/2005/8/layout/orgChart1"/>
    <dgm:cxn modelId="{7BCCEC37-D7C4-4E0F-904B-3BCDAC1FE099}" type="presParOf" srcId="{787A20C3-66AF-4A0A-8E7D-E41231080917}" destId="{8FF308CF-4BDB-4507-9814-4D181EA5FE24}" srcOrd="0" destOrd="0" presId="urn:microsoft.com/office/officeart/2005/8/layout/orgChart1"/>
    <dgm:cxn modelId="{3BB1803B-85F6-475A-A9FC-5841336E75AD}" type="presParOf" srcId="{787A20C3-66AF-4A0A-8E7D-E41231080917}" destId="{9B18A664-A38A-4A4A-A341-13359380FB9F}" srcOrd="1" destOrd="0" presId="urn:microsoft.com/office/officeart/2005/8/layout/orgChart1"/>
    <dgm:cxn modelId="{4A8E9619-9740-4E08-9E47-A2CD1267DCBF}" type="presParOf" srcId="{9B18A664-A38A-4A4A-A341-13359380FB9F}" destId="{A9BEFCA6-A163-4855-A1CE-9DADD90A29F3}" srcOrd="0" destOrd="0" presId="urn:microsoft.com/office/officeart/2005/8/layout/orgChart1"/>
    <dgm:cxn modelId="{BB4F9D13-C02C-45EC-976C-96F6AF57F224}" type="presParOf" srcId="{A9BEFCA6-A163-4855-A1CE-9DADD90A29F3}" destId="{92B4228C-AFE1-4F9E-825A-1ECBEE14D5D3}" srcOrd="0" destOrd="0" presId="urn:microsoft.com/office/officeart/2005/8/layout/orgChart1"/>
    <dgm:cxn modelId="{49456ED5-B1D2-43EE-94C1-F8B14EF51548}" type="presParOf" srcId="{A9BEFCA6-A163-4855-A1CE-9DADD90A29F3}" destId="{CE5EDFB5-C712-4340-A27E-ACAF8C151032}" srcOrd="1" destOrd="0" presId="urn:microsoft.com/office/officeart/2005/8/layout/orgChart1"/>
    <dgm:cxn modelId="{6C78BFC5-C9C5-482E-83A1-4669EA642E40}" type="presParOf" srcId="{9B18A664-A38A-4A4A-A341-13359380FB9F}" destId="{B4A723B1-C914-4161-A416-398333A626E5}" srcOrd="1" destOrd="0" presId="urn:microsoft.com/office/officeart/2005/8/layout/orgChart1"/>
    <dgm:cxn modelId="{DB80C782-D455-4E92-BD24-955D7B31DC3E}" type="presParOf" srcId="{9B18A664-A38A-4A4A-A341-13359380FB9F}" destId="{87C02883-3837-4D68-AF87-CEE68A187716}" srcOrd="2" destOrd="0" presId="urn:microsoft.com/office/officeart/2005/8/layout/orgChart1"/>
    <dgm:cxn modelId="{2CB2D772-1FE5-4A9C-93A1-843193D5A632}" type="presParOf" srcId="{787A20C3-66AF-4A0A-8E7D-E41231080917}" destId="{5E871FA7-1EEC-4C85-92DC-3AD9D6942100}" srcOrd="2" destOrd="0" presId="urn:microsoft.com/office/officeart/2005/8/layout/orgChart1"/>
    <dgm:cxn modelId="{336355EE-6259-4CDB-848B-29BE03B08491}" type="presParOf" srcId="{787A20C3-66AF-4A0A-8E7D-E41231080917}" destId="{34994DD5-0E30-4D9D-930B-9909A07071B5}" srcOrd="3" destOrd="0" presId="urn:microsoft.com/office/officeart/2005/8/layout/orgChart1"/>
    <dgm:cxn modelId="{18A1D349-1DA6-4F2A-ADDD-6AFB9811E5CA}" type="presParOf" srcId="{34994DD5-0E30-4D9D-930B-9909A07071B5}" destId="{AC8B1B99-6110-4B19-BB1A-066FBC123006}" srcOrd="0" destOrd="0" presId="urn:microsoft.com/office/officeart/2005/8/layout/orgChart1"/>
    <dgm:cxn modelId="{F84F5ECF-2C89-4A87-8B23-46316A7A52BC}" type="presParOf" srcId="{AC8B1B99-6110-4B19-BB1A-066FBC123006}" destId="{B6D5EA2D-0263-4A16-BA82-7E350B4454E9}" srcOrd="0" destOrd="0" presId="urn:microsoft.com/office/officeart/2005/8/layout/orgChart1"/>
    <dgm:cxn modelId="{641FD0F5-8BEC-4A18-BBCB-D1F91280E2FE}" type="presParOf" srcId="{AC8B1B99-6110-4B19-BB1A-066FBC123006}" destId="{483E8100-2863-4016-A79F-3E8AB2E9DF5A}" srcOrd="1" destOrd="0" presId="urn:microsoft.com/office/officeart/2005/8/layout/orgChart1"/>
    <dgm:cxn modelId="{0BFE00BC-94B0-464D-945A-7BA2E42A4088}" type="presParOf" srcId="{34994DD5-0E30-4D9D-930B-9909A07071B5}" destId="{87C7B369-437A-4DF2-A3E4-1E1EF4B82F24}" srcOrd="1" destOrd="0" presId="urn:microsoft.com/office/officeart/2005/8/layout/orgChart1"/>
    <dgm:cxn modelId="{35938EAE-16A7-4287-A56C-3AD525B68BAA}" type="presParOf" srcId="{34994DD5-0E30-4D9D-930B-9909A07071B5}" destId="{88A8A677-C722-44FC-AAB4-2951CC619CD8}" srcOrd="2" destOrd="0" presId="urn:microsoft.com/office/officeart/2005/8/layout/orgChart1"/>
    <dgm:cxn modelId="{95D0994E-3067-49F0-9CDD-12FC3F8BFA49}" type="presParOf" srcId="{787A20C3-66AF-4A0A-8E7D-E41231080917}" destId="{98EDB03C-E63D-4B9D-BA1D-11FC4AD4F666}" srcOrd="4" destOrd="0" presId="urn:microsoft.com/office/officeart/2005/8/layout/orgChart1"/>
    <dgm:cxn modelId="{DC68CCB5-5F4C-4931-9093-931AC00B5288}" type="presParOf" srcId="{787A20C3-66AF-4A0A-8E7D-E41231080917}" destId="{1CC73AA9-989D-4A63-A7CD-C1B410BF6A4A}" srcOrd="5" destOrd="0" presId="urn:microsoft.com/office/officeart/2005/8/layout/orgChart1"/>
    <dgm:cxn modelId="{06A3F90E-C029-4317-A35E-1DDB1B296A6F}" type="presParOf" srcId="{1CC73AA9-989D-4A63-A7CD-C1B410BF6A4A}" destId="{C36F26FF-808D-44DA-8EB1-F9A9ACE8E895}" srcOrd="0" destOrd="0" presId="urn:microsoft.com/office/officeart/2005/8/layout/orgChart1"/>
    <dgm:cxn modelId="{14B407FB-0673-4E61-ABC2-CDB0FA9F6F64}" type="presParOf" srcId="{C36F26FF-808D-44DA-8EB1-F9A9ACE8E895}" destId="{62A21B24-75E2-4784-B7AC-A2533271CA38}" srcOrd="0" destOrd="0" presId="urn:microsoft.com/office/officeart/2005/8/layout/orgChart1"/>
    <dgm:cxn modelId="{7B513C31-32DD-4F28-BC1D-3526F0BC8E8E}" type="presParOf" srcId="{C36F26FF-808D-44DA-8EB1-F9A9ACE8E895}" destId="{B08FED6D-4923-48C3-B7EB-00F9CD9225EA}" srcOrd="1" destOrd="0" presId="urn:microsoft.com/office/officeart/2005/8/layout/orgChart1"/>
    <dgm:cxn modelId="{3CE85944-8870-4B4B-BE48-41CA3C1498A3}" type="presParOf" srcId="{1CC73AA9-989D-4A63-A7CD-C1B410BF6A4A}" destId="{3D7A22F6-DB0F-4C42-A818-1E9BA6E25F75}" srcOrd="1" destOrd="0" presId="urn:microsoft.com/office/officeart/2005/8/layout/orgChart1"/>
    <dgm:cxn modelId="{26844A30-0ECF-48D6-AE9B-66A63915DFD6}" type="presParOf" srcId="{1CC73AA9-989D-4A63-A7CD-C1B410BF6A4A}" destId="{3976B1A2-C539-4601-B43A-95F617D2DC34}" srcOrd="2" destOrd="0" presId="urn:microsoft.com/office/officeart/2005/8/layout/orgChart1"/>
    <dgm:cxn modelId="{218AB3EA-5FF6-4DCD-9B44-D7C340929812}" type="presParOf" srcId="{787A20C3-66AF-4A0A-8E7D-E41231080917}" destId="{67FA58F1-5D56-4E3F-A886-1DC4BCF9B4CF}" srcOrd="6" destOrd="0" presId="urn:microsoft.com/office/officeart/2005/8/layout/orgChart1"/>
    <dgm:cxn modelId="{87B824AB-C05B-4459-AD84-1FA4ECFC5889}" type="presParOf" srcId="{787A20C3-66AF-4A0A-8E7D-E41231080917}" destId="{59BDDA01-F4CF-44EF-974A-626999CB1BD2}" srcOrd="7" destOrd="0" presId="urn:microsoft.com/office/officeart/2005/8/layout/orgChart1"/>
    <dgm:cxn modelId="{B98FE2EC-D347-4AF9-BF0B-809BB3F98CC5}" type="presParOf" srcId="{59BDDA01-F4CF-44EF-974A-626999CB1BD2}" destId="{85E50241-6CD2-4230-9A3B-6D0DC6396F80}" srcOrd="0" destOrd="0" presId="urn:microsoft.com/office/officeart/2005/8/layout/orgChart1"/>
    <dgm:cxn modelId="{2967B8CC-8E7F-4545-823E-8ABEE50A379B}" type="presParOf" srcId="{85E50241-6CD2-4230-9A3B-6D0DC6396F80}" destId="{DEE2600D-55F1-493F-8E96-53C8D203305E}" srcOrd="0" destOrd="0" presId="urn:microsoft.com/office/officeart/2005/8/layout/orgChart1"/>
    <dgm:cxn modelId="{613ED934-0434-4336-A8B5-C9A872529BA8}" type="presParOf" srcId="{85E50241-6CD2-4230-9A3B-6D0DC6396F80}" destId="{B68BFB30-D458-4D3A-B0B6-FAEAF3548748}" srcOrd="1" destOrd="0" presId="urn:microsoft.com/office/officeart/2005/8/layout/orgChart1"/>
    <dgm:cxn modelId="{06A10603-667B-4E89-99BF-6B626BAADCBD}" type="presParOf" srcId="{59BDDA01-F4CF-44EF-974A-626999CB1BD2}" destId="{C4B25C0F-6C4F-4DBC-9E15-F22CCFCB2BC8}" srcOrd="1" destOrd="0" presId="urn:microsoft.com/office/officeart/2005/8/layout/orgChart1"/>
    <dgm:cxn modelId="{E09094D0-AC6A-4D6B-84D1-8D4B967783F8}" type="presParOf" srcId="{59BDDA01-F4CF-44EF-974A-626999CB1BD2}" destId="{A403445D-EBF2-4113-8DEF-8A0AD485EAF9}" srcOrd="2" destOrd="0" presId="urn:microsoft.com/office/officeart/2005/8/layout/orgChart1"/>
    <dgm:cxn modelId="{4CF06BE2-005E-4F00-BD96-28E93742FE02}" type="presParOf" srcId="{E38BB7A8-2115-4F13-99AA-65E494E9CC3F}" destId="{2CCB6DF7-5943-487F-9DCD-8C353ED96871}" srcOrd="2" destOrd="0" presId="urn:microsoft.com/office/officeart/2005/8/layout/orgChart1"/>
    <dgm:cxn modelId="{A0B9C1C3-3514-4AE3-BAE8-C5FE8AA1F5A6}" type="presParOf" srcId="{3066EB7D-1A1D-4677-A0E0-640D093FC364}" destId="{B137954D-00A0-416F-BA66-6ADCCB57DFF9}" srcOrd="2" destOrd="0" presId="urn:microsoft.com/office/officeart/2005/8/layout/orgChart1"/>
    <dgm:cxn modelId="{A510966D-437D-4578-96A0-3E64248B6CF5}" type="presParOf" srcId="{3066EB7D-1A1D-4677-A0E0-640D093FC364}" destId="{63B47F75-ADD0-4F76-85FD-46B1618F7E78}" srcOrd="3" destOrd="0" presId="urn:microsoft.com/office/officeart/2005/8/layout/orgChart1"/>
    <dgm:cxn modelId="{82AE5A6D-3EAC-4D72-A5A7-9CE15291B1CC}" type="presParOf" srcId="{63B47F75-ADD0-4F76-85FD-46B1618F7E78}" destId="{90911E26-CE05-43A1-A56E-251D489AF2FA}" srcOrd="0" destOrd="0" presId="urn:microsoft.com/office/officeart/2005/8/layout/orgChart1"/>
    <dgm:cxn modelId="{B41F1EF9-3D3F-4A5D-8014-4730E874D4A9}" type="presParOf" srcId="{90911E26-CE05-43A1-A56E-251D489AF2FA}" destId="{41557AA3-16C3-4093-892A-BE94FC110289}" srcOrd="0" destOrd="0" presId="urn:microsoft.com/office/officeart/2005/8/layout/orgChart1"/>
    <dgm:cxn modelId="{4A7812E8-343E-4FB8-9166-7273D352B17C}" type="presParOf" srcId="{90911E26-CE05-43A1-A56E-251D489AF2FA}" destId="{41CC3D03-9E1F-4CE5-96DB-8BE23E0075FE}" srcOrd="1" destOrd="0" presId="urn:microsoft.com/office/officeart/2005/8/layout/orgChart1"/>
    <dgm:cxn modelId="{55493ACA-7D5F-4335-8C4C-35EA3F31021A}" type="presParOf" srcId="{63B47F75-ADD0-4F76-85FD-46B1618F7E78}" destId="{B0BBE16A-690F-46BC-A047-A57E2C176163}" srcOrd="1" destOrd="0" presId="urn:microsoft.com/office/officeart/2005/8/layout/orgChart1"/>
    <dgm:cxn modelId="{C0635990-8521-46E2-A095-12D9842AA70C}" type="presParOf" srcId="{B0BBE16A-690F-46BC-A047-A57E2C176163}" destId="{1C56BCD9-E981-48C4-9CB9-811EE67ACE85}" srcOrd="0" destOrd="0" presId="urn:microsoft.com/office/officeart/2005/8/layout/orgChart1"/>
    <dgm:cxn modelId="{29AB1229-B1FC-4CD1-A948-B6BD2046EB1B}" type="presParOf" srcId="{B0BBE16A-690F-46BC-A047-A57E2C176163}" destId="{B5CC7B26-68F2-403C-B47D-16B0E2B2A3F4}" srcOrd="1" destOrd="0" presId="urn:microsoft.com/office/officeart/2005/8/layout/orgChart1"/>
    <dgm:cxn modelId="{A9889089-0936-4B2A-8510-C673148C168F}" type="presParOf" srcId="{B5CC7B26-68F2-403C-B47D-16B0E2B2A3F4}" destId="{9B532EA8-71B4-4D09-B82E-E4F03E724022}" srcOrd="0" destOrd="0" presId="urn:microsoft.com/office/officeart/2005/8/layout/orgChart1"/>
    <dgm:cxn modelId="{8A35825F-45F1-4E81-B377-F9634F9AD49B}" type="presParOf" srcId="{9B532EA8-71B4-4D09-B82E-E4F03E724022}" destId="{954164FD-192E-4464-B61F-3C922A8FDB46}" srcOrd="0" destOrd="0" presId="urn:microsoft.com/office/officeart/2005/8/layout/orgChart1"/>
    <dgm:cxn modelId="{A28C6B66-2006-4E4E-BA4A-4BB5DB746C7E}" type="presParOf" srcId="{9B532EA8-71B4-4D09-B82E-E4F03E724022}" destId="{B3021E45-4A83-436B-ABDE-9370835B4A04}" srcOrd="1" destOrd="0" presId="urn:microsoft.com/office/officeart/2005/8/layout/orgChart1"/>
    <dgm:cxn modelId="{670BF7F9-21D4-4B61-B7AD-2795A5FDC21E}" type="presParOf" srcId="{B5CC7B26-68F2-403C-B47D-16B0E2B2A3F4}" destId="{7CB15309-E4C1-4104-8A0E-ECA535910DBA}" srcOrd="1" destOrd="0" presId="urn:microsoft.com/office/officeart/2005/8/layout/orgChart1"/>
    <dgm:cxn modelId="{7914B2AC-B699-40B8-A5A6-369C4AF5EB98}" type="presParOf" srcId="{B5CC7B26-68F2-403C-B47D-16B0E2B2A3F4}" destId="{0A9840FC-5EB1-41D8-8BBF-94E57CDE9AA8}" srcOrd="2" destOrd="0" presId="urn:microsoft.com/office/officeart/2005/8/layout/orgChart1"/>
    <dgm:cxn modelId="{F59A88FB-C369-4BC7-AD91-0862477A611F}" type="presParOf" srcId="{B0BBE16A-690F-46BC-A047-A57E2C176163}" destId="{69CAD2FD-5C36-4FB6-8129-72B9DD412830}" srcOrd="2" destOrd="0" presId="urn:microsoft.com/office/officeart/2005/8/layout/orgChart1"/>
    <dgm:cxn modelId="{DA26A01E-A637-4643-865B-11DE421EED4A}" type="presParOf" srcId="{B0BBE16A-690F-46BC-A047-A57E2C176163}" destId="{4B583312-805D-4B1B-AC30-9789DA008E08}" srcOrd="3" destOrd="0" presId="urn:microsoft.com/office/officeart/2005/8/layout/orgChart1"/>
    <dgm:cxn modelId="{75383F6D-2759-4E7E-B227-59A749EBC2A5}" type="presParOf" srcId="{4B583312-805D-4B1B-AC30-9789DA008E08}" destId="{06A14F66-C129-40D7-ABB0-25336E2A7AD4}" srcOrd="0" destOrd="0" presId="urn:microsoft.com/office/officeart/2005/8/layout/orgChart1"/>
    <dgm:cxn modelId="{2EBBF61B-1480-4FA9-A610-BBE9721EFB05}" type="presParOf" srcId="{06A14F66-C129-40D7-ABB0-25336E2A7AD4}" destId="{46EE24DF-7173-4152-B65D-E908604B3584}" srcOrd="0" destOrd="0" presId="urn:microsoft.com/office/officeart/2005/8/layout/orgChart1"/>
    <dgm:cxn modelId="{B86E5F4D-127E-4F0D-A30D-8F82656F5F6D}" type="presParOf" srcId="{06A14F66-C129-40D7-ABB0-25336E2A7AD4}" destId="{F35DA78B-21A7-4914-937C-43FB6E9CC0BA}" srcOrd="1" destOrd="0" presId="urn:microsoft.com/office/officeart/2005/8/layout/orgChart1"/>
    <dgm:cxn modelId="{40EF15E9-13EE-4615-8349-1A286C3F6E79}" type="presParOf" srcId="{4B583312-805D-4B1B-AC30-9789DA008E08}" destId="{822A90E0-3A45-4FDB-9284-2C97E149E68F}" srcOrd="1" destOrd="0" presId="urn:microsoft.com/office/officeart/2005/8/layout/orgChart1"/>
    <dgm:cxn modelId="{E82D2CAE-D569-44A0-9D11-E2964A1B2653}" type="presParOf" srcId="{4B583312-805D-4B1B-AC30-9789DA008E08}" destId="{573D68B2-CD75-47A3-89B5-4C10D5EED859}" srcOrd="2" destOrd="0" presId="urn:microsoft.com/office/officeart/2005/8/layout/orgChart1"/>
    <dgm:cxn modelId="{72ABD1C4-AEF3-4B30-AC2B-93F96C24C772}" type="presParOf" srcId="{B0BBE16A-690F-46BC-A047-A57E2C176163}" destId="{D6301B6D-096C-426E-A4B4-968DBF29C156}" srcOrd="4" destOrd="0" presId="urn:microsoft.com/office/officeart/2005/8/layout/orgChart1"/>
    <dgm:cxn modelId="{85E20180-D221-4A37-A818-9EE2DE413390}" type="presParOf" srcId="{B0BBE16A-690F-46BC-A047-A57E2C176163}" destId="{3319D5FE-F177-4599-AE52-6838554B6ADD}" srcOrd="5" destOrd="0" presId="urn:microsoft.com/office/officeart/2005/8/layout/orgChart1"/>
    <dgm:cxn modelId="{58244B2B-5B96-4D2D-8FF8-BCD6DECF76F1}" type="presParOf" srcId="{3319D5FE-F177-4599-AE52-6838554B6ADD}" destId="{A49D7127-2A18-4A13-BE14-6803C59DAD47}" srcOrd="0" destOrd="0" presId="urn:microsoft.com/office/officeart/2005/8/layout/orgChart1"/>
    <dgm:cxn modelId="{B799FC07-D87A-4EC5-A8E9-58E8881779DD}" type="presParOf" srcId="{A49D7127-2A18-4A13-BE14-6803C59DAD47}" destId="{7965C3B1-1E0D-4E47-9A22-95EED641ED2D}" srcOrd="0" destOrd="0" presId="urn:microsoft.com/office/officeart/2005/8/layout/orgChart1"/>
    <dgm:cxn modelId="{89CD32DD-08BD-4002-8AEE-4046EE7C1604}" type="presParOf" srcId="{A49D7127-2A18-4A13-BE14-6803C59DAD47}" destId="{BC7020CD-27B5-45FE-884B-9C2955364A81}" srcOrd="1" destOrd="0" presId="urn:microsoft.com/office/officeart/2005/8/layout/orgChart1"/>
    <dgm:cxn modelId="{17E306F4-9341-43C5-840F-EB9340D83D71}" type="presParOf" srcId="{3319D5FE-F177-4599-AE52-6838554B6ADD}" destId="{CD096F97-1C6E-4E7F-8892-4990D33717CD}" srcOrd="1" destOrd="0" presId="urn:microsoft.com/office/officeart/2005/8/layout/orgChart1"/>
    <dgm:cxn modelId="{55AAA1B8-99AA-4EDF-B995-F6A2C57949CF}" type="presParOf" srcId="{3319D5FE-F177-4599-AE52-6838554B6ADD}" destId="{4951E952-92F0-41BB-B052-7D72ACDF3722}" srcOrd="2" destOrd="0" presId="urn:microsoft.com/office/officeart/2005/8/layout/orgChart1"/>
    <dgm:cxn modelId="{3034BE86-2836-4B5E-B469-9D70CC4C5F3B}" type="presParOf" srcId="{B0BBE16A-690F-46BC-A047-A57E2C176163}" destId="{9C70AD16-4EFD-46D3-B0DD-518989E7CF7D}" srcOrd="6" destOrd="0" presId="urn:microsoft.com/office/officeart/2005/8/layout/orgChart1"/>
    <dgm:cxn modelId="{DFADD8DA-E959-4D63-A75C-0E41606BCAB2}" type="presParOf" srcId="{B0BBE16A-690F-46BC-A047-A57E2C176163}" destId="{1F586737-1717-4433-8CB7-623FED2627FF}" srcOrd="7" destOrd="0" presId="urn:microsoft.com/office/officeart/2005/8/layout/orgChart1"/>
    <dgm:cxn modelId="{D38C641B-1BBA-4583-BDF7-1E04B04BFC4D}" type="presParOf" srcId="{1F586737-1717-4433-8CB7-623FED2627FF}" destId="{FDACE1BF-B083-4B5C-AA1F-258E1FDEBE55}" srcOrd="0" destOrd="0" presId="urn:microsoft.com/office/officeart/2005/8/layout/orgChart1"/>
    <dgm:cxn modelId="{43085447-0524-429A-A6BD-A61A4A85F5A4}" type="presParOf" srcId="{FDACE1BF-B083-4B5C-AA1F-258E1FDEBE55}" destId="{D1A3DF2F-D301-42C7-BB8D-F1543E0E7935}" srcOrd="0" destOrd="0" presId="urn:microsoft.com/office/officeart/2005/8/layout/orgChart1"/>
    <dgm:cxn modelId="{2A9BD793-F717-4631-A513-43701C1CB1BA}" type="presParOf" srcId="{FDACE1BF-B083-4B5C-AA1F-258E1FDEBE55}" destId="{0DE62286-B26F-4C74-AE20-57428257DDB2}" srcOrd="1" destOrd="0" presId="urn:microsoft.com/office/officeart/2005/8/layout/orgChart1"/>
    <dgm:cxn modelId="{A0B7D411-269E-499E-B95C-CAEA3A729536}" type="presParOf" srcId="{1F586737-1717-4433-8CB7-623FED2627FF}" destId="{6C46C5A3-6812-493C-B4A2-5B824C73D878}" srcOrd="1" destOrd="0" presId="urn:microsoft.com/office/officeart/2005/8/layout/orgChart1"/>
    <dgm:cxn modelId="{57281A8D-C9E2-4E4E-BF6F-338E9277C7E3}" type="presParOf" srcId="{1F586737-1717-4433-8CB7-623FED2627FF}" destId="{63260A29-FACA-4ACB-8337-EECCEE24A9B2}" srcOrd="2" destOrd="0" presId="urn:microsoft.com/office/officeart/2005/8/layout/orgChart1"/>
    <dgm:cxn modelId="{3917025B-DC83-451D-8F46-3BC8459677D3}" type="presParOf" srcId="{B0BBE16A-690F-46BC-A047-A57E2C176163}" destId="{1C5C74A9-15B2-4CAF-B779-46074D4AF3FF}" srcOrd="8" destOrd="0" presId="urn:microsoft.com/office/officeart/2005/8/layout/orgChart1"/>
    <dgm:cxn modelId="{C4154D76-FCD1-48F4-B8A1-61A72CE2CE88}" type="presParOf" srcId="{B0BBE16A-690F-46BC-A047-A57E2C176163}" destId="{D341A1DC-CF06-4A47-8E9A-170F4FBEF985}" srcOrd="9" destOrd="0" presId="urn:microsoft.com/office/officeart/2005/8/layout/orgChart1"/>
    <dgm:cxn modelId="{D663A06F-3D6C-48FD-84D2-7FAE950BEF97}" type="presParOf" srcId="{D341A1DC-CF06-4A47-8E9A-170F4FBEF985}" destId="{E6797F31-A530-4007-BC6B-FF9F0AD4CB65}" srcOrd="0" destOrd="0" presId="urn:microsoft.com/office/officeart/2005/8/layout/orgChart1"/>
    <dgm:cxn modelId="{DEB0E318-7659-4CAE-B622-CE2ACD8D282F}" type="presParOf" srcId="{E6797F31-A530-4007-BC6B-FF9F0AD4CB65}" destId="{BF797DD0-01B8-4D55-8EF3-FE24F34FF8C7}" srcOrd="0" destOrd="0" presId="urn:microsoft.com/office/officeart/2005/8/layout/orgChart1"/>
    <dgm:cxn modelId="{4A2F3E79-A6D2-4CC5-A30D-7894568B750A}" type="presParOf" srcId="{E6797F31-A530-4007-BC6B-FF9F0AD4CB65}" destId="{CDBA51A3-9752-4AAC-8A2D-A1E51B62887A}" srcOrd="1" destOrd="0" presId="urn:microsoft.com/office/officeart/2005/8/layout/orgChart1"/>
    <dgm:cxn modelId="{C5292ECA-6C21-4391-BDF2-9293A9DBE7EE}" type="presParOf" srcId="{D341A1DC-CF06-4A47-8E9A-170F4FBEF985}" destId="{93F83BD7-3752-4BE7-8439-49E793C21465}" srcOrd="1" destOrd="0" presId="urn:microsoft.com/office/officeart/2005/8/layout/orgChart1"/>
    <dgm:cxn modelId="{C6EB9894-1771-4F71-ADEA-039B1B0055D0}" type="presParOf" srcId="{D341A1DC-CF06-4A47-8E9A-170F4FBEF985}" destId="{6ED25E49-1CDE-43BA-9E56-FA93DA2093B0}" srcOrd="2" destOrd="0" presId="urn:microsoft.com/office/officeart/2005/8/layout/orgChart1"/>
    <dgm:cxn modelId="{3CB370B2-105F-4C67-805B-177F1A343CF1}" type="presParOf" srcId="{63B47F75-ADD0-4F76-85FD-46B1618F7E78}" destId="{CB8473AE-DA4C-4A85-ABFE-ED38F99909C1}" srcOrd="2" destOrd="0" presId="urn:microsoft.com/office/officeart/2005/8/layout/orgChart1"/>
    <dgm:cxn modelId="{0546E728-F2D3-4AE8-9B6A-A6135D2B7075}" type="presParOf" srcId="{6423DE7C-E0DB-4F31-BDCF-2D0BC423DC64}" destId="{0E71088F-863F-4490-AFC8-8C650A27A118}" srcOrd="2" destOrd="0" presId="urn:microsoft.com/office/officeart/2005/8/layout/orgChart1"/>
    <dgm:cxn modelId="{2FDC127E-B9E5-4CDA-9FA4-8A6165BD474D}" type="presParOf" srcId="{321C9D10-5568-4BB6-9D0F-027DC46B2F83}" destId="{38AE7A78-FD01-4B9B-B960-9F5397FC354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FCBE6D3-DE67-4113-9F80-D18F21A0F9A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6FBA461-5719-4512-9CB8-0551FDC62B82}">
      <dgm:prSet phldrT="[Testo]" phldr="0"/>
      <dgm:spPr/>
      <dgm:t>
        <a:bodyPr/>
        <a:lstStyle/>
        <a:p>
          <a:r>
            <a:rPr lang="en-US" noProof="0" dirty="0"/>
            <a:t>Project Risks</a:t>
          </a:r>
        </a:p>
      </dgm:t>
    </dgm:pt>
    <dgm:pt modelId="{CAAB5851-B8BF-44CE-8A8E-1D3DD97D0293}" type="parTrans" cxnId="{3EE14A11-D067-48F3-B5D1-1B360E2EBDBA}">
      <dgm:prSet/>
      <dgm:spPr/>
      <dgm:t>
        <a:bodyPr/>
        <a:lstStyle/>
        <a:p>
          <a:endParaRPr lang="en-US"/>
        </a:p>
      </dgm:t>
    </dgm:pt>
    <dgm:pt modelId="{4639D09A-E635-4FAD-B281-44A9152780ED}" type="sibTrans" cxnId="{3EE14A11-D067-48F3-B5D1-1B360E2EBDBA}">
      <dgm:prSet/>
      <dgm:spPr/>
      <dgm:t>
        <a:bodyPr/>
        <a:lstStyle/>
        <a:p>
          <a:endParaRPr lang="en-US"/>
        </a:p>
      </dgm:t>
    </dgm:pt>
    <dgm:pt modelId="{346889FA-1BDD-403A-95C8-895ECFD09E71}">
      <dgm:prSet phldrT="[Testo]" phldr="0"/>
      <dgm:spPr/>
      <dgm:t>
        <a:bodyPr/>
        <a:lstStyle/>
        <a:p>
          <a:r>
            <a:rPr lang="en-US" noProof="0" dirty="0"/>
            <a:t>Individual risks </a:t>
          </a:r>
        </a:p>
      </dgm:t>
    </dgm:pt>
    <dgm:pt modelId="{70D1930D-A3BF-4B9C-B6D2-79F2A2548A90}" type="parTrans" cxnId="{473623C6-9AFA-4338-9702-DC92F9119801}">
      <dgm:prSet/>
      <dgm:spPr/>
      <dgm:t>
        <a:bodyPr/>
        <a:lstStyle/>
        <a:p>
          <a:endParaRPr lang="en-US"/>
        </a:p>
      </dgm:t>
    </dgm:pt>
    <dgm:pt modelId="{920EB6E6-ED5B-42BC-A9C2-D1746F7C3DB5}" type="sibTrans" cxnId="{473623C6-9AFA-4338-9702-DC92F9119801}">
      <dgm:prSet/>
      <dgm:spPr/>
      <dgm:t>
        <a:bodyPr/>
        <a:lstStyle/>
        <a:p>
          <a:endParaRPr lang="en-US"/>
        </a:p>
      </dgm:t>
    </dgm:pt>
    <dgm:pt modelId="{228820A1-5D5B-4D33-A78D-829364DBC541}">
      <dgm:prSet phldrT="[Testo]" phldr="0"/>
      <dgm:spPr/>
      <dgm:t>
        <a:bodyPr/>
        <a:lstStyle/>
        <a:p>
          <a:r>
            <a:rPr lang="en-US" noProof="0" dirty="0"/>
            <a:t>Risk Plan</a:t>
          </a:r>
        </a:p>
      </dgm:t>
    </dgm:pt>
    <dgm:pt modelId="{E9F43B6D-947E-46CA-957E-50BA006A7CC6}" type="parTrans" cxnId="{CEA359FD-77DC-44C1-9DF3-279EF30B21A9}">
      <dgm:prSet/>
      <dgm:spPr/>
      <dgm:t>
        <a:bodyPr/>
        <a:lstStyle/>
        <a:p>
          <a:endParaRPr lang="en-US"/>
        </a:p>
      </dgm:t>
    </dgm:pt>
    <dgm:pt modelId="{5B104364-6FEA-43EC-B832-47235929152A}" type="sibTrans" cxnId="{CEA359FD-77DC-44C1-9DF3-279EF30B21A9}">
      <dgm:prSet/>
      <dgm:spPr/>
      <dgm:t>
        <a:bodyPr/>
        <a:lstStyle/>
        <a:p>
          <a:endParaRPr lang="en-US"/>
        </a:p>
      </dgm:t>
    </dgm:pt>
    <dgm:pt modelId="{0987497C-CFAB-41F7-863A-F62654776E22}">
      <dgm:prSet phldrT="[Testo]" phldr="0"/>
      <dgm:spPr/>
      <dgm:t>
        <a:bodyPr/>
        <a:lstStyle/>
        <a:p>
          <a:r>
            <a:rPr lang="en-US" noProof="0" dirty="0"/>
            <a:t>Table </a:t>
          </a:r>
        </a:p>
      </dgm:t>
    </dgm:pt>
    <dgm:pt modelId="{025718DB-4C95-46B0-AFE7-FAE4339C91D8}" type="parTrans" cxnId="{A391A639-F4C1-4192-B0CE-BE83BC4EFAC8}">
      <dgm:prSet/>
      <dgm:spPr/>
      <dgm:t>
        <a:bodyPr/>
        <a:lstStyle/>
        <a:p>
          <a:endParaRPr lang="en-US"/>
        </a:p>
      </dgm:t>
    </dgm:pt>
    <dgm:pt modelId="{14CFC72A-4360-4BC7-912D-03E488B593C3}" type="sibTrans" cxnId="{A391A639-F4C1-4192-B0CE-BE83BC4EFAC8}">
      <dgm:prSet/>
      <dgm:spPr/>
      <dgm:t>
        <a:bodyPr/>
        <a:lstStyle/>
        <a:p>
          <a:endParaRPr lang="en-US"/>
        </a:p>
      </dgm:t>
    </dgm:pt>
    <dgm:pt modelId="{D22CAA77-E41D-4F0D-AF4D-C62EFCC2BD9C}">
      <dgm:prSet phldrT="[Testo]" phldr="0"/>
      <dgm:spPr/>
      <dgm:t>
        <a:bodyPr/>
        <a:lstStyle/>
        <a:p>
          <a:r>
            <a:rPr lang="en-US" noProof="0" dirty="0"/>
            <a:t>Explanation </a:t>
          </a:r>
        </a:p>
      </dgm:t>
    </dgm:pt>
    <dgm:pt modelId="{A3DE416F-7D9A-442D-A9E9-0DD1AF477A82}" type="parTrans" cxnId="{87342D22-3F00-473A-BCCC-4F389E895061}">
      <dgm:prSet/>
      <dgm:spPr/>
      <dgm:t>
        <a:bodyPr/>
        <a:lstStyle/>
        <a:p>
          <a:endParaRPr lang="en-US"/>
        </a:p>
      </dgm:t>
    </dgm:pt>
    <dgm:pt modelId="{830AD904-77EA-4B94-B26D-B1F3D4C84E2B}" type="sibTrans" cxnId="{87342D22-3F00-473A-BCCC-4F389E895061}">
      <dgm:prSet/>
      <dgm:spPr/>
      <dgm:t>
        <a:bodyPr/>
        <a:lstStyle/>
        <a:p>
          <a:endParaRPr lang="en-US"/>
        </a:p>
      </dgm:t>
    </dgm:pt>
    <dgm:pt modelId="{E96F617C-CB97-4F96-939E-5D811BC5CF54}">
      <dgm:prSet phldrT="[Testo]" phldr="0"/>
      <dgm:spPr/>
      <dgm:t>
        <a:bodyPr/>
        <a:lstStyle/>
        <a:p>
          <a:r>
            <a:rPr lang="en-US" noProof="0" dirty="0"/>
            <a:t>Risk Control</a:t>
          </a:r>
        </a:p>
      </dgm:t>
    </dgm:pt>
    <dgm:pt modelId="{092F9410-5F14-43EB-99D5-84EB3FE7010C}" type="parTrans" cxnId="{EFEA8200-2BB4-4C06-8268-E5C0259A15F5}">
      <dgm:prSet/>
      <dgm:spPr/>
      <dgm:t>
        <a:bodyPr/>
        <a:lstStyle/>
        <a:p>
          <a:endParaRPr lang="en-US"/>
        </a:p>
      </dgm:t>
    </dgm:pt>
    <dgm:pt modelId="{D8C17332-FBA9-461E-BCF9-AA20BD93820B}" type="sibTrans" cxnId="{EFEA8200-2BB4-4C06-8268-E5C0259A15F5}">
      <dgm:prSet/>
      <dgm:spPr/>
      <dgm:t>
        <a:bodyPr/>
        <a:lstStyle/>
        <a:p>
          <a:endParaRPr lang="en-US"/>
        </a:p>
      </dgm:t>
    </dgm:pt>
    <dgm:pt modelId="{0360A706-B59E-4314-AD1C-9CC722244D31}">
      <dgm:prSet phldrT="[Testo]" phldr="0"/>
      <dgm:spPr/>
      <dgm:t>
        <a:bodyPr/>
        <a:lstStyle/>
        <a:p>
          <a:r>
            <a:rPr lang="en-US" noProof="0" dirty="0"/>
            <a:t>Table</a:t>
          </a:r>
        </a:p>
      </dgm:t>
    </dgm:pt>
    <dgm:pt modelId="{98EA7E28-A08C-4951-AD79-7D5E540354FF}" type="parTrans" cxnId="{5AB31312-0DC4-4780-B3FB-75BBA72EE458}">
      <dgm:prSet/>
      <dgm:spPr/>
      <dgm:t>
        <a:bodyPr/>
        <a:lstStyle/>
        <a:p>
          <a:endParaRPr lang="en-US"/>
        </a:p>
      </dgm:t>
    </dgm:pt>
    <dgm:pt modelId="{46639800-2F27-4B40-B5E5-D771472406E2}" type="sibTrans" cxnId="{5AB31312-0DC4-4780-B3FB-75BBA72EE458}">
      <dgm:prSet/>
      <dgm:spPr/>
      <dgm:t>
        <a:bodyPr/>
        <a:lstStyle/>
        <a:p>
          <a:endParaRPr lang="en-US"/>
        </a:p>
      </dgm:t>
    </dgm:pt>
    <dgm:pt modelId="{26B13530-08B2-4030-AACE-46B6B2E692D8}">
      <dgm:prSet phldrT="[Testo]" phldr="0"/>
      <dgm:spPr/>
      <dgm:t>
        <a:bodyPr/>
        <a:lstStyle/>
        <a:p>
          <a:r>
            <a:rPr lang="en-US" noProof="0" dirty="0"/>
            <a:t>Explanation</a:t>
          </a:r>
        </a:p>
      </dgm:t>
    </dgm:pt>
    <dgm:pt modelId="{E2F5EACD-1138-483C-9EBC-021011422430}" type="parTrans" cxnId="{091E4CFD-CD73-4E31-A7F3-12D94E29EB8C}">
      <dgm:prSet/>
      <dgm:spPr/>
      <dgm:t>
        <a:bodyPr/>
        <a:lstStyle/>
        <a:p>
          <a:endParaRPr lang="en-US"/>
        </a:p>
      </dgm:t>
    </dgm:pt>
    <dgm:pt modelId="{DDA07438-62B0-4482-BDB7-3D7D49C1225C}" type="sibTrans" cxnId="{091E4CFD-CD73-4E31-A7F3-12D94E29EB8C}">
      <dgm:prSet/>
      <dgm:spPr/>
      <dgm:t>
        <a:bodyPr/>
        <a:lstStyle/>
        <a:p>
          <a:endParaRPr lang="en-US"/>
        </a:p>
      </dgm:t>
    </dgm:pt>
    <dgm:pt modelId="{9A1D70EE-6069-44A9-9D54-C158DCA42460}" type="pres">
      <dgm:prSet presAssocID="{9FCBE6D3-DE67-4113-9F80-D18F21A0F9A5}" presName="hierChild1" presStyleCnt="0">
        <dgm:presLayoutVars>
          <dgm:orgChart val="1"/>
          <dgm:chPref val="1"/>
          <dgm:dir/>
          <dgm:animOne val="branch"/>
          <dgm:animLvl val="lvl"/>
          <dgm:resizeHandles/>
        </dgm:presLayoutVars>
      </dgm:prSet>
      <dgm:spPr/>
    </dgm:pt>
    <dgm:pt modelId="{321C9D10-5568-4BB6-9D0F-027DC46B2F83}" type="pres">
      <dgm:prSet presAssocID="{76FBA461-5719-4512-9CB8-0551FDC62B82}" presName="hierRoot1" presStyleCnt="0">
        <dgm:presLayoutVars>
          <dgm:hierBranch val="init"/>
        </dgm:presLayoutVars>
      </dgm:prSet>
      <dgm:spPr/>
    </dgm:pt>
    <dgm:pt modelId="{D7496D93-8844-4F45-BBA8-82B87D3CCA92}" type="pres">
      <dgm:prSet presAssocID="{76FBA461-5719-4512-9CB8-0551FDC62B82}" presName="rootComposite1" presStyleCnt="0"/>
      <dgm:spPr/>
    </dgm:pt>
    <dgm:pt modelId="{2A72245D-4372-434A-BB9A-2A1A3AE0ED1A}" type="pres">
      <dgm:prSet presAssocID="{76FBA461-5719-4512-9CB8-0551FDC62B82}" presName="rootText1" presStyleLbl="node0" presStyleIdx="0" presStyleCnt="1">
        <dgm:presLayoutVars>
          <dgm:chPref val="3"/>
        </dgm:presLayoutVars>
      </dgm:prSet>
      <dgm:spPr/>
    </dgm:pt>
    <dgm:pt modelId="{6E4AD0FD-D123-41D3-A60E-49172D792C71}" type="pres">
      <dgm:prSet presAssocID="{76FBA461-5719-4512-9CB8-0551FDC62B82}" presName="rootConnector1" presStyleLbl="node1" presStyleIdx="0" presStyleCnt="0"/>
      <dgm:spPr/>
    </dgm:pt>
    <dgm:pt modelId="{335F134E-A258-4803-8F48-B44961DF79EC}" type="pres">
      <dgm:prSet presAssocID="{76FBA461-5719-4512-9CB8-0551FDC62B82}" presName="hierChild2" presStyleCnt="0"/>
      <dgm:spPr/>
    </dgm:pt>
    <dgm:pt modelId="{3F0AFADD-39D8-40CC-A6DA-171055D0486F}" type="pres">
      <dgm:prSet presAssocID="{70D1930D-A3BF-4B9C-B6D2-79F2A2548A90}" presName="Name37" presStyleLbl="parChTrans1D2" presStyleIdx="0" presStyleCnt="1"/>
      <dgm:spPr/>
    </dgm:pt>
    <dgm:pt modelId="{2B14334E-0397-4501-A954-3AC77A5CE2B7}" type="pres">
      <dgm:prSet presAssocID="{346889FA-1BDD-403A-95C8-895ECFD09E71}" presName="hierRoot2" presStyleCnt="0">
        <dgm:presLayoutVars>
          <dgm:hierBranch val="init"/>
        </dgm:presLayoutVars>
      </dgm:prSet>
      <dgm:spPr/>
    </dgm:pt>
    <dgm:pt modelId="{FD7A86C3-A047-4653-B3C2-3C97641D0883}" type="pres">
      <dgm:prSet presAssocID="{346889FA-1BDD-403A-95C8-895ECFD09E71}" presName="rootComposite" presStyleCnt="0"/>
      <dgm:spPr/>
    </dgm:pt>
    <dgm:pt modelId="{8618FC9D-CBD3-4C5C-90A5-C5D04AF71090}" type="pres">
      <dgm:prSet presAssocID="{346889FA-1BDD-403A-95C8-895ECFD09E71}" presName="rootText" presStyleLbl="node2" presStyleIdx="0" presStyleCnt="1">
        <dgm:presLayoutVars>
          <dgm:chPref val="3"/>
        </dgm:presLayoutVars>
      </dgm:prSet>
      <dgm:spPr/>
    </dgm:pt>
    <dgm:pt modelId="{C03DEBC7-2B55-413D-A855-E8A680D8C386}" type="pres">
      <dgm:prSet presAssocID="{346889FA-1BDD-403A-95C8-895ECFD09E71}" presName="rootConnector" presStyleLbl="node2" presStyleIdx="0" presStyleCnt="1"/>
      <dgm:spPr/>
    </dgm:pt>
    <dgm:pt modelId="{EE4CCF4F-D10F-4E5F-BDC8-27CA93D27498}" type="pres">
      <dgm:prSet presAssocID="{346889FA-1BDD-403A-95C8-895ECFD09E71}" presName="hierChild4" presStyleCnt="0"/>
      <dgm:spPr/>
    </dgm:pt>
    <dgm:pt modelId="{52AFFE9D-EA1B-4B14-8111-6106042ECF34}" type="pres">
      <dgm:prSet presAssocID="{E9F43B6D-947E-46CA-957E-50BA006A7CC6}" presName="Name37" presStyleLbl="parChTrans1D3" presStyleIdx="0" presStyleCnt="2"/>
      <dgm:spPr/>
    </dgm:pt>
    <dgm:pt modelId="{3932E0F1-DE87-4772-B426-38632160CB18}" type="pres">
      <dgm:prSet presAssocID="{228820A1-5D5B-4D33-A78D-829364DBC541}" presName="hierRoot2" presStyleCnt="0">
        <dgm:presLayoutVars>
          <dgm:hierBranch val="init"/>
        </dgm:presLayoutVars>
      </dgm:prSet>
      <dgm:spPr/>
    </dgm:pt>
    <dgm:pt modelId="{8267CF79-7C4A-4E87-836C-B6B5C1F81953}" type="pres">
      <dgm:prSet presAssocID="{228820A1-5D5B-4D33-A78D-829364DBC541}" presName="rootComposite" presStyleCnt="0"/>
      <dgm:spPr/>
    </dgm:pt>
    <dgm:pt modelId="{040F55A2-A88D-4B9C-97D1-30CD6F718694}" type="pres">
      <dgm:prSet presAssocID="{228820A1-5D5B-4D33-A78D-829364DBC541}" presName="rootText" presStyleLbl="node3" presStyleIdx="0" presStyleCnt="2">
        <dgm:presLayoutVars>
          <dgm:chPref val="3"/>
        </dgm:presLayoutVars>
      </dgm:prSet>
      <dgm:spPr/>
    </dgm:pt>
    <dgm:pt modelId="{B5148A2B-F4AF-4388-B2A6-C20A3C8778B8}" type="pres">
      <dgm:prSet presAssocID="{228820A1-5D5B-4D33-A78D-829364DBC541}" presName="rootConnector" presStyleLbl="node3" presStyleIdx="0" presStyleCnt="2"/>
      <dgm:spPr/>
    </dgm:pt>
    <dgm:pt modelId="{14F06073-973D-4281-B621-5E37278796FA}" type="pres">
      <dgm:prSet presAssocID="{228820A1-5D5B-4D33-A78D-829364DBC541}" presName="hierChild4" presStyleCnt="0"/>
      <dgm:spPr/>
    </dgm:pt>
    <dgm:pt modelId="{933B8AEF-BE0F-4DA0-9AB1-93176AB01029}" type="pres">
      <dgm:prSet presAssocID="{025718DB-4C95-46B0-AFE7-FAE4339C91D8}" presName="Name37" presStyleLbl="parChTrans1D4" presStyleIdx="0" presStyleCnt="4"/>
      <dgm:spPr/>
    </dgm:pt>
    <dgm:pt modelId="{EDBE81EF-F72C-4507-AA6B-A71694A1D2FB}" type="pres">
      <dgm:prSet presAssocID="{0987497C-CFAB-41F7-863A-F62654776E22}" presName="hierRoot2" presStyleCnt="0">
        <dgm:presLayoutVars>
          <dgm:hierBranch val="init"/>
        </dgm:presLayoutVars>
      </dgm:prSet>
      <dgm:spPr/>
    </dgm:pt>
    <dgm:pt modelId="{071F784A-64F8-444A-8E54-06721C390DA8}" type="pres">
      <dgm:prSet presAssocID="{0987497C-CFAB-41F7-863A-F62654776E22}" presName="rootComposite" presStyleCnt="0"/>
      <dgm:spPr/>
    </dgm:pt>
    <dgm:pt modelId="{CEC6DCD5-420E-4D3C-9718-8D11F5C8A46A}" type="pres">
      <dgm:prSet presAssocID="{0987497C-CFAB-41F7-863A-F62654776E22}" presName="rootText" presStyleLbl="node4" presStyleIdx="0" presStyleCnt="4">
        <dgm:presLayoutVars>
          <dgm:chPref val="3"/>
        </dgm:presLayoutVars>
      </dgm:prSet>
      <dgm:spPr/>
    </dgm:pt>
    <dgm:pt modelId="{C3412397-C1F3-4400-ADB8-EF4543AA22AB}" type="pres">
      <dgm:prSet presAssocID="{0987497C-CFAB-41F7-863A-F62654776E22}" presName="rootConnector" presStyleLbl="node4" presStyleIdx="0" presStyleCnt="4"/>
      <dgm:spPr/>
    </dgm:pt>
    <dgm:pt modelId="{424E95D5-64DD-4605-A4DF-32890D8A437F}" type="pres">
      <dgm:prSet presAssocID="{0987497C-CFAB-41F7-863A-F62654776E22}" presName="hierChild4" presStyleCnt="0"/>
      <dgm:spPr/>
    </dgm:pt>
    <dgm:pt modelId="{299DE56E-7B2E-458A-B803-5E23FE294B8C}" type="pres">
      <dgm:prSet presAssocID="{0987497C-CFAB-41F7-863A-F62654776E22}" presName="hierChild5" presStyleCnt="0"/>
      <dgm:spPr/>
    </dgm:pt>
    <dgm:pt modelId="{CACE65B2-D919-4E72-AD0D-C7C8D435459D}" type="pres">
      <dgm:prSet presAssocID="{A3DE416F-7D9A-442D-A9E9-0DD1AF477A82}" presName="Name37" presStyleLbl="parChTrans1D4" presStyleIdx="1" presStyleCnt="4"/>
      <dgm:spPr/>
    </dgm:pt>
    <dgm:pt modelId="{FD17CA03-CA4F-4084-9A26-8AA01AF6368C}" type="pres">
      <dgm:prSet presAssocID="{D22CAA77-E41D-4F0D-AF4D-C62EFCC2BD9C}" presName="hierRoot2" presStyleCnt="0">
        <dgm:presLayoutVars>
          <dgm:hierBranch val="init"/>
        </dgm:presLayoutVars>
      </dgm:prSet>
      <dgm:spPr/>
    </dgm:pt>
    <dgm:pt modelId="{97B640F4-193A-4FC3-A3EB-F3270251583D}" type="pres">
      <dgm:prSet presAssocID="{D22CAA77-E41D-4F0D-AF4D-C62EFCC2BD9C}" presName="rootComposite" presStyleCnt="0"/>
      <dgm:spPr/>
    </dgm:pt>
    <dgm:pt modelId="{AFCE42E6-68B5-482D-9EAF-2157A9AEB666}" type="pres">
      <dgm:prSet presAssocID="{D22CAA77-E41D-4F0D-AF4D-C62EFCC2BD9C}" presName="rootText" presStyleLbl="node4" presStyleIdx="1" presStyleCnt="4">
        <dgm:presLayoutVars>
          <dgm:chPref val="3"/>
        </dgm:presLayoutVars>
      </dgm:prSet>
      <dgm:spPr/>
    </dgm:pt>
    <dgm:pt modelId="{C425B340-A476-4BD8-A507-4194150F4779}" type="pres">
      <dgm:prSet presAssocID="{D22CAA77-E41D-4F0D-AF4D-C62EFCC2BD9C}" presName="rootConnector" presStyleLbl="node4" presStyleIdx="1" presStyleCnt="4"/>
      <dgm:spPr/>
    </dgm:pt>
    <dgm:pt modelId="{446C7727-D372-4E3F-B5ED-5AB67AC23CC2}" type="pres">
      <dgm:prSet presAssocID="{D22CAA77-E41D-4F0D-AF4D-C62EFCC2BD9C}" presName="hierChild4" presStyleCnt="0"/>
      <dgm:spPr/>
    </dgm:pt>
    <dgm:pt modelId="{2E9D7B3B-BDBC-46D5-B218-CB8DEA6A0352}" type="pres">
      <dgm:prSet presAssocID="{D22CAA77-E41D-4F0D-AF4D-C62EFCC2BD9C}" presName="hierChild5" presStyleCnt="0"/>
      <dgm:spPr/>
    </dgm:pt>
    <dgm:pt modelId="{4067DB46-79FB-440B-ADB5-62C40710ED19}" type="pres">
      <dgm:prSet presAssocID="{228820A1-5D5B-4D33-A78D-829364DBC541}" presName="hierChild5" presStyleCnt="0"/>
      <dgm:spPr/>
    </dgm:pt>
    <dgm:pt modelId="{632CA122-80C5-4DF2-B0D6-D0ADFA30C209}" type="pres">
      <dgm:prSet presAssocID="{092F9410-5F14-43EB-99D5-84EB3FE7010C}" presName="Name37" presStyleLbl="parChTrans1D3" presStyleIdx="1" presStyleCnt="2"/>
      <dgm:spPr/>
    </dgm:pt>
    <dgm:pt modelId="{206F24DC-F4E1-4503-BB5B-A74AD7BF28B9}" type="pres">
      <dgm:prSet presAssocID="{E96F617C-CB97-4F96-939E-5D811BC5CF54}" presName="hierRoot2" presStyleCnt="0">
        <dgm:presLayoutVars>
          <dgm:hierBranch val="init"/>
        </dgm:presLayoutVars>
      </dgm:prSet>
      <dgm:spPr/>
    </dgm:pt>
    <dgm:pt modelId="{D3DD923F-1EB6-4DB4-8009-52824123C365}" type="pres">
      <dgm:prSet presAssocID="{E96F617C-CB97-4F96-939E-5D811BC5CF54}" presName="rootComposite" presStyleCnt="0"/>
      <dgm:spPr/>
    </dgm:pt>
    <dgm:pt modelId="{D3C374F4-545F-45F6-B903-315FE9A781CD}" type="pres">
      <dgm:prSet presAssocID="{E96F617C-CB97-4F96-939E-5D811BC5CF54}" presName="rootText" presStyleLbl="node3" presStyleIdx="1" presStyleCnt="2">
        <dgm:presLayoutVars>
          <dgm:chPref val="3"/>
        </dgm:presLayoutVars>
      </dgm:prSet>
      <dgm:spPr/>
    </dgm:pt>
    <dgm:pt modelId="{FC59687D-0825-4FBD-8514-5C7AA9447BE2}" type="pres">
      <dgm:prSet presAssocID="{E96F617C-CB97-4F96-939E-5D811BC5CF54}" presName="rootConnector" presStyleLbl="node3" presStyleIdx="1" presStyleCnt="2"/>
      <dgm:spPr/>
    </dgm:pt>
    <dgm:pt modelId="{E09E357F-9851-4E65-A058-4BE2CDE70B46}" type="pres">
      <dgm:prSet presAssocID="{E96F617C-CB97-4F96-939E-5D811BC5CF54}" presName="hierChild4" presStyleCnt="0"/>
      <dgm:spPr/>
    </dgm:pt>
    <dgm:pt modelId="{F25AD03B-2A6E-4D32-B885-237DFBCAA894}" type="pres">
      <dgm:prSet presAssocID="{98EA7E28-A08C-4951-AD79-7D5E540354FF}" presName="Name37" presStyleLbl="parChTrans1D4" presStyleIdx="2" presStyleCnt="4"/>
      <dgm:spPr/>
    </dgm:pt>
    <dgm:pt modelId="{8CF99259-755F-446E-93F3-8FABFEC43C5E}" type="pres">
      <dgm:prSet presAssocID="{0360A706-B59E-4314-AD1C-9CC722244D31}" presName="hierRoot2" presStyleCnt="0">
        <dgm:presLayoutVars>
          <dgm:hierBranch val="init"/>
        </dgm:presLayoutVars>
      </dgm:prSet>
      <dgm:spPr/>
    </dgm:pt>
    <dgm:pt modelId="{C5787EE5-D4D2-40E9-8114-E039010AA432}" type="pres">
      <dgm:prSet presAssocID="{0360A706-B59E-4314-AD1C-9CC722244D31}" presName="rootComposite" presStyleCnt="0"/>
      <dgm:spPr/>
    </dgm:pt>
    <dgm:pt modelId="{FF11C1DB-F4DF-47B1-AA2E-8A94BB5E201C}" type="pres">
      <dgm:prSet presAssocID="{0360A706-B59E-4314-AD1C-9CC722244D31}" presName="rootText" presStyleLbl="node4" presStyleIdx="2" presStyleCnt="4">
        <dgm:presLayoutVars>
          <dgm:chPref val="3"/>
        </dgm:presLayoutVars>
      </dgm:prSet>
      <dgm:spPr/>
    </dgm:pt>
    <dgm:pt modelId="{88BB230A-56FC-48B0-808D-7F5D51746D5B}" type="pres">
      <dgm:prSet presAssocID="{0360A706-B59E-4314-AD1C-9CC722244D31}" presName="rootConnector" presStyleLbl="node4" presStyleIdx="2" presStyleCnt="4"/>
      <dgm:spPr/>
    </dgm:pt>
    <dgm:pt modelId="{0E0399D9-DF60-4DF5-859D-E0F19A19C897}" type="pres">
      <dgm:prSet presAssocID="{0360A706-B59E-4314-AD1C-9CC722244D31}" presName="hierChild4" presStyleCnt="0"/>
      <dgm:spPr/>
    </dgm:pt>
    <dgm:pt modelId="{980040DB-3270-4E34-8307-A1D82E8B1E3E}" type="pres">
      <dgm:prSet presAssocID="{0360A706-B59E-4314-AD1C-9CC722244D31}" presName="hierChild5" presStyleCnt="0"/>
      <dgm:spPr/>
    </dgm:pt>
    <dgm:pt modelId="{839BED46-45B9-4E52-87DB-9304D6E3A946}" type="pres">
      <dgm:prSet presAssocID="{E2F5EACD-1138-483C-9EBC-021011422430}" presName="Name37" presStyleLbl="parChTrans1D4" presStyleIdx="3" presStyleCnt="4"/>
      <dgm:spPr/>
    </dgm:pt>
    <dgm:pt modelId="{9CB44C18-D54B-45A8-B87C-53F8F87E839D}" type="pres">
      <dgm:prSet presAssocID="{26B13530-08B2-4030-AACE-46B6B2E692D8}" presName="hierRoot2" presStyleCnt="0">
        <dgm:presLayoutVars>
          <dgm:hierBranch val="init"/>
        </dgm:presLayoutVars>
      </dgm:prSet>
      <dgm:spPr/>
    </dgm:pt>
    <dgm:pt modelId="{0F6E37B5-CF95-470A-8436-94B58F70631A}" type="pres">
      <dgm:prSet presAssocID="{26B13530-08B2-4030-AACE-46B6B2E692D8}" presName="rootComposite" presStyleCnt="0"/>
      <dgm:spPr/>
    </dgm:pt>
    <dgm:pt modelId="{3EE88DEB-CB2C-4CAE-8F1C-FF3E49CF2414}" type="pres">
      <dgm:prSet presAssocID="{26B13530-08B2-4030-AACE-46B6B2E692D8}" presName="rootText" presStyleLbl="node4" presStyleIdx="3" presStyleCnt="4">
        <dgm:presLayoutVars>
          <dgm:chPref val="3"/>
        </dgm:presLayoutVars>
      </dgm:prSet>
      <dgm:spPr/>
    </dgm:pt>
    <dgm:pt modelId="{6E62BB5E-F049-49ED-8F65-7933C8443AC1}" type="pres">
      <dgm:prSet presAssocID="{26B13530-08B2-4030-AACE-46B6B2E692D8}" presName="rootConnector" presStyleLbl="node4" presStyleIdx="3" presStyleCnt="4"/>
      <dgm:spPr/>
    </dgm:pt>
    <dgm:pt modelId="{7329407D-858F-4B4C-B85E-534E27C8DC0E}" type="pres">
      <dgm:prSet presAssocID="{26B13530-08B2-4030-AACE-46B6B2E692D8}" presName="hierChild4" presStyleCnt="0"/>
      <dgm:spPr/>
    </dgm:pt>
    <dgm:pt modelId="{6A16A42C-459F-4FBA-8EFA-C6C58F69D857}" type="pres">
      <dgm:prSet presAssocID="{26B13530-08B2-4030-AACE-46B6B2E692D8}" presName="hierChild5" presStyleCnt="0"/>
      <dgm:spPr/>
    </dgm:pt>
    <dgm:pt modelId="{6D4A2223-A51E-410B-A73A-9D431A74305C}" type="pres">
      <dgm:prSet presAssocID="{E96F617C-CB97-4F96-939E-5D811BC5CF54}" presName="hierChild5" presStyleCnt="0"/>
      <dgm:spPr/>
    </dgm:pt>
    <dgm:pt modelId="{B9301113-44B3-484B-98B3-14FAB4A1CCAA}" type="pres">
      <dgm:prSet presAssocID="{346889FA-1BDD-403A-95C8-895ECFD09E71}" presName="hierChild5" presStyleCnt="0"/>
      <dgm:spPr/>
    </dgm:pt>
    <dgm:pt modelId="{38AE7A78-FD01-4B9B-B960-9F5397FC354B}" type="pres">
      <dgm:prSet presAssocID="{76FBA461-5719-4512-9CB8-0551FDC62B82}" presName="hierChild3" presStyleCnt="0"/>
      <dgm:spPr/>
    </dgm:pt>
  </dgm:ptLst>
  <dgm:cxnLst>
    <dgm:cxn modelId="{EFEA8200-2BB4-4C06-8268-E5C0259A15F5}" srcId="{346889FA-1BDD-403A-95C8-895ECFD09E71}" destId="{E96F617C-CB97-4F96-939E-5D811BC5CF54}" srcOrd="1" destOrd="0" parTransId="{092F9410-5F14-43EB-99D5-84EB3FE7010C}" sibTransId="{D8C17332-FBA9-461E-BCF9-AA20BD93820B}"/>
    <dgm:cxn modelId="{86260904-51ED-4FEE-9333-0473CDBFD202}" type="presOf" srcId="{0360A706-B59E-4314-AD1C-9CC722244D31}" destId="{88BB230A-56FC-48B0-808D-7F5D51746D5B}" srcOrd="1" destOrd="0" presId="urn:microsoft.com/office/officeart/2005/8/layout/orgChart1"/>
    <dgm:cxn modelId="{B0837406-E547-43F1-BE2D-F4174C117065}" type="presOf" srcId="{98EA7E28-A08C-4951-AD79-7D5E540354FF}" destId="{F25AD03B-2A6E-4D32-B885-237DFBCAA894}" srcOrd="0" destOrd="0" presId="urn:microsoft.com/office/officeart/2005/8/layout/orgChart1"/>
    <dgm:cxn modelId="{3EE14A11-D067-48F3-B5D1-1B360E2EBDBA}" srcId="{9FCBE6D3-DE67-4113-9F80-D18F21A0F9A5}" destId="{76FBA461-5719-4512-9CB8-0551FDC62B82}" srcOrd="0" destOrd="0" parTransId="{CAAB5851-B8BF-44CE-8A8E-1D3DD97D0293}" sibTransId="{4639D09A-E635-4FAD-B281-44A9152780ED}"/>
    <dgm:cxn modelId="{5AB31312-0DC4-4780-B3FB-75BBA72EE458}" srcId="{E96F617C-CB97-4F96-939E-5D811BC5CF54}" destId="{0360A706-B59E-4314-AD1C-9CC722244D31}" srcOrd="0" destOrd="0" parTransId="{98EA7E28-A08C-4951-AD79-7D5E540354FF}" sibTransId="{46639800-2F27-4B40-B5E5-D771472406E2}"/>
    <dgm:cxn modelId="{87342D22-3F00-473A-BCCC-4F389E895061}" srcId="{228820A1-5D5B-4D33-A78D-829364DBC541}" destId="{D22CAA77-E41D-4F0D-AF4D-C62EFCC2BD9C}" srcOrd="1" destOrd="0" parTransId="{A3DE416F-7D9A-442D-A9E9-0DD1AF477A82}" sibTransId="{830AD904-77EA-4B94-B26D-B1F3D4C84E2B}"/>
    <dgm:cxn modelId="{CE2A5329-6AEA-4761-8EFF-3EF3DDBCBBCA}" type="presOf" srcId="{76FBA461-5719-4512-9CB8-0551FDC62B82}" destId="{6E4AD0FD-D123-41D3-A60E-49172D792C71}" srcOrd="1" destOrd="0" presId="urn:microsoft.com/office/officeart/2005/8/layout/orgChart1"/>
    <dgm:cxn modelId="{29915834-FC6B-4F63-895D-02C62ADA8F07}" type="presOf" srcId="{346889FA-1BDD-403A-95C8-895ECFD09E71}" destId="{C03DEBC7-2B55-413D-A855-E8A680D8C386}" srcOrd="1" destOrd="0" presId="urn:microsoft.com/office/officeart/2005/8/layout/orgChart1"/>
    <dgm:cxn modelId="{A391A639-F4C1-4192-B0CE-BE83BC4EFAC8}" srcId="{228820A1-5D5B-4D33-A78D-829364DBC541}" destId="{0987497C-CFAB-41F7-863A-F62654776E22}" srcOrd="0" destOrd="0" parTransId="{025718DB-4C95-46B0-AFE7-FAE4339C91D8}" sibTransId="{14CFC72A-4360-4BC7-912D-03E488B593C3}"/>
    <dgm:cxn modelId="{6F532E5D-6F60-412C-AEB3-462ADA22F5D2}" type="presOf" srcId="{A3DE416F-7D9A-442D-A9E9-0DD1AF477A82}" destId="{CACE65B2-D919-4E72-AD0D-C7C8D435459D}" srcOrd="0" destOrd="0" presId="urn:microsoft.com/office/officeart/2005/8/layout/orgChart1"/>
    <dgm:cxn modelId="{6B61C85F-1672-4AC4-852D-7A8D22D9FF66}" type="presOf" srcId="{D22CAA77-E41D-4F0D-AF4D-C62EFCC2BD9C}" destId="{AFCE42E6-68B5-482D-9EAF-2157A9AEB666}" srcOrd="0" destOrd="0" presId="urn:microsoft.com/office/officeart/2005/8/layout/orgChart1"/>
    <dgm:cxn modelId="{D92F944B-935A-4CCC-91A2-2E625D4A7241}" type="presOf" srcId="{26B13530-08B2-4030-AACE-46B6B2E692D8}" destId="{3EE88DEB-CB2C-4CAE-8F1C-FF3E49CF2414}" srcOrd="0" destOrd="0" presId="urn:microsoft.com/office/officeart/2005/8/layout/orgChart1"/>
    <dgm:cxn modelId="{F0BA2881-6E8E-487D-A4CF-8C69B3E3DAC4}" type="presOf" srcId="{0987497C-CFAB-41F7-863A-F62654776E22}" destId="{CEC6DCD5-420E-4D3C-9718-8D11F5C8A46A}" srcOrd="0" destOrd="0" presId="urn:microsoft.com/office/officeart/2005/8/layout/orgChart1"/>
    <dgm:cxn modelId="{D6A99595-F4B8-4366-BA81-EAB4767EE1EE}" type="presOf" srcId="{0987497C-CFAB-41F7-863A-F62654776E22}" destId="{C3412397-C1F3-4400-ADB8-EF4543AA22AB}" srcOrd="1" destOrd="0" presId="urn:microsoft.com/office/officeart/2005/8/layout/orgChart1"/>
    <dgm:cxn modelId="{7F213199-A738-4444-9529-FA31728C019A}" type="presOf" srcId="{E96F617C-CB97-4F96-939E-5D811BC5CF54}" destId="{D3C374F4-545F-45F6-B903-315FE9A781CD}" srcOrd="0" destOrd="0" presId="urn:microsoft.com/office/officeart/2005/8/layout/orgChart1"/>
    <dgm:cxn modelId="{4F17F49B-B6A3-4C9C-8188-CFE5D58CFA93}" type="presOf" srcId="{228820A1-5D5B-4D33-A78D-829364DBC541}" destId="{040F55A2-A88D-4B9C-97D1-30CD6F718694}" srcOrd="0" destOrd="0" presId="urn:microsoft.com/office/officeart/2005/8/layout/orgChart1"/>
    <dgm:cxn modelId="{0A77219F-8CE0-4348-AF36-FCAD70D4AB58}" type="presOf" srcId="{9FCBE6D3-DE67-4113-9F80-D18F21A0F9A5}" destId="{9A1D70EE-6069-44A9-9D54-C158DCA42460}" srcOrd="0" destOrd="0" presId="urn:microsoft.com/office/officeart/2005/8/layout/orgChart1"/>
    <dgm:cxn modelId="{0FAE1FA0-3E58-440E-B442-7389061B25DB}" type="presOf" srcId="{76FBA461-5719-4512-9CB8-0551FDC62B82}" destId="{2A72245D-4372-434A-BB9A-2A1A3AE0ED1A}" srcOrd="0" destOrd="0" presId="urn:microsoft.com/office/officeart/2005/8/layout/orgChart1"/>
    <dgm:cxn modelId="{B39A62A8-AD03-4BEE-BE46-11250255C36A}" type="presOf" srcId="{26B13530-08B2-4030-AACE-46B6B2E692D8}" destId="{6E62BB5E-F049-49ED-8F65-7933C8443AC1}" srcOrd="1" destOrd="0" presId="urn:microsoft.com/office/officeart/2005/8/layout/orgChart1"/>
    <dgm:cxn modelId="{45E79EB4-2F7C-4846-886B-8467218B54BE}" type="presOf" srcId="{346889FA-1BDD-403A-95C8-895ECFD09E71}" destId="{8618FC9D-CBD3-4C5C-90A5-C5D04AF71090}" srcOrd="0" destOrd="0" presId="urn:microsoft.com/office/officeart/2005/8/layout/orgChart1"/>
    <dgm:cxn modelId="{D37D08C3-9D98-4EAD-AF28-789050B6CD3B}" type="presOf" srcId="{025718DB-4C95-46B0-AFE7-FAE4339C91D8}" destId="{933B8AEF-BE0F-4DA0-9AB1-93176AB01029}" srcOrd="0" destOrd="0" presId="urn:microsoft.com/office/officeart/2005/8/layout/orgChart1"/>
    <dgm:cxn modelId="{B425EBC4-A0F7-4D6A-8685-0474915630F3}" type="presOf" srcId="{E9F43B6D-947E-46CA-957E-50BA006A7CC6}" destId="{52AFFE9D-EA1B-4B14-8111-6106042ECF34}" srcOrd="0" destOrd="0" presId="urn:microsoft.com/office/officeart/2005/8/layout/orgChart1"/>
    <dgm:cxn modelId="{473623C6-9AFA-4338-9702-DC92F9119801}" srcId="{76FBA461-5719-4512-9CB8-0551FDC62B82}" destId="{346889FA-1BDD-403A-95C8-895ECFD09E71}" srcOrd="0" destOrd="0" parTransId="{70D1930D-A3BF-4B9C-B6D2-79F2A2548A90}" sibTransId="{920EB6E6-ED5B-42BC-A9C2-D1746F7C3DB5}"/>
    <dgm:cxn modelId="{5351CED4-0136-421E-8ECE-C25E84758BF1}" type="presOf" srcId="{70D1930D-A3BF-4B9C-B6D2-79F2A2548A90}" destId="{3F0AFADD-39D8-40CC-A6DA-171055D0486F}" srcOrd="0" destOrd="0" presId="urn:microsoft.com/office/officeart/2005/8/layout/orgChart1"/>
    <dgm:cxn modelId="{6C3196DC-8E53-4C7B-814A-0CACD60EC43F}" type="presOf" srcId="{E2F5EACD-1138-483C-9EBC-021011422430}" destId="{839BED46-45B9-4E52-87DB-9304D6E3A946}" srcOrd="0" destOrd="0" presId="urn:microsoft.com/office/officeart/2005/8/layout/orgChart1"/>
    <dgm:cxn modelId="{611690DD-2712-411D-A53F-7D2658B4D1B5}" type="presOf" srcId="{D22CAA77-E41D-4F0D-AF4D-C62EFCC2BD9C}" destId="{C425B340-A476-4BD8-A507-4194150F4779}" srcOrd="1" destOrd="0" presId="urn:microsoft.com/office/officeart/2005/8/layout/orgChart1"/>
    <dgm:cxn modelId="{98E6C8E3-0E05-4862-9453-F1F79431B237}" type="presOf" srcId="{228820A1-5D5B-4D33-A78D-829364DBC541}" destId="{B5148A2B-F4AF-4388-B2A6-C20A3C8778B8}" srcOrd="1" destOrd="0" presId="urn:microsoft.com/office/officeart/2005/8/layout/orgChart1"/>
    <dgm:cxn modelId="{4D245DE5-4358-495C-B2B9-EAAAAD75A461}" type="presOf" srcId="{E96F617C-CB97-4F96-939E-5D811BC5CF54}" destId="{FC59687D-0825-4FBD-8514-5C7AA9447BE2}" srcOrd="1" destOrd="0" presId="urn:microsoft.com/office/officeart/2005/8/layout/orgChart1"/>
    <dgm:cxn modelId="{2E969FEA-539C-4E71-A52C-19B69D9DD32D}" type="presOf" srcId="{0360A706-B59E-4314-AD1C-9CC722244D31}" destId="{FF11C1DB-F4DF-47B1-AA2E-8A94BB5E201C}" srcOrd="0" destOrd="0" presId="urn:microsoft.com/office/officeart/2005/8/layout/orgChart1"/>
    <dgm:cxn modelId="{4182DDF4-E0F9-42C0-906A-0A868DC9EDFD}" type="presOf" srcId="{092F9410-5F14-43EB-99D5-84EB3FE7010C}" destId="{632CA122-80C5-4DF2-B0D6-D0ADFA30C209}" srcOrd="0" destOrd="0" presId="urn:microsoft.com/office/officeart/2005/8/layout/orgChart1"/>
    <dgm:cxn modelId="{091E4CFD-CD73-4E31-A7F3-12D94E29EB8C}" srcId="{E96F617C-CB97-4F96-939E-5D811BC5CF54}" destId="{26B13530-08B2-4030-AACE-46B6B2E692D8}" srcOrd="1" destOrd="0" parTransId="{E2F5EACD-1138-483C-9EBC-021011422430}" sibTransId="{DDA07438-62B0-4482-BDB7-3D7D49C1225C}"/>
    <dgm:cxn modelId="{CEA359FD-77DC-44C1-9DF3-279EF30B21A9}" srcId="{346889FA-1BDD-403A-95C8-895ECFD09E71}" destId="{228820A1-5D5B-4D33-A78D-829364DBC541}" srcOrd="0" destOrd="0" parTransId="{E9F43B6D-947E-46CA-957E-50BA006A7CC6}" sibTransId="{5B104364-6FEA-43EC-B832-47235929152A}"/>
    <dgm:cxn modelId="{77298D6F-D9C6-4F5C-B9E1-E774E575D01E}" type="presParOf" srcId="{9A1D70EE-6069-44A9-9D54-C158DCA42460}" destId="{321C9D10-5568-4BB6-9D0F-027DC46B2F83}" srcOrd="0" destOrd="0" presId="urn:microsoft.com/office/officeart/2005/8/layout/orgChart1"/>
    <dgm:cxn modelId="{30667AEE-774E-4786-8EC4-804C4AF0D46A}" type="presParOf" srcId="{321C9D10-5568-4BB6-9D0F-027DC46B2F83}" destId="{D7496D93-8844-4F45-BBA8-82B87D3CCA92}" srcOrd="0" destOrd="0" presId="urn:microsoft.com/office/officeart/2005/8/layout/orgChart1"/>
    <dgm:cxn modelId="{29DB4447-0594-49C1-B33E-2E748BA320AC}" type="presParOf" srcId="{D7496D93-8844-4F45-BBA8-82B87D3CCA92}" destId="{2A72245D-4372-434A-BB9A-2A1A3AE0ED1A}" srcOrd="0" destOrd="0" presId="urn:microsoft.com/office/officeart/2005/8/layout/orgChart1"/>
    <dgm:cxn modelId="{EFBA065A-3288-4226-B6C6-9BB208797FCB}" type="presParOf" srcId="{D7496D93-8844-4F45-BBA8-82B87D3CCA92}" destId="{6E4AD0FD-D123-41D3-A60E-49172D792C71}" srcOrd="1" destOrd="0" presId="urn:microsoft.com/office/officeart/2005/8/layout/orgChart1"/>
    <dgm:cxn modelId="{08F2E059-51C5-4E92-9988-510ADFCFC657}" type="presParOf" srcId="{321C9D10-5568-4BB6-9D0F-027DC46B2F83}" destId="{335F134E-A258-4803-8F48-B44961DF79EC}" srcOrd="1" destOrd="0" presId="urn:microsoft.com/office/officeart/2005/8/layout/orgChart1"/>
    <dgm:cxn modelId="{1C992266-7D1E-4426-83A6-F14036689632}" type="presParOf" srcId="{335F134E-A258-4803-8F48-B44961DF79EC}" destId="{3F0AFADD-39D8-40CC-A6DA-171055D0486F}" srcOrd="0" destOrd="0" presId="urn:microsoft.com/office/officeart/2005/8/layout/orgChart1"/>
    <dgm:cxn modelId="{8C4B8F8B-A485-4FDC-8C1B-CB1418DE8F81}" type="presParOf" srcId="{335F134E-A258-4803-8F48-B44961DF79EC}" destId="{2B14334E-0397-4501-A954-3AC77A5CE2B7}" srcOrd="1" destOrd="0" presId="urn:microsoft.com/office/officeart/2005/8/layout/orgChart1"/>
    <dgm:cxn modelId="{12259A2D-0B77-4251-B00C-9915DB25561B}" type="presParOf" srcId="{2B14334E-0397-4501-A954-3AC77A5CE2B7}" destId="{FD7A86C3-A047-4653-B3C2-3C97641D0883}" srcOrd="0" destOrd="0" presId="urn:microsoft.com/office/officeart/2005/8/layout/orgChart1"/>
    <dgm:cxn modelId="{5C55DAC6-6C75-49A2-9013-6F8E8290BEF9}" type="presParOf" srcId="{FD7A86C3-A047-4653-B3C2-3C97641D0883}" destId="{8618FC9D-CBD3-4C5C-90A5-C5D04AF71090}" srcOrd="0" destOrd="0" presId="urn:microsoft.com/office/officeart/2005/8/layout/orgChart1"/>
    <dgm:cxn modelId="{4A6B377D-45CF-4B9C-A079-F4BA53C854E8}" type="presParOf" srcId="{FD7A86C3-A047-4653-B3C2-3C97641D0883}" destId="{C03DEBC7-2B55-413D-A855-E8A680D8C386}" srcOrd="1" destOrd="0" presId="urn:microsoft.com/office/officeart/2005/8/layout/orgChart1"/>
    <dgm:cxn modelId="{EACAA8FC-408D-4A34-B567-0F71718D0571}" type="presParOf" srcId="{2B14334E-0397-4501-A954-3AC77A5CE2B7}" destId="{EE4CCF4F-D10F-4E5F-BDC8-27CA93D27498}" srcOrd="1" destOrd="0" presId="urn:microsoft.com/office/officeart/2005/8/layout/orgChart1"/>
    <dgm:cxn modelId="{03C93E57-B0F7-4324-A5EA-D091C1A3EDAD}" type="presParOf" srcId="{EE4CCF4F-D10F-4E5F-BDC8-27CA93D27498}" destId="{52AFFE9D-EA1B-4B14-8111-6106042ECF34}" srcOrd="0" destOrd="0" presId="urn:microsoft.com/office/officeart/2005/8/layout/orgChart1"/>
    <dgm:cxn modelId="{14370361-E559-4F13-AF7D-91E22ABBDB33}" type="presParOf" srcId="{EE4CCF4F-D10F-4E5F-BDC8-27CA93D27498}" destId="{3932E0F1-DE87-4772-B426-38632160CB18}" srcOrd="1" destOrd="0" presId="urn:microsoft.com/office/officeart/2005/8/layout/orgChart1"/>
    <dgm:cxn modelId="{D3A7F46B-8A26-4DF8-885E-CF06B582E011}" type="presParOf" srcId="{3932E0F1-DE87-4772-B426-38632160CB18}" destId="{8267CF79-7C4A-4E87-836C-B6B5C1F81953}" srcOrd="0" destOrd="0" presId="urn:microsoft.com/office/officeart/2005/8/layout/orgChart1"/>
    <dgm:cxn modelId="{3AFDA5C9-549B-48E6-993F-3E4A39C1C2B6}" type="presParOf" srcId="{8267CF79-7C4A-4E87-836C-B6B5C1F81953}" destId="{040F55A2-A88D-4B9C-97D1-30CD6F718694}" srcOrd="0" destOrd="0" presId="urn:microsoft.com/office/officeart/2005/8/layout/orgChart1"/>
    <dgm:cxn modelId="{DA7F645D-83DF-4A73-9DC7-57A436FD8E47}" type="presParOf" srcId="{8267CF79-7C4A-4E87-836C-B6B5C1F81953}" destId="{B5148A2B-F4AF-4388-B2A6-C20A3C8778B8}" srcOrd="1" destOrd="0" presId="urn:microsoft.com/office/officeart/2005/8/layout/orgChart1"/>
    <dgm:cxn modelId="{274946AB-8479-4C88-884C-93375BE453FF}" type="presParOf" srcId="{3932E0F1-DE87-4772-B426-38632160CB18}" destId="{14F06073-973D-4281-B621-5E37278796FA}" srcOrd="1" destOrd="0" presId="urn:microsoft.com/office/officeart/2005/8/layout/orgChart1"/>
    <dgm:cxn modelId="{B1287915-9C88-4562-A87C-EA5DBED603B8}" type="presParOf" srcId="{14F06073-973D-4281-B621-5E37278796FA}" destId="{933B8AEF-BE0F-4DA0-9AB1-93176AB01029}" srcOrd="0" destOrd="0" presId="urn:microsoft.com/office/officeart/2005/8/layout/orgChart1"/>
    <dgm:cxn modelId="{11099FCB-BA02-489D-B74B-652944920CAA}" type="presParOf" srcId="{14F06073-973D-4281-B621-5E37278796FA}" destId="{EDBE81EF-F72C-4507-AA6B-A71694A1D2FB}" srcOrd="1" destOrd="0" presId="urn:microsoft.com/office/officeart/2005/8/layout/orgChart1"/>
    <dgm:cxn modelId="{9C6BDBDA-1CF4-49F0-8633-48E29FFCD4E8}" type="presParOf" srcId="{EDBE81EF-F72C-4507-AA6B-A71694A1D2FB}" destId="{071F784A-64F8-444A-8E54-06721C390DA8}" srcOrd="0" destOrd="0" presId="urn:microsoft.com/office/officeart/2005/8/layout/orgChart1"/>
    <dgm:cxn modelId="{F5268DA0-DE17-4381-9E09-6DF887675294}" type="presParOf" srcId="{071F784A-64F8-444A-8E54-06721C390DA8}" destId="{CEC6DCD5-420E-4D3C-9718-8D11F5C8A46A}" srcOrd="0" destOrd="0" presId="urn:microsoft.com/office/officeart/2005/8/layout/orgChart1"/>
    <dgm:cxn modelId="{BA0E142A-4534-4727-AAAB-64B17369A596}" type="presParOf" srcId="{071F784A-64F8-444A-8E54-06721C390DA8}" destId="{C3412397-C1F3-4400-ADB8-EF4543AA22AB}" srcOrd="1" destOrd="0" presId="urn:microsoft.com/office/officeart/2005/8/layout/orgChart1"/>
    <dgm:cxn modelId="{3DCD339A-0C69-4305-83CA-6AAED3DBDBC8}" type="presParOf" srcId="{EDBE81EF-F72C-4507-AA6B-A71694A1D2FB}" destId="{424E95D5-64DD-4605-A4DF-32890D8A437F}" srcOrd="1" destOrd="0" presId="urn:microsoft.com/office/officeart/2005/8/layout/orgChart1"/>
    <dgm:cxn modelId="{B0DEDC10-08C1-41AD-83B6-C358FDA706EE}" type="presParOf" srcId="{EDBE81EF-F72C-4507-AA6B-A71694A1D2FB}" destId="{299DE56E-7B2E-458A-B803-5E23FE294B8C}" srcOrd="2" destOrd="0" presId="urn:microsoft.com/office/officeart/2005/8/layout/orgChart1"/>
    <dgm:cxn modelId="{F5BB4474-492F-4CDD-A954-190FF5B95F14}" type="presParOf" srcId="{14F06073-973D-4281-B621-5E37278796FA}" destId="{CACE65B2-D919-4E72-AD0D-C7C8D435459D}" srcOrd="2" destOrd="0" presId="urn:microsoft.com/office/officeart/2005/8/layout/orgChart1"/>
    <dgm:cxn modelId="{F55EB5E0-4D86-4EAD-9129-5B093D9B21A8}" type="presParOf" srcId="{14F06073-973D-4281-B621-5E37278796FA}" destId="{FD17CA03-CA4F-4084-9A26-8AA01AF6368C}" srcOrd="3" destOrd="0" presId="urn:microsoft.com/office/officeart/2005/8/layout/orgChart1"/>
    <dgm:cxn modelId="{9E66F3EE-E510-49B9-A41F-55B010AC1E75}" type="presParOf" srcId="{FD17CA03-CA4F-4084-9A26-8AA01AF6368C}" destId="{97B640F4-193A-4FC3-A3EB-F3270251583D}" srcOrd="0" destOrd="0" presId="urn:microsoft.com/office/officeart/2005/8/layout/orgChart1"/>
    <dgm:cxn modelId="{B0158352-4B2E-40A1-A4E8-935064EA8EB3}" type="presParOf" srcId="{97B640F4-193A-4FC3-A3EB-F3270251583D}" destId="{AFCE42E6-68B5-482D-9EAF-2157A9AEB666}" srcOrd="0" destOrd="0" presId="urn:microsoft.com/office/officeart/2005/8/layout/orgChart1"/>
    <dgm:cxn modelId="{D33917EB-B2DE-4F86-8E28-AF315A4AF8D9}" type="presParOf" srcId="{97B640F4-193A-4FC3-A3EB-F3270251583D}" destId="{C425B340-A476-4BD8-A507-4194150F4779}" srcOrd="1" destOrd="0" presId="urn:microsoft.com/office/officeart/2005/8/layout/orgChart1"/>
    <dgm:cxn modelId="{3C33E3AA-04C6-4EEA-9B53-7B0CD70D8B0A}" type="presParOf" srcId="{FD17CA03-CA4F-4084-9A26-8AA01AF6368C}" destId="{446C7727-D372-4E3F-B5ED-5AB67AC23CC2}" srcOrd="1" destOrd="0" presId="urn:microsoft.com/office/officeart/2005/8/layout/orgChart1"/>
    <dgm:cxn modelId="{D0BDC8AF-30E4-4067-93B6-60586F9DF497}" type="presParOf" srcId="{FD17CA03-CA4F-4084-9A26-8AA01AF6368C}" destId="{2E9D7B3B-BDBC-46D5-B218-CB8DEA6A0352}" srcOrd="2" destOrd="0" presId="urn:microsoft.com/office/officeart/2005/8/layout/orgChart1"/>
    <dgm:cxn modelId="{661834B2-23B7-46AE-ACA1-C23F5EB6D837}" type="presParOf" srcId="{3932E0F1-DE87-4772-B426-38632160CB18}" destId="{4067DB46-79FB-440B-ADB5-62C40710ED19}" srcOrd="2" destOrd="0" presId="urn:microsoft.com/office/officeart/2005/8/layout/orgChart1"/>
    <dgm:cxn modelId="{33848874-BD05-49EE-BA9B-3861600AF193}" type="presParOf" srcId="{EE4CCF4F-D10F-4E5F-BDC8-27CA93D27498}" destId="{632CA122-80C5-4DF2-B0D6-D0ADFA30C209}" srcOrd="2" destOrd="0" presId="urn:microsoft.com/office/officeart/2005/8/layout/orgChart1"/>
    <dgm:cxn modelId="{8DC1FF49-FCC5-40F2-9E7D-34006DB33A61}" type="presParOf" srcId="{EE4CCF4F-D10F-4E5F-BDC8-27CA93D27498}" destId="{206F24DC-F4E1-4503-BB5B-A74AD7BF28B9}" srcOrd="3" destOrd="0" presId="urn:microsoft.com/office/officeart/2005/8/layout/orgChart1"/>
    <dgm:cxn modelId="{4215E0C3-33D3-4177-AC4B-3C04CD20FAD7}" type="presParOf" srcId="{206F24DC-F4E1-4503-BB5B-A74AD7BF28B9}" destId="{D3DD923F-1EB6-4DB4-8009-52824123C365}" srcOrd="0" destOrd="0" presId="urn:microsoft.com/office/officeart/2005/8/layout/orgChart1"/>
    <dgm:cxn modelId="{12E35CC5-CB08-4671-9E2C-298F8A7FE6E9}" type="presParOf" srcId="{D3DD923F-1EB6-4DB4-8009-52824123C365}" destId="{D3C374F4-545F-45F6-B903-315FE9A781CD}" srcOrd="0" destOrd="0" presId="urn:microsoft.com/office/officeart/2005/8/layout/orgChart1"/>
    <dgm:cxn modelId="{6B4FE07B-208E-4E33-ABF8-3C727CF01356}" type="presParOf" srcId="{D3DD923F-1EB6-4DB4-8009-52824123C365}" destId="{FC59687D-0825-4FBD-8514-5C7AA9447BE2}" srcOrd="1" destOrd="0" presId="urn:microsoft.com/office/officeart/2005/8/layout/orgChart1"/>
    <dgm:cxn modelId="{78AA8259-114A-4A85-9926-B37E3E4B8D21}" type="presParOf" srcId="{206F24DC-F4E1-4503-BB5B-A74AD7BF28B9}" destId="{E09E357F-9851-4E65-A058-4BE2CDE70B46}" srcOrd="1" destOrd="0" presId="urn:microsoft.com/office/officeart/2005/8/layout/orgChart1"/>
    <dgm:cxn modelId="{62B36F68-7F06-4740-BC67-4998FC33550C}" type="presParOf" srcId="{E09E357F-9851-4E65-A058-4BE2CDE70B46}" destId="{F25AD03B-2A6E-4D32-B885-237DFBCAA894}" srcOrd="0" destOrd="0" presId="urn:microsoft.com/office/officeart/2005/8/layout/orgChart1"/>
    <dgm:cxn modelId="{A8CB51A3-763F-4949-94DD-D099675BF05B}" type="presParOf" srcId="{E09E357F-9851-4E65-A058-4BE2CDE70B46}" destId="{8CF99259-755F-446E-93F3-8FABFEC43C5E}" srcOrd="1" destOrd="0" presId="urn:microsoft.com/office/officeart/2005/8/layout/orgChart1"/>
    <dgm:cxn modelId="{4298B02C-8764-4B55-9879-AFB386BFD929}" type="presParOf" srcId="{8CF99259-755F-446E-93F3-8FABFEC43C5E}" destId="{C5787EE5-D4D2-40E9-8114-E039010AA432}" srcOrd="0" destOrd="0" presId="urn:microsoft.com/office/officeart/2005/8/layout/orgChart1"/>
    <dgm:cxn modelId="{5F64F5AF-E2EF-4F02-8FB1-8E6DD77B7222}" type="presParOf" srcId="{C5787EE5-D4D2-40E9-8114-E039010AA432}" destId="{FF11C1DB-F4DF-47B1-AA2E-8A94BB5E201C}" srcOrd="0" destOrd="0" presId="urn:microsoft.com/office/officeart/2005/8/layout/orgChart1"/>
    <dgm:cxn modelId="{D5AE103A-1ECA-4DEF-9336-AB18688FA34D}" type="presParOf" srcId="{C5787EE5-D4D2-40E9-8114-E039010AA432}" destId="{88BB230A-56FC-48B0-808D-7F5D51746D5B}" srcOrd="1" destOrd="0" presId="urn:microsoft.com/office/officeart/2005/8/layout/orgChart1"/>
    <dgm:cxn modelId="{84807BB1-D7FA-4FD2-9DED-D48615E31156}" type="presParOf" srcId="{8CF99259-755F-446E-93F3-8FABFEC43C5E}" destId="{0E0399D9-DF60-4DF5-859D-E0F19A19C897}" srcOrd="1" destOrd="0" presId="urn:microsoft.com/office/officeart/2005/8/layout/orgChart1"/>
    <dgm:cxn modelId="{7F15F072-F80C-42C3-A930-091CE79A4C7F}" type="presParOf" srcId="{8CF99259-755F-446E-93F3-8FABFEC43C5E}" destId="{980040DB-3270-4E34-8307-A1D82E8B1E3E}" srcOrd="2" destOrd="0" presId="urn:microsoft.com/office/officeart/2005/8/layout/orgChart1"/>
    <dgm:cxn modelId="{60E17736-2A78-4FF9-BA77-E53C53ADF14D}" type="presParOf" srcId="{E09E357F-9851-4E65-A058-4BE2CDE70B46}" destId="{839BED46-45B9-4E52-87DB-9304D6E3A946}" srcOrd="2" destOrd="0" presId="urn:microsoft.com/office/officeart/2005/8/layout/orgChart1"/>
    <dgm:cxn modelId="{28D34A62-5DDF-417E-8593-B4BD0DEBD7E6}" type="presParOf" srcId="{E09E357F-9851-4E65-A058-4BE2CDE70B46}" destId="{9CB44C18-D54B-45A8-B87C-53F8F87E839D}" srcOrd="3" destOrd="0" presId="urn:microsoft.com/office/officeart/2005/8/layout/orgChart1"/>
    <dgm:cxn modelId="{9D735D9F-E798-4765-B9BD-E26153EB7953}" type="presParOf" srcId="{9CB44C18-D54B-45A8-B87C-53F8F87E839D}" destId="{0F6E37B5-CF95-470A-8436-94B58F70631A}" srcOrd="0" destOrd="0" presId="urn:microsoft.com/office/officeart/2005/8/layout/orgChart1"/>
    <dgm:cxn modelId="{9384466B-1512-4D71-B2F3-976C7AC9DC48}" type="presParOf" srcId="{0F6E37B5-CF95-470A-8436-94B58F70631A}" destId="{3EE88DEB-CB2C-4CAE-8F1C-FF3E49CF2414}" srcOrd="0" destOrd="0" presId="urn:microsoft.com/office/officeart/2005/8/layout/orgChart1"/>
    <dgm:cxn modelId="{129A9E67-CA6C-49DE-AA4A-955993FE015C}" type="presParOf" srcId="{0F6E37B5-CF95-470A-8436-94B58F70631A}" destId="{6E62BB5E-F049-49ED-8F65-7933C8443AC1}" srcOrd="1" destOrd="0" presId="urn:microsoft.com/office/officeart/2005/8/layout/orgChart1"/>
    <dgm:cxn modelId="{1D49EDFE-4BBD-47C1-BF54-0187EE8EB55D}" type="presParOf" srcId="{9CB44C18-D54B-45A8-B87C-53F8F87E839D}" destId="{7329407D-858F-4B4C-B85E-534E27C8DC0E}" srcOrd="1" destOrd="0" presId="urn:microsoft.com/office/officeart/2005/8/layout/orgChart1"/>
    <dgm:cxn modelId="{83FD3222-E15A-4C6B-9C1E-CA8F9D0135D0}" type="presParOf" srcId="{9CB44C18-D54B-45A8-B87C-53F8F87E839D}" destId="{6A16A42C-459F-4FBA-8EFA-C6C58F69D857}" srcOrd="2" destOrd="0" presId="urn:microsoft.com/office/officeart/2005/8/layout/orgChart1"/>
    <dgm:cxn modelId="{EE69A319-E4F2-4C77-8F2C-4B2824BC44C7}" type="presParOf" srcId="{206F24DC-F4E1-4503-BB5B-A74AD7BF28B9}" destId="{6D4A2223-A51E-410B-A73A-9D431A74305C}" srcOrd="2" destOrd="0" presId="urn:microsoft.com/office/officeart/2005/8/layout/orgChart1"/>
    <dgm:cxn modelId="{2E280FFB-140D-49F2-B47A-D0C36C496138}" type="presParOf" srcId="{2B14334E-0397-4501-A954-3AC77A5CE2B7}" destId="{B9301113-44B3-484B-98B3-14FAB4A1CCAA}" srcOrd="2" destOrd="0" presId="urn:microsoft.com/office/officeart/2005/8/layout/orgChart1"/>
    <dgm:cxn modelId="{2FDC127E-B9E5-4CDA-9FA4-8A6165BD474D}" type="presParOf" srcId="{321C9D10-5568-4BB6-9D0F-027DC46B2F83}" destId="{38AE7A78-FD01-4B9B-B960-9F5397FC354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9FCBE6D3-DE67-4113-9F80-D18F21A0F9A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AB73210C-39E5-4D21-93A0-03FED3E5C2D6}">
      <dgm:prSet phldrT="[Testo]" phldr="0"/>
      <dgm:spPr/>
      <dgm:t>
        <a:bodyPr/>
        <a:lstStyle/>
        <a:p>
          <a:r>
            <a:rPr lang="en-US" noProof="0" dirty="0">
              <a:solidFill>
                <a:schemeClr val="tx1"/>
              </a:solidFill>
            </a:rPr>
            <a:t>Risk Variables</a:t>
          </a:r>
          <a:endParaRPr lang="en-US" noProof="0" dirty="0"/>
        </a:p>
      </dgm:t>
    </dgm:pt>
    <dgm:pt modelId="{866EAB45-0A17-4414-B644-B90754A7AF03}" type="parTrans" cxnId="{BE6E3D3C-B836-4FA9-9D54-BB8978ED499B}">
      <dgm:prSet/>
      <dgm:spPr/>
      <dgm:t>
        <a:bodyPr/>
        <a:lstStyle/>
        <a:p>
          <a:endParaRPr lang="en-US"/>
        </a:p>
      </dgm:t>
    </dgm:pt>
    <dgm:pt modelId="{1FDBB147-9BE9-4629-BA66-25AED13A7E1F}" type="sibTrans" cxnId="{BE6E3D3C-B836-4FA9-9D54-BB8978ED499B}">
      <dgm:prSet/>
      <dgm:spPr/>
      <dgm:t>
        <a:bodyPr/>
        <a:lstStyle/>
        <a:p>
          <a:endParaRPr lang="en-US"/>
        </a:p>
      </dgm:t>
    </dgm:pt>
    <dgm:pt modelId="{3F4788F4-1B6D-4076-906A-78A90AD4414E}">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r>
            <a:rPr lang="en-US" noProof="0" dirty="0">
              <a:solidFill>
                <a:schemeClr val="tx1"/>
              </a:solidFill>
            </a:rPr>
            <a:t> </a:t>
          </a:r>
          <a:r>
            <a:rPr lang="en-US" noProof="0" dirty="0">
              <a:solidFill>
                <a:srgbClr val="000000"/>
              </a:solidFill>
              <a:latin typeface="Times New Roman"/>
              <a:ea typeface="+mn-ea"/>
              <a:cs typeface="+mn-cs"/>
            </a:rPr>
            <a:t>Innovation</a:t>
          </a:r>
        </a:p>
      </dgm:t>
    </dgm:pt>
    <dgm:pt modelId="{0857042D-65E7-4CCF-861B-AA88F7875AEE}" type="parTrans" cxnId="{DCAABEB8-B980-49F4-B432-9D41637A17A7}">
      <dgm:prSet/>
      <dgm:spPr/>
      <dgm:t>
        <a:bodyPr/>
        <a:lstStyle/>
        <a:p>
          <a:endParaRPr lang="en-US"/>
        </a:p>
      </dgm:t>
    </dgm:pt>
    <dgm:pt modelId="{500C88FC-BE40-4CB1-8657-C13D1582EB03}" type="sibTrans" cxnId="{DCAABEB8-B980-49F4-B432-9D41637A17A7}">
      <dgm:prSet/>
      <dgm:spPr/>
      <dgm:t>
        <a:bodyPr/>
        <a:lstStyle/>
        <a:p>
          <a:endParaRPr lang="en-US"/>
        </a:p>
      </dgm:t>
    </dgm:pt>
    <dgm:pt modelId="{2DF778DE-2EF4-428B-AE1A-A7A544775B84}">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pPr>
            <a:buNone/>
          </a:pPr>
          <a:r>
            <a:rPr lang="en-US" noProof="0" dirty="0">
              <a:solidFill>
                <a:srgbClr val="000000"/>
              </a:solidFill>
              <a:latin typeface="Times New Roman"/>
              <a:ea typeface="+mn-ea"/>
              <a:cs typeface="+mn-cs"/>
            </a:rPr>
            <a:t>Size</a:t>
          </a:r>
        </a:p>
      </dgm:t>
    </dgm:pt>
    <dgm:pt modelId="{F141ED5C-A1F2-450B-B61D-B922B537AA52}" type="parTrans" cxnId="{BD27028A-32DF-4C0A-B3A4-25636582A826}">
      <dgm:prSet/>
      <dgm:spPr/>
      <dgm:t>
        <a:bodyPr/>
        <a:lstStyle/>
        <a:p>
          <a:endParaRPr lang="en-US"/>
        </a:p>
      </dgm:t>
    </dgm:pt>
    <dgm:pt modelId="{4E1E831C-1466-4FA6-9E0E-62D611372539}" type="sibTrans" cxnId="{BD27028A-32DF-4C0A-B3A4-25636582A826}">
      <dgm:prSet/>
      <dgm:spPr/>
      <dgm:t>
        <a:bodyPr/>
        <a:lstStyle/>
        <a:p>
          <a:endParaRPr lang="en-US"/>
        </a:p>
      </dgm:t>
    </dgm:pt>
    <dgm:pt modelId="{B31A1497-62D3-4712-BF4E-850306C75877}">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pPr>
            <a:buNone/>
          </a:pPr>
          <a:r>
            <a:rPr lang="en-US" noProof="0" dirty="0">
              <a:solidFill>
                <a:srgbClr val="000000"/>
              </a:solidFill>
              <a:latin typeface="Times New Roman"/>
              <a:ea typeface="+mn-ea"/>
              <a:cs typeface="+mn-cs"/>
            </a:rPr>
            <a:t>Uncertainty</a:t>
          </a:r>
        </a:p>
      </dgm:t>
    </dgm:pt>
    <dgm:pt modelId="{2577C24F-42A4-4FA5-8A22-A78513CF8A04}" type="parTrans" cxnId="{7E7F2D21-EF55-42E5-A717-09DC5E3EFAA7}">
      <dgm:prSet/>
      <dgm:spPr/>
      <dgm:t>
        <a:bodyPr/>
        <a:lstStyle/>
        <a:p>
          <a:endParaRPr lang="en-US"/>
        </a:p>
      </dgm:t>
    </dgm:pt>
    <dgm:pt modelId="{D96E8F50-F511-4C4D-A97C-31D55092C5EC}" type="sibTrans" cxnId="{7E7F2D21-EF55-42E5-A717-09DC5E3EFAA7}">
      <dgm:prSet/>
      <dgm:spPr/>
      <dgm:t>
        <a:bodyPr/>
        <a:lstStyle/>
        <a:p>
          <a:endParaRPr lang="en-US"/>
        </a:p>
      </dgm:t>
    </dgm:pt>
    <dgm:pt modelId="{F768C40B-1830-4B2A-B693-DC6289EBC309}">
      <dgm:prSet/>
      <dgm:spPr>
        <a:solidFill>
          <a:srgbClr val="FFFFFF"/>
        </a:solidFill>
        <a:ln w="25400" cap="flat" cmpd="sng" algn="ctr">
          <a:solidFill>
            <a:srgbClr val="000000"/>
          </a:solidFill>
          <a:prstDash val="solid"/>
        </a:ln>
        <a:effectLst/>
      </dgm:spPr>
      <dgm:t>
        <a:bodyPr spcFirstLastPara="0" vert="horz" wrap="square" lIns="12065" tIns="12065" rIns="12065" bIns="12065" numCol="1" spcCol="1270" anchor="ctr" anchorCtr="0"/>
        <a:lstStyle/>
        <a:p>
          <a:r>
            <a:rPr lang="en-US" noProof="0" dirty="0">
              <a:solidFill>
                <a:schemeClr val="tx1"/>
              </a:solidFill>
            </a:rPr>
            <a:t>Risk </a:t>
          </a:r>
          <a:r>
            <a:rPr lang="en-US" noProof="0" dirty="0">
              <a:solidFill>
                <a:srgbClr val="000000"/>
              </a:solidFill>
              <a:latin typeface="Times New Roman"/>
              <a:ea typeface="+mn-ea"/>
              <a:cs typeface="+mn-cs"/>
            </a:rPr>
            <a:t>Profile</a:t>
          </a:r>
          <a:r>
            <a:rPr lang="en-US" b="1" noProof="0" dirty="0">
              <a:solidFill>
                <a:schemeClr val="tx1"/>
              </a:solidFill>
              <a:latin typeface="Times New Roman" pitchFamily="18" charset="0"/>
              <a:cs typeface="Times New Roman" pitchFamily="18" charset="0"/>
            </a:rPr>
            <a:t> </a:t>
          </a:r>
          <a:endParaRPr lang="en-US" noProof="0" dirty="0">
            <a:solidFill>
              <a:schemeClr val="tx1"/>
            </a:solidFill>
            <a:cs typeface="Times New Roman" pitchFamily="18" charset="0"/>
          </a:endParaRPr>
        </a:p>
      </dgm:t>
    </dgm:pt>
    <dgm:pt modelId="{C01D689A-B2D2-4F8B-86DD-7255D7257BCA}" type="parTrans" cxnId="{CB82D9ED-7A9A-4AFE-9FCC-E780BB76B741}">
      <dgm:prSet/>
      <dgm:spPr/>
      <dgm:t>
        <a:bodyPr/>
        <a:lstStyle/>
        <a:p>
          <a:endParaRPr lang="en-US"/>
        </a:p>
      </dgm:t>
    </dgm:pt>
    <dgm:pt modelId="{075CB319-2FBD-4266-B946-D9AFD8FBE8E4}" type="sibTrans" cxnId="{CB82D9ED-7A9A-4AFE-9FCC-E780BB76B741}">
      <dgm:prSet/>
      <dgm:spPr/>
      <dgm:t>
        <a:bodyPr/>
        <a:lstStyle/>
        <a:p>
          <a:endParaRPr lang="en-US"/>
        </a:p>
      </dgm:t>
    </dgm:pt>
    <dgm:pt modelId="{4FD8C4C0-BBB2-472E-A875-9D9459662DD3}">
      <dgm:prSet phldrT="[Testo]" phldr="0"/>
      <dgm:spPr/>
      <dgm:t>
        <a:bodyPr/>
        <a:lstStyle/>
        <a:p>
          <a:r>
            <a:rPr lang="en-US" noProof="0" dirty="0"/>
            <a:t>Project Risk</a:t>
          </a:r>
        </a:p>
      </dgm:t>
    </dgm:pt>
    <dgm:pt modelId="{D0647FDE-A907-4EB4-9640-6CD31C9DCA39}" type="parTrans" cxnId="{3E289DA8-BE2E-4E01-A02F-01AAA38C9A25}">
      <dgm:prSet/>
      <dgm:spPr/>
      <dgm:t>
        <a:bodyPr/>
        <a:lstStyle/>
        <a:p>
          <a:endParaRPr lang="en-US"/>
        </a:p>
      </dgm:t>
    </dgm:pt>
    <dgm:pt modelId="{8ECD9487-0C55-4EF6-90A0-5EA1576F991E}" type="sibTrans" cxnId="{3E289DA8-BE2E-4E01-A02F-01AAA38C9A25}">
      <dgm:prSet/>
      <dgm:spPr/>
      <dgm:t>
        <a:bodyPr/>
        <a:lstStyle/>
        <a:p>
          <a:endParaRPr lang="en-US"/>
        </a:p>
      </dgm:t>
    </dgm:pt>
    <dgm:pt modelId="{31C15E04-086C-413D-8BA1-7BC66B5B1FF4}">
      <dgm:prSet phldrT="[Testo]" phldr="0"/>
      <dgm:spPr/>
      <dgm:t>
        <a:bodyPr/>
        <a:lstStyle/>
        <a:p>
          <a:r>
            <a:rPr lang="en-US" b="1" noProof="0" dirty="0"/>
            <a:t>Global  risks </a:t>
          </a:r>
        </a:p>
      </dgm:t>
    </dgm:pt>
    <dgm:pt modelId="{1A64648B-7656-47D9-9178-F2516F321B2B}" type="parTrans" cxnId="{0489CEA0-3A7B-4795-8803-BB598F314F1B}">
      <dgm:prSet/>
      <dgm:spPr/>
      <dgm:t>
        <a:bodyPr/>
        <a:lstStyle/>
        <a:p>
          <a:endParaRPr lang="en-US"/>
        </a:p>
      </dgm:t>
    </dgm:pt>
    <dgm:pt modelId="{24D89970-4BA7-484D-BB34-87A841C92DD0}" type="sibTrans" cxnId="{0489CEA0-3A7B-4795-8803-BB598F314F1B}">
      <dgm:prSet/>
      <dgm:spPr/>
      <dgm:t>
        <a:bodyPr/>
        <a:lstStyle/>
        <a:p>
          <a:endParaRPr lang="en-US"/>
        </a:p>
      </dgm:t>
    </dgm:pt>
    <dgm:pt modelId="{9A1D70EE-6069-44A9-9D54-C158DCA42460}" type="pres">
      <dgm:prSet presAssocID="{9FCBE6D3-DE67-4113-9F80-D18F21A0F9A5}" presName="hierChild1" presStyleCnt="0">
        <dgm:presLayoutVars>
          <dgm:orgChart val="1"/>
          <dgm:chPref val="1"/>
          <dgm:dir/>
          <dgm:animOne val="branch"/>
          <dgm:animLvl val="lvl"/>
          <dgm:resizeHandles/>
        </dgm:presLayoutVars>
      </dgm:prSet>
      <dgm:spPr/>
    </dgm:pt>
    <dgm:pt modelId="{CC5F33C0-CF6E-4310-8AEB-6841B6708619}" type="pres">
      <dgm:prSet presAssocID="{4FD8C4C0-BBB2-472E-A875-9D9459662DD3}" presName="hierRoot1" presStyleCnt="0">
        <dgm:presLayoutVars>
          <dgm:hierBranch val="init"/>
        </dgm:presLayoutVars>
      </dgm:prSet>
      <dgm:spPr/>
    </dgm:pt>
    <dgm:pt modelId="{AF654A48-CE98-4F18-AB3E-A728E258DC33}" type="pres">
      <dgm:prSet presAssocID="{4FD8C4C0-BBB2-472E-A875-9D9459662DD3}" presName="rootComposite1" presStyleCnt="0"/>
      <dgm:spPr/>
    </dgm:pt>
    <dgm:pt modelId="{1D0B6FA3-5597-4A7A-9C4C-57A22F021A6E}" type="pres">
      <dgm:prSet presAssocID="{4FD8C4C0-BBB2-472E-A875-9D9459662DD3}" presName="rootText1" presStyleLbl="node0" presStyleIdx="0" presStyleCnt="1">
        <dgm:presLayoutVars>
          <dgm:chPref val="3"/>
        </dgm:presLayoutVars>
      </dgm:prSet>
      <dgm:spPr/>
    </dgm:pt>
    <dgm:pt modelId="{8F789C07-1905-4B14-9479-452DD7890E38}" type="pres">
      <dgm:prSet presAssocID="{4FD8C4C0-BBB2-472E-A875-9D9459662DD3}" presName="rootConnector1" presStyleLbl="node1" presStyleIdx="0" presStyleCnt="0"/>
      <dgm:spPr/>
    </dgm:pt>
    <dgm:pt modelId="{25D27ABA-BF7A-42D2-842F-9E548CAB54B9}" type="pres">
      <dgm:prSet presAssocID="{4FD8C4C0-BBB2-472E-A875-9D9459662DD3}" presName="hierChild2" presStyleCnt="0"/>
      <dgm:spPr/>
    </dgm:pt>
    <dgm:pt modelId="{A5C79E91-1013-43AE-8CCD-1DD8394449B0}" type="pres">
      <dgm:prSet presAssocID="{1A64648B-7656-47D9-9178-F2516F321B2B}" presName="Name37" presStyleLbl="parChTrans1D2" presStyleIdx="0" presStyleCnt="1"/>
      <dgm:spPr/>
    </dgm:pt>
    <dgm:pt modelId="{1469AE71-4E3E-4FD8-83FF-FA9054136C68}" type="pres">
      <dgm:prSet presAssocID="{31C15E04-086C-413D-8BA1-7BC66B5B1FF4}" presName="hierRoot2" presStyleCnt="0">
        <dgm:presLayoutVars>
          <dgm:hierBranch val="init"/>
        </dgm:presLayoutVars>
      </dgm:prSet>
      <dgm:spPr/>
    </dgm:pt>
    <dgm:pt modelId="{20A28BED-49A4-4DD5-BB87-29165901EBCB}" type="pres">
      <dgm:prSet presAssocID="{31C15E04-086C-413D-8BA1-7BC66B5B1FF4}" presName="rootComposite" presStyleCnt="0"/>
      <dgm:spPr/>
    </dgm:pt>
    <dgm:pt modelId="{9F73FDCC-FFDE-4275-9F07-08D963E9E8CB}" type="pres">
      <dgm:prSet presAssocID="{31C15E04-086C-413D-8BA1-7BC66B5B1FF4}" presName="rootText" presStyleLbl="node2" presStyleIdx="0" presStyleCnt="1">
        <dgm:presLayoutVars>
          <dgm:chPref val="3"/>
        </dgm:presLayoutVars>
      </dgm:prSet>
      <dgm:spPr/>
    </dgm:pt>
    <dgm:pt modelId="{567B0BA6-63D8-4CFB-846C-C74DB9CF8708}" type="pres">
      <dgm:prSet presAssocID="{31C15E04-086C-413D-8BA1-7BC66B5B1FF4}" presName="rootConnector" presStyleLbl="node2" presStyleIdx="0" presStyleCnt="1"/>
      <dgm:spPr/>
    </dgm:pt>
    <dgm:pt modelId="{72E55A82-D880-4278-BE8D-9C7E233A7B54}" type="pres">
      <dgm:prSet presAssocID="{31C15E04-086C-413D-8BA1-7BC66B5B1FF4}" presName="hierChild4" presStyleCnt="0"/>
      <dgm:spPr/>
    </dgm:pt>
    <dgm:pt modelId="{869AA671-528B-4D3A-9D0D-42D687C9F718}" type="pres">
      <dgm:prSet presAssocID="{866EAB45-0A17-4414-B644-B90754A7AF03}" presName="Name37" presStyleLbl="parChTrans1D3" presStyleIdx="0" presStyleCnt="1"/>
      <dgm:spPr/>
    </dgm:pt>
    <dgm:pt modelId="{E38BB7A8-2115-4F13-99AA-65E494E9CC3F}" type="pres">
      <dgm:prSet presAssocID="{AB73210C-39E5-4D21-93A0-03FED3E5C2D6}" presName="hierRoot2" presStyleCnt="0">
        <dgm:presLayoutVars>
          <dgm:hierBranch val="hang"/>
        </dgm:presLayoutVars>
      </dgm:prSet>
      <dgm:spPr/>
    </dgm:pt>
    <dgm:pt modelId="{C86E545C-7473-48D7-B66B-164B403C088F}" type="pres">
      <dgm:prSet presAssocID="{AB73210C-39E5-4D21-93A0-03FED3E5C2D6}" presName="rootComposite" presStyleCnt="0"/>
      <dgm:spPr/>
    </dgm:pt>
    <dgm:pt modelId="{1174F5C9-E11C-409B-8B53-6937A18CCA28}" type="pres">
      <dgm:prSet presAssocID="{AB73210C-39E5-4D21-93A0-03FED3E5C2D6}" presName="rootText" presStyleLbl="node3" presStyleIdx="0" presStyleCnt="1">
        <dgm:presLayoutVars>
          <dgm:chPref val="3"/>
        </dgm:presLayoutVars>
      </dgm:prSet>
      <dgm:spPr/>
    </dgm:pt>
    <dgm:pt modelId="{114E7CC4-B693-45A4-9F30-D438C9E9E091}" type="pres">
      <dgm:prSet presAssocID="{AB73210C-39E5-4D21-93A0-03FED3E5C2D6}" presName="rootConnector" presStyleLbl="node3" presStyleIdx="0" presStyleCnt="1"/>
      <dgm:spPr/>
    </dgm:pt>
    <dgm:pt modelId="{787A20C3-66AF-4A0A-8E7D-E41231080917}" type="pres">
      <dgm:prSet presAssocID="{AB73210C-39E5-4D21-93A0-03FED3E5C2D6}" presName="hierChild4" presStyleCnt="0"/>
      <dgm:spPr/>
    </dgm:pt>
    <dgm:pt modelId="{A9411ADD-CAD8-4F82-9C95-C5D5342C6A46}" type="pres">
      <dgm:prSet presAssocID="{0857042D-65E7-4CCF-861B-AA88F7875AEE}" presName="Name48" presStyleLbl="parChTrans1D4" presStyleIdx="0" presStyleCnt="4"/>
      <dgm:spPr/>
    </dgm:pt>
    <dgm:pt modelId="{9B18A664-A38A-4A4A-A341-13359380FB9F}" type="pres">
      <dgm:prSet presAssocID="{3F4788F4-1B6D-4076-906A-78A90AD4414E}" presName="hierRoot2" presStyleCnt="0">
        <dgm:presLayoutVars>
          <dgm:hierBranch val="init"/>
        </dgm:presLayoutVars>
      </dgm:prSet>
      <dgm:spPr/>
    </dgm:pt>
    <dgm:pt modelId="{A9BEFCA6-A163-4855-A1CE-9DADD90A29F3}" type="pres">
      <dgm:prSet presAssocID="{3F4788F4-1B6D-4076-906A-78A90AD4414E}" presName="rootComposite" presStyleCnt="0"/>
      <dgm:spPr/>
    </dgm:pt>
    <dgm:pt modelId="{92B4228C-AFE1-4F9E-825A-1ECBEE14D5D3}" type="pres">
      <dgm:prSet presAssocID="{3F4788F4-1B6D-4076-906A-78A90AD4414E}" presName="rootText" presStyleLbl="node4" presStyleIdx="0" presStyleCnt="4">
        <dgm:presLayoutVars>
          <dgm:chPref val="3"/>
        </dgm:presLayoutVars>
      </dgm:prSet>
      <dgm:spPr>
        <a:prstGeom prst="rect">
          <a:avLst/>
        </a:prstGeom>
      </dgm:spPr>
    </dgm:pt>
    <dgm:pt modelId="{CE5EDFB5-C712-4340-A27E-ACAF8C151032}" type="pres">
      <dgm:prSet presAssocID="{3F4788F4-1B6D-4076-906A-78A90AD4414E}" presName="rootConnector" presStyleLbl="node4" presStyleIdx="0" presStyleCnt="4"/>
      <dgm:spPr/>
    </dgm:pt>
    <dgm:pt modelId="{B4A723B1-C914-4161-A416-398333A626E5}" type="pres">
      <dgm:prSet presAssocID="{3F4788F4-1B6D-4076-906A-78A90AD4414E}" presName="hierChild4" presStyleCnt="0"/>
      <dgm:spPr/>
    </dgm:pt>
    <dgm:pt modelId="{87C02883-3837-4D68-AF87-CEE68A187716}" type="pres">
      <dgm:prSet presAssocID="{3F4788F4-1B6D-4076-906A-78A90AD4414E}" presName="hierChild5" presStyleCnt="0"/>
      <dgm:spPr/>
    </dgm:pt>
    <dgm:pt modelId="{F4C0A48A-4A1F-4C52-AEE9-538C5D292E3E}" type="pres">
      <dgm:prSet presAssocID="{F141ED5C-A1F2-450B-B61D-B922B537AA52}" presName="Name48" presStyleLbl="parChTrans1D4" presStyleIdx="1" presStyleCnt="4"/>
      <dgm:spPr/>
    </dgm:pt>
    <dgm:pt modelId="{34994DD5-0E30-4D9D-930B-9909A07071B5}" type="pres">
      <dgm:prSet presAssocID="{2DF778DE-2EF4-428B-AE1A-A7A544775B84}" presName="hierRoot2" presStyleCnt="0">
        <dgm:presLayoutVars>
          <dgm:hierBranch val="init"/>
        </dgm:presLayoutVars>
      </dgm:prSet>
      <dgm:spPr/>
    </dgm:pt>
    <dgm:pt modelId="{AC8B1B99-6110-4B19-BB1A-066FBC123006}" type="pres">
      <dgm:prSet presAssocID="{2DF778DE-2EF4-428B-AE1A-A7A544775B84}" presName="rootComposite" presStyleCnt="0"/>
      <dgm:spPr/>
    </dgm:pt>
    <dgm:pt modelId="{B6D5EA2D-0263-4A16-BA82-7E350B4454E9}" type="pres">
      <dgm:prSet presAssocID="{2DF778DE-2EF4-428B-AE1A-A7A544775B84}" presName="rootText" presStyleLbl="node4" presStyleIdx="1" presStyleCnt="4">
        <dgm:presLayoutVars>
          <dgm:chPref val="3"/>
        </dgm:presLayoutVars>
      </dgm:prSet>
      <dgm:spPr>
        <a:prstGeom prst="rect">
          <a:avLst/>
        </a:prstGeom>
      </dgm:spPr>
    </dgm:pt>
    <dgm:pt modelId="{483E8100-2863-4016-A79F-3E8AB2E9DF5A}" type="pres">
      <dgm:prSet presAssocID="{2DF778DE-2EF4-428B-AE1A-A7A544775B84}" presName="rootConnector" presStyleLbl="node4" presStyleIdx="1" presStyleCnt="4"/>
      <dgm:spPr/>
    </dgm:pt>
    <dgm:pt modelId="{87C7B369-437A-4DF2-A3E4-1E1EF4B82F24}" type="pres">
      <dgm:prSet presAssocID="{2DF778DE-2EF4-428B-AE1A-A7A544775B84}" presName="hierChild4" presStyleCnt="0"/>
      <dgm:spPr/>
    </dgm:pt>
    <dgm:pt modelId="{88A8A677-C722-44FC-AAB4-2951CC619CD8}" type="pres">
      <dgm:prSet presAssocID="{2DF778DE-2EF4-428B-AE1A-A7A544775B84}" presName="hierChild5" presStyleCnt="0"/>
      <dgm:spPr/>
    </dgm:pt>
    <dgm:pt modelId="{DBEAA670-3CDF-4D9E-8E5F-0DEFB19D030C}" type="pres">
      <dgm:prSet presAssocID="{2577C24F-42A4-4FA5-8A22-A78513CF8A04}" presName="Name48" presStyleLbl="parChTrans1D4" presStyleIdx="2" presStyleCnt="4"/>
      <dgm:spPr/>
    </dgm:pt>
    <dgm:pt modelId="{1CC73AA9-989D-4A63-A7CD-C1B410BF6A4A}" type="pres">
      <dgm:prSet presAssocID="{B31A1497-62D3-4712-BF4E-850306C75877}" presName="hierRoot2" presStyleCnt="0">
        <dgm:presLayoutVars>
          <dgm:hierBranch val="init"/>
        </dgm:presLayoutVars>
      </dgm:prSet>
      <dgm:spPr/>
    </dgm:pt>
    <dgm:pt modelId="{C36F26FF-808D-44DA-8EB1-F9A9ACE8E895}" type="pres">
      <dgm:prSet presAssocID="{B31A1497-62D3-4712-BF4E-850306C75877}" presName="rootComposite" presStyleCnt="0"/>
      <dgm:spPr/>
    </dgm:pt>
    <dgm:pt modelId="{62A21B24-75E2-4784-B7AC-A2533271CA38}" type="pres">
      <dgm:prSet presAssocID="{B31A1497-62D3-4712-BF4E-850306C75877}" presName="rootText" presStyleLbl="node4" presStyleIdx="2" presStyleCnt="4">
        <dgm:presLayoutVars>
          <dgm:chPref val="3"/>
        </dgm:presLayoutVars>
      </dgm:prSet>
      <dgm:spPr>
        <a:prstGeom prst="rect">
          <a:avLst/>
        </a:prstGeom>
      </dgm:spPr>
    </dgm:pt>
    <dgm:pt modelId="{B08FED6D-4923-48C3-B7EB-00F9CD9225EA}" type="pres">
      <dgm:prSet presAssocID="{B31A1497-62D3-4712-BF4E-850306C75877}" presName="rootConnector" presStyleLbl="node4" presStyleIdx="2" presStyleCnt="4"/>
      <dgm:spPr/>
    </dgm:pt>
    <dgm:pt modelId="{3D7A22F6-DB0F-4C42-A818-1E9BA6E25F75}" type="pres">
      <dgm:prSet presAssocID="{B31A1497-62D3-4712-BF4E-850306C75877}" presName="hierChild4" presStyleCnt="0"/>
      <dgm:spPr/>
    </dgm:pt>
    <dgm:pt modelId="{3976B1A2-C539-4601-B43A-95F617D2DC34}" type="pres">
      <dgm:prSet presAssocID="{B31A1497-62D3-4712-BF4E-850306C75877}" presName="hierChild5" presStyleCnt="0"/>
      <dgm:spPr/>
    </dgm:pt>
    <dgm:pt modelId="{8DA12E22-A466-47B5-9C18-3DD199F03279}" type="pres">
      <dgm:prSet presAssocID="{C01D689A-B2D2-4F8B-86DD-7255D7257BCA}" presName="Name48" presStyleLbl="parChTrans1D4" presStyleIdx="3" presStyleCnt="4"/>
      <dgm:spPr/>
    </dgm:pt>
    <dgm:pt modelId="{59BDDA01-F4CF-44EF-974A-626999CB1BD2}" type="pres">
      <dgm:prSet presAssocID="{F768C40B-1830-4B2A-B693-DC6289EBC309}" presName="hierRoot2" presStyleCnt="0">
        <dgm:presLayoutVars>
          <dgm:hierBranch val="init"/>
        </dgm:presLayoutVars>
      </dgm:prSet>
      <dgm:spPr/>
    </dgm:pt>
    <dgm:pt modelId="{85E50241-6CD2-4230-9A3B-6D0DC6396F80}" type="pres">
      <dgm:prSet presAssocID="{F768C40B-1830-4B2A-B693-DC6289EBC309}" presName="rootComposite" presStyleCnt="0"/>
      <dgm:spPr/>
    </dgm:pt>
    <dgm:pt modelId="{DEE2600D-55F1-493F-8E96-53C8D203305E}" type="pres">
      <dgm:prSet presAssocID="{F768C40B-1830-4B2A-B693-DC6289EBC309}" presName="rootText" presStyleLbl="node4" presStyleIdx="3" presStyleCnt="4">
        <dgm:presLayoutVars>
          <dgm:chPref val="3"/>
        </dgm:presLayoutVars>
      </dgm:prSet>
      <dgm:spPr>
        <a:prstGeom prst="rect">
          <a:avLst/>
        </a:prstGeom>
      </dgm:spPr>
    </dgm:pt>
    <dgm:pt modelId="{B68BFB30-D458-4D3A-B0B6-FAEAF3548748}" type="pres">
      <dgm:prSet presAssocID="{F768C40B-1830-4B2A-B693-DC6289EBC309}" presName="rootConnector" presStyleLbl="node4" presStyleIdx="3" presStyleCnt="4"/>
      <dgm:spPr/>
    </dgm:pt>
    <dgm:pt modelId="{C4B25C0F-6C4F-4DBC-9E15-F22CCFCB2BC8}" type="pres">
      <dgm:prSet presAssocID="{F768C40B-1830-4B2A-B693-DC6289EBC309}" presName="hierChild4" presStyleCnt="0"/>
      <dgm:spPr/>
    </dgm:pt>
    <dgm:pt modelId="{A403445D-EBF2-4113-8DEF-8A0AD485EAF9}" type="pres">
      <dgm:prSet presAssocID="{F768C40B-1830-4B2A-B693-DC6289EBC309}" presName="hierChild5" presStyleCnt="0"/>
      <dgm:spPr/>
    </dgm:pt>
    <dgm:pt modelId="{2CCB6DF7-5943-487F-9DCD-8C353ED96871}" type="pres">
      <dgm:prSet presAssocID="{AB73210C-39E5-4D21-93A0-03FED3E5C2D6}" presName="hierChild5" presStyleCnt="0"/>
      <dgm:spPr/>
    </dgm:pt>
    <dgm:pt modelId="{2A1E83BF-69F9-4FE3-BCB7-D343665B102E}" type="pres">
      <dgm:prSet presAssocID="{31C15E04-086C-413D-8BA1-7BC66B5B1FF4}" presName="hierChild5" presStyleCnt="0"/>
      <dgm:spPr/>
    </dgm:pt>
    <dgm:pt modelId="{67953ED5-CB86-4C2B-A66E-76D072DA6ADD}" type="pres">
      <dgm:prSet presAssocID="{4FD8C4C0-BBB2-472E-A875-9D9459662DD3}" presName="hierChild3" presStyleCnt="0"/>
      <dgm:spPr/>
    </dgm:pt>
  </dgm:ptLst>
  <dgm:cxnLst>
    <dgm:cxn modelId="{F15A1C0F-D3CE-4FFA-B935-B7875713AC31}" type="presOf" srcId="{AB73210C-39E5-4D21-93A0-03FED3E5C2D6}" destId="{1174F5C9-E11C-409B-8B53-6937A18CCA28}" srcOrd="0" destOrd="0" presId="urn:microsoft.com/office/officeart/2005/8/layout/orgChart1"/>
    <dgm:cxn modelId="{5236B114-0216-4CC2-892C-CD60C3BA702D}" type="presOf" srcId="{0857042D-65E7-4CCF-861B-AA88F7875AEE}" destId="{A9411ADD-CAD8-4F82-9C95-C5D5342C6A46}" srcOrd="0" destOrd="0" presId="urn:microsoft.com/office/officeart/2005/8/layout/orgChart1"/>
    <dgm:cxn modelId="{B38AA916-A087-4BE3-B9EC-B452EEE3DF9A}" type="presOf" srcId="{31C15E04-086C-413D-8BA1-7BC66B5B1FF4}" destId="{9F73FDCC-FFDE-4275-9F07-08D963E9E8CB}" srcOrd="0" destOrd="0" presId="urn:microsoft.com/office/officeart/2005/8/layout/orgChart1"/>
    <dgm:cxn modelId="{7E7F2D21-EF55-42E5-A717-09DC5E3EFAA7}" srcId="{AB73210C-39E5-4D21-93A0-03FED3E5C2D6}" destId="{B31A1497-62D3-4712-BF4E-850306C75877}" srcOrd="2" destOrd="0" parTransId="{2577C24F-42A4-4FA5-8A22-A78513CF8A04}" sibTransId="{D96E8F50-F511-4C4D-A97C-31D55092C5EC}"/>
    <dgm:cxn modelId="{6832F024-9872-47C1-862A-296382680E5D}" type="presOf" srcId="{2DF778DE-2EF4-428B-AE1A-A7A544775B84}" destId="{483E8100-2863-4016-A79F-3E8AB2E9DF5A}" srcOrd="1" destOrd="0" presId="urn:microsoft.com/office/officeart/2005/8/layout/orgChart1"/>
    <dgm:cxn modelId="{5036632B-4F7D-4CE2-A583-B6C89D09B138}" type="presOf" srcId="{3F4788F4-1B6D-4076-906A-78A90AD4414E}" destId="{92B4228C-AFE1-4F9E-825A-1ECBEE14D5D3}" srcOrd="0" destOrd="0" presId="urn:microsoft.com/office/officeart/2005/8/layout/orgChart1"/>
    <dgm:cxn modelId="{BE6E3D3C-B836-4FA9-9D54-BB8978ED499B}" srcId="{31C15E04-086C-413D-8BA1-7BC66B5B1FF4}" destId="{AB73210C-39E5-4D21-93A0-03FED3E5C2D6}" srcOrd="0" destOrd="0" parTransId="{866EAB45-0A17-4414-B644-B90754A7AF03}" sibTransId="{1FDBB147-9BE9-4629-BA66-25AED13A7E1F}"/>
    <dgm:cxn modelId="{BE2ED16A-A791-4E57-BD36-EFE6C7005B34}" type="presOf" srcId="{F768C40B-1830-4B2A-B693-DC6289EBC309}" destId="{B68BFB30-D458-4D3A-B0B6-FAEAF3548748}" srcOrd="1" destOrd="0" presId="urn:microsoft.com/office/officeart/2005/8/layout/orgChart1"/>
    <dgm:cxn modelId="{B9408C73-C16D-45CA-A7EE-D757F8382BDF}" type="presOf" srcId="{B31A1497-62D3-4712-BF4E-850306C75877}" destId="{B08FED6D-4923-48C3-B7EB-00F9CD9225EA}" srcOrd="1" destOrd="0" presId="urn:microsoft.com/office/officeart/2005/8/layout/orgChart1"/>
    <dgm:cxn modelId="{E2472F81-FD33-42CC-AB1D-05D4DC45A62A}" type="presOf" srcId="{2577C24F-42A4-4FA5-8A22-A78513CF8A04}" destId="{DBEAA670-3CDF-4D9E-8E5F-0DEFB19D030C}" srcOrd="0" destOrd="0" presId="urn:microsoft.com/office/officeart/2005/8/layout/orgChart1"/>
    <dgm:cxn modelId="{A5A2C283-8F8C-431D-8A4B-78E8AD8BC5D5}" type="presOf" srcId="{4FD8C4C0-BBB2-472E-A875-9D9459662DD3}" destId="{1D0B6FA3-5597-4A7A-9C4C-57A22F021A6E}" srcOrd="0" destOrd="0" presId="urn:microsoft.com/office/officeart/2005/8/layout/orgChart1"/>
    <dgm:cxn modelId="{BD27028A-32DF-4C0A-B3A4-25636582A826}" srcId="{AB73210C-39E5-4D21-93A0-03FED3E5C2D6}" destId="{2DF778DE-2EF4-428B-AE1A-A7A544775B84}" srcOrd="1" destOrd="0" parTransId="{F141ED5C-A1F2-450B-B61D-B922B537AA52}" sibTransId="{4E1E831C-1466-4FA6-9E0E-62D611372539}"/>
    <dgm:cxn modelId="{959D678A-3185-450F-B4D1-69653717E1E8}" type="presOf" srcId="{B31A1497-62D3-4712-BF4E-850306C75877}" destId="{62A21B24-75E2-4784-B7AC-A2533271CA38}" srcOrd="0" destOrd="0" presId="urn:microsoft.com/office/officeart/2005/8/layout/orgChart1"/>
    <dgm:cxn modelId="{2B20B68A-C390-486C-8D24-70CE67D5B41D}" type="presOf" srcId="{1A64648B-7656-47D9-9178-F2516F321B2B}" destId="{A5C79E91-1013-43AE-8CCD-1DD8394449B0}" srcOrd="0" destOrd="0" presId="urn:microsoft.com/office/officeart/2005/8/layout/orgChart1"/>
    <dgm:cxn modelId="{DDDDB68C-C96A-4F8D-BCE8-86E08A3D6DC0}" type="presOf" srcId="{C01D689A-B2D2-4F8B-86DD-7255D7257BCA}" destId="{8DA12E22-A466-47B5-9C18-3DD199F03279}" srcOrd="0" destOrd="0" presId="urn:microsoft.com/office/officeart/2005/8/layout/orgChart1"/>
    <dgm:cxn modelId="{4637AA9B-0E92-4D7E-90DB-8070E9118CE5}" type="presOf" srcId="{AB73210C-39E5-4D21-93A0-03FED3E5C2D6}" destId="{114E7CC4-B693-45A4-9F30-D438C9E9E091}" srcOrd="1" destOrd="0" presId="urn:microsoft.com/office/officeart/2005/8/layout/orgChart1"/>
    <dgm:cxn modelId="{5A7B7C9C-3E51-4110-8601-97D8D51FC36A}" type="presOf" srcId="{4FD8C4C0-BBB2-472E-A875-9D9459662DD3}" destId="{8F789C07-1905-4B14-9479-452DD7890E38}" srcOrd="1" destOrd="0" presId="urn:microsoft.com/office/officeart/2005/8/layout/orgChart1"/>
    <dgm:cxn modelId="{307A7A9E-F7F3-44EF-A5B4-115986234112}" type="presOf" srcId="{31C15E04-086C-413D-8BA1-7BC66B5B1FF4}" destId="{567B0BA6-63D8-4CFB-846C-C74DB9CF8708}" srcOrd="1" destOrd="0" presId="urn:microsoft.com/office/officeart/2005/8/layout/orgChart1"/>
    <dgm:cxn modelId="{0A77219F-8CE0-4348-AF36-FCAD70D4AB58}" type="presOf" srcId="{9FCBE6D3-DE67-4113-9F80-D18F21A0F9A5}" destId="{9A1D70EE-6069-44A9-9D54-C158DCA42460}" srcOrd="0" destOrd="0" presId="urn:microsoft.com/office/officeart/2005/8/layout/orgChart1"/>
    <dgm:cxn modelId="{154B5A9F-272A-47A8-8ACB-40B5014821EB}" type="presOf" srcId="{3F4788F4-1B6D-4076-906A-78A90AD4414E}" destId="{CE5EDFB5-C712-4340-A27E-ACAF8C151032}" srcOrd="1" destOrd="0" presId="urn:microsoft.com/office/officeart/2005/8/layout/orgChart1"/>
    <dgm:cxn modelId="{0489CEA0-3A7B-4795-8803-BB598F314F1B}" srcId="{4FD8C4C0-BBB2-472E-A875-9D9459662DD3}" destId="{31C15E04-086C-413D-8BA1-7BC66B5B1FF4}" srcOrd="0" destOrd="0" parTransId="{1A64648B-7656-47D9-9178-F2516F321B2B}" sibTransId="{24D89970-4BA7-484D-BB34-87A841C92DD0}"/>
    <dgm:cxn modelId="{3E289DA8-BE2E-4E01-A02F-01AAA38C9A25}" srcId="{9FCBE6D3-DE67-4113-9F80-D18F21A0F9A5}" destId="{4FD8C4C0-BBB2-472E-A875-9D9459662DD3}" srcOrd="0" destOrd="0" parTransId="{D0647FDE-A907-4EB4-9640-6CD31C9DCA39}" sibTransId="{8ECD9487-0C55-4EF6-90A0-5EA1576F991E}"/>
    <dgm:cxn modelId="{C83BDCAD-3D29-415F-B52C-BCA81F8AB36D}" type="presOf" srcId="{F141ED5C-A1F2-450B-B61D-B922B537AA52}" destId="{F4C0A48A-4A1F-4C52-AEE9-538C5D292E3E}" srcOrd="0" destOrd="0" presId="urn:microsoft.com/office/officeart/2005/8/layout/orgChart1"/>
    <dgm:cxn modelId="{DCAABEB8-B980-49F4-B432-9D41637A17A7}" srcId="{AB73210C-39E5-4D21-93A0-03FED3E5C2D6}" destId="{3F4788F4-1B6D-4076-906A-78A90AD4414E}" srcOrd="0" destOrd="0" parTransId="{0857042D-65E7-4CCF-861B-AA88F7875AEE}" sibTransId="{500C88FC-BE40-4CB1-8657-C13D1582EB03}"/>
    <dgm:cxn modelId="{E1B517BD-6B01-4D16-A0CC-852FAC4E76B5}" type="presOf" srcId="{2DF778DE-2EF4-428B-AE1A-A7A544775B84}" destId="{B6D5EA2D-0263-4A16-BA82-7E350B4454E9}" srcOrd="0" destOrd="0" presId="urn:microsoft.com/office/officeart/2005/8/layout/orgChart1"/>
    <dgm:cxn modelId="{4A37F8D5-99FB-4FE0-B9DE-7309CE2AB36F}" type="presOf" srcId="{866EAB45-0A17-4414-B644-B90754A7AF03}" destId="{869AA671-528B-4D3A-9D0D-42D687C9F718}" srcOrd="0" destOrd="0" presId="urn:microsoft.com/office/officeart/2005/8/layout/orgChart1"/>
    <dgm:cxn modelId="{AC3321DF-C3C1-4941-98CF-C754C040A2C9}" type="presOf" srcId="{F768C40B-1830-4B2A-B693-DC6289EBC309}" destId="{DEE2600D-55F1-493F-8E96-53C8D203305E}" srcOrd="0" destOrd="0" presId="urn:microsoft.com/office/officeart/2005/8/layout/orgChart1"/>
    <dgm:cxn modelId="{CB82D9ED-7A9A-4AFE-9FCC-E780BB76B741}" srcId="{AB73210C-39E5-4D21-93A0-03FED3E5C2D6}" destId="{F768C40B-1830-4B2A-B693-DC6289EBC309}" srcOrd="3" destOrd="0" parTransId="{C01D689A-B2D2-4F8B-86DD-7255D7257BCA}" sibTransId="{075CB319-2FBD-4266-B946-D9AFD8FBE8E4}"/>
    <dgm:cxn modelId="{25316867-B640-4777-9412-25591D680C1E}" type="presParOf" srcId="{9A1D70EE-6069-44A9-9D54-C158DCA42460}" destId="{CC5F33C0-CF6E-4310-8AEB-6841B6708619}" srcOrd="0" destOrd="0" presId="urn:microsoft.com/office/officeart/2005/8/layout/orgChart1"/>
    <dgm:cxn modelId="{E5BD8E81-A64C-4E7D-B4EE-46EF21FB7B5F}" type="presParOf" srcId="{CC5F33C0-CF6E-4310-8AEB-6841B6708619}" destId="{AF654A48-CE98-4F18-AB3E-A728E258DC33}" srcOrd="0" destOrd="0" presId="urn:microsoft.com/office/officeart/2005/8/layout/orgChart1"/>
    <dgm:cxn modelId="{6D6FBA1A-FF9F-4506-A513-8BDC6C34A166}" type="presParOf" srcId="{AF654A48-CE98-4F18-AB3E-A728E258DC33}" destId="{1D0B6FA3-5597-4A7A-9C4C-57A22F021A6E}" srcOrd="0" destOrd="0" presId="urn:microsoft.com/office/officeart/2005/8/layout/orgChart1"/>
    <dgm:cxn modelId="{2E25089E-AF33-446C-9169-37E2D2232B2C}" type="presParOf" srcId="{AF654A48-CE98-4F18-AB3E-A728E258DC33}" destId="{8F789C07-1905-4B14-9479-452DD7890E38}" srcOrd="1" destOrd="0" presId="urn:microsoft.com/office/officeart/2005/8/layout/orgChart1"/>
    <dgm:cxn modelId="{46880D30-6523-4CDE-9D18-0BB410DAC4AC}" type="presParOf" srcId="{CC5F33C0-CF6E-4310-8AEB-6841B6708619}" destId="{25D27ABA-BF7A-42D2-842F-9E548CAB54B9}" srcOrd="1" destOrd="0" presId="urn:microsoft.com/office/officeart/2005/8/layout/orgChart1"/>
    <dgm:cxn modelId="{D93BE38B-CFF1-4F61-A8B2-DE33E5A2EA2D}" type="presParOf" srcId="{25D27ABA-BF7A-42D2-842F-9E548CAB54B9}" destId="{A5C79E91-1013-43AE-8CCD-1DD8394449B0}" srcOrd="0" destOrd="0" presId="urn:microsoft.com/office/officeart/2005/8/layout/orgChart1"/>
    <dgm:cxn modelId="{4329CEAE-BCC3-44B1-A780-C8C0A7BBD5F3}" type="presParOf" srcId="{25D27ABA-BF7A-42D2-842F-9E548CAB54B9}" destId="{1469AE71-4E3E-4FD8-83FF-FA9054136C68}" srcOrd="1" destOrd="0" presId="urn:microsoft.com/office/officeart/2005/8/layout/orgChart1"/>
    <dgm:cxn modelId="{6507B942-7978-4BDB-8F1E-F0CF81907E49}" type="presParOf" srcId="{1469AE71-4E3E-4FD8-83FF-FA9054136C68}" destId="{20A28BED-49A4-4DD5-BB87-29165901EBCB}" srcOrd="0" destOrd="0" presId="urn:microsoft.com/office/officeart/2005/8/layout/orgChart1"/>
    <dgm:cxn modelId="{C060C039-658B-4C0A-93DE-4CA573E3BAC7}" type="presParOf" srcId="{20A28BED-49A4-4DD5-BB87-29165901EBCB}" destId="{9F73FDCC-FFDE-4275-9F07-08D963E9E8CB}" srcOrd="0" destOrd="0" presId="urn:microsoft.com/office/officeart/2005/8/layout/orgChart1"/>
    <dgm:cxn modelId="{4472E4DD-2D91-4733-9F8C-3F7FB703D15B}" type="presParOf" srcId="{20A28BED-49A4-4DD5-BB87-29165901EBCB}" destId="{567B0BA6-63D8-4CFB-846C-C74DB9CF8708}" srcOrd="1" destOrd="0" presId="urn:microsoft.com/office/officeart/2005/8/layout/orgChart1"/>
    <dgm:cxn modelId="{8DFD49A9-C3B3-42AD-A81C-7B52798AC78F}" type="presParOf" srcId="{1469AE71-4E3E-4FD8-83FF-FA9054136C68}" destId="{72E55A82-D880-4278-BE8D-9C7E233A7B54}" srcOrd="1" destOrd="0" presId="urn:microsoft.com/office/officeart/2005/8/layout/orgChart1"/>
    <dgm:cxn modelId="{00DF9381-4994-43C7-A7B2-9C9B00E4CED3}" type="presParOf" srcId="{72E55A82-D880-4278-BE8D-9C7E233A7B54}" destId="{869AA671-528B-4D3A-9D0D-42D687C9F718}" srcOrd="0" destOrd="0" presId="urn:microsoft.com/office/officeart/2005/8/layout/orgChart1"/>
    <dgm:cxn modelId="{03910186-B9CB-4F1B-9187-B3548C18C4B9}" type="presParOf" srcId="{72E55A82-D880-4278-BE8D-9C7E233A7B54}" destId="{E38BB7A8-2115-4F13-99AA-65E494E9CC3F}" srcOrd="1" destOrd="0" presId="urn:microsoft.com/office/officeart/2005/8/layout/orgChart1"/>
    <dgm:cxn modelId="{D15CEAAC-D7A0-444F-A6E8-EB15C4C90FCE}" type="presParOf" srcId="{E38BB7A8-2115-4F13-99AA-65E494E9CC3F}" destId="{C86E545C-7473-48D7-B66B-164B403C088F}" srcOrd="0" destOrd="0" presId="urn:microsoft.com/office/officeart/2005/8/layout/orgChart1"/>
    <dgm:cxn modelId="{A4DB01BE-C82B-4165-ADC4-EB573BEB5E43}" type="presParOf" srcId="{C86E545C-7473-48D7-B66B-164B403C088F}" destId="{1174F5C9-E11C-409B-8B53-6937A18CCA28}" srcOrd="0" destOrd="0" presId="urn:microsoft.com/office/officeart/2005/8/layout/orgChart1"/>
    <dgm:cxn modelId="{F245D63E-3FCD-4092-9B8F-4CDD5B6B59C0}" type="presParOf" srcId="{C86E545C-7473-48D7-B66B-164B403C088F}" destId="{114E7CC4-B693-45A4-9F30-D438C9E9E091}" srcOrd="1" destOrd="0" presId="urn:microsoft.com/office/officeart/2005/8/layout/orgChart1"/>
    <dgm:cxn modelId="{6C0E8224-9CC1-4E43-9901-426953590AE6}" type="presParOf" srcId="{E38BB7A8-2115-4F13-99AA-65E494E9CC3F}" destId="{787A20C3-66AF-4A0A-8E7D-E41231080917}" srcOrd="1" destOrd="0" presId="urn:microsoft.com/office/officeart/2005/8/layout/orgChart1"/>
    <dgm:cxn modelId="{4D69923E-B589-420B-89F3-CF6CF7408AF4}" type="presParOf" srcId="{787A20C3-66AF-4A0A-8E7D-E41231080917}" destId="{A9411ADD-CAD8-4F82-9C95-C5D5342C6A46}" srcOrd="0" destOrd="0" presId="urn:microsoft.com/office/officeart/2005/8/layout/orgChart1"/>
    <dgm:cxn modelId="{92348835-7920-4279-B53A-6A222F27041B}" type="presParOf" srcId="{787A20C3-66AF-4A0A-8E7D-E41231080917}" destId="{9B18A664-A38A-4A4A-A341-13359380FB9F}" srcOrd="1" destOrd="0" presId="urn:microsoft.com/office/officeart/2005/8/layout/orgChart1"/>
    <dgm:cxn modelId="{9E6FD59B-AB13-44F6-8763-316079109B9B}" type="presParOf" srcId="{9B18A664-A38A-4A4A-A341-13359380FB9F}" destId="{A9BEFCA6-A163-4855-A1CE-9DADD90A29F3}" srcOrd="0" destOrd="0" presId="urn:microsoft.com/office/officeart/2005/8/layout/orgChart1"/>
    <dgm:cxn modelId="{41622050-A2A7-4C9D-A76C-F379653D5C31}" type="presParOf" srcId="{A9BEFCA6-A163-4855-A1CE-9DADD90A29F3}" destId="{92B4228C-AFE1-4F9E-825A-1ECBEE14D5D3}" srcOrd="0" destOrd="0" presId="urn:microsoft.com/office/officeart/2005/8/layout/orgChart1"/>
    <dgm:cxn modelId="{E24253C1-ADF4-4E26-A7E8-AE89CEF106ED}" type="presParOf" srcId="{A9BEFCA6-A163-4855-A1CE-9DADD90A29F3}" destId="{CE5EDFB5-C712-4340-A27E-ACAF8C151032}" srcOrd="1" destOrd="0" presId="urn:microsoft.com/office/officeart/2005/8/layout/orgChart1"/>
    <dgm:cxn modelId="{E167E021-007B-4107-9083-B537789552DD}" type="presParOf" srcId="{9B18A664-A38A-4A4A-A341-13359380FB9F}" destId="{B4A723B1-C914-4161-A416-398333A626E5}" srcOrd="1" destOrd="0" presId="urn:microsoft.com/office/officeart/2005/8/layout/orgChart1"/>
    <dgm:cxn modelId="{2259DE08-7BED-4CEE-89A9-FE1A188B49AD}" type="presParOf" srcId="{9B18A664-A38A-4A4A-A341-13359380FB9F}" destId="{87C02883-3837-4D68-AF87-CEE68A187716}" srcOrd="2" destOrd="0" presId="urn:microsoft.com/office/officeart/2005/8/layout/orgChart1"/>
    <dgm:cxn modelId="{0889F37D-AC1D-47F7-BC26-3B52172EC2F5}" type="presParOf" srcId="{787A20C3-66AF-4A0A-8E7D-E41231080917}" destId="{F4C0A48A-4A1F-4C52-AEE9-538C5D292E3E}" srcOrd="2" destOrd="0" presId="urn:microsoft.com/office/officeart/2005/8/layout/orgChart1"/>
    <dgm:cxn modelId="{8F5CC7D2-EC60-4A9B-A0FF-70AD8A528C06}" type="presParOf" srcId="{787A20C3-66AF-4A0A-8E7D-E41231080917}" destId="{34994DD5-0E30-4D9D-930B-9909A07071B5}" srcOrd="3" destOrd="0" presId="urn:microsoft.com/office/officeart/2005/8/layout/orgChart1"/>
    <dgm:cxn modelId="{E71DD85A-3C93-49F6-8741-028121B821E3}" type="presParOf" srcId="{34994DD5-0E30-4D9D-930B-9909A07071B5}" destId="{AC8B1B99-6110-4B19-BB1A-066FBC123006}" srcOrd="0" destOrd="0" presId="urn:microsoft.com/office/officeart/2005/8/layout/orgChart1"/>
    <dgm:cxn modelId="{DAE4A3B9-F08D-4B96-8206-B91FA7EF16CB}" type="presParOf" srcId="{AC8B1B99-6110-4B19-BB1A-066FBC123006}" destId="{B6D5EA2D-0263-4A16-BA82-7E350B4454E9}" srcOrd="0" destOrd="0" presId="urn:microsoft.com/office/officeart/2005/8/layout/orgChart1"/>
    <dgm:cxn modelId="{2EA5A440-755B-41F0-867E-C1726C0A89A0}" type="presParOf" srcId="{AC8B1B99-6110-4B19-BB1A-066FBC123006}" destId="{483E8100-2863-4016-A79F-3E8AB2E9DF5A}" srcOrd="1" destOrd="0" presId="urn:microsoft.com/office/officeart/2005/8/layout/orgChart1"/>
    <dgm:cxn modelId="{82E447C8-5712-4C09-900B-E0637CB27BC6}" type="presParOf" srcId="{34994DD5-0E30-4D9D-930B-9909A07071B5}" destId="{87C7B369-437A-4DF2-A3E4-1E1EF4B82F24}" srcOrd="1" destOrd="0" presId="urn:microsoft.com/office/officeart/2005/8/layout/orgChart1"/>
    <dgm:cxn modelId="{E8020DB3-6BB3-44B1-8E4C-16BE1A330B65}" type="presParOf" srcId="{34994DD5-0E30-4D9D-930B-9909A07071B5}" destId="{88A8A677-C722-44FC-AAB4-2951CC619CD8}" srcOrd="2" destOrd="0" presId="urn:microsoft.com/office/officeart/2005/8/layout/orgChart1"/>
    <dgm:cxn modelId="{279C132C-3656-4FAD-ADDC-F15A6F784B02}" type="presParOf" srcId="{787A20C3-66AF-4A0A-8E7D-E41231080917}" destId="{DBEAA670-3CDF-4D9E-8E5F-0DEFB19D030C}" srcOrd="4" destOrd="0" presId="urn:microsoft.com/office/officeart/2005/8/layout/orgChart1"/>
    <dgm:cxn modelId="{DB6BA420-46F2-4306-B61B-0F7D55280366}" type="presParOf" srcId="{787A20C3-66AF-4A0A-8E7D-E41231080917}" destId="{1CC73AA9-989D-4A63-A7CD-C1B410BF6A4A}" srcOrd="5" destOrd="0" presId="urn:microsoft.com/office/officeart/2005/8/layout/orgChart1"/>
    <dgm:cxn modelId="{DB6F7F90-320F-4021-8E96-920BC1E544D1}" type="presParOf" srcId="{1CC73AA9-989D-4A63-A7CD-C1B410BF6A4A}" destId="{C36F26FF-808D-44DA-8EB1-F9A9ACE8E895}" srcOrd="0" destOrd="0" presId="urn:microsoft.com/office/officeart/2005/8/layout/orgChart1"/>
    <dgm:cxn modelId="{75EB4452-BDD5-4552-AD85-C53E23DD89B7}" type="presParOf" srcId="{C36F26FF-808D-44DA-8EB1-F9A9ACE8E895}" destId="{62A21B24-75E2-4784-B7AC-A2533271CA38}" srcOrd="0" destOrd="0" presId="urn:microsoft.com/office/officeart/2005/8/layout/orgChart1"/>
    <dgm:cxn modelId="{AC1B8AA0-DBFC-49E9-98A6-506E6D619861}" type="presParOf" srcId="{C36F26FF-808D-44DA-8EB1-F9A9ACE8E895}" destId="{B08FED6D-4923-48C3-B7EB-00F9CD9225EA}" srcOrd="1" destOrd="0" presId="urn:microsoft.com/office/officeart/2005/8/layout/orgChart1"/>
    <dgm:cxn modelId="{A5C65AD4-BA72-452C-A41B-B12D6D22890F}" type="presParOf" srcId="{1CC73AA9-989D-4A63-A7CD-C1B410BF6A4A}" destId="{3D7A22F6-DB0F-4C42-A818-1E9BA6E25F75}" srcOrd="1" destOrd="0" presId="urn:microsoft.com/office/officeart/2005/8/layout/orgChart1"/>
    <dgm:cxn modelId="{2F1716A5-53CC-4844-B08B-3F8B2569B468}" type="presParOf" srcId="{1CC73AA9-989D-4A63-A7CD-C1B410BF6A4A}" destId="{3976B1A2-C539-4601-B43A-95F617D2DC34}" srcOrd="2" destOrd="0" presId="urn:microsoft.com/office/officeart/2005/8/layout/orgChart1"/>
    <dgm:cxn modelId="{73D2AFCD-B58D-49AB-B975-630BA1B7A9EA}" type="presParOf" srcId="{787A20C3-66AF-4A0A-8E7D-E41231080917}" destId="{8DA12E22-A466-47B5-9C18-3DD199F03279}" srcOrd="6" destOrd="0" presId="urn:microsoft.com/office/officeart/2005/8/layout/orgChart1"/>
    <dgm:cxn modelId="{F1C46E0B-435A-40FA-9004-9F369C6E5D01}" type="presParOf" srcId="{787A20C3-66AF-4A0A-8E7D-E41231080917}" destId="{59BDDA01-F4CF-44EF-974A-626999CB1BD2}" srcOrd="7" destOrd="0" presId="urn:microsoft.com/office/officeart/2005/8/layout/orgChart1"/>
    <dgm:cxn modelId="{2E9CA191-7391-41DF-92AB-3ED6C8D027DE}" type="presParOf" srcId="{59BDDA01-F4CF-44EF-974A-626999CB1BD2}" destId="{85E50241-6CD2-4230-9A3B-6D0DC6396F80}" srcOrd="0" destOrd="0" presId="urn:microsoft.com/office/officeart/2005/8/layout/orgChart1"/>
    <dgm:cxn modelId="{D0A0C2EA-53E3-448C-AFCE-D80B243971D7}" type="presParOf" srcId="{85E50241-6CD2-4230-9A3B-6D0DC6396F80}" destId="{DEE2600D-55F1-493F-8E96-53C8D203305E}" srcOrd="0" destOrd="0" presId="urn:microsoft.com/office/officeart/2005/8/layout/orgChart1"/>
    <dgm:cxn modelId="{41181485-CF8E-4F77-AE52-B3C8B5B16988}" type="presParOf" srcId="{85E50241-6CD2-4230-9A3B-6D0DC6396F80}" destId="{B68BFB30-D458-4D3A-B0B6-FAEAF3548748}" srcOrd="1" destOrd="0" presId="urn:microsoft.com/office/officeart/2005/8/layout/orgChart1"/>
    <dgm:cxn modelId="{952927E9-C885-47CF-9E3A-54E8234FC8EB}" type="presParOf" srcId="{59BDDA01-F4CF-44EF-974A-626999CB1BD2}" destId="{C4B25C0F-6C4F-4DBC-9E15-F22CCFCB2BC8}" srcOrd="1" destOrd="0" presId="urn:microsoft.com/office/officeart/2005/8/layout/orgChart1"/>
    <dgm:cxn modelId="{0E18CC6D-1B40-4A3A-9767-602BECB210D9}" type="presParOf" srcId="{59BDDA01-F4CF-44EF-974A-626999CB1BD2}" destId="{A403445D-EBF2-4113-8DEF-8A0AD485EAF9}" srcOrd="2" destOrd="0" presId="urn:microsoft.com/office/officeart/2005/8/layout/orgChart1"/>
    <dgm:cxn modelId="{9F0A5358-5504-4CAC-8143-DDD452BD5279}" type="presParOf" srcId="{E38BB7A8-2115-4F13-99AA-65E494E9CC3F}" destId="{2CCB6DF7-5943-487F-9DCD-8C353ED96871}" srcOrd="2" destOrd="0" presId="urn:microsoft.com/office/officeart/2005/8/layout/orgChart1"/>
    <dgm:cxn modelId="{BC0FA5D7-2CED-469E-BDE1-36972D341CD4}" type="presParOf" srcId="{1469AE71-4E3E-4FD8-83FF-FA9054136C68}" destId="{2A1E83BF-69F9-4FE3-BCB7-D343665B102E}" srcOrd="2" destOrd="0" presId="urn:microsoft.com/office/officeart/2005/8/layout/orgChart1"/>
    <dgm:cxn modelId="{FC979F92-3488-4A37-B2E7-183DEEE1619D}" type="presParOf" srcId="{CC5F33C0-CF6E-4310-8AEB-6841B6708619}" destId="{67953ED5-CB86-4C2B-A66E-76D072DA6AD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75000"/>
          </a:schemeClr>
        </a:solidFill>
      </dgm:spPr>
      <dgm:t>
        <a:bodyPr/>
        <a:lstStyle/>
        <a:p>
          <a:r>
            <a:rPr lang="en-US" noProof="0" dirty="0">
              <a:solidFill>
                <a:schemeClr val="tx1"/>
              </a:solidFill>
            </a:rPr>
            <a:t>Innovation Technology</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dgm:spPr>
        <a:solidFill>
          <a:schemeClr val="bg1">
            <a:lumMod val="75000"/>
          </a:schemeClr>
        </a:solidFill>
      </dgm:spPr>
      <dgm:t>
        <a:bodyPr/>
        <a:lstStyle/>
        <a:p>
          <a:r>
            <a:rPr lang="en-US" noProof="0" dirty="0">
              <a:solidFill>
                <a:schemeClr val="tx1"/>
              </a:solidFill>
            </a:rPr>
            <a:t>Score:3</a:t>
          </a:r>
          <a:r>
            <a:rPr lang="en-US" b="1" noProof="0" dirty="0">
              <a:solidFill>
                <a:schemeClr val="tx1"/>
              </a:solidFill>
            </a:rPr>
            <a:t> (Low)</a:t>
          </a:r>
        </a:p>
      </dgm:t>
    </dgm:pt>
    <dgm:pt modelId="{ED575B07-68EA-4E82-B9A4-EF5E96DC67F3}" type="parTrans" cxnId="{08128FED-46EA-4CD9-A7CF-BD40931709AF}">
      <dgm:prSet/>
      <dgm:spPr/>
      <dgm:t>
        <a:bodyPr/>
        <a:lstStyle/>
        <a:p>
          <a:endParaRPr lang="en-US"/>
        </a:p>
      </dgm:t>
    </dgm:pt>
    <dgm:pt modelId="{1A245DFA-3DF5-4015-B9FA-AC1D4FECE90D}" type="sibTrans" cxnId="{08128FED-46EA-4CD9-A7CF-BD40931709AF}">
      <dgm:prSet/>
      <dgm:spPr/>
      <dgm:t>
        <a:bodyPr/>
        <a:lstStyle/>
        <a:p>
          <a:endParaRPr lang="en-US"/>
        </a:p>
      </dgm:t>
    </dgm:pt>
    <dgm:pt modelId="{C439A69A-F13C-4933-8DE2-34B57514DEA6}">
      <dgm:prSet phldrT="[Text]"/>
      <dgm:spPr>
        <a:solidFill>
          <a:schemeClr val="bg1">
            <a:lumMod val="75000"/>
          </a:schemeClr>
        </a:solidFill>
      </dgm:spPr>
      <dgm:t>
        <a:bodyPr/>
        <a:lstStyle/>
        <a:p>
          <a:r>
            <a:rPr lang="en-US" noProof="0" dirty="0">
              <a:solidFill>
                <a:schemeClr val="tx1"/>
              </a:solidFill>
            </a:rPr>
            <a:t>Explanation:  Servers, Payment Devices etc. are already on the market, then they do not lead a high innovation. However, new technologies and the existing ones should be integrated .</a:t>
          </a:r>
        </a:p>
      </dgm:t>
    </dgm:pt>
    <dgm:pt modelId="{B28FB10A-30F6-4DA6-9E05-5F0E68467EA8}" type="parTrans" cxnId="{47551B98-A0F1-45F5-A369-EEB720C1185C}">
      <dgm:prSet/>
      <dgm:spPr/>
      <dgm:t>
        <a:bodyPr/>
        <a:lstStyle/>
        <a:p>
          <a:endParaRPr lang="en-US"/>
        </a:p>
      </dgm:t>
    </dgm:pt>
    <dgm:pt modelId="{B2149806-0C73-42B6-B1BB-6AD8DC039CA0}" type="sibTrans" cxnId="{47551B98-A0F1-45F5-A369-EEB720C1185C}">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dgm:presLayoutVars>
          <dgm:bulletEnabled val="1"/>
        </dgm:presLayoutVars>
      </dgm:prSet>
      <dgm:spPr/>
    </dgm:pt>
  </dgm:ptLst>
  <dgm:cxnLst>
    <dgm:cxn modelId="{5B707725-78AD-4B52-8155-9443C27EDC9E}" type="presOf" srcId="{BA974227-46E7-47F8-B563-B7C5D51A3074}" destId="{3636E0B8-ED04-4D9E-989B-8CA56B3A57D8}" srcOrd="0" destOrd="0" presId="urn:microsoft.com/office/officeart/2005/8/layout/hList6"/>
    <dgm:cxn modelId="{3D320429-E2CA-4B7E-95CE-00A60F6EDC06}" type="presOf" srcId="{892F946D-4F41-4CFC-B030-2C4ABAD68B3D}" destId="{3636E0B8-ED04-4D9E-989B-8CA56B3A57D8}" srcOrd="0" destOrd="1"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47551B98-A0F1-45F5-A369-EEB720C1185C}" srcId="{BA974227-46E7-47F8-B563-B7C5D51A3074}" destId="{C439A69A-F13C-4933-8DE2-34B57514DEA6}" srcOrd="1" destOrd="0" parTransId="{B28FB10A-30F6-4DA6-9E05-5F0E68467EA8}" sibTransId="{B2149806-0C73-42B6-B1BB-6AD8DC039CA0}"/>
    <dgm:cxn modelId="{191B3BA5-F0E0-419A-B7B2-5CED0A4E7C14}" type="presOf" srcId="{C99C5C0A-8D1B-4452-BD34-A2F1C5BCD6B4}" destId="{0A259C8D-D71A-497F-BAA0-BF17E505EE64}" srcOrd="0" destOrd="0" presId="urn:microsoft.com/office/officeart/2005/8/layout/hList6"/>
    <dgm:cxn modelId="{88834FE2-434A-47CD-8188-ADF9E34B3DA1}" type="presOf" srcId="{C439A69A-F13C-4933-8DE2-34B57514DEA6}" destId="{3636E0B8-ED04-4D9E-989B-8CA56B3A57D8}" srcOrd="0" destOrd="2" presId="urn:microsoft.com/office/officeart/2005/8/layout/hList6"/>
    <dgm:cxn modelId="{08128FED-46EA-4CD9-A7CF-BD40931709AF}" srcId="{BA974227-46E7-47F8-B563-B7C5D51A3074}" destId="{892F946D-4F41-4CFC-B030-2C4ABAD68B3D}" srcOrd="0" destOrd="0" parTransId="{ED575B07-68EA-4E82-B9A4-EF5E96DC67F3}" sibTransId="{1A245DFA-3DF5-4015-B9FA-AC1D4FECE90D}"/>
    <dgm:cxn modelId="{CED1BA0F-2224-4571-8A95-27BB25B59657}"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75000"/>
          </a:schemeClr>
        </a:solidFill>
        <a:ln>
          <a:solidFill>
            <a:schemeClr val="bg1">
              <a:lumMod val="75000"/>
            </a:schemeClr>
          </a:solidFill>
        </a:ln>
      </dgm:spPr>
      <dgm:t>
        <a:bodyPr/>
        <a:lstStyle/>
        <a:p>
          <a:pPr algn="l"/>
          <a:r>
            <a:rPr lang="en-US" noProof="0" dirty="0">
              <a:solidFill>
                <a:schemeClr val="tx1"/>
              </a:solidFill>
            </a:rPr>
            <a:t>Information/ execution architecture  </a:t>
          </a:r>
        </a:p>
      </dgm:t>
    </dgm:pt>
    <dgm:pt modelId="{9636014E-D95F-40DA-A894-FF70D1454823}" type="parTrans" cxnId="{6680FE84-DFDA-43BF-8EBD-4015ED253F47}">
      <dgm:prSet/>
      <dgm:spPr/>
      <dgm:t>
        <a:bodyPr/>
        <a:lstStyle/>
        <a:p>
          <a:endParaRPr lang="en-US">
            <a:solidFill>
              <a:schemeClr val="bg1"/>
            </a:solidFill>
          </a:endParaRPr>
        </a:p>
      </dgm:t>
    </dgm:pt>
    <dgm:pt modelId="{5733AB26-3BD2-4F3D-AC36-3098BD88D8F0}" type="sibTrans" cxnId="{6680FE84-DFDA-43BF-8EBD-4015ED253F47}">
      <dgm:prSet/>
      <dgm:spPr/>
      <dgm:t>
        <a:bodyPr/>
        <a:lstStyle/>
        <a:p>
          <a:endParaRPr lang="en-US">
            <a:solidFill>
              <a:schemeClr val="bg1"/>
            </a:solidFill>
          </a:endParaRPr>
        </a:p>
      </dgm:t>
    </dgm:pt>
    <dgm:pt modelId="{892F946D-4F41-4CFC-B030-2C4ABAD68B3D}">
      <dgm:prSet phldrT="[Text]"/>
      <dgm:spPr>
        <a:solidFill>
          <a:schemeClr val="bg1">
            <a:lumMod val="75000"/>
          </a:schemeClr>
        </a:solidFill>
        <a:ln>
          <a:solidFill>
            <a:schemeClr val="bg1">
              <a:lumMod val="75000"/>
            </a:schemeClr>
          </a:solidFill>
        </a:ln>
      </dgm:spPr>
      <dgm:t>
        <a:bodyPr/>
        <a:lstStyle/>
        <a:p>
          <a:pPr algn="l"/>
          <a:r>
            <a:rPr lang="en-US" noProof="0" dirty="0">
              <a:solidFill>
                <a:schemeClr val="tx1"/>
              </a:solidFill>
            </a:rPr>
            <a:t>Score:8</a:t>
          </a:r>
          <a:r>
            <a:rPr lang="en-US" b="1" noProof="0" dirty="0">
              <a:solidFill>
                <a:schemeClr val="tx1"/>
              </a:solidFill>
            </a:rPr>
            <a:t>(Average</a:t>
          </a:r>
          <a:r>
            <a:rPr lang="en-US" noProof="0" dirty="0">
              <a:solidFill>
                <a:schemeClr val="tx1"/>
              </a:solidFill>
            </a:rPr>
            <a:t>)</a:t>
          </a:r>
        </a:p>
      </dgm:t>
    </dgm:pt>
    <dgm:pt modelId="{1A245DFA-3DF5-4015-B9FA-AC1D4FECE90D}" type="sibTrans" cxnId="{08128FED-46EA-4CD9-A7CF-BD40931709AF}">
      <dgm:prSet/>
      <dgm:spPr/>
      <dgm:t>
        <a:bodyPr/>
        <a:lstStyle/>
        <a:p>
          <a:endParaRPr lang="en-US">
            <a:solidFill>
              <a:schemeClr val="bg1"/>
            </a:solidFill>
          </a:endParaRPr>
        </a:p>
      </dgm:t>
    </dgm:pt>
    <dgm:pt modelId="{ED575B07-68EA-4E82-B9A4-EF5E96DC67F3}" type="parTrans" cxnId="{08128FED-46EA-4CD9-A7CF-BD40931709AF}">
      <dgm:prSet/>
      <dgm:spPr/>
      <dgm:t>
        <a:bodyPr/>
        <a:lstStyle/>
        <a:p>
          <a:endParaRPr lang="en-US">
            <a:solidFill>
              <a:schemeClr val="bg1"/>
            </a:solidFill>
          </a:endParaRPr>
        </a:p>
      </dgm:t>
    </dgm:pt>
    <dgm:pt modelId="{F2DD31DA-994F-4D3C-813F-D4AA31C60DEC}">
      <dgm:prSet phldrT="[Text]"/>
      <dgm:spPr>
        <a:solidFill>
          <a:schemeClr val="bg1">
            <a:lumMod val="75000"/>
          </a:schemeClr>
        </a:solidFill>
        <a:ln>
          <a:solidFill>
            <a:schemeClr val="bg1">
              <a:lumMod val="75000"/>
            </a:schemeClr>
          </a:solidFill>
        </a:ln>
      </dgm:spPr>
      <dgm:t>
        <a:bodyPr/>
        <a:lstStyle/>
        <a:p>
          <a:pPr algn="l"/>
          <a:r>
            <a:rPr lang="en-US" noProof="0" dirty="0">
              <a:solidFill>
                <a:schemeClr val="tx1"/>
              </a:solidFill>
            </a:rPr>
            <a:t>Explanation: Centralized database, Multichannel communication, will create a complex system (extranet)  It implies an average innovation.</a:t>
          </a:r>
        </a:p>
      </dgm:t>
    </dgm:pt>
    <dgm:pt modelId="{B9CC13E0-3303-46DF-90D0-ADC91DF5A530}" type="parTrans" cxnId="{1FB7E723-9CA7-4979-BA7D-314AFF156BB9}">
      <dgm:prSet/>
      <dgm:spPr/>
      <dgm:t>
        <a:bodyPr/>
        <a:lstStyle/>
        <a:p>
          <a:endParaRPr lang="en-US">
            <a:solidFill>
              <a:schemeClr val="bg1"/>
            </a:solidFill>
          </a:endParaRPr>
        </a:p>
      </dgm:t>
    </dgm:pt>
    <dgm:pt modelId="{736C7F27-5E77-4336-88CE-3A78CE10845C}" type="sibTrans" cxnId="{1FB7E723-9CA7-4979-BA7D-314AFF156BB9}">
      <dgm:prSet/>
      <dgm:spPr/>
      <dgm:t>
        <a:bodyPr/>
        <a:lstStyle/>
        <a:p>
          <a:endParaRPr lang="en-US">
            <a:solidFill>
              <a:schemeClr val="bg1"/>
            </a:solidFill>
          </a:endParaRPr>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dgm:presLayoutVars>
          <dgm:bulletEnabled val="1"/>
        </dgm:presLayoutVars>
      </dgm:prSet>
      <dgm:spPr/>
    </dgm:pt>
  </dgm:ptLst>
  <dgm:cxnLst>
    <dgm:cxn modelId="{37B4990F-C701-4CBA-BA9E-C1FCE3545AEB}" type="presOf" srcId="{BA974227-46E7-47F8-B563-B7C5D51A3074}" destId="{3636E0B8-ED04-4D9E-989B-8CA56B3A57D8}" srcOrd="0" destOrd="0" presId="urn:microsoft.com/office/officeart/2005/8/layout/hList6"/>
    <dgm:cxn modelId="{B9A77012-25F8-49E9-951D-A8605868B66B}" type="presOf" srcId="{F2DD31DA-994F-4D3C-813F-D4AA31C60DEC}" destId="{3636E0B8-ED04-4D9E-989B-8CA56B3A57D8}" srcOrd="0" destOrd="2" presId="urn:microsoft.com/office/officeart/2005/8/layout/hList6"/>
    <dgm:cxn modelId="{40728815-2B1C-4752-8ACA-92BFCA62449A}" type="presOf" srcId="{892F946D-4F41-4CFC-B030-2C4ABAD68B3D}" destId="{3636E0B8-ED04-4D9E-989B-8CA56B3A57D8}" srcOrd="0" destOrd="1" presId="urn:microsoft.com/office/officeart/2005/8/layout/hList6"/>
    <dgm:cxn modelId="{1FB7E723-9CA7-4979-BA7D-314AFF156BB9}" srcId="{BA974227-46E7-47F8-B563-B7C5D51A3074}" destId="{F2DD31DA-994F-4D3C-813F-D4AA31C60DEC}" srcOrd="1" destOrd="0" parTransId="{B9CC13E0-3303-46DF-90D0-ADC91DF5A530}" sibTransId="{736C7F27-5E77-4336-88CE-3A78CE10845C}"/>
    <dgm:cxn modelId="{6680FE84-DFDA-43BF-8EBD-4015ED253F47}" srcId="{C99C5C0A-8D1B-4452-BD34-A2F1C5BCD6B4}" destId="{BA974227-46E7-47F8-B563-B7C5D51A3074}" srcOrd="0" destOrd="0" parTransId="{9636014E-D95F-40DA-A894-FF70D1454823}" sibTransId="{5733AB26-3BD2-4F3D-AC36-3098BD88D8F0}"/>
    <dgm:cxn modelId="{45EF58E1-1C02-4847-B9F4-7C9D6ADE19BC}" type="presOf" srcId="{C99C5C0A-8D1B-4452-BD34-A2F1C5BCD6B4}" destId="{0A259C8D-D71A-497F-BAA0-BF17E505EE64}" srcOrd="0" destOrd="0" presId="urn:microsoft.com/office/officeart/2005/8/layout/hList6"/>
    <dgm:cxn modelId="{08128FED-46EA-4CD9-A7CF-BD40931709AF}" srcId="{BA974227-46E7-47F8-B563-B7C5D51A3074}" destId="{892F946D-4F41-4CFC-B030-2C4ABAD68B3D}" srcOrd="0" destOrd="0" parTransId="{ED575B07-68EA-4E82-B9A4-EF5E96DC67F3}" sibTransId="{1A245DFA-3DF5-4015-B9FA-AC1D4FECE90D}"/>
    <dgm:cxn modelId="{5293FCB5-9C0E-404E-84D5-751E5D9A16A9}"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75000"/>
          </a:schemeClr>
        </a:solidFill>
        <a:ln>
          <a:solidFill>
            <a:schemeClr val="accent1"/>
          </a:solidFill>
        </a:ln>
      </dgm:spPr>
      <dgm:t>
        <a:bodyPr/>
        <a:lstStyle/>
        <a:p>
          <a:r>
            <a:rPr lang="en-US" noProof="0" dirty="0">
              <a:solidFill>
                <a:schemeClr val="tx1"/>
              </a:solidFill>
            </a:rPr>
            <a:t>Domain / technology experience of IT professionals </a:t>
          </a:r>
        </a:p>
      </dgm:t>
    </dgm:pt>
    <dgm:pt modelId="{9636014E-D95F-40DA-A894-FF70D1454823}" type="parTrans" cxnId="{6680FE84-DFDA-43BF-8EBD-4015ED253F47}">
      <dgm:prSet/>
      <dgm:spPr/>
      <dgm:t>
        <a:bodyPr/>
        <a:lstStyle/>
        <a:p>
          <a:endParaRPr lang="en-US">
            <a:solidFill>
              <a:schemeClr val="bg1"/>
            </a:solidFill>
          </a:endParaRPr>
        </a:p>
      </dgm:t>
    </dgm:pt>
    <dgm:pt modelId="{5733AB26-3BD2-4F3D-AC36-3098BD88D8F0}" type="sibTrans" cxnId="{6680FE84-DFDA-43BF-8EBD-4015ED253F47}">
      <dgm:prSet/>
      <dgm:spPr/>
      <dgm:t>
        <a:bodyPr/>
        <a:lstStyle/>
        <a:p>
          <a:endParaRPr lang="en-US">
            <a:solidFill>
              <a:schemeClr val="bg1"/>
            </a:solidFill>
          </a:endParaRPr>
        </a:p>
      </dgm:t>
    </dgm:pt>
    <dgm:pt modelId="{892F946D-4F41-4CFC-B030-2C4ABAD68B3D}">
      <dgm:prSet phldrT="[Text]"/>
      <dgm:spPr>
        <a:solidFill>
          <a:schemeClr val="bg1">
            <a:lumMod val="75000"/>
          </a:schemeClr>
        </a:solidFill>
        <a:ln>
          <a:solidFill>
            <a:schemeClr val="accent1"/>
          </a:solidFill>
        </a:ln>
      </dgm:spPr>
      <dgm:t>
        <a:bodyPr/>
        <a:lstStyle/>
        <a:p>
          <a:r>
            <a:rPr lang="en-US" noProof="0" dirty="0">
              <a:solidFill>
                <a:schemeClr val="tx1"/>
              </a:solidFill>
            </a:rPr>
            <a:t>Score :</a:t>
          </a:r>
          <a:r>
            <a:rPr lang="en-US" b="1" noProof="0" dirty="0">
              <a:solidFill>
                <a:schemeClr val="tx1"/>
              </a:solidFill>
            </a:rPr>
            <a:t>10 (Limited)</a:t>
          </a:r>
        </a:p>
      </dgm:t>
    </dgm:pt>
    <dgm:pt modelId="{1A245DFA-3DF5-4015-B9FA-AC1D4FECE90D}" type="sibTrans" cxnId="{08128FED-46EA-4CD9-A7CF-BD40931709AF}">
      <dgm:prSet/>
      <dgm:spPr/>
      <dgm:t>
        <a:bodyPr/>
        <a:lstStyle/>
        <a:p>
          <a:endParaRPr lang="en-US">
            <a:solidFill>
              <a:schemeClr val="bg1"/>
            </a:solidFill>
          </a:endParaRPr>
        </a:p>
      </dgm:t>
    </dgm:pt>
    <dgm:pt modelId="{ED575B07-68EA-4E82-B9A4-EF5E96DC67F3}" type="parTrans" cxnId="{08128FED-46EA-4CD9-A7CF-BD40931709AF}">
      <dgm:prSet/>
      <dgm:spPr/>
      <dgm:t>
        <a:bodyPr/>
        <a:lstStyle/>
        <a:p>
          <a:endParaRPr lang="en-US">
            <a:solidFill>
              <a:schemeClr val="bg1"/>
            </a:solidFill>
          </a:endParaRPr>
        </a:p>
      </dgm:t>
    </dgm:pt>
    <dgm:pt modelId="{03EBED18-FA09-46F9-88D3-92632820871B}">
      <dgm:prSet phldrT="[Text]"/>
      <dgm:spPr>
        <a:solidFill>
          <a:schemeClr val="bg1">
            <a:lumMod val="75000"/>
          </a:schemeClr>
        </a:solidFill>
        <a:ln>
          <a:solidFill>
            <a:schemeClr val="accent1"/>
          </a:solidFill>
        </a:ln>
      </dgm:spPr>
      <dgm:t>
        <a:bodyPr/>
        <a:lstStyle/>
        <a:p>
          <a:r>
            <a:rPr lang="en-US" noProof="0" dirty="0">
              <a:solidFill>
                <a:schemeClr val="tx1"/>
              </a:solidFill>
            </a:rPr>
            <a:t>Explanation: IT relies on interviewing healthcare professionals, but they do not have specific experience on health care.</a:t>
          </a:r>
        </a:p>
      </dgm:t>
    </dgm:pt>
    <dgm:pt modelId="{8225B312-511C-4FD9-B68D-BEC0B5A7E83A}" type="parTrans" cxnId="{9B89A0A3-20CB-4552-8904-229DE2EAF148}">
      <dgm:prSet/>
      <dgm:spPr/>
      <dgm:t>
        <a:bodyPr/>
        <a:lstStyle/>
        <a:p>
          <a:endParaRPr lang="en-US">
            <a:solidFill>
              <a:schemeClr val="bg1"/>
            </a:solidFill>
          </a:endParaRPr>
        </a:p>
      </dgm:t>
    </dgm:pt>
    <dgm:pt modelId="{B0084DA1-0986-4227-BF7D-DBECFF427706}" type="sibTrans" cxnId="{9B89A0A3-20CB-4552-8904-229DE2EAF148}">
      <dgm:prSet/>
      <dgm:spPr/>
      <dgm:t>
        <a:bodyPr/>
        <a:lstStyle/>
        <a:p>
          <a:endParaRPr lang="en-US">
            <a:solidFill>
              <a:schemeClr val="bg1"/>
            </a:solidFill>
          </a:endParaRPr>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custLinFactNeighborX="-640" custLinFactNeighborY="18">
        <dgm:presLayoutVars>
          <dgm:bulletEnabled val="1"/>
        </dgm:presLayoutVars>
      </dgm:prSet>
      <dgm:spPr/>
    </dgm:pt>
  </dgm:ptLst>
  <dgm:cxnLst>
    <dgm:cxn modelId="{D7ED8226-6B3A-4229-914C-6511A9FD175B}" type="presOf" srcId="{BA974227-46E7-47F8-B563-B7C5D51A3074}" destId="{3636E0B8-ED04-4D9E-989B-8CA56B3A57D8}" srcOrd="0" destOrd="0" presId="urn:microsoft.com/office/officeart/2005/8/layout/hList6"/>
    <dgm:cxn modelId="{B8DABD2C-E542-459E-BC53-13CEB83C3429}" type="presOf" srcId="{C99C5C0A-8D1B-4452-BD34-A2F1C5BCD6B4}" destId="{0A259C8D-D71A-497F-BAA0-BF17E505EE64}" srcOrd="0" destOrd="0" presId="urn:microsoft.com/office/officeart/2005/8/layout/hList6"/>
    <dgm:cxn modelId="{79D29D33-9E63-4BBF-81E8-7098C43D91CD}" type="presOf" srcId="{03EBED18-FA09-46F9-88D3-92632820871B}" destId="{3636E0B8-ED04-4D9E-989B-8CA56B3A57D8}" srcOrd="0" destOrd="2"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698E0492-E4AC-41B5-895D-0E1FA6683A5B}" type="presOf" srcId="{892F946D-4F41-4CFC-B030-2C4ABAD68B3D}" destId="{3636E0B8-ED04-4D9E-989B-8CA56B3A57D8}" srcOrd="0" destOrd="1" presId="urn:microsoft.com/office/officeart/2005/8/layout/hList6"/>
    <dgm:cxn modelId="{9B89A0A3-20CB-4552-8904-229DE2EAF148}" srcId="{BA974227-46E7-47F8-B563-B7C5D51A3074}" destId="{03EBED18-FA09-46F9-88D3-92632820871B}" srcOrd="1" destOrd="0" parTransId="{8225B312-511C-4FD9-B68D-BEC0B5A7E83A}" sibTransId="{B0084DA1-0986-4227-BF7D-DBECFF427706}"/>
    <dgm:cxn modelId="{08128FED-46EA-4CD9-A7CF-BD40931709AF}" srcId="{BA974227-46E7-47F8-B563-B7C5D51A3074}" destId="{892F946D-4F41-4CFC-B030-2C4ABAD68B3D}" srcOrd="0" destOrd="0" parTransId="{ED575B07-68EA-4E82-B9A4-EF5E96DC67F3}" sibTransId="{1A245DFA-3DF5-4015-B9FA-AC1D4FECE90D}"/>
    <dgm:cxn modelId="{FD5B8EEC-8398-4C22-85A1-56AE46E2D607}" type="presParOf" srcId="{0A259C8D-D71A-497F-BAA0-BF17E505EE64}" destId="{3636E0B8-ED04-4D9E-989B-8CA56B3A57D8}" srcOrd="0" destOrd="0" presId="urn:microsoft.com/office/officeart/2005/8/layout/hList6"/>
  </dgm:cxnLst>
  <dgm:bg>
    <a:noFill/>
  </dgm:bg>
  <dgm:whole/>
  <dgm:extLst>
    <a:ext uri="http://schemas.microsoft.com/office/drawing/2008/diagram">
      <dsp:dataModelExt xmlns:dsp="http://schemas.microsoft.com/office/drawing/2008/diagram" relId="rId1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75000"/>
          </a:schemeClr>
        </a:solidFill>
        <a:ln>
          <a:solidFill>
            <a:schemeClr val="accent1"/>
          </a:solidFill>
        </a:ln>
      </dgm:spPr>
      <dgm:t>
        <a:bodyPr/>
        <a:lstStyle/>
        <a:p>
          <a:r>
            <a:rPr lang="en-US" noProof="0" dirty="0">
              <a:solidFill>
                <a:schemeClr val="tx1"/>
              </a:solidFill>
            </a:rPr>
            <a:t>Total Innovation</a:t>
          </a:r>
        </a:p>
      </dgm:t>
    </dgm:pt>
    <dgm:pt modelId="{9636014E-D95F-40DA-A894-FF70D1454823}" type="parTrans" cxnId="{6680FE84-DFDA-43BF-8EBD-4015ED253F47}">
      <dgm:prSet/>
      <dgm:spPr/>
      <dgm:t>
        <a:bodyPr/>
        <a:lstStyle/>
        <a:p>
          <a:endParaRPr lang="en-US">
            <a:solidFill>
              <a:schemeClr val="bg1"/>
            </a:solidFill>
          </a:endParaRPr>
        </a:p>
      </dgm:t>
    </dgm:pt>
    <dgm:pt modelId="{5733AB26-3BD2-4F3D-AC36-3098BD88D8F0}" type="sibTrans" cxnId="{6680FE84-DFDA-43BF-8EBD-4015ED253F47}">
      <dgm:prSet/>
      <dgm:spPr/>
      <dgm:t>
        <a:bodyPr/>
        <a:lstStyle/>
        <a:p>
          <a:endParaRPr lang="en-US">
            <a:solidFill>
              <a:schemeClr val="bg1"/>
            </a:solidFill>
          </a:endParaRPr>
        </a:p>
      </dgm:t>
    </dgm:pt>
    <dgm:pt modelId="{892F946D-4F41-4CFC-B030-2C4ABAD68B3D}">
      <dgm:prSet phldrT="[Text]"/>
      <dgm:spPr>
        <a:solidFill>
          <a:schemeClr val="bg1">
            <a:lumMod val="75000"/>
          </a:schemeClr>
        </a:solidFill>
        <a:ln>
          <a:solidFill>
            <a:schemeClr val="accent1"/>
          </a:solidFill>
        </a:ln>
      </dgm:spPr>
      <dgm:t>
        <a:bodyPr/>
        <a:lstStyle/>
        <a:p>
          <a:r>
            <a:rPr lang="en-US" noProof="0" dirty="0">
              <a:solidFill>
                <a:schemeClr val="tx1"/>
              </a:solidFill>
            </a:rPr>
            <a:t>Total Sore=21</a:t>
          </a:r>
        </a:p>
      </dgm:t>
    </dgm:pt>
    <dgm:pt modelId="{ED575B07-68EA-4E82-B9A4-EF5E96DC67F3}" type="parTrans" cxnId="{08128FED-46EA-4CD9-A7CF-BD40931709AF}">
      <dgm:prSet/>
      <dgm:spPr/>
      <dgm:t>
        <a:bodyPr/>
        <a:lstStyle/>
        <a:p>
          <a:endParaRPr lang="en-US">
            <a:solidFill>
              <a:schemeClr val="bg1"/>
            </a:solidFill>
          </a:endParaRPr>
        </a:p>
      </dgm:t>
    </dgm:pt>
    <dgm:pt modelId="{1A245DFA-3DF5-4015-B9FA-AC1D4FECE90D}" type="sibTrans" cxnId="{08128FED-46EA-4CD9-A7CF-BD40931709AF}">
      <dgm:prSet/>
      <dgm:spPr/>
      <dgm:t>
        <a:bodyPr/>
        <a:lstStyle/>
        <a:p>
          <a:endParaRPr lang="en-US">
            <a:solidFill>
              <a:schemeClr val="bg1"/>
            </a:solidFill>
          </a:endParaRPr>
        </a:p>
      </dgm:t>
    </dgm:pt>
    <dgm:pt modelId="{34F986EA-1154-415E-A683-D6B0FAB5CCFC}">
      <dgm:prSet phldrT="[Text]"/>
      <dgm:spPr>
        <a:solidFill>
          <a:schemeClr val="bg1">
            <a:lumMod val="75000"/>
          </a:schemeClr>
        </a:solidFill>
        <a:ln>
          <a:solidFill>
            <a:schemeClr val="accent1"/>
          </a:solidFill>
        </a:ln>
      </dgm:spPr>
      <dgm:t>
        <a:bodyPr/>
        <a:lstStyle/>
        <a:p>
          <a:r>
            <a:rPr lang="en-US" noProof="0" dirty="0">
              <a:solidFill>
                <a:schemeClr val="tx1"/>
              </a:solidFill>
            </a:rPr>
            <a:t>Explanation: Even without any new technologies the risk is high because we change the way information flows in the system</a:t>
          </a:r>
        </a:p>
      </dgm:t>
    </dgm:pt>
    <dgm:pt modelId="{EA2E5A0E-A05A-4749-971B-13B834A9B155}" type="parTrans" cxnId="{5B14E1EE-9184-40DE-AA89-A27BBFE3D013}">
      <dgm:prSet/>
      <dgm:spPr/>
      <dgm:t>
        <a:bodyPr/>
        <a:lstStyle/>
        <a:p>
          <a:endParaRPr lang="en-US">
            <a:solidFill>
              <a:schemeClr val="bg1"/>
            </a:solidFill>
          </a:endParaRPr>
        </a:p>
      </dgm:t>
    </dgm:pt>
    <dgm:pt modelId="{D9094EA7-6DC9-465D-87A3-FF5F2AC7ADE4}" type="sibTrans" cxnId="{5B14E1EE-9184-40DE-AA89-A27BBFE3D013}">
      <dgm:prSet/>
      <dgm:spPr/>
      <dgm:t>
        <a:bodyPr/>
        <a:lstStyle/>
        <a:p>
          <a:endParaRPr lang="en-US">
            <a:solidFill>
              <a:schemeClr val="bg1"/>
            </a:solidFill>
          </a:endParaRPr>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custLinFactX="46978" custLinFactNeighborX="100000" custLinFactNeighborY="-5675">
        <dgm:presLayoutVars>
          <dgm:bulletEnabled val="1"/>
        </dgm:presLayoutVars>
      </dgm:prSet>
      <dgm:spPr/>
    </dgm:pt>
  </dgm:ptLst>
  <dgm:cxnLst>
    <dgm:cxn modelId="{20A6AC43-E9CB-48CD-A57C-BBC67B6D7183}" type="presOf" srcId="{892F946D-4F41-4CFC-B030-2C4ABAD68B3D}" destId="{3636E0B8-ED04-4D9E-989B-8CA56B3A57D8}" srcOrd="0" destOrd="1" presId="urn:microsoft.com/office/officeart/2005/8/layout/hList6"/>
    <dgm:cxn modelId="{825A1B68-F9FB-4D21-AAEE-6AF48E498B23}" type="presOf" srcId="{BA974227-46E7-47F8-B563-B7C5D51A3074}" destId="{3636E0B8-ED04-4D9E-989B-8CA56B3A57D8}" srcOrd="0" destOrd="0"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3D088B94-77C0-4C69-9B67-82F3F986AF0D}" type="presOf" srcId="{34F986EA-1154-415E-A683-D6B0FAB5CCFC}" destId="{3636E0B8-ED04-4D9E-989B-8CA56B3A57D8}" srcOrd="0" destOrd="2" presId="urn:microsoft.com/office/officeart/2005/8/layout/hList6"/>
    <dgm:cxn modelId="{E50E42E2-C6C5-459B-A4EB-15397851F6CC}" type="presOf" srcId="{C99C5C0A-8D1B-4452-BD34-A2F1C5BCD6B4}" destId="{0A259C8D-D71A-497F-BAA0-BF17E505EE64}" srcOrd="0" destOrd="0" presId="urn:microsoft.com/office/officeart/2005/8/layout/hList6"/>
    <dgm:cxn modelId="{08128FED-46EA-4CD9-A7CF-BD40931709AF}" srcId="{BA974227-46E7-47F8-B563-B7C5D51A3074}" destId="{892F946D-4F41-4CFC-B030-2C4ABAD68B3D}" srcOrd="0" destOrd="0" parTransId="{ED575B07-68EA-4E82-B9A4-EF5E96DC67F3}" sibTransId="{1A245DFA-3DF5-4015-B9FA-AC1D4FECE90D}"/>
    <dgm:cxn modelId="{5B14E1EE-9184-40DE-AA89-A27BBFE3D013}" srcId="{BA974227-46E7-47F8-B563-B7C5D51A3074}" destId="{34F986EA-1154-415E-A683-D6B0FAB5CCFC}" srcOrd="1" destOrd="0" parTransId="{EA2E5A0E-A05A-4749-971B-13B834A9B155}" sibTransId="{D9094EA7-6DC9-465D-87A3-FF5F2AC7ADE4}"/>
    <dgm:cxn modelId="{9DCBC182-5982-4B43-9AC2-D41808064D15}"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custT="1"/>
      <dgm:spPr>
        <a:solidFill>
          <a:schemeClr val="bg1">
            <a:lumMod val="75000"/>
          </a:schemeClr>
        </a:solidFill>
      </dgm:spPr>
      <dgm:t>
        <a:bodyPr/>
        <a:lstStyle/>
        <a:p>
          <a:r>
            <a:rPr lang="en-US" sz="2000" noProof="0" dirty="0">
              <a:solidFill>
                <a:schemeClr val="tx1"/>
              </a:solidFill>
            </a:rPr>
            <a:t>Project effort (Full Time Equivalent)</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custT="1"/>
      <dgm:spPr>
        <a:solidFill>
          <a:schemeClr val="bg1">
            <a:lumMod val="75000"/>
          </a:schemeClr>
        </a:solidFill>
      </dgm:spPr>
      <dgm:t>
        <a:bodyPr/>
        <a:lstStyle/>
        <a:p>
          <a:r>
            <a:rPr lang="en-US" sz="1200" noProof="0" dirty="0">
              <a:solidFill>
                <a:schemeClr val="tx1"/>
              </a:solidFill>
            </a:rPr>
            <a:t>Score: Large: around 30 FTEs</a:t>
          </a:r>
          <a:endParaRPr lang="en-US" sz="1200" b="1" noProof="0" dirty="0">
            <a:solidFill>
              <a:schemeClr val="tx1"/>
            </a:solidFill>
          </a:endParaRPr>
        </a:p>
      </dgm:t>
    </dgm:pt>
    <dgm:pt modelId="{ED575B07-68EA-4E82-B9A4-EF5E96DC67F3}" type="parTrans" cxnId="{08128FED-46EA-4CD9-A7CF-BD40931709AF}">
      <dgm:prSet/>
      <dgm:spPr/>
      <dgm:t>
        <a:bodyPr/>
        <a:lstStyle/>
        <a:p>
          <a:endParaRPr lang="en-US"/>
        </a:p>
      </dgm:t>
    </dgm:pt>
    <dgm:pt modelId="{1A245DFA-3DF5-4015-B9FA-AC1D4FECE90D}" type="sibTrans" cxnId="{08128FED-46EA-4CD9-A7CF-BD40931709AF}">
      <dgm:prSet/>
      <dgm:spPr/>
      <dgm:t>
        <a:bodyPr/>
        <a:lstStyle/>
        <a:p>
          <a:endParaRPr lang="en-US"/>
        </a:p>
      </dgm:t>
    </dgm:pt>
    <dgm:pt modelId="{4FC6AA72-CAAD-4A53-AD3C-541DA4D98848}">
      <dgm:prSet phldrT="[Text]" custT="1"/>
      <dgm:spPr>
        <a:solidFill>
          <a:schemeClr val="bg1">
            <a:lumMod val="75000"/>
          </a:schemeClr>
        </a:solidFill>
      </dgm:spPr>
      <dgm:t>
        <a:bodyPr/>
        <a:lstStyle/>
        <a:p>
          <a:r>
            <a:rPr lang="en-US" sz="1200" b="0" noProof="0" dirty="0">
              <a:solidFill>
                <a:schemeClr val="tx1"/>
              </a:solidFill>
            </a:rPr>
            <a:t>Explanation: We assume project lasts 3 years (150 weeks) and each work week includes 40 hours. We assume an average team of 10 people and  a fulltime project manage</a:t>
          </a:r>
          <a:r>
            <a:rPr lang="en-US" sz="1200" noProof="0" dirty="0">
              <a:solidFill>
                <a:schemeClr val="tx1"/>
              </a:solidFill>
            </a:rPr>
            <a:t>ment</a:t>
          </a:r>
          <a:r>
            <a:rPr lang="en-US" sz="1200" b="0" noProof="0" dirty="0">
              <a:solidFill>
                <a:schemeClr val="tx1"/>
              </a:solidFill>
            </a:rPr>
            <a:t> of 2 people. </a:t>
          </a:r>
        </a:p>
      </dgm:t>
    </dgm:pt>
    <dgm:pt modelId="{A758E7AE-F8DA-45E7-BA81-1CD1A170A382}" type="parTrans" cxnId="{B0B4C1CF-D37D-4F84-A7E1-8D5AE72EAD9B}">
      <dgm:prSet/>
      <dgm:spPr/>
      <dgm:t>
        <a:bodyPr/>
        <a:lstStyle/>
        <a:p>
          <a:endParaRPr lang="en-US"/>
        </a:p>
      </dgm:t>
    </dgm:pt>
    <dgm:pt modelId="{36228641-51B0-4064-A719-2276D26504C6}" type="sibTrans" cxnId="{B0B4C1CF-D37D-4F84-A7E1-8D5AE72EAD9B}">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dgm:presLayoutVars>
          <dgm:bulletEnabled val="1"/>
        </dgm:presLayoutVars>
      </dgm:prSet>
      <dgm:spPr/>
    </dgm:pt>
  </dgm:ptLst>
  <dgm:cxnLst>
    <dgm:cxn modelId="{8DC28A59-0E9C-4A32-B533-FDEFD5FDB32C}" type="presOf" srcId="{892F946D-4F41-4CFC-B030-2C4ABAD68B3D}" destId="{3636E0B8-ED04-4D9E-989B-8CA56B3A57D8}" srcOrd="0" destOrd="1"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8319C48C-9D7E-4224-B2CF-BC283B21B795}" type="presOf" srcId="{4FC6AA72-CAAD-4A53-AD3C-541DA4D98848}" destId="{3636E0B8-ED04-4D9E-989B-8CA56B3A57D8}" srcOrd="0" destOrd="2" presId="urn:microsoft.com/office/officeart/2005/8/layout/hList6"/>
    <dgm:cxn modelId="{B299EEA6-54BF-462A-AD26-815C747EE19E}" type="presOf" srcId="{BA974227-46E7-47F8-B563-B7C5D51A3074}" destId="{3636E0B8-ED04-4D9E-989B-8CA56B3A57D8}" srcOrd="0" destOrd="0" presId="urn:microsoft.com/office/officeart/2005/8/layout/hList6"/>
    <dgm:cxn modelId="{B0B4C1CF-D37D-4F84-A7E1-8D5AE72EAD9B}" srcId="{BA974227-46E7-47F8-B563-B7C5D51A3074}" destId="{4FC6AA72-CAAD-4A53-AD3C-541DA4D98848}" srcOrd="1" destOrd="0" parTransId="{A758E7AE-F8DA-45E7-BA81-1CD1A170A382}" sibTransId="{36228641-51B0-4064-A719-2276D26504C6}"/>
    <dgm:cxn modelId="{08128FED-46EA-4CD9-A7CF-BD40931709AF}" srcId="{BA974227-46E7-47F8-B563-B7C5D51A3074}" destId="{892F946D-4F41-4CFC-B030-2C4ABAD68B3D}" srcOrd="0" destOrd="0" parTransId="{ED575B07-68EA-4E82-B9A4-EF5E96DC67F3}" sibTransId="{1A245DFA-3DF5-4015-B9FA-AC1D4FECE90D}"/>
    <dgm:cxn modelId="{0B445AFC-EB36-4858-9085-6B29C71134C9}" type="presOf" srcId="{C99C5C0A-8D1B-4452-BD34-A2F1C5BCD6B4}" destId="{0A259C8D-D71A-497F-BAA0-BF17E505EE64}" srcOrd="0" destOrd="0" presId="urn:microsoft.com/office/officeart/2005/8/layout/hList6"/>
    <dgm:cxn modelId="{2AE16A40-0EA6-4B10-9038-53CCE1E304A0}"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75000"/>
          </a:schemeClr>
        </a:solidFill>
      </dgm:spPr>
      <dgm:t>
        <a:bodyPr/>
        <a:lstStyle/>
        <a:p>
          <a:pPr algn="l"/>
          <a:r>
            <a:rPr lang="en-US" noProof="0" dirty="0">
              <a:solidFill>
                <a:schemeClr val="tx1"/>
              </a:solidFill>
            </a:rPr>
            <a:t>Number of end users</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dgm:spPr>
        <a:solidFill>
          <a:schemeClr val="bg1">
            <a:lumMod val="75000"/>
          </a:schemeClr>
        </a:solidFill>
      </dgm:spPr>
      <dgm:t>
        <a:bodyPr/>
        <a:lstStyle/>
        <a:p>
          <a:pPr algn="l"/>
          <a:r>
            <a:rPr lang="en-US" noProof="0" dirty="0">
              <a:solidFill>
                <a:schemeClr val="tx1"/>
              </a:solidFill>
            </a:rPr>
            <a:t>Score: Very Large: over 200: 10 </a:t>
          </a:r>
        </a:p>
      </dgm:t>
    </dgm:pt>
    <dgm:pt modelId="{1A245DFA-3DF5-4015-B9FA-AC1D4FECE90D}" type="sibTrans" cxnId="{08128FED-46EA-4CD9-A7CF-BD40931709AF}">
      <dgm:prSet/>
      <dgm:spPr/>
      <dgm:t>
        <a:bodyPr/>
        <a:lstStyle/>
        <a:p>
          <a:endParaRPr lang="en-US"/>
        </a:p>
      </dgm:t>
    </dgm:pt>
    <dgm:pt modelId="{ED575B07-68EA-4E82-B9A4-EF5E96DC67F3}" type="parTrans" cxnId="{08128FED-46EA-4CD9-A7CF-BD40931709AF}">
      <dgm:prSet/>
      <dgm:spPr/>
      <dgm:t>
        <a:bodyPr/>
        <a:lstStyle/>
        <a:p>
          <a:endParaRPr lang="en-US"/>
        </a:p>
      </dgm:t>
    </dgm:pt>
    <dgm:pt modelId="{F2DD31DA-994F-4D3C-813F-D4AA31C60DEC}">
      <dgm:prSet phldrT="[Text]"/>
      <dgm:spPr>
        <a:solidFill>
          <a:schemeClr val="bg1">
            <a:lumMod val="75000"/>
          </a:schemeClr>
        </a:solidFill>
      </dgm:spPr>
      <dgm:t>
        <a:bodyPr/>
        <a:lstStyle/>
        <a:p>
          <a:pPr algn="l"/>
          <a:r>
            <a:rPr lang="en-US" noProof="0" dirty="0">
              <a:solidFill>
                <a:schemeClr val="tx1"/>
              </a:solidFill>
            </a:rPr>
            <a:t>Explanation: We assume that 60% of the patients and all medical staff use the system. Hence 60% of 10 M = 6M </a:t>
          </a:r>
        </a:p>
      </dgm:t>
    </dgm:pt>
    <dgm:pt modelId="{B9CC13E0-3303-46DF-90D0-ADC91DF5A530}" type="parTrans" cxnId="{1FB7E723-9CA7-4979-BA7D-314AFF156BB9}">
      <dgm:prSet/>
      <dgm:spPr/>
      <dgm:t>
        <a:bodyPr/>
        <a:lstStyle/>
        <a:p>
          <a:endParaRPr lang="en-US"/>
        </a:p>
      </dgm:t>
    </dgm:pt>
    <dgm:pt modelId="{736C7F27-5E77-4336-88CE-3A78CE10845C}" type="sibTrans" cxnId="{1FB7E723-9CA7-4979-BA7D-314AFF156BB9}">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dgm:presLayoutVars>
          <dgm:bulletEnabled val="1"/>
        </dgm:presLayoutVars>
      </dgm:prSet>
      <dgm:spPr/>
    </dgm:pt>
  </dgm:ptLst>
  <dgm:cxnLst>
    <dgm:cxn modelId="{90224C01-5F63-49FD-A294-8FEE3CF3DBCC}" type="presOf" srcId="{F2DD31DA-994F-4D3C-813F-D4AA31C60DEC}" destId="{3636E0B8-ED04-4D9E-989B-8CA56B3A57D8}" srcOrd="0" destOrd="2" presId="urn:microsoft.com/office/officeart/2005/8/layout/hList6"/>
    <dgm:cxn modelId="{1FB7E723-9CA7-4979-BA7D-314AFF156BB9}" srcId="{BA974227-46E7-47F8-B563-B7C5D51A3074}" destId="{F2DD31DA-994F-4D3C-813F-D4AA31C60DEC}" srcOrd="1" destOrd="0" parTransId="{B9CC13E0-3303-46DF-90D0-ADC91DF5A530}" sibTransId="{736C7F27-5E77-4336-88CE-3A78CE10845C}"/>
    <dgm:cxn modelId="{97601F33-35A8-4D05-B524-865C51DD14B5}" type="presOf" srcId="{C99C5C0A-8D1B-4452-BD34-A2F1C5BCD6B4}" destId="{0A259C8D-D71A-497F-BAA0-BF17E505EE64}" srcOrd="0" destOrd="0" presId="urn:microsoft.com/office/officeart/2005/8/layout/hList6"/>
    <dgm:cxn modelId="{185ACF81-4294-4B1F-9AA8-3549192FBE78}" type="presOf" srcId="{BA974227-46E7-47F8-B563-B7C5D51A3074}" destId="{3636E0B8-ED04-4D9E-989B-8CA56B3A57D8}" srcOrd="0" destOrd="0"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552C1DAD-AD12-4008-88DF-7AAEDA998C69}" type="presOf" srcId="{892F946D-4F41-4CFC-B030-2C4ABAD68B3D}" destId="{3636E0B8-ED04-4D9E-989B-8CA56B3A57D8}" srcOrd="0" destOrd="1" presId="urn:microsoft.com/office/officeart/2005/8/layout/hList6"/>
    <dgm:cxn modelId="{08128FED-46EA-4CD9-A7CF-BD40931709AF}" srcId="{BA974227-46E7-47F8-B563-B7C5D51A3074}" destId="{892F946D-4F41-4CFC-B030-2C4ABAD68B3D}" srcOrd="0" destOrd="0" parTransId="{ED575B07-68EA-4E82-B9A4-EF5E96DC67F3}" sibTransId="{1A245DFA-3DF5-4015-B9FA-AC1D4FECE90D}"/>
    <dgm:cxn modelId="{2D998A0A-C74F-4049-A857-7D4FAFB59DDA}"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75000"/>
          </a:schemeClr>
        </a:solidFill>
      </dgm:spPr>
      <dgm:t>
        <a:bodyPr/>
        <a:lstStyle/>
        <a:p>
          <a:r>
            <a:rPr lang="en-US" noProof="0" dirty="0">
              <a:solidFill>
                <a:schemeClr val="tx1"/>
              </a:solidFill>
            </a:rPr>
            <a:t>Organizational span</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dgm:spPr>
        <a:solidFill>
          <a:schemeClr val="bg1">
            <a:lumMod val="75000"/>
          </a:schemeClr>
        </a:solidFill>
      </dgm:spPr>
      <dgm:t>
        <a:bodyPr/>
        <a:lstStyle/>
        <a:p>
          <a:r>
            <a:rPr lang="en-US" noProof="0" dirty="0">
              <a:solidFill>
                <a:schemeClr val="tx1"/>
              </a:solidFill>
            </a:rPr>
            <a:t>Score:High:10</a:t>
          </a:r>
          <a:endParaRPr lang="en-US" b="1" noProof="0" dirty="0">
            <a:solidFill>
              <a:schemeClr val="tx1"/>
            </a:solidFill>
          </a:endParaRPr>
        </a:p>
      </dgm:t>
    </dgm:pt>
    <dgm:pt modelId="{1A245DFA-3DF5-4015-B9FA-AC1D4FECE90D}" type="sibTrans" cxnId="{08128FED-46EA-4CD9-A7CF-BD40931709AF}">
      <dgm:prSet/>
      <dgm:spPr/>
      <dgm:t>
        <a:bodyPr/>
        <a:lstStyle/>
        <a:p>
          <a:endParaRPr lang="en-US"/>
        </a:p>
      </dgm:t>
    </dgm:pt>
    <dgm:pt modelId="{ED575B07-68EA-4E82-B9A4-EF5E96DC67F3}" type="parTrans" cxnId="{08128FED-46EA-4CD9-A7CF-BD40931709AF}">
      <dgm:prSet/>
      <dgm:spPr/>
      <dgm:t>
        <a:bodyPr/>
        <a:lstStyle/>
        <a:p>
          <a:endParaRPr lang="en-US"/>
        </a:p>
      </dgm:t>
    </dgm:pt>
    <dgm:pt modelId="{03EBED18-FA09-46F9-88D3-92632820871B}">
      <dgm:prSet phldrT="[Text]"/>
      <dgm:spPr>
        <a:solidFill>
          <a:schemeClr val="bg1">
            <a:lumMod val="75000"/>
          </a:schemeClr>
        </a:solidFill>
      </dgm:spPr>
      <dgm:t>
        <a:bodyPr/>
        <a:lstStyle/>
        <a:p>
          <a:r>
            <a:rPr lang="en-US" noProof="0" dirty="0">
              <a:solidFill>
                <a:schemeClr val="tx1"/>
              </a:solidFill>
            </a:rPr>
            <a:t>Explanation: Health care services cross different departments as </a:t>
          </a:r>
          <a:r>
            <a:rPr lang="en-US" noProof="0" dirty="0" err="1">
              <a:solidFill>
                <a:schemeClr val="tx1"/>
              </a:solidFill>
            </a:rPr>
            <a:t>gp</a:t>
          </a:r>
          <a:r>
            <a:rPr lang="en-US" noProof="0" dirty="0">
              <a:solidFill>
                <a:schemeClr val="tx1"/>
              </a:solidFill>
            </a:rPr>
            <a:t>, lab, hospitals.</a:t>
          </a:r>
        </a:p>
      </dgm:t>
    </dgm:pt>
    <dgm:pt modelId="{8225B312-511C-4FD9-B68D-BEC0B5A7E83A}" type="parTrans" cxnId="{9B89A0A3-20CB-4552-8904-229DE2EAF148}">
      <dgm:prSet/>
      <dgm:spPr/>
      <dgm:t>
        <a:bodyPr/>
        <a:lstStyle/>
        <a:p>
          <a:endParaRPr lang="en-US"/>
        </a:p>
      </dgm:t>
    </dgm:pt>
    <dgm:pt modelId="{B0084DA1-0986-4227-BF7D-DBECFF427706}" type="sibTrans" cxnId="{9B89A0A3-20CB-4552-8904-229DE2EAF148}">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custLinFactNeighborX="5204" custLinFactNeighborY="18">
        <dgm:presLayoutVars>
          <dgm:bulletEnabled val="1"/>
        </dgm:presLayoutVars>
      </dgm:prSet>
      <dgm:spPr/>
    </dgm:pt>
  </dgm:ptLst>
  <dgm:cxnLst>
    <dgm:cxn modelId="{500E0E3B-ABFB-4476-B97C-E66C2E18CDE3}" type="presOf" srcId="{BA974227-46E7-47F8-B563-B7C5D51A3074}" destId="{3636E0B8-ED04-4D9E-989B-8CA56B3A57D8}" srcOrd="0" destOrd="0" presId="urn:microsoft.com/office/officeart/2005/8/layout/hList6"/>
    <dgm:cxn modelId="{BFC0173C-D9E5-4DAA-BB94-00E69BCC5232}" type="presOf" srcId="{892F946D-4F41-4CFC-B030-2C4ABAD68B3D}" destId="{3636E0B8-ED04-4D9E-989B-8CA56B3A57D8}" srcOrd="0" destOrd="1"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9B89A0A3-20CB-4552-8904-229DE2EAF148}" srcId="{BA974227-46E7-47F8-B563-B7C5D51A3074}" destId="{03EBED18-FA09-46F9-88D3-92632820871B}" srcOrd="1" destOrd="0" parTransId="{8225B312-511C-4FD9-B68D-BEC0B5A7E83A}" sibTransId="{B0084DA1-0986-4227-BF7D-DBECFF427706}"/>
    <dgm:cxn modelId="{E57DAEB3-34BB-4AD0-A496-29135E65719C}" type="presOf" srcId="{03EBED18-FA09-46F9-88D3-92632820871B}" destId="{3636E0B8-ED04-4D9E-989B-8CA56B3A57D8}" srcOrd="0" destOrd="2" presId="urn:microsoft.com/office/officeart/2005/8/layout/hList6"/>
    <dgm:cxn modelId="{AE5B72E3-FAE9-4C1E-8FBE-A8623CC0D279}" type="presOf" srcId="{C99C5C0A-8D1B-4452-BD34-A2F1C5BCD6B4}" destId="{0A259C8D-D71A-497F-BAA0-BF17E505EE64}" srcOrd="0" destOrd="0" presId="urn:microsoft.com/office/officeart/2005/8/layout/hList6"/>
    <dgm:cxn modelId="{08128FED-46EA-4CD9-A7CF-BD40931709AF}" srcId="{BA974227-46E7-47F8-B563-B7C5D51A3074}" destId="{892F946D-4F41-4CFC-B030-2C4ABAD68B3D}" srcOrd="0" destOrd="0" parTransId="{ED575B07-68EA-4E82-B9A4-EF5E96DC67F3}" sibTransId="{1A245DFA-3DF5-4015-B9FA-AC1D4FECE90D}"/>
    <dgm:cxn modelId="{E14A8808-902B-4F24-8B05-4D11B8856CE9}"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75000"/>
          </a:schemeClr>
        </a:solidFill>
      </dgm:spPr>
      <dgm:t>
        <a:bodyPr/>
        <a:lstStyle/>
        <a:p>
          <a:r>
            <a:rPr lang="en-US" noProof="0" dirty="0">
              <a:solidFill>
                <a:schemeClr val="tx1"/>
              </a:solidFill>
            </a:rPr>
            <a:t>Total Size</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dgm:spPr>
        <a:solidFill>
          <a:schemeClr val="bg1">
            <a:lumMod val="75000"/>
          </a:schemeClr>
        </a:solidFill>
      </dgm:spPr>
      <dgm:t>
        <a:bodyPr/>
        <a:lstStyle/>
        <a:p>
          <a:r>
            <a:rPr lang="en-US" noProof="0" dirty="0">
              <a:solidFill>
                <a:schemeClr val="tx1"/>
              </a:solidFill>
            </a:rPr>
            <a:t>Total Score=24</a:t>
          </a:r>
        </a:p>
      </dgm:t>
    </dgm:pt>
    <dgm:pt modelId="{ED575B07-68EA-4E82-B9A4-EF5E96DC67F3}" type="parTrans" cxnId="{08128FED-46EA-4CD9-A7CF-BD40931709AF}">
      <dgm:prSet/>
      <dgm:spPr/>
      <dgm:t>
        <a:bodyPr/>
        <a:lstStyle/>
        <a:p>
          <a:endParaRPr lang="en-US"/>
        </a:p>
      </dgm:t>
    </dgm:pt>
    <dgm:pt modelId="{1A245DFA-3DF5-4015-B9FA-AC1D4FECE90D}" type="sibTrans" cxnId="{08128FED-46EA-4CD9-A7CF-BD40931709AF}">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custLinFactX="46978" custLinFactNeighborX="100000" custLinFactNeighborY="-5675">
        <dgm:presLayoutVars>
          <dgm:bulletEnabled val="1"/>
        </dgm:presLayoutVars>
      </dgm:prSet>
      <dgm:spPr/>
    </dgm:pt>
  </dgm:ptLst>
  <dgm:cxnLst>
    <dgm:cxn modelId="{4F92D625-7BDE-417E-B928-444099F043B0}" type="presOf" srcId="{892F946D-4F41-4CFC-B030-2C4ABAD68B3D}" destId="{3636E0B8-ED04-4D9E-989B-8CA56B3A57D8}" srcOrd="0" destOrd="1" presId="urn:microsoft.com/office/officeart/2005/8/layout/hList6"/>
    <dgm:cxn modelId="{6733586F-259C-472C-B8D4-78FF631BD9A9}" type="presOf" srcId="{BA974227-46E7-47F8-B563-B7C5D51A3074}" destId="{3636E0B8-ED04-4D9E-989B-8CA56B3A57D8}" srcOrd="0" destOrd="0"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E7384FD9-8D1A-4F2E-AE13-67AFBBAA0D96}" type="presOf" srcId="{C99C5C0A-8D1B-4452-BD34-A2F1C5BCD6B4}" destId="{0A259C8D-D71A-497F-BAA0-BF17E505EE64}" srcOrd="0" destOrd="0" presId="urn:microsoft.com/office/officeart/2005/8/layout/hList6"/>
    <dgm:cxn modelId="{08128FED-46EA-4CD9-A7CF-BD40931709AF}" srcId="{BA974227-46E7-47F8-B563-B7C5D51A3074}" destId="{892F946D-4F41-4CFC-B030-2C4ABAD68B3D}" srcOrd="0" destOrd="0" parTransId="{ED575B07-68EA-4E82-B9A4-EF5E96DC67F3}" sibTransId="{1A245DFA-3DF5-4015-B9FA-AC1D4FECE90D}"/>
    <dgm:cxn modelId="{D9CF681B-AD91-4F09-B9D9-81471A06FFAF}"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custT="1"/>
      <dgm:spPr>
        <a:solidFill>
          <a:schemeClr val="bg1">
            <a:lumMod val="65000"/>
          </a:schemeClr>
        </a:solidFill>
      </dgm:spPr>
      <dgm:t>
        <a:bodyPr/>
        <a:lstStyle/>
        <a:p>
          <a:r>
            <a:rPr lang="en-US" sz="2200" noProof="0" dirty="0">
              <a:solidFill>
                <a:schemeClr val="tx1"/>
              </a:solidFill>
            </a:rPr>
            <a:t>Structure of procedures </a:t>
          </a:r>
        </a:p>
        <a:p>
          <a:r>
            <a:rPr lang="en-US" sz="2000" noProof="0" dirty="0">
              <a:solidFill>
                <a:schemeClr val="tx1"/>
              </a:solidFill>
            </a:rPr>
            <a:t>Score: Average :5</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1CCFE34E-0E1A-4BB8-9E3E-4DE4AE9B19F2}">
      <dgm:prSet phldrT="[Text]" custT="1"/>
      <dgm:spPr>
        <a:solidFill>
          <a:schemeClr val="bg1">
            <a:lumMod val="65000"/>
          </a:schemeClr>
        </a:solidFill>
      </dgm:spPr>
      <dgm:t>
        <a:bodyPr/>
        <a:lstStyle/>
        <a:p>
          <a:r>
            <a:rPr lang="en-US" sz="1400" b="0" noProof="0" dirty="0">
              <a:solidFill>
                <a:schemeClr val="tx1"/>
              </a:solidFill>
            </a:rPr>
            <a:t>Explanation: The structure of the procedure in health care is clear. The patients go to GP then to lab.</a:t>
          </a:r>
        </a:p>
      </dgm:t>
    </dgm:pt>
    <dgm:pt modelId="{0542E06B-454C-4E4F-94AD-AFF34694EA95}" type="parTrans" cxnId="{EBDB81BF-48A2-412F-81A3-173CC4AD86E1}">
      <dgm:prSet/>
      <dgm:spPr/>
      <dgm:t>
        <a:bodyPr/>
        <a:lstStyle/>
        <a:p>
          <a:endParaRPr lang="en-US"/>
        </a:p>
      </dgm:t>
    </dgm:pt>
    <dgm:pt modelId="{E4AF1076-DAD5-4562-AA74-D3B2748FE21D}" type="sibTrans" cxnId="{EBDB81BF-48A2-412F-81A3-173CC4AD86E1}">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dgm:presLayoutVars>
          <dgm:bulletEnabled val="1"/>
        </dgm:presLayoutVars>
      </dgm:prSet>
      <dgm:spPr/>
    </dgm:pt>
  </dgm:ptLst>
  <dgm:cxnLst>
    <dgm:cxn modelId="{2023A25C-7025-4776-999E-823956F665D3}" type="presOf" srcId="{C99C5C0A-8D1B-4452-BD34-A2F1C5BCD6B4}" destId="{0A259C8D-D71A-497F-BAA0-BF17E505EE64}" srcOrd="0" destOrd="0" presId="urn:microsoft.com/office/officeart/2005/8/layout/hList6"/>
    <dgm:cxn modelId="{EEB3C557-D648-49BB-A7FC-50FC981B09D4}" type="presOf" srcId="{1CCFE34E-0E1A-4BB8-9E3E-4DE4AE9B19F2}" destId="{3636E0B8-ED04-4D9E-989B-8CA56B3A57D8}" srcOrd="0" destOrd="1"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B6970DB2-8090-456A-9C98-5DBB84202CDF}" type="presOf" srcId="{BA974227-46E7-47F8-B563-B7C5D51A3074}" destId="{3636E0B8-ED04-4D9E-989B-8CA56B3A57D8}" srcOrd="0" destOrd="0" presId="urn:microsoft.com/office/officeart/2005/8/layout/hList6"/>
    <dgm:cxn modelId="{EBDB81BF-48A2-412F-81A3-173CC4AD86E1}" srcId="{BA974227-46E7-47F8-B563-B7C5D51A3074}" destId="{1CCFE34E-0E1A-4BB8-9E3E-4DE4AE9B19F2}" srcOrd="0" destOrd="0" parTransId="{0542E06B-454C-4E4F-94AD-AFF34694EA95}" sibTransId="{E4AF1076-DAD5-4562-AA74-D3B2748FE21D}"/>
    <dgm:cxn modelId="{209586A3-95EB-4C9E-AA50-A862196E35DF}"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custT="1"/>
      <dgm:spPr>
        <a:solidFill>
          <a:schemeClr val="bg1">
            <a:lumMod val="65000"/>
          </a:schemeClr>
        </a:solidFill>
      </dgm:spPr>
      <dgm:t>
        <a:bodyPr/>
        <a:lstStyle/>
        <a:p>
          <a:pPr algn="l"/>
          <a:r>
            <a:rPr lang="en-US" sz="2000" noProof="0" dirty="0">
              <a:solidFill>
                <a:schemeClr val="tx1"/>
              </a:solidFill>
            </a:rPr>
            <a:t>Business process innovation (% of change in activities):</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custT="1"/>
      <dgm:spPr>
        <a:solidFill>
          <a:schemeClr val="bg1">
            <a:lumMod val="65000"/>
          </a:schemeClr>
        </a:solidFill>
      </dgm:spPr>
      <dgm:t>
        <a:bodyPr/>
        <a:lstStyle/>
        <a:p>
          <a:pPr algn="l"/>
          <a:r>
            <a:rPr lang="en-US" sz="1200" noProof="0" dirty="0">
              <a:solidFill>
                <a:schemeClr val="tx1"/>
              </a:solidFill>
            </a:rPr>
            <a:t>Score: over 50% : high 10</a:t>
          </a:r>
        </a:p>
      </dgm:t>
    </dgm:pt>
    <dgm:pt modelId="{1A245DFA-3DF5-4015-B9FA-AC1D4FECE90D}" type="sibTrans" cxnId="{08128FED-46EA-4CD9-A7CF-BD40931709AF}">
      <dgm:prSet/>
      <dgm:spPr/>
      <dgm:t>
        <a:bodyPr/>
        <a:lstStyle/>
        <a:p>
          <a:endParaRPr lang="en-US"/>
        </a:p>
      </dgm:t>
    </dgm:pt>
    <dgm:pt modelId="{ED575B07-68EA-4E82-B9A4-EF5E96DC67F3}" type="parTrans" cxnId="{08128FED-46EA-4CD9-A7CF-BD40931709AF}">
      <dgm:prSet/>
      <dgm:spPr/>
      <dgm:t>
        <a:bodyPr/>
        <a:lstStyle/>
        <a:p>
          <a:endParaRPr lang="en-US"/>
        </a:p>
      </dgm:t>
    </dgm:pt>
    <dgm:pt modelId="{F2DD31DA-994F-4D3C-813F-D4AA31C60DEC}">
      <dgm:prSet phldrT="[Text]" custT="1"/>
      <dgm:spPr>
        <a:solidFill>
          <a:schemeClr val="bg1">
            <a:lumMod val="65000"/>
          </a:schemeClr>
        </a:solidFill>
      </dgm:spPr>
      <dgm:t>
        <a:bodyPr/>
        <a:lstStyle/>
        <a:p>
          <a:pPr algn="l"/>
          <a:r>
            <a:rPr lang="en-US" sz="1200" noProof="0" dirty="0">
              <a:solidFill>
                <a:schemeClr val="tx1"/>
              </a:solidFill>
            </a:rPr>
            <a:t>Explanation: The process is shorter and information flow changes. </a:t>
          </a:r>
        </a:p>
      </dgm:t>
    </dgm:pt>
    <dgm:pt modelId="{B9CC13E0-3303-46DF-90D0-ADC91DF5A530}" type="parTrans" cxnId="{1FB7E723-9CA7-4979-BA7D-314AFF156BB9}">
      <dgm:prSet/>
      <dgm:spPr/>
      <dgm:t>
        <a:bodyPr/>
        <a:lstStyle/>
        <a:p>
          <a:endParaRPr lang="en-US"/>
        </a:p>
      </dgm:t>
    </dgm:pt>
    <dgm:pt modelId="{736C7F27-5E77-4336-88CE-3A78CE10845C}" type="sibTrans" cxnId="{1FB7E723-9CA7-4979-BA7D-314AFF156BB9}">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dgm:presLayoutVars>
          <dgm:bulletEnabled val="1"/>
        </dgm:presLayoutVars>
      </dgm:prSet>
      <dgm:spPr/>
    </dgm:pt>
  </dgm:ptLst>
  <dgm:cxnLst>
    <dgm:cxn modelId="{68194812-D368-42B2-AA05-67918BFCEA92}" type="presOf" srcId="{C99C5C0A-8D1B-4452-BD34-A2F1C5BCD6B4}" destId="{0A259C8D-D71A-497F-BAA0-BF17E505EE64}" srcOrd="0" destOrd="0" presId="urn:microsoft.com/office/officeart/2005/8/layout/hList6"/>
    <dgm:cxn modelId="{1FB7E723-9CA7-4979-BA7D-314AFF156BB9}" srcId="{BA974227-46E7-47F8-B563-B7C5D51A3074}" destId="{F2DD31DA-994F-4D3C-813F-D4AA31C60DEC}" srcOrd="1" destOrd="0" parTransId="{B9CC13E0-3303-46DF-90D0-ADC91DF5A530}" sibTransId="{736C7F27-5E77-4336-88CE-3A78CE10845C}"/>
    <dgm:cxn modelId="{1979AE33-83A5-414F-BF8B-25B4BF1143A2}" type="presOf" srcId="{892F946D-4F41-4CFC-B030-2C4ABAD68B3D}" destId="{3636E0B8-ED04-4D9E-989B-8CA56B3A57D8}" srcOrd="0" destOrd="1" presId="urn:microsoft.com/office/officeart/2005/8/layout/hList6"/>
    <dgm:cxn modelId="{E9032C6C-4D25-4225-BA7D-44B79B19CCED}" type="presOf" srcId="{BA974227-46E7-47F8-B563-B7C5D51A3074}" destId="{3636E0B8-ED04-4D9E-989B-8CA56B3A57D8}" srcOrd="0" destOrd="0" presId="urn:microsoft.com/office/officeart/2005/8/layout/hList6"/>
    <dgm:cxn modelId="{21ABA458-BA7A-4155-9EEC-E4B454A5D305}" type="presOf" srcId="{F2DD31DA-994F-4D3C-813F-D4AA31C60DEC}" destId="{3636E0B8-ED04-4D9E-989B-8CA56B3A57D8}" srcOrd="0" destOrd="2"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08128FED-46EA-4CD9-A7CF-BD40931709AF}" srcId="{BA974227-46E7-47F8-B563-B7C5D51A3074}" destId="{892F946D-4F41-4CFC-B030-2C4ABAD68B3D}" srcOrd="0" destOrd="0" parTransId="{ED575B07-68EA-4E82-B9A4-EF5E96DC67F3}" sibTransId="{1A245DFA-3DF5-4015-B9FA-AC1D4FECE90D}"/>
    <dgm:cxn modelId="{EA93C9CD-4DBE-4659-9F5B-97C04CC8C9C1}"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65000"/>
          </a:schemeClr>
        </a:solidFill>
        <a:ln>
          <a:solidFill>
            <a:schemeClr val="accent1"/>
          </a:solidFill>
        </a:ln>
      </dgm:spPr>
      <dgm:t>
        <a:bodyPr/>
        <a:lstStyle/>
        <a:p>
          <a:r>
            <a:rPr lang="en-US" noProof="0" dirty="0">
              <a:solidFill>
                <a:schemeClr val="tx1"/>
              </a:solidFill>
            </a:rPr>
            <a:t>IT awareness / change readiness of users</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dgm:spPr>
        <a:solidFill>
          <a:schemeClr val="bg1">
            <a:lumMod val="65000"/>
          </a:schemeClr>
        </a:solidFill>
        <a:ln>
          <a:solidFill>
            <a:schemeClr val="accent1"/>
          </a:solidFill>
        </a:ln>
      </dgm:spPr>
      <dgm:t>
        <a:bodyPr/>
        <a:lstStyle/>
        <a:p>
          <a:r>
            <a:rPr lang="en-US" noProof="0" dirty="0">
              <a:solidFill>
                <a:schemeClr val="tx1"/>
              </a:solidFill>
            </a:rPr>
            <a:t>Score : Low : 10</a:t>
          </a:r>
          <a:endParaRPr lang="en-US" b="1" noProof="0" dirty="0">
            <a:solidFill>
              <a:schemeClr val="tx1"/>
            </a:solidFill>
          </a:endParaRPr>
        </a:p>
      </dgm:t>
    </dgm:pt>
    <dgm:pt modelId="{1A245DFA-3DF5-4015-B9FA-AC1D4FECE90D}" type="sibTrans" cxnId="{08128FED-46EA-4CD9-A7CF-BD40931709AF}">
      <dgm:prSet/>
      <dgm:spPr/>
      <dgm:t>
        <a:bodyPr/>
        <a:lstStyle/>
        <a:p>
          <a:endParaRPr lang="en-US"/>
        </a:p>
      </dgm:t>
    </dgm:pt>
    <dgm:pt modelId="{ED575B07-68EA-4E82-B9A4-EF5E96DC67F3}" type="parTrans" cxnId="{08128FED-46EA-4CD9-A7CF-BD40931709AF}">
      <dgm:prSet/>
      <dgm:spPr/>
      <dgm:t>
        <a:bodyPr/>
        <a:lstStyle/>
        <a:p>
          <a:endParaRPr lang="en-US"/>
        </a:p>
      </dgm:t>
    </dgm:pt>
    <dgm:pt modelId="{03EBED18-FA09-46F9-88D3-92632820871B}">
      <dgm:prSet phldrT="[Text]"/>
      <dgm:spPr>
        <a:solidFill>
          <a:schemeClr val="bg1">
            <a:lumMod val="65000"/>
          </a:schemeClr>
        </a:solidFill>
        <a:ln>
          <a:solidFill>
            <a:schemeClr val="accent1"/>
          </a:solidFill>
        </a:ln>
      </dgm:spPr>
      <dgm:t>
        <a:bodyPr/>
        <a:lstStyle/>
        <a:p>
          <a:r>
            <a:rPr lang="en-US" noProof="0" dirty="0">
              <a:solidFill>
                <a:schemeClr val="tx1"/>
              </a:solidFill>
            </a:rPr>
            <a:t>Explanation: citizens and doctors </a:t>
          </a:r>
          <a:r>
            <a:rPr lang="en-US" noProof="0" dirty="0" err="1">
              <a:solidFill>
                <a:schemeClr val="tx1"/>
              </a:solidFill>
            </a:rPr>
            <a:t>aare</a:t>
          </a:r>
          <a:r>
            <a:rPr lang="en-US" noProof="0" dirty="0">
              <a:solidFill>
                <a:schemeClr val="tx1"/>
              </a:solidFill>
            </a:rPr>
            <a:t> not computer proficient</a:t>
          </a:r>
        </a:p>
      </dgm:t>
    </dgm:pt>
    <dgm:pt modelId="{8225B312-511C-4FD9-B68D-BEC0B5A7E83A}" type="parTrans" cxnId="{9B89A0A3-20CB-4552-8904-229DE2EAF148}">
      <dgm:prSet/>
      <dgm:spPr/>
      <dgm:t>
        <a:bodyPr/>
        <a:lstStyle/>
        <a:p>
          <a:endParaRPr lang="en-US"/>
        </a:p>
      </dgm:t>
    </dgm:pt>
    <dgm:pt modelId="{B0084DA1-0986-4227-BF7D-DBECFF427706}" type="sibTrans" cxnId="{9B89A0A3-20CB-4552-8904-229DE2EAF148}">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custLinFactX="46978" custLinFactNeighborX="100000" custLinFactNeighborY="-5675">
        <dgm:presLayoutVars>
          <dgm:bulletEnabled val="1"/>
        </dgm:presLayoutVars>
      </dgm:prSet>
      <dgm:spPr/>
    </dgm:pt>
  </dgm:ptLst>
  <dgm:cxnLst>
    <dgm:cxn modelId="{5DBFA207-D1CA-40C4-B904-01307F90AFD4}" type="presOf" srcId="{C99C5C0A-8D1B-4452-BD34-A2F1C5BCD6B4}" destId="{0A259C8D-D71A-497F-BAA0-BF17E505EE64}" srcOrd="0" destOrd="0" presId="urn:microsoft.com/office/officeart/2005/8/layout/hList6"/>
    <dgm:cxn modelId="{81C02618-6452-4DC5-861F-21BB377DEBB3}" type="presOf" srcId="{892F946D-4F41-4CFC-B030-2C4ABAD68B3D}" destId="{3636E0B8-ED04-4D9E-989B-8CA56B3A57D8}" srcOrd="0" destOrd="1" presId="urn:microsoft.com/office/officeart/2005/8/layout/hList6"/>
    <dgm:cxn modelId="{6968FD79-9455-4D11-BB72-4165270F840C}" type="presOf" srcId="{BA974227-46E7-47F8-B563-B7C5D51A3074}" destId="{3636E0B8-ED04-4D9E-989B-8CA56B3A57D8}" srcOrd="0" destOrd="0" presId="urn:microsoft.com/office/officeart/2005/8/layout/hList6"/>
    <dgm:cxn modelId="{24F5277C-32A2-41D4-A4A0-4C4F51B477C6}" type="presOf" srcId="{03EBED18-FA09-46F9-88D3-92632820871B}" destId="{3636E0B8-ED04-4D9E-989B-8CA56B3A57D8}" srcOrd="0" destOrd="2"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9B89A0A3-20CB-4552-8904-229DE2EAF148}" srcId="{BA974227-46E7-47F8-B563-B7C5D51A3074}" destId="{03EBED18-FA09-46F9-88D3-92632820871B}" srcOrd="1" destOrd="0" parTransId="{8225B312-511C-4FD9-B68D-BEC0B5A7E83A}" sibTransId="{B0084DA1-0986-4227-BF7D-DBECFF427706}"/>
    <dgm:cxn modelId="{08128FED-46EA-4CD9-A7CF-BD40931709AF}" srcId="{BA974227-46E7-47F8-B563-B7C5D51A3074}" destId="{892F946D-4F41-4CFC-B030-2C4ABAD68B3D}" srcOrd="0" destOrd="0" parTransId="{ED575B07-68EA-4E82-B9A4-EF5E96DC67F3}" sibTransId="{1A245DFA-3DF5-4015-B9FA-AC1D4FECE90D}"/>
    <dgm:cxn modelId="{32EE5A2E-DA69-40E0-B035-D2D5417BDA6D}"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C99C5C0A-8D1B-4452-BD34-A2F1C5BCD6B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BA974227-46E7-47F8-B563-B7C5D51A3074}">
      <dgm:prSet phldrT="[Text]"/>
      <dgm:spPr>
        <a:solidFill>
          <a:schemeClr val="bg1">
            <a:lumMod val="65000"/>
          </a:schemeClr>
        </a:solidFill>
      </dgm:spPr>
      <dgm:t>
        <a:bodyPr/>
        <a:lstStyle/>
        <a:p>
          <a:r>
            <a:rPr lang="en-US" noProof="0" dirty="0">
              <a:solidFill>
                <a:schemeClr val="tx1"/>
              </a:solidFill>
            </a:rPr>
            <a:t>Total Size</a:t>
          </a:r>
        </a:p>
      </dgm:t>
    </dgm:pt>
    <dgm:pt modelId="{9636014E-D95F-40DA-A894-FF70D1454823}" type="parTrans" cxnId="{6680FE84-DFDA-43BF-8EBD-4015ED253F47}">
      <dgm:prSet/>
      <dgm:spPr/>
      <dgm:t>
        <a:bodyPr/>
        <a:lstStyle/>
        <a:p>
          <a:endParaRPr lang="en-US"/>
        </a:p>
      </dgm:t>
    </dgm:pt>
    <dgm:pt modelId="{5733AB26-3BD2-4F3D-AC36-3098BD88D8F0}" type="sibTrans" cxnId="{6680FE84-DFDA-43BF-8EBD-4015ED253F47}">
      <dgm:prSet/>
      <dgm:spPr/>
      <dgm:t>
        <a:bodyPr/>
        <a:lstStyle/>
        <a:p>
          <a:endParaRPr lang="en-US"/>
        </a:p>
      </dgm:t>
    </dgm:pt>
    <dgm:pt modelId="{892F946D-4F41-4CFC-B030-2C4ABAD68B3D}">
      <dgm:prSet phldrT="[Text]"/>
      <dgm:spPr>
        <a:solidFill>
          <a:schemeClr val="bg1">
            <a:lumMod val="65000"/>
          </a:schemeClr>
        </a:solidFill>
      </dgm:spPr>
      <dgm:t>
        <a:bodyPr/>
        <a:lstStyle/>
        <a:p>
          <a:r>
            <a:rPr lang="en-US" noProof="0" dirty="0">
              <a:solidFill>
                <a:schemeClr val="tx1"/>
              </a:solidFill>
            </a:rPr>
            <a:t>Total Score=25</a:t>
          </a:r>
        </a:p>
      </dgm:t>
    </dgm:pt>
    <dgm:pt modelId="{ED575B07-68EA-4E82-B9A4-EF5E96DC67F3}" type="parTrans" cxnId="{08128FED-46EA-4CD9-A7CF-BD40931709AF}">
      <dgm:prSet/>
      <dgm:spPr/>
      <dgm:t>
        <a:bodyPr/>
        <a:lstStyle/>
        <a:p>
          <a:endParaRPr lang="en-US"/>
        </a:p>
      </dgm:t>
    </dgm:pt>
    <dgm:pt modelId="{1A245DFA-3DF5-4015-B9FA-AC1D4FECE90D}" type="sibTrans" cxnId="{08128FED-46EA-4CD9-A7CF-BD40931709AF}">
      <dgm:prSet/>
      <dgm:spPr/>
      <dgm:t>
        <a:bodyPr/>
        <a:lstStyle/>
        <a:p>
          <a:endParaRPr lang="en-US"/>
        </a:p>
      </dgm:t>
    </dgm:pt>
    <dgm:pt modelId="{0A259C8D-D71A-497F-BAA0-BF17E505EE64}" type="pres">
      <dgm:prSet presAssocID="{C99C5C0A-8D1B-4452-BD34-A2F1C5BCD6B4}" presName="Name0" presStyleCnt="0">
        <dgm:presLayoutVars>
          <dgm:dir/>
          <dgm:resizeHandles val="exact"/>
        </dgm:presLayoutVars>
      </dgm:prSet>
      <dgm:spPr/>
    </dgm:pt>
    <dgm:pt modelId="{3636E0B8-ED04-4D9E-989B-8CA56B3A57D8}" type="pres">
      <dgm:prSet presAssocID="{BA974227-46E7-47F8-B563-B7C5D51A3074}" presName="node" presStyleLbl="node1" presStyleIdx="0" presStyleCnt="1" custLinFactX="46978" custLinFactNeighborX="100000" custLinFactNeighborY="-5675">
        <dgm:presLayoutVars>
          <dgm:bulletEnabled val="1"/>
        </dgm:presLayoutVars>
      </dgm:prSet>
      <dgm:spPr/>
    </dgm:pt>
  </dgm:ptLst>
  <dgm:cxnLst>
    <dgm:cxn modelId="{1A1AFF40-B71E-46AD-8FF3-F5F4CB7F20FA}" type="presOf" srcId="{BA974227-46E7-47F8-B563-B7C5D51A3074}" destId="{3636E0B8-ED04-4D9E-989B-8CA56B3A57D8}" srcOrd="0" destOrd="0" presId="urn:microsoft.com/office/officeart/2005/8/layout/hList6"/>
    <dgm:cxn modelId="{E470D250-C2A4-4AC5-9E49-1A4B1F49F4D5}" type="presOf" srcId="{892F946D-4F41-4CFC-B030-2C4ABAD68B3D}" destId="{3636E0B8-ED04-4D9E-989B-8CA56B3A57D8}" srcOrd="0" destOrd="1" presId="urn:microsoft.com/office/officeart/2005/8/layout/hList6"/>
    <dgm:cxn modelId="{6680FE84-DFDA-43BF-8EBD-4015ED253F47}" srcId="{C99C5C0A-8D1B-4452-BD34-A2F1C5BCD6B4}" destId="{BA974227-46E7-47F8-B563-B7C5D51A3074}" srcOrd="0" destOrd="0" parTransId="{9636014E-D95F-40DA-A894-FF70D1454823}" sibTransId="{5733AB26-3BD2-4F3D-AC36-3098BD88D8F0}"/>
    <dgm:cxn modelId="{08128FED-46EA-4CD9-A7CF-BD40931709AF}" srcId="{BA974227-46E7-47F8-B563-B7C5D51A3074}" destId="{892F946D-4F41-4CFC-B030-2C4ABAD68B3D}" srcOrd="0" destOrd="0" parTransId="{ED575B07-68EA-4E82-B9A4-EF5E96DC67F3}" sibTransId="{1A245DFA-3DF5-4015-B9FA-AC1D4FECE90D}"/>
    <dgm:cxn modelId="{F1224DF2-B84F-4DD1-84CD-8F60A190611A}" type="presOf" srcId="{C99C5C0A-8D1B-4452-BD34-A2F1C5BCD6B4}" destId="{0A259C8D-D71A-497F-BAA0-BF17E505EE64}" srcOrd="0" destOrd="0" presId="urn:microsoft.com/office/officeart/2005/8/layout/hList6"/>
    <dgm:cxn modelId="{DE94C575-EF2F-4D13-9D1A-4C5533BCC5CF}" type="presParOf" srcId="{0A259C8D-D71A-497F-BAA0-BF17E505EE64}" destId="{3636E0B8-ED04-4D9E-989B-8CA56B3A57D8}" srcOrd="0" destOrd="0" presId="urn:microsoft.com/office/officeart/2005/8/layout/hList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F80C7097-77A9-4B8C-B33F-AAF0DCED471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it-IT"/>
        </a:p>
      </dgm:t>
    </dgm:pt>
    <dgm:pt modelId="{03759ECE-B9DE-499C-974D-19FA44A6BAA8}">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Project Risk</a:t>
          </a:r>
        </a:p>
      </dgm:t>
    </dgm:pt>
    <dgm:pt modelId="{220B42BD-A22D-4F8E-B8F8-6CFF4378F1F5}" type="parTrans" cxnId="{FB267A4F-9B07-4032-8510-2A91FFF7AB7E}">
      <dgm:prSet/>
      <dgm:spPr/>
      <dgm:t>
        <a:bodyPr/>
        <a:lstStyle/>
        <a:p>
          <a:endParaRPr lang="en-US" noProof="0" dirty="0"/>
        </a:p>
      </dgm:t>
    </dgm:pt>
    <dgm:pt modelId="{D247CEE5-8BD2-4547-9F76-017E75D0287C}" type="sibTrans" cxnId="{FB267A4F-9B07-4032-8510-2A91FFF7AB7E}">
      <dgm:prSet/>
      <dgm:spPr/>
      <dgm:t>
        <a:bodyPr/>
        <a:lstStyle/>
        <a:p>
          <a:endParaRPr lang="en-US" noProof="0" dirty="0"/>
        </a:p>
      </dgm:t>
    </dgm:pt>
    <dgm:pt modelId="{CBF0B04D-BB0D-4B48-9153-0D5EE85E9F1F}">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Pilot </a:t>
          </a:r>
        </a:p>
      </dgm:t>
    </dgm:pt>
    <dgm:pt modelId="{E8AF16C8-1498-431B-A1D6-18992821D323}" type="parTrans" cxnId="{327CAB5B-F8D4-40D9-A6E6-B6E7890C6676}">
      <dgm:prSet/>
      <dgm:spPr/>
      <dgm:t>
        <a:bodyPr/>
        <a:lstStyle/>
        <a:p>
          <a:endParaRPr lang="en-US" noProof="0" dirty="0"/>
        </a:p>
      </dgm:t>
    </dgm:pt>
    <dgm:pt modelId="{0358598E-5DBC-4315-90FF-29478716AC03}" type="sibTrans" cxnId="{327CAB5B-F8D4-40D9-A6E6-B6E7890C6676}">
      <dgm:prSet/>
      <dgm:spPr/>
      <dgm:t>
        <a:bodyPr/>
        <a:lstStyle/>
        <a:p>
          <a:endParaRPr lang="en-US" noProof="0" dirty="0"/>
        </a:p>
      </dgm:t>
    </dgm:pt>
    <dgm:pt modelId="{349E1163-6C97-4DA5-A0F8-80D8AA8B6500}">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Split</a:t>
          </a:r>
        </a:p>
      </dgm:t>
    </dgm:pt>
    <dgm:pt modelId="{E5767118-B516-4C91-B03D-F8C801CB7AB2}" type="parTrans" cxnId="{01D1DE14-9974-4B52-BFB9-0BD7FB7C0906}">
      <dgm:prSet/>
      <dgm:spPr/>
      <dgm:t>
        <a:bodyPr/>
        <a:lstStyle/>
        <a:p>
          <a:endParaRPr lang="en-US" noProof="0" dirty="0"/>
        </a:p>
      </dgm:t>
    </dgm:pt>
    <dgm:pt modelId="{0B79053D-15A5-403F-A22E-BA749285EA29}" type="sibTrans" cxnId="{01D1DE14-9974-4B52-BFB9-0BD7FB7C0906}">
      <dgm:prSet/>
      <dgm:spPr/>
      <dgm:t>
        <a:bodyPr/>
        <a:lstStyle/>
        <a:p>
          <a:endParaRPr lang="en-US" noProof="0" dirty="0"/>
        </a:p>
      </dgm:t>
    </dgm:pt>
    <dgm:pt modelId="{30CCB30E-ABE2-44AB-8700-67795DAA90F8}">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Manage Risk</a:t>
          </a:r>
        </a:p>
      </dgm:t>
    </dgm:pt>
    <dgm:pt modelId="{E252F0C6-6C35-4B2A-8ED1-A25FB0C004D0}" type="parTrans" cxnId="{5DCA621D-EB8E-4CDD-AA82-062F995EA3F6}">
      <dgm:prSet/>
      <dgm:spPr/>
      <dgm:t>
        <a:bodyPr/>
        <a:lstStyle/>
        <a:p>
          <a:endParaRPr lang="en-US" noProof="0" dirty="0"/>
        </a:p>
      </dgm:t>
    </dgm:pt>
    <dgm:pt modelId="{71B026D5-008B-4FD0-B164-0DDB5EF95840}" type="sibTrans" cxnId="{5DCA621D-EB8E-4CDD-AA82-062F995EA3F6}">
      <dgm:prSet/>
      <dgm:spPr/>
      <dgm:t>
        <a:bodyPr/>
        <a:lstStyle/>
        <a:p>
          <a:endParaRPr lang="en-US" noProof="0" dirty="0"/>
        </a:p>
      </dgm:t>
    </dgm:pt>
    <dgm:pt modelId="{9E49280F-D6C2-4EC1-B653-B55E7625527C}">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Downgrade Objectives</a:t>
          </a:r>
        </a:p>
      </dgm:t>
    </dgm:pt>
    <dgm:pt modelId="{8B53C679-9511-49C9-AA32-DDE793E70D60}" type="parTrans" cxnId="{1D04FB32-28B2-4BC6-8C66-C4AB50A03668}">
      <dgm:prSet/>
      <dgm:spPr/>
      <dgm:t>
        <a:bodyPr/>
        <a:lstStyle/>
        <a:p>
          <a:endParaRPr lang="en-US" noProof="0" dirty="0"/>
        </a:p>
      </dgm:t>
    </dgm:pt>
    <dgm:pt modelId="{E7FF9E37-180E-476B-8A0F-85161F2E7435}" type="sibTrans" cxnId="{1D04FB32-28B2-4BC6-8C66-C4AB50A03668}">
      <dgm:prSet/>
      <dgm:spPr/>
      <dgm:t>
        <a:bodyPr/>
        <a:lstStyle/>
        <a:p>
          <a:endParaRPr lang="en-US" noProof="0" dirty="0"/>
        </a:p>
      </dgm:t>
    </dgm:pt>
    <dgm:pt modelId="{D7FB2D53-F78D-4E41-BC74-9B5DA6ACD278}">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Information Assurance</a:t>
          </a:r>
        </a:p>
      </dgm:t>
    </dgm:pt>
    <dgm:pt modelId="{E0227577-5272-402F-AE04-5CBE67B43DCB}" type="parTrans" cxnId="{3F645549-C7D1-4BAD-A8E7-2BAF50D4E47F}">
      <dgm:prSet/>
      <dgm:spPr/>
      <dgm:t>
        <a:bodyPr/>
        <a:lstStyle/>
        <a:p>
          <a:endParaRPr lang="en-US" noProof="0" dirty="0"/>
        </a:p>
      </dgm:t>
    </dgm:pt>
    <dgm:pt modelId="{DE9B85F7-2067-4651-86C1-119CCFE4BD74}" type="sibTrans" cxnId="{3F645549-C7D1-4BAD-A8E7-2BAF50D4E47F}">
      <dgm:prSet/>
      <dgm:spPr/>
      <dgm:t>
        <a:bodyPr/>
        <a:lstStyle/>
        <a:p>
          <a:endParaRPr lang="en-US" noProof="0" dirty="0"/>
        </a:p>
      </dgm:t>
    </dgm:pt>
    <dgm:pt modelId="{102C81BC-626E-42FD-B17F-B14ED68F6C28}">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Project Risk mitigation </a:t>
          </a:r>
        </a:p>
      </dgm:t>
    </dgm:pt>
    <dgm:pt modelId="{60391123-6655-44B9-931F-83E2FF76233E}" type="parTrans" cxnId="{7EB5E71A-3217-4D17-8EEF-4AA612990090}">
      <dgm:prSet/>
      <dgm:spPr/>
      <dgm:t>
        <a:bodyPr/>
        <a:lstStyle/>
        <a:p>
          <a:endParaRPr lang="en-US"/>
        </a:p>
      </dgm:t>
    </dgm:pt>
    <dgm:pt modelId="{1DAB285A-67D6-4DF0-90AF-C6D49C85FD50}" type="sibTrans" cxnId="{7EB5E71A-3217-4D17-8EEF-4AA612990090}">
      <dgm:prSet/>
      <dgm:spPr/>
      <dgm:t>
        <a:bodyPr/>
        <a:lstStyle/>
        <a:p>
          <a:endParaRPr lang="en-US"/>
        </a:p>
      </dgm:t>
    </dgm:pt>
    <dgm:pt modelId="{2CC6C883-8F54-478D-9DC4-104F31386484}">
      <dgm:prSet custT="1"/>
      <dgm:spPr>
        <a:solidFill>
          <a:srgbClr val="D34817">
            <a:hueOff val="0"/>
            <a:satOff val="0"/>
            <a:lumOff val="0"/>
            <a:alphaOff val="0"/>
          </a:srgbClr>
        </a:solidFill>
        <a:ln w="12700" cap="flat" cmpd="sng" algn="ctr">
          <a:solidFill>
            <a:prstClr val="white">
              <a:hueOff val="0"/>
              <a:satOff val="0"/>
              <a:lumOff val="0"/>
              <a:alphaOff val="0"/>
            </a:prstClr>
          </a:solidFill>
          <a:prstDash val="solid"/>
        </a:ln>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Global Risk</a:t>
          </a:r>
        </a:p>
      </dgm:t>
    </dgm:pt>
    <dgm:pt modelId="{5D22DBEB-31DC-4DBB-A40E-1F4877DF6C73}" type="parTrans" cxnId="{87F4384E-8B57-459D-9F2A-2A341C891273}">
      <dgm:prSet/>
      <dgm:spPr/>
      <dgm:t>
        <a:bodyPr/>
        <a:lstStyle/>
        <a:p>
          <a:endParaRPr lang="en-US"/>
        </a:p>
      </dgm:t>
    </dgm:pt>
    <dgm:pt modelId="{E1432C44-B699-4F54-8DC5-04FA975274C8}" type="sibTrans" cxnId="{87F4384E-8B57-459D-9F2A-2A341C891273}">
      <dgm:prSet/>
      <dgm:spPr/>
      <dgm:t>
        <a:bodyPr/>
        <a:lstStyle/>
        <a:p>
          <a:endParaRPr lang="en-US"/>
        </a:p>
      </dgm:t>
    </dgm:pt>
    <dgm:pt modelId="{64C388E1-15EC-485A-AF51-57D8E63F4397}" type="pres">
      <dgm:prSet presAssocID="{F80C7097-77A9-4B8C-B33F-AAF0DCED471A}" presName="hierChild1" presStyleCnt="0">
        <dgm:presLayoutVars>
          <dgm:orgChart val="1"/>
          <dgm:chPref val="1"/>
          <dgm:dir/>
          <dgm:animOne val="branch"/>
          <dgm:animLvl val="lvl"/>
          <dgm:resizeHandles/>
        </dgm:presLayoutVars>
      </dgm:prSet>
      <dgm:spPr/>
    </dgm:pt>
    <dgm:pt modelId="{631DDA5D-4F4D-43E5-AD15-902EBACD468D}" type="pres">
      <dgm:prSet presAssocID="{03759ECE-B9DE-499C-974D-19FA44A6BAA8}" presName="hierRoot1" presStyleCnt="0">
        <dgm:presLayoutVars>
          <dgm:hierBranch/>
        </dgm:presLayoutVars>
      </dgm:prSet>
      <dgm:spPr/>
    </dgm:pt>
    <dgm:pt modelId="{0BF77BCF-44C7-4C1E-9FD7-9F244BBB63C1}" type="pres">
      <dgm:prSet presAssocID="{03759ECE-B9DE-499C-974D-19FA44A6BAA8}" presName="rootComposite1" presStyleCnt="0"/>
      <dgm:spPr/>
    </dgm:pt>
    <dgm:pt modelId="{3657A5AE-08E5-4DB6-958B-492BE4B68777}" type="pres">
      <dgm:prSet presAssocID="{03759ECE-B9DE-499C-974D-19FA44A6BAA8}" presName="rootText1" presStyleLbl="node0" presStyleIdx="0" presStyleCnt="1">
        <dgm:presLayoutVars>
          <dgm:chPref val="3"/>
        </dgm:presLayoutVars>
      </dgm:prSet>
      <dgm:spPr>
        <a:xfrm>
          <a:off x="4316290" y="150696"/>
          <a:ext cx="1425819" cy="712909"/>
        </a:xfrm>
        <a:prstGeom prst="rect">
          <a:avLst/>
        </a:prstGeom>
      </dgm:spPr>
    </dgm:pt>
    <dgm:pt modelId="{BE3A5602-AED2-4AF6-AF25-B9DBF9140A02}" type="pres">
      <dgm:prSet presAssocID="{03759ECE-B9DE-499C-974D-19FA44A6BAA8}" presName="rootConnector1" presStyleLbl="node1" presStyleIdx="0" presStyleCnt="0"/>
      <dgm:spPr/>
    </dgm:pt>
    <dgm:pt modelId="{EE1D52D3-3C78-44FF-8A93-E599174E33C8}" type="pres">
      <dgm:prSet presAssocID="{03759ECE-B9DE-499C-974D-19FA44A6BAA8}" presName="hierChild2" presStyleCnt="0"/>
      <dgm:spPr/>
    </dgm:pt>
    <dgm:pt modelId="{D5CAFC6A-66C5-4DFE-BA86-6FD926723358}" type="pres">
      <dgm:prSet presAssocID="{5D22DBEB-31DC-4DBB-A40E-1F4877DF6C73}" presName="Name35" presStyleLbl="parChTrans1D2" presStyleIdx="0" presStyleCnt="1"/>
      <dgm:spPr/>
    </dgm:pt>
    <dgm:pt modelId="{2B91504C-7708-458A-8521-67B059FDE312}" type="pres">
      <dgm:prSet presAssocID="{2CC6C883-8F54-478D-9DC4-104F31386484}" presName="hierRoot2" presStyleCnt="0">
        <dgm:presLayoutVars>
          <dgm:hierBranch val="init"/>
        </dgm:presLayoutVars>
      </dgm:prSet>
      <dgm:spPr/>
    </dgm:pt>
    <dgm:pt modelId="{C9B664EB-9BE9-4EDB-AF2C-73768A53DC83}" type="pres">
      <dgm:prSet presAssocID="{2CC6C883-8F54-478D-9DC4-104F31386484}" presName="rootComposite" presStyleCnt="0"/>
      <dgm:spPr/>
    </dgm:pt>
    <dgm:pt modelId="{7F24E4D1-87DC-46CE-A226-26B4BE0DF99D}" type="pres">
      <dgm:prSet presAssocID="{2CC6C883-8F54-478D-9DC4-104F31386484}" presName="rootText" presStyleLbl="node2" presStyleIdx="0" presStyleCnt="1">
        <dgm:presLayoutVars>
          <dgm:chPref val="3"/>
        </dgm:presLayoutVars>
      </dgm:prSet>
      <dgm:spPr/>
    </dgm:pt>
    <dgm:pt modelId="{53DAAC1D-B182-4943-B37A-199E21C64A57}" type="pres">
      <dgm:prSet presAssocID="{2CC6C883-8F54-478D-9DC4-104F31386484}" presName="rootConnector" presStyleLbl="node2" presStyleIdx="0" presStyleCnt="1"/>
      <dgm:spPr/>
    </dgm:pt>
    <dgm:pt modelId="{296DEBE0-5245-4E13-B4D1-63D0DA557B34}" type="pres">
      <dgm:prSet presAssocID="{2CC6C883-8F54-478D-9DC4-104F31386484}" presName="hierChild4" presStyleCnt="0"/>
      <dgm:spPr/>
    </dgm:pt>
    <dgm:pt modelId="{510E7A31-3C50-4FC8-8835-C911C07E3F6A}" type="pres">
      <dgm:prSet presAssocID="{60391123-6655-44B9-931F-83E2FF76233E}" presName="Name37" presStyleLbl="parChTrans1D3" presStyleIdx="0" presStyleCnt="1"/>
      <dgm:spPr/>
    </dgm:pt>
    <dgm:pt modelId="{4FC64CB8-79AF-468E-B1E9-C3FAC6F24AE5}" type="pres">
      <dgm:prSet presAssocID="{102C81BC-626E-42FD-B17F-B14ED68F6C28}" presName="hierRoot2" presStyleCnt="0">
        <dgm:presLayoutVars>
          <dgm:hierBranch/>
        </dgm:presLayoutVars>
      </dgm:prSet>
      <dgm:spPr/>
    </dgm:pt>
    <dgm:pt modelId="{23678707-EC87-4F9B-82F0-D13F5F33F19D}" type="pres">
      <dgm:prSet presAssocID="{102C81BC-626E-42FD-B17F-B14ED68F6C28}" presName="rootComposite" presStyleCnt="0"/>
      <dgm:spPr/>
    </dgm:pt>
    <dgm:pt modelId="{5EC263B4-03E2-4AC2-BDDA-2DC4731C2DA8}" type="pres">
      <dgm:prSet presAssocID="{102C81BC-626E-42FD-B17F-B14ED68F6C28}" presName="rootText" presStyleLbl="node3" presStyleIdx="0" presStyleCnt="1">
        <dgm:presLayoutVars>
          <dgm:chPref val="3"/>
        </dgm:presLayoutVars>
      </dgm:prSet>
      <dgm:spPr/>
    </dgm:pt>
    <dgm:pt modelId="{7050C11B-0EC6-4AE3-897B-1D8062DE1E5F}" type="pres">
      <dgm:prSet presAssocID="{102C81BC-626E-42FD-B17F-B14ED68F6C28}" presName="rootConnector" presStyleLbl="node3" presStyleIdx="0" presStyleCnt="1"/>
      <dgm:spPr/>
    </dgm:pt>
    <dgm:pt modelId="{E0E0927F-3149-44F4-B8B4-15A0A5EF1FB3}" type="pres">
      <dgm:prSet presAssocID="{102C81BC-626E-42FD-B17F-B14ED68F6C28}" presName="hierChild4" presStyleCnt="0"/>
      <dgm:spPr/>
    </dgm:pt>
    <dgm:pt modelId="{56DABA6A-A6AB-427C-9C87-128344FE3AD0}" type="pres">
      <dgm:prSet presAssocID="{E8AF16C8-1498-431B-A1D6-18992821D323}" presName="Name35" presStyleLbl="parChTrans1D4" presStyleIdx="0" presStyleCnt="5"/>
      <dgm:spPr/>
    </dgm:pt>
    <dgm:pt modelId="{57104AF7-935B-4C00-952C-15CAFED745E0}" type="pres">
      <dgm:prSet presAssocID="{CBF0B04D-BB0D-4B48-9153-0D5EE85E9F1F}" presName="hierRoot2" presStyleCnt="0">
        <dgm:presLayoutVars>
          <dgm:hierBranch val="init"/>
        </dgm:presLayoutVars>
      </dgm:prSet>
      <dgm:spPr/>
    </dgm:pt>
    <dgm:pt modelId="{4D26BF4F-2FA0-4CEA-B50A-7CE1A984C80B}" type="pres">
      <dgm:prSet presAssocID="{CBF0B04D-BB0D-4B48-9153-0D5EE85E9F1F}" presName="rootComposite" presStyleCnt="0"/>
      <dgm:spPr/>
    </dgm:pt>
    <dgm:pt modelId="{5C59AFCE-DB80-4D47-9919-3B18A0639EFA}" type="pres">
      <dgm:prSet presAssocID="{CBF0B04D-BB0D-4B48-9153-0D5EE85E9F1F}" presName="rootText" presStyleLbl="node4" presStyleIdx="0" presStyleCnt="5">
        <dgm:presLayoutVars>
          <dgm:chPref val="3"/>
        </dgm:presLayoutVars>
      </dgm:prSet>
      <dgm:spPr>
        <a:xfrm>
          <a:off x="3453668" y="1163028"/>
          <a:ext cx="1425819" cy="712909"/>
        </a:xfrm>
        <a:prstGeom prst="rect">
          <a:avLst/>
        </a:prstGeom>
      </dgm:spPr>
    </dgm:pt>
    <dgm:pt modelId="{2668B173-B9D4-4E21-A9DF-D195C1D54D54}" type="pres">
      <dgm:prSet presAssocID="{CBF0B04D-BB0D-4B48-9153-0D5EE85E9F1F}" presName="rootConnector" presStyleLbl="node4" presStyleIdx="0" presStyleCnt="5"/>
      <dgm:spPr/>
    </dgm:pt>
    <dgm:pt modelId="{DE9057F0-527C-443E-8AAE-4322D5829671}" type="pres">
      <dgm:prSet presAssocID="{CBF0B04D-BB0D-4B48-9153-0D5EE85E9F1F}" presName="hierChild4" presStyleCnt="0"/>
      <dgm:spPr/>
    </dgm:pt>
    <dgm:pt modelId="{40BEFE66-5928-4D2C-962E-70ABF675D555}" type="pres">
      <dgm:prSet presAssocID="{CBF0B04D-BB0D-4B48-9153-0D5EE85E9F1F}" presName="hierChild5" presStyleCnt="0"/>
      <dgm:spPr/>
    </dgm:pt>
    <dgm:pt modelId="{3FC417B6-236B-4012-B445-8336FCB72F38}" type="pres">
      <dgm:prSet presAssocID="{E5767118-B516-4C91-B03D-F8C801CB7AB2}" presName="Name35" presStyleLbl="parChTrans1D4" presStyleIdx="1" presStyleCnt="5"/>
      <dgm:spPr/>
    </dgm:pt>
    <dgm:pt modelId="{9B88B112-0809-4C57-9F68-75E627F24F68}" type="pres">
      <dgm:prSet presAssocID="{349E1163-6C97-4DA5-A0F8-80D8AA8B6500}" presName="hierRoot2" presStyleCnt="0">
        <dgm:presLayoutVars>
          <dgm:hierBranch val="init"/>
        </dgm:presLayoutVars>
      </dgm:prSet>
      <dgm:spPr/>
    </dgm:pt>
    <dgm:pt modelId="{4F0CD3F1-75E4-4747-995E-FB595AA98F9B}" type="pres">
      <dgm:prSet presAssocID="{349E1163-6C97-4DA5-A0F8-80D8AA8B6500}" presName="rootComposite" presStyleCnt="0"/>
      <dgm:spPr/>
    </dgm:pt>
    <dgm:pt modelId="{CFDD5D1C-09AA-4751-8BEE-AD2D47D35A94}" type="pres">
      <dgm:prSet presAssocID="{349E1163-6C97-4DA5-A0F8-80D8AA8B6500}" presName="rootText" presStyleLbl="node4" presStyleIdx="1" presStyleCnt="5">
        <dgm:presLayoutVars>
          <dgm:chPref val="3"/>
        </dgm:presLayoutVars>
      </dgm:prSet>
      <dgm:spPr>
        <a:xfrm>
          <a:off x="5178911" y="1163028"/>
          <a:ext cx="1425819" cy="712909"/>
        </a:xfrm>
        <a:prstGeom prst="rect">
          <a:avLst/>
        </a:prstGeom>
      </dgm:spPr>
    </dgm:pt>
    <dgm:pt modelId="{C3B4FB72-189E-456C-9AD0-D2CE71F58B84}" type="pres">
      <dgm:prSet presAssocID="{349E1163-6C97-4DA5-A0F8-80D8AA8B6500}" presName="rootConnector" presStyleLbl="node4" presStyleIdx="1" presStyleCnt="5"/>
      <dgm:spPr/>
    </dgm:pt>
    <dgm:pt modelId="{981137AA-3D0B-43C6-922E-5898D1CEB0BB}" type="pres">
      <dgm:prSet presAssocID="{349E1163-6C97-4DA5-A0F8-80D8AA8B6500}" presName="hierChild4" presStyleCnt="0"/>
      <dgm:spPr/>
    </dgm:pt>
    <dgm:pt modelId="{B166AB1D-5060-4B24-A4B1-71968114CDA1}" type="pres">
      <dgm:prSet presAssocID="{349E1163-6C97-4DA5-A0F8-80D8AA8B6500}" presName="hierChild5" presStyleCnt="0"/>
      <dgm:spPr/>
    </dgm:pt>
    <dgm:pt modelId="{D8A2978F-D9BC-46AF-B93E-6534715B9553}" type="pres">
      <dgm:prSet presAssocID="{E252F0C6-6C35-4B2A-8ED1-A25FB0C004D0}" presName="Name35" presStyleLbl="parChTrans1D4" presStyleIdx="2" presStyleCnt="5"/>
      <dgm:spPr/>
    </dgm:pt>
    <dgm:pt modelId="{CAA0E6F5-4B3B-416E-951D-FEA846067118}" type="pres">
      <dgm:prSet presAssocID="{30CCB30E-ABE2-44AB-8700-67795DAA90F8}" presName="hierRoot2" presStyleCnt="0">
        <dgm:presLayoutVars>
          <dgm:hierBranch val="init"/>
        </dgm:presLayoutVars>
      </dgm:prSet>
      <dgm:spPr/>
    </dgm:pt>
    <dgm:pt modelId="{43C47747-1BB7-4801-8B3E-3C756962A60D}" type="pres">
      <dgm:prSet presAssocID="{30CCB30E-ABE2-44AB-8700-67795DAA90F8}" presName="rootComposite" presStyleCnt="0"/>
      <dgm:spPr/>
    </dgm:pt>
    <dgm:pt modelId="{B90BF905-B4F4-4FCB-A751-560E7AE0BBEC}" type="pres">
      <dgm:prSet presAssocID="{30CCB30E-ABE2-44AB-8700-67795DAA90F8}" presName="rootText" presStyleLbl="node4" presStyleIdx="2" presStyleCnt="5">
        <dgm:presLayoutVars>
          <dgm:chPref val="3"/>
        </dgm:presLayoutVars>
      </dgm:prSet>
      <dgm:spPr>
        <a:xfrm>
          <a:off x="3453668" y="2175361"/>
          <a:ext cx="1425819" cy="712909"/>
        </a:xfrm>
        <a:prstGeom prst="rect">
          <a:avLst/>
        </a:prstGeom>
      </dgm:spPr>
    </dgm:pt>
    <dgm:pt modelId="{C7290A69-2072-4622-B96D-920EDD5FB8A0}" type="pres">
      <dgm:prSet presAssocID="{30CCB30E-ABE2-44AB-8700-67795DAA90F8}" presName="rootConnector" presStyleLbl="node4" presStyleIdx="2" presStyleCnt="5"/>
      <dgm:spPr/>
    </dgm:pt>
    <dgm:pt modelId="{B076C097-C30D-4514-8C38-55EAC9A75F1B}" type="pres">
      <dgm:prSet presAssocID="{30CCB30E-ABE2-44AB-8700-67795DAA90F8}" presName="hierChild4" presStyleCnt="0"/>
      <dgm:spPr/>
    </dgm:pt>
    <dgm:pt modelId="{21828942-4B9E-43B9-AF11-DF5FEACBB1CD}" type="pres">
      <dgm:prSet presAssocID="{30CCB30E-ABE2-44AB-8700-67795DAA90F8}" presName="hierChild5" presStyleCnt="0"/>
      <dgm:spPr/>
    </dgm:pt>
    <dgm:pt modelId="{227276DC-F41A-4170-81BB-5BA0B7506989}" type="pres">
      <dgm:prSet presAssocID="{8B53C679-9511-49C9-AA32-DDE793E70D60}" presName="Name35" presStyleLbl="parChTrans1D4" presStyleIdx="3" presStyleCnt="5"/>
      <dgm:spPr/>
    </dgm:pt>
    <dgm:pt modelId="{3F163926-4F71-448F-9CC1-BF65A899DB00}" type="pres">
      <dgm:prSet presAssocID="{9E49280F-D6C2-4EC1-B653-B55E7625527C}" presName="hierRoot2" presStyleCnt="0">
        <dgm:presLayoutVars>
          <dgm:hierBranch val="init"/>
        </dgm:presLayoutVars>
      </dgm:prSet>
      <dgm:spPr/>
    </dgm:pt>
    <dgm:pt modelId="{33C47130-060B-40DE-BAFD-2653F95BD446}" type="pres">
      <dgm:prSet presAssocID="{9E49280F-D6C2-4EC1-B653-B55E7625527C}" presName="rootComposite" presStyleCnt="0"/>
      <dgm:spPr/>
    </dgm:pt>
    <dgm:pt modelId="{7F94F987-0E6D-48EF-AB78-B525998E6D0A}" type="pres">
      <dgm:prSet presAssocID="{9E49280F-D6C2-4EC1-B653-B55E7625527C}" presName="rootText" presStyleLbl="node4" presStyleIdx="3" presStyleCnt="5">
        <dgm:presLayoutVars>
          <dgm:chPref val="3"/>
        </dgm:presLayoutVars>
      </dgm:prSet>
      <dgm:spPr>
        <a:xfrm>
          <a:off x="5178911" y="2175361"/>
          <a:ext cx="1425819" cy="712909"/>
        </a:xfrm>
        <a:prstGeom prst="rect">
          <a:avLst/>
        </a:prstGeom>
      </dgm:spPr>
    </dgm:pt>
    <dgm:pt modelId="{248902D6-CE0C-43DA-90D9-286F8B2027A4}" type="pres">
      <dgm:prSet presAssocID="{9E49280F-D6C2-4EC1-B653-B55E7625527C}" presName="rootConnector" presStyleLbl="node4" presStyleIdx="3" presStyleCnt="5"/>
      <dgm:spPr/>
    </dgm:pt>
    <dgm:pt modelId="{052FD24A-2D6C-4EC0-8DC4-D792E35B4578}" type="pres">
      <dgm:prSet presAssocID="{9E49280F-D6C2-4EC1-B653-B55E7625527C}" presName="hierChild4" presStyleCnt="0"/>
      <dgm:spPr/>
    </dgm:pt>
    <dgm:pt modelId="{D7357F8C-7FF9-4A91-AB1A-D7E766B3C2C0}" type="pres">
      <dgm:prSet presAssocID="{9E49280F-D6C2-4EC1-B653-B55E7625527C}" presName="hierChild5" presStyleCnt="0"/>
      <dgm:spPr/>
    </dgm:pt>
    <dgm:pt modelId="{D359DB13-5D63-4F31-839B-19EAC3F20697}" type="pres">
      <dgm:prSet presAssocID="{E0227577-5272-402F-AE04-5CBE67B43DCB}" presName="Name35" presStyleLbl="parChTrans1D4" presStyleIdx="4" presStyleCnt="5"/>
      <dgm:spPr/>
    </dgm:pt>
    <dgm:pt modelId="{EAEA73B7-66DB-49B5-B789-805689A52D7B}" type="pres">
      <dgm:prSet presAssocID="{D7FB2D53-F78D-4E41-BC74-9B5DA6ACD278}" presName="hierRoot2" presStyleCnt="0">
        <dgm:presLayoutVars>
          <dgm:hierBranch val="init"/>
        </dgm:presLayoutVars>
      </dgm:prSet>
      <dgm:spPr/>
    </dgm:pt>
    <dgm:pt modelId="{88460E88-709E-4E64-B45F-8C8A2516954E}" type="pres">
      <dgm:prSet presAssocID="{D7FB2D53-F78D-4E41-BC74-9B5DA6ACD278}" presName="rootComposite" presStyleCnt="0"/>
      <dgm:spPr/>
    </dgm:pt>
    <dgm:pt modelId="{359077A2-2810-49D8-9692-187EA19AF9CB}" type="pres">
      <dgm:prSet presAssocID="{D7FB2D53-F78D-4E41-BC74-9B5DA6ACD278}" presName="rootText" presStyleLbl="node4" presStyleIdx="4" presStyleCnt="5">
        <dgm:presLayoutVars>
          <dgm:chPref val="3"/>
        </dgm:presLayoutVars>
      </dgm:prSet>
      <dgm:spPr>
        <a:xfrm>
          <a:off x="3453668" y="3187693"/>
          <a:ext cx="1425819" cy="712909"/>
        </a:xfrm>
        <a:prstGeom prst="rect">
          <a:avLst/>
        </a:prstGeom>
      </dgm:spPr>
    </dgm:pt>
    <dgm:pt modelId="{003C379D-7125-4142-B7AF-FBBABE246778}" type="pres">
      <dgm:prSet presAssocID="{D7FB2D53-F78D-4E41-BC74-9B5DA6ACD278}" presName="rootConnector" presStyleLbl="node4" presStyleIdx="4" presStyleCnt="5"/>
      <dgm:spPr/>
    </dgm:pt>
    <dgm:pt modelId="{7ABD0B67-09AF-413D-A3AF-C08B35D4A33A}" type="pres">
      <dgm:prSet presAssocID="{D7FB2D53-F78D-4E41-BC74-9B5DA6ACD278}" presName="hierChild4" presStyleCnt="0"/>
      <dgm:spPr/>
    </dgm:pt>
    <dgm:pt modelId="{6962A2DC-BFE9-4B88-A378-94078C1177EC}" type="pres">
      <dgm:prSet presAssocID="{D7FB2D53-F78D-4E41-BC74-9B5DA6ACD278}" presName="hierChild5" presStyleCnt="0"/>
      <dgm:spPr/>
    </dgm:pt>
    <dgm:pt modelId="{0FD64DBA-D725-43A9-A6BD-05A1306C0E9E}" type="pres">
      <dgm:prSet presAssocID="{102C81BC-626E-42FD-B17F-B14ED68F6C28}" presName="hierChild5" presStyleCnt="0"/>
      <dgm:spPr/>
    </dgm:pt>
    <dgm:pt modelId="{2FB58D3F-76C5-441E-8E33-BB51B504CC05}" type="pres">
      <dgm:prSet presAssocID="{2CC6C883-8F54-478D-9DC4-104F31386484}" presName="hierChild5" presStyleCnt="0"/>
      <dgm:spPr/>
    </dgm:pt>
    <dgm:pt modelId="{36F90A15-8CC3-4555-B6E2-98626D9D43CA}" type="pres">
      <dgm:prSet presAssocID="{03759ECE-B9DE-499C-974D-19FA44A6BAA8}" presName="hierChild3" presStyleCnt="0"/>
      <dgm:spPr/>
    </dgm:pt>
  </dgm:ptLst>
  <dgm:cxnLst>
    <dgm:cxn modelId="{B04C9909-ECB2-41F1-87B0-03B267F4BD70}" type="presOf" srcId="{E8AF16C8-1498-431B-A1D6-18992821D323}" destId="{56DABA6A-A6AB-427C-9C87-128344FE3AD0}" srcOrd="0" destOrd="0" presId="urn:microsoft.com/office/officeart/2005/8/layout/orgChart1"/>
    <dgm:cxn modelId="{2E358C0A-4F73-45AA-ADF9-CC2AEE3B1C4E}" type="presOf" srcId="{8B53C679-9511-49C9-AA32-DDE793E70D60}" destId="{227276DC-F41A-4170-81BB-5BA0B7506989}" srcOrd="0" destOrd="0" presId="urn:microsoft.com/office/officeart/2005/8/layout/orgChart1"/>
    <dgm:cxn modelId="{44AEDF0A-ADE4-483D-8551-C420111CBFF8}" type="presOf" srcId="{9E49280F-D6C2-4EC1-B653-B55E7625527C}" destId="{248902D6-CE0C-43DA-90D9-286F8B2027A4}" srcOrd="1" destOrd="0" presId="urn:microsoft.com/office/officeart/2005/8/layout/orgChart1"/>
    <dgm:cxn modelId="{01D1DE14-9974-4B52-BFB9-0BD7FB7C0906}" srcId="{102C81BC-626E-42FD-B17F-B14ED68F6C28}" destId="{349E1163-6C97-4DA5-A0F8-80D8AA8B6500}" srcOrd="1" destOrd="0" parTransId="{E5767118-B516-4C91-B03D-F8C801CB7AB2}" sibTransId="{0B79053D-15A5-403F-A22E-BA749285EA29}"/>
    <dgm:cxn modelId="{7EB5E71A-3217-4D17-8EEF-4AA612990090}" srcId="{2CC6C883-8F54-478D-9DC4-104F31386484}" destId="{102C81BC-626E-42FD-B17F-B14ED68F6C28}" srcOrd="0" destOrd="0" parTransId="{60391123-6655-44B9-931F-83E2FF76233E}" sibTransId="{1DAB285A-67D6-4DF0-90AF-C6D49C85FD50}"/>
    <dgm:cxn modelId="{5DCA621D-EB8E-4CDD-AA82-062F995EA3F6}" srcId="{102C81BC-626E-42FD-B17F-B14ED68F6C28}" destId="{30CCB30E-ABE2-44AB-8700-67795DAA90F8}" srcOrd="2" destOrd="0" parTransId="{E252F0C6-6C35-4B2A-8ED1-A25FB0C004D0}" sibTransId="{71B026D5-008B-4FD0-B164-0DDB5EF95840}"/>
    <dgm:cxn modelId="{10D34C1E-F860-4810-A705-7E6574487672}" type="presOf" srcId="{F80C7097-77A9-4B8C-B33F-AAF0DCED471A}" destId="{64C388E1-15EC-485A-AF51-57D8E63F4397}" srcOrd="0" destOrd="0" presId="urn:microsoft.com/office/officeart/2005/8/layout/orgChart1"/>
    <dgm:cxn modelId="{563EEF20-3554-4FB7-9A1E-951279D36EB0}" type="presOf" srcId="{60391123-6655-44B9-931F-83E2FF76233E}" destId="{510E7A31-3C50-4FC8-8835-C911C07E3F6A}" srcOrd="0" destOrd="0" presId="urn:microsoft.com/office/officeart/2005/8/layout/orgChart1"/>
    <dgm:cxn modelId="{1D04FB32-28B2-4BC6-8C66-C4AB50A03668}" srcId="{102C81BC-626E-42FD-B17F-B14ED68F6C28}" destId="{9E49280F-D6C2-4EC1-B653-B55E7625527C}" srcOrd="3" destOrd="0" parTransId="{8B53C679-9511-49C9-AA32-DDE793E70D60}" sibTransId="{E7FF9E37-180E-476B-8A0F-85161F2E7435}"/>
    <dgm:cxn modelId="{327CAB5B-F8D4-40D9-A6E6-B6E7890C6676}" srcId="{102C81BC-626E-42FD-B17F-B14ED68F6C28}" destId="{CBF0B04D-BB0D-4B48-9153-0D5EE85E9F1F}" srcOrd="0" destOrd="0" parTransId="{E8AF16C8-1498-431B-A1D6-18992821D323}" sibTransId="{0358598E-5DBC-4315-90FF-29478716AC03}"/>
    <dgm:cxn modelId="{E00EAC43-3423-47DC-99A7-AB79970AF22A}" type="presOf" srcId="{30CCB30E-ABE2-44AB-8700-67795DAA90F8}" destId="{B90BF905-B4F4-4FCB-A751-560E7AE0BBEC}" srcOrd="0" destOrd="0" presId="urn:microsoft.com/office/officeart/2005/8/layout/orgChart1"/>
    <dgm:cxn modelId="{3F645549-C7D1-4BAD-A8E7-2BAF50D4E47F}" srcId="{102C81BC-626E-42FD-B17F-B14ED68F6C28}" destId="{D7FB2D53-F78D-4E41-BC74-9B5DA6ACD278}" srcOrd="4" destOrd="0" parTransId="{E0227577-5272-402F-AE04-5CBE67B43DCB}" sibTransId="{DE9B85F7-2067-4651-86C1-119CCFE4BD74}"/>
    <dgm:cxn modelId="{003C256A-E6C3-483A-90A3-B0CB4A9A9A33}" type="presOf" srcId="{03759ECE-B9DE-499C-974D-19FA44A6BAA8}" destId="{BE3A5602-AED2-4AF6-AF25-B9DBF9140A02}" srcOrd="1" destOrd="0" presId="urn:microsoft.com/office/officeart/2005/8/layout/orgChart1"/>
    <dgm:cxn modelId="{87F4384E-8B57-459D-9F2A-2A341C891273}" srcId="{03759ECE-B9DE-499C-974D-19FA44A6BAA8}" destId="{2CC6C883-8F54-478D-9DC4-104F31386484}" srcOrd="0" destOrd="0" parTransId="{5D22DBEB-31DC-4DBB-A40E-1F4877DF6C73}" sibTransId="{E1432C44-B699-4F54-8DC5-04FA975274C8}"/>
    <dgm:cxn modelId="{FB267A4F-9B07-4032-8510-2A91FFF7AB7E}" srcId="{F80C7097-77A9-4B8C-B33F-AAF0DCED471A}" destId="{03759ECE-B9DE-499C-974D-19FA44A6BAA8}" srcOrd="0" destOrd="0" parTransId="{220B42BD-A22D-4F8E-B8F8-6CFF4378F1F5}" sibTransId="{D247CEE5-8BD2-4547-9F76-017E75D0287C}"/>
    <dgm:cxn modelId="{15A17B59-2CE0-429C-B768-35BF85466737}" type="presOf" srcId="{2CC6C883-8F54-478D-9DC4-104F31386484}" destId="{53DAAC1D-B182-4943-B37A-199E21C64A57}" srcOrd="1" destOrd="0" presId="urn:microsoft.com/office/officeart/2005/8/layout/orgChart1"/>
    <dgm:cxn modelId="{AEC52A7D-3A62-4E83-99FC-3EFBA98FF70E}" type="presOf" srcId="{D7FB2D53-F78D-4E41-BC74-9B5DA6ACD278}" destId="{359077A2-2810-49D8-9692-187EA19AF9CB}" srcOrd="0" destOrd="0" presId="urn:microsoft.com/office/officeart/2005/8/layout/orgChart1"/>
    <dgm:cxn modelId="{9D726394-81C1-4E01-ADE8-E0F62B15099B}" type="presOf" srcId="{349E1163-6C97-4DA5-A0F8-80D8AA8B6500}" destId="{C3B4FB72-189E-456C-9AD0-D2CE71F58B84}" srcOrd="1" destOrd="0" presId="urn:microsoft.com/office/officeart/2005/8/layout/orgChart1"/>
    <dgm:cxn modelId="{8228AB99-91C0-488C-98A0-9BA0675E2F8B}" type="presOf" srcId="{E252F0C6-6C35-4B2A-8ED1-A25FB0C004D0}" destId="{D8A2978F-D9BC-46AF-B93E-6534715B9553}" srcOrd="0" destOrd="0" presId="urn:microsoft.com/office/officeart/2005/8/layout/orgChart1"/>
    <dgm:cxn modelId="{0C06F99B-A96B-4501-BC43-1A694B5A1B45}" type="presOf" srcId="{102C81BC-626E-42FD-B17F-B14ED68F6C28}" destId="{5EC263B4-03E2-4AC2-BDDA-2DC4731C2DA8}" srcOrd="0" destOrd="0" presId="urn:microsoft.com/office/officeart/2005/8/layout/orgChart1"/>
    <dgm:cxn modelId="{5FDB9DA4-80CD-42AA-8BEC-F1430205E8F7}" type="presOf" srcId="{102C81BC-626E-42FD-B17F-B14ED68F6C28}" destId="{7050C11B-0EC6-4AE3-897B-1D8062DE1E5F}" srcOrd="1" destOrd="0" presId="urn:microsoft.com/office/officeart/2005/8/layout/orgChart1"/>
    <dgm:cxn modelId="{2A67A4A4-5568-4200-A5FE-FC5168806F33}" type="presOf" srcId="{E5767118-B516-4C91-B03D-F8C801CB7AB2}" destId="{3FC417B6-236B-4012-B445-8336FCB72F38}" srcOrd="0" destOrd="0" presId="urn:microsoft.com/office/officeart/2005/8/layout/orgChart1"/>
    <dgm:cxn modelId="{B47623A6-6EF2-4E01-83DB-58487E70E161}" type="presOf" srcId="{03759ECE-B9DE-499C-974D-19FA44A6BAA8}" destId="{3657A5AE-08E5-4DB6-958B-492BE4B68777}" srcOrd="0" destOrd="0" presId="urn:microsoft.com/office/officeart/2005/8/layout/orgChart1"/>
    <dgm:cxn modelId="{6285FDB1-764B-43FD-9649-F99B7B1CDA83}" type="presOf" srcId="{CBF0B04D-BB0D-4B48-9153-0D5EE85E9F1F}" destId="{5C59AFCE-DB80-4D47-9919-3B18A0639EFA}" srcOrd="0" destOrd="0" presId="urn:microsoft.com/office/officeart/2005/8/layout/orgChart1"/>
    <dgm:cxn modelId="{741C7DC2-55DE-4CF4-A1E7-39A7072C2481}" type="presOf" srcId="{E0227577-5272-402F-AE04-5CBE67B43DCB}" destId="{D359DB13-5D63-4F31-839B-19EAC3F20697}" srcOrd="0" destOrd="0" presId="urn:microsoft.com/office/officeart/2005/8/layout/orgChart1"/>
    <dgm:cxn modelId="{283A24C5-AE62-44F6-BF45-2B1DD6F6AC30}" type="presOf" srcId="{30CCB30E-ABE2-44AB-8700-67795DAA90F8}" destId="{C7290A69-2072-4622-B96D-920EDD5FB8A0}" srcOrd="1" destOrd="0" presId="urn:microsoft.com/office/officeart/2005/8/layout/orgChart1"/>
    <dgm:cxn modelId="{8319F8E2-49EC-4E75-B0B1-C34C2183104C}" type="presOf" srcId="{5D22DBEB-31DC-4DBB-A40E-1F4877DF6C73}" destId="{D5CAFC6A-66C5-4DFE-BA86-6FD926723358}" srcOrd="0" destOrd="0" presId="urn:microsoft.com/office/officeart/2005/8/layout/orgChart1"/>
    <dgm:cxn modelId="{177B7AE4-5CFF-4FBD-8FE9-F5AA23A61414}" type="presOf" srcId="{9E49280F-D6C2-4EC1-B653-B55E7625527C}" destId="{7F94F987-0E6D-48EF-AB78-B525998E6D0A}" srcOrd="0" destOrd="0" presId="urn:microsoft.com/office/officeart/2005/8/layout/orgChart1"/>
    <dgm:cxn modelId="{FA80F4EB-F931-4D55-8D6F-9AE34D1FFA3C}" type="presOf" srcId="{D7FB2D53-F78D-4E41-BC74-9B5DA6ACD278}" destId="{003C379D-7125-4142-B7AF-FBBABE246778}" srcOrd="1" destOrd="0" presId="urn:microsoft.com/office/officeart/2005/8/layout/orgChart1"/>
    <dgm:cxn modelId="{CA4CDDED-61A3-4877-B145-29F2F1DA96DD}" type="presOf" srcId="{CBF0B04D-BB0D-4B48-9153-0D5EE85E9F1F}" destId="{2668B173-B9D4-4E21-A9DF-D195C1D54D54}" srcOrd="1" destOrd="0" presId="urn:microsoft.com/office/officeart/2005/8/layout/orgChart1"/>
    <dgm:cxn modelId="{FE5DAAEE-BD06-43D2-B62D-28103755D19E}" type="presOf" srcId="{2CC6C883-8F54-478D-9DC4-104F31386484}" destId="{7F24E4D1-87DC-46CE-A226-26B4BE0DF99D}" srcOrd="0" destOrd="0" presId="urn:microsoft.com/office/officeart/2005/8/layout/orgChart1"/>
    <dgm:cxn modelId="{1886AFF2-AD3A-4E26-A8F0-1C240534AF7A}" type="presOf" srcId="{349E1163-6C97-4DA5-A0F8-80D8AA8B6500}" destId="{CFDD5D1C-09AA-4751-8BEE-AD2D47D35A94}" srcOrd="0" destOrd="0" presId="urn:microsoft.com/office/officeart/2005/8/layout/orgChart1"/>
    <dgm:cxn modelId="{8F64FD54-E580-4342-80CE-A8D70B22A29F}" type="presParOf" srcId="{64C388E1-15EC-485A-AF51-57D8E63F4397}" destId="{631DDA5D-4F4D-43E5-AD15-902EBACD468D}" srcOrd="0" destOrd="0" presId="urn:microsoft.com/office/officeart/2005/8/layout/orgChart1"/>
    <dgm:cxn modelId="{22A46E7A-6AE6-4E4C-BE5B-CC007DE277A8}" type="presParOf" srcId="{631DDA5D-4F4D-43E5-AD15-902EBACD468D}" destId="{0BF77BCF-44C7-4C1E-9FD7-9F244BBB63C1}" srcOrd="0" destOrd="0" presId="urn:microsoft.com/office/officeart/2005/8/layout/orgChart1"/>
    <dgm:cxn modelId="{0504821A-1711-47F7-AB44-A09EAA42E044}" type="presParOf" srcId="{0BF77BCF-44C7-4C1E-9FD7-9F244BBB63C1}" destId="{3657A5AE-08E5-4DB6-958B-492BE4B68777}" srcOrd="0" destOrd="0" presId="urn:microsoft.com/office/officeart/2005/8/layout/orgChart1"/>
    <dgm:cxn modelId="{77427487-EAD2-4897-A3BB-F56D00452FDB}" type="presParOf" srcId="{0BF77BCF-44C7-4C1E-9FD7-9F244BBB63C1}" destId="{BE3A5602-AED2-4AF6-AF25-B9DBF9140A02}" srcOrd="1" destOrd="0" presId="urn:microsoft.com/office/officeart/2005/8/layout/orgChart1"/>
    <dgm:cxn modelId="{DECE509B-49D5-4915-A22B-0CE97DFA21EF}" type="presParOf" srcId="{631DDA5D-4F4D-43E5-AD15-902EBACD468D}" destId="{EE1D52D3-3C78-44FF-8A93-E599174E33C8}" srcOrd="1" destOrd="0" presId="urn:microsoft.com/office/officeart/2005/8/layout/orgChart1"/>
    <dgm:cxn modelId="{E7E2B9D6-CA0B-4CE2-A7D1-45023C8974C2}" type="presParOf" srcId="{EE1D52D3-3C78-44FF-8A93-E599174E33C8}" destId="{D5CAFC6A-66C5-4DFE-BA86-6FD926723358}" srcOrd="0" destOrd="0" presId="urn:microsoft.com/office/officeart/2005/8/layout/orgChart1"/>
    <dgm:cxn modelId="{FFB94EAA-2AC2-4B3C-8C90-75BED5057CF1}" type="presParOf" srcId="{EE1D52D3-3C78-44FF-8A93-E599174E33C8}" destId="{2B91504C-7708-458A-8521-67B059FDE312}" srcOrd="1" destOrd="0" presId="urn:microsoft.com/office/officeart/2005/8/layout/orgChart1"/>
    <dgm:cxn modelId="{34E9E478-AF5B-43DB-9656-5525B8679C6F}" type="presParOf" srcId="{2B91504C-7708-458A-8521-67B059FDE312}" destId="{C9B664EB-9BE9-4EDB-AF2C-73768A53DC83}" srcOrd="0" destOrd="0" presId="urn:microsoft.com/office/officeart/2005/8/layout/orgChart1"/>
    <dgm:cxn modelId="{6D34E3E8-180B-49AC-9D95-583889FF3378}" type="presParOf" srcId="{C9B664EB-9BE9-4EDB-AF2C-73768A53DC83}" destId="{7F24E4D1-87DC-46CE-A226-26B4BE0DF99D}" srcOrd="0" destOrd="0" presId="urn:microsoft.com/office/officeart/2005/8/layout/orgChart1"/>
    <dgm:cxn modelId="{3991D377-EC97-4897-9D2B-28394D5CF386}" type="presParOf" srcId="{C9B664EB-9BE9-4EDB-AF2C-73768A53DC83}" destId="{53DAAC1D-B182-4943-B37A-199E21C64A57}" srcOrd="1" destOrd="0" presId="urn:microsoft.com/office/officeart/2005/8/layout/orgChart1"/>
    <dgm:cxn modelId="{DB22F6BA-B245-44D2-9D32-CCBCA3C3830B}" type="presParOf" srcId="{2B91504C-7708-458A-8521-67B059FDE312}" destId="{296DEBE0-5245-4E13-B4D1-63D0DA557B34}" srcOrd="1" destOrd="0" presId="urn:microsoft.com/office/officeart/2005/8/layout/orgChart1"/>
    <dgm:cxn modelId="{9385C3CA-BA3F-4F2F-B87A-4B87237C43CC}" type="presParOf" srcId="{296DEBE0-5245-4E13-B4D1-63D0DA557B34}" destId="{510E7A31-3C50-4FC8-8835-C911C07E3F6A}" srcOrd="0" destOrd="0" presId="urn:microsoft.com/office/officeart/2005/8/layout/orgChart1"/>
    <dgm:cxn modelId="{195DCF6B-E33C-4D20-A58E-75EAFB202657}" type="presParOf" srcId="{296DEBE0-5245-4E13-B4D1-63D0DA557B34}" destId="{4FC64CB8-79AF-468E-B1E9-C3FAC6F24AE5}" srcOrd="1" destOrd="0" presId="urn:microsoft.com/office/officeart/2005/8/layout/orgChart1"/>
    <dgm:cxn modelId="{895D4897-78A5-46E7-9596-BEC073EA8114}" type="presParOf" srcId="{4FC64CB8-79AF-468E-B1E9-C3FAC6F24AE5}" destId="{23678707-EC87-4F9B-82F0-D13F5F33F19D}" srcOrd="0" destOrd="0" presId="urn:microsoft.com/office/officeart/2005/8/layout/orgChart1"/>
    <dgm:cxn modelId="{9B2E70A1-C591-404D-8FF4-BCF09422C3C7}" type="presParOf" srcId="{23678707-EC87-4F9B-82F0-D13F5F33F19D}" destId="{5EC263B4-03E2-4AC2-BDDA-2DC4731C2DA8}" srcOrd="0" destOrd="0" presId="urn:microsoft.com/office/officeart/2005/8/layout/orgChart1"/>
    <dgm:cxn modelId="{2C9DEFA5-332C-4DD3-A2D2-BDC55C08D52A}" type="presParOf" srcId="{23678707-EC87-4F9B-82F0-D13F5F33F19D}" destId="{7050C11B-0EC6-4AE3-897B-1D8062DE1E5F}" srcOrd="1" destOrd="0" presId="urn:microsoft.com/office/officeart/2005/8/layout/orgChart1"/>
    <dgm:cxn modelId="{94A59199-7382-4F0E-8018-9CF44E16671B}" type="presParOf" srcId="{4FC64CB8-79AF-468E-B1E9-C3FAC6F24AE5}" destId="{E0E0927F-3149-44F4-B8B4-15A0A5EF1FB3}" srcOrd="1" destOrd="0" presId="urn:microsoft.com/office/officeart/2005/8/layout/orgChart1"/>
    <dgm:cxn modelId="{E4C3E199-CF0E-4A17-AD92-BDEEC5D231BC}" type="presParOf" srcId="{E0E0927F-3149-44F4-B8B4-15A0A5EF1FB3}" destId="{56DABA6A-A6AB-427C-9C87-128344FE3AD0}" srcOrd="0" destOrd="0" presId="urn:microsoft.com/office/officeart/2005/8/layout/orgChart1"/>
    <dgm:cxn modelId="{68250DCF-912E-43DD-8360-F14C26A8B14F}" type="presParOf" srcId="{E0E0927F-3149-44F4-B8B4-15A0A5EF1FB3}" destId="{57104AF7-935B-4C00-952C-15CAFED745E0}" srcOrd="1" destOrd="0" presId="urn:microsoft.com/office/officeart/2005/8/layout/orgChart1"/>
    <dgm:cxn modelId="{DE18EA23-7989-4481-BADA-737449CC8102}" type="presParOf" srcId="{57104AF7-935B-4C00-952C-15CAFED745E0}" destId="{4D26BF4F-2FA0-4CEA-B50A-7CE1A984C80B}" srcOrd="0" destOrd="0" presId="urn:microsoft.com/office/officeart/2005/8/layout/orgChart1"/>
    <dgm:cxn modelId="{CAC1399B-E37E-4DF6-9A24-5CB09A590363}" type="presParOf" srcId="{4D26BF4F-2FA0-4CEA-B50A-7CE1A984C80B}" destId="{5C59AFCE-DB80-4D47-9919-3B18A0639EFA}" srcOrd="0" destOrd="0" presId="urn:microsoft.com/office/officeart/2005/8/layout/orgChart1"/>
    <dgm:cxn modelId="{02A7A209-36A0-454C-8656-5651C4559C38}" type="presParOf" srcId="{4D26BF4F-2FA0-4CEA-B50A-7CE1A984C80B}" destId="{2668B173-B9D4-4E21-A9DF-D195C1D54D54}" srcOrd="1" destOrd="0" presId="urn:microsoft.com/office/officeart/2005/8/layout/orgChart1"/>
    <dgm:cxn modelId="{90676B62-C204-471A-AABA-676596EB830B}" type="presParOf" srcId="{57104AF7-935B-4C00-952C-15CAFED745E0}" destId="{DE9057F0-527C-443E-8AAE-4322D5829671}" srcOrd="1" destOrd="0" presId="urn:microsoft.com/office/officeart/2005/8/layout/orgChart1"/>
    <dgm:cxn modelId="{E21CC1CE-0892-465B-BD61-9EEAC71FE440}" type="presParOf" srcId="{57104AF7-935B-4C00-952C-15CAFED745E0}" destId="{40BEFE66-5928-4D2C-962E-70ABF675D555}" srcOrd="2" destOrd="0" presId="urn:microsoft.com/office/officeart/2005/8/layout/orgChart1"/>
    <dgm:cxn modelId="{B0B8F259-E6AB-4EE2-B8F7-30FDA8575E16}" type="presParOf" srcId="{E0E0927F-3149-44F4-B8B4-15A0A5EF1FB3}" destId="{3FC417B6-236B-4012-B445-8336FCB72F38}" srcOrd="2" destOrd="0" presId="urn:microsoft.com/office/officeart/2005/8/layout/orgChart1"/>
    <dgm:cxn modelId="{26CAEDA5-67C3-4C55-AF95-8F525DF05533}" type="presParOf" srcId="{E0E0927F-3149-44F4-B8B4-15A0A5EF1FB3}" destId="{9B88B112-0809-4C57-9F68-75E627F24F68}" srcOrd="3" destOrd="0" presId="urn:microsoft.com/office/officeart/2005/8/layout/orgChart1"/>
    <dgm:cxn modelId="{4837CF33-9B03-4D88-8A3B-DD060148C54F}" type="presParOf" srcId="{9B88B112-0809-4C57-9F68-75E627F24F68}" destId="{4F0CD3F1-75E4-4747-995E-FB595AA98F9B}" srcOrd="0" destOrd="0" presId="urn:microsoft.com/office/officeart/2005/8/layout/orgChart1"/>
    <dgm:cxn modelId="{2C3C60F7-158D-477E-9402-064B008D0382}" type="presParOf" srcId="{4F0CD3F1-75E4-4747-995E-FB595AA98F9B}" destId="{CFDD5D1C-09AA-4751-8BEE-AD2D47D35A94}" srcOrd="0" destOrd="0" presId="urn:microsoft.com/office/officeart/2005/8/layout/orgChart1"/>
    <dgm:cxn modelId="{E005E0B6-C5A8-4432-B577-BFF1BCA79B54}" type="presParOf" srcId="{4F0CD3F1-75E4-4747-995E-FB595AA98F9B}" destId="{C3B4FB72-189E-456C-9AD0-D2CE71F58B84}" srcOrd="1" destOrd="0" presId="urn:microsoft.com/office/officeart/2005/8/layout/orgChart1"/>
    <dgm:cxn modelId="{D6135162-BFE9-4D9C-BEAD-717B66B79836}" type="presParOf" srcId="{9B88B112-0809-4C57-9F68-75E627F24F68}" destId="{981137AA-3D0B-43C6-922E-5898D1CEB0BB}" srcOrd="1" destOrd="0" presId="urn:microsoft.com/office/officeart/2005/8/layout/orgChart1"/>
    <dgm:cxn modelId="{B215CFEB-9737-49BE-B797-4FBC952C17FF}" type="presParOf" srcId="{9B88B112-0809-4C57-9F68-75E627F24F68}" destId="{B166AB1D-5060-4B24-A4B1-71968114CDA1}" srcOrd="2" destOrd="0" presId="urn:microsoft.com/office/officeart/2005/8/layout/orgChart1"/>
    <dgm:cxn modelId="{C4F84171-0D3B-4D5A-8AFC-187B92260BA3}" type="presParOf" srcId="{E0E0927F-3149-44F4-B8B4-15A0A5EF1FB3}" destId="{D8A2978F-D9BC-46AF-B93E-6534715B9553}" srcOrd="4" destOrd="0" presId="urn:microsoft.com/office/officeart/2005/8/layout/orgChart1"/>
    <dgm:cxn modelId="{2A0B7CC9-F99C-4B48-B729-8D621FC7F888}" type="presParOf" srcId="{E0E0927F-3149-44F4-B8B4-15A0A5EF1FB3}" destId="{CAA0E6F5-4B3B-416E-951D-FEA846067118}" srcOrd="5" destOrd="0" presId="urn:microsoft.com/office/officeart/2005/8/layout/orgChart1"/>
    <dgm:cxn modelId="{3DEAE266-F420-4ED9-9CB5-E5542FA113DB}" type="presParOf" srcId="{CAA0E6F5-4B3B-416E-951D-FEA846067118}" destId="{43C47747-1BB7-4801-8B3E-3C756962A60D}" srcOrd="0" destOrd="0" presId="urn:microsoft.com/office/officeart/2005/8/layout/orgChart1"/>
    <dgm:cxn modelId="{62E8DF6A-7A96-4341-8951-A587A7D0C472}" type="presParOf" srcId="{43C47747-1BB7-4801-8B3E-3C756962A60D}" destId="{B90BF905-B4F4-4FCB-A751-560E7AE0BBEC}" srcOrd="0" destOrd="0" presId="urn:microsoft.com/office/officeart/2005/8/layout/orgChart1"/>
    <dgm:cxn modelId="{A3428797-42D0-4C5B-982A-3F3B7C080DC1}" type="presParOf" srcId="{43C47747-1BB7-4801-8B3E-3C756962A60D}" destId="{C7290A69-2072-4622-B96D-920EDD5FB8A0}" srcOrd="1" destOrd="0" presId="urn:microsoft.com/office/officeart/2005/8/layout/orgChart1"/>
    <dgm:cxn modelId="{E0A1781D-1E70-4A3F-BC32-F2B734EB2A51}" type="presParOf" srcId="{CAA0E6F5-4B3B-416E-951D-FEA846067118}" destId="{B076C097-C30D-4514-8C38-55EAC9A75F1B}" srcOrd="1" destOrd="0" presId="urn:microsoft.com/office/officeart/2005/8/layout/orgChart1"/>
    <dgm:cxn modelId="{D69EEB75-459C-4B0A-A913-ADC419F8E221}" type="presParOf" srcId="{CAA0E6F5-4B3B-416E-951D-FEA846067118}" destId="{21828942-4B9E-43B9-AF11-DF5FEACBB1CD}" srcOrd="2" destOrd="0" presId="urn:microsoft.com/office/officeart/2005/8/layout/orgChart1"/>
    <dgm:cxn modelId="{5B2D1525-F1ED-4133-9C11-78AA07A7CC99}" type="presParOf" srcId="{E0E0927F-3149-44F4-B8B4-15A0A5EF1FB3}" destId="{227276DC-F41A-4170-81BB-5BA0B7506989}" srcOrd="6" destOrd="0" presId="urn:microsoft.com/office/officeart/2005/8/layout/orgChart1"/>
    <dgm:cxn modelId="{983B7C1A-7985-4AAA-A017-78D3D146151B}" type="presParOf" srcId="{E0E0927F-3149-44F4-B8B4-15A0A5EF1FB3}" destId="{3F163926-4F71-448F-9CC1-BF65A899DB00}" srcOrd="7" destOrd="0" presId="urn:microsoft.com/office/officeart/2005/8/layout/orgChart1"/>
    <dgm:cxn modelId="{3DD096D2-362C-4584-AA35-BE7144913A9B}" type="presParOf" srcId="{3F163926-4F71-448F-9CC1-BF65A899DB00}" destId="{33C47130-060B-40DE-BAFD-2653F95BD446}" srcOrd="0" destOrd="0" presId="urn:microsoft.com/office/officeart/2005/8/layout/orgChart1"/>
    <dgm:cxn modelId="{50F06E09-EC58-475B-ADD8-F5DC2AA8ECF4}" type="presParOf" srcId="{33C47130-060B-40DE-BAFD-2653F95BD446}" destId="{7F94F987-0E6D-48EF-AB78-B525998E6D0A}" srcOrd="0" destOrd="0" presId="urn:microsoft.com/office/officeart/2005/8/layout/orgChart1"/>
    <dgm:cxn modelId="{85E0BB1D-5243-4F2C-84A6-E3FF98B780F1}" type="presParOf" srcId="{33C47130-060B-40DE-BAFD-2653F95BD446}" destId="{248902D6-CE0C-43DA-90D9-286F8B2027A4}" srcOrd="1" destOrd="0" presId="urn:microsoft.com/office/officeart/2005/8/layout/orgChart1"/>
    <dgm:cxn modelId="{C9EECA5B-F9CF-453E-9D2D-939B35AC44C9}" type="presParOf" srcId="{3F163926-4F71-448F-9CC1-BF65A899DB00}" destId="{052FD24A-2D6C-4EC0-8DC4-D792E35B4578}" srcOrd="1" destOrd="0" presId="urn:microsoft.com/office/officeart/2005/8/layout/orgChart1"/>
    <dgm:cxn modelId="{048CCF6C-AD8E-4BFA-A4D6-6B404B3C2B83}" type="presParOf" srcId="{3F163926-4F71-448F-9CC1-BF65A899DB00}" destId="{D7357F8C-7FF9-4A91-AB1A-D7E766B3C2C0}" srcOrd="2" destOrd="0" presId="urn:microsoft.com/office/officeart/2005/8/layout/orgChart1"/>
    <dgm:cxn modelId="{62A2F014-D1A7-4299-98FC-574C75A53260}" type="presParOf" srcId="{E0E0927F-3149-44F4-B8B4-15A0A5EF1FB3}" destId="{D359DB13-5D63-4F31-839B-19EAC3F20697}" srcOrd="8" destOrd="0" presId="urn:microsoft.com/office/officeart/2005/8/layout/orgChart1"/>
    <dgm:cxn modelId="{6491499D-E4CB-41F4-AC97-DBA314DC5C9C}" type="presParOf" srcId="{E0E0927F-3149-44F4-B8B4-15A0A5EF1FB3}" destId="{EAEA73B7-66DB-49B5-B789-805689A52D7B}" srcOrd="9" destOrd="0" presId="urn:microsoft.com/office/officeart/2005/8/layout/orgChart1"/>
    <dgm:cxn modelId="{6D54D9F1-BBD7-4BE6-8AA7-926278B47393}" type="presParOf" srcId="{EAEA73B7-66DB-49B5-B789-805689A52D7B}" destId="{88460E88-709E-4E64-B45F-8C8A2516954E}" srcOrd="0" destOrd="0" presId="urn:microsoft.com/office/officeart/2005/8/layout/orgChart1"/>
    <dgm:cxn modelId="{0D9D0BF4-6478-49F1-9994-C7FFC0DE1E9D}" type="presParOf" srcId="{88460E88-709E-4E64-B45F-8C8A2516954E}" destId="{359077A2-2810-49D8-9692-187EA19AF9CB}" srcOrd="0" destOrd="0" presId="urn:microsoft.com/office/officeart/2005/8/layout/orgChart1"/>
    <dgm:cxn modelId="{77C59B1F-4091-43E9-B3CC-F9559594A9F7}" type="presParOf" srcId="{88460E88-709E-4E64-B45F-8C8A2516954E}" destId="{003C379D-7125-4142-B7AF-FBBABE246778}" srcOrd="1" destOrd="0" presId="urn:microsoft.com/office/officeart/2005/8/layout/orgChart1"/>
    <dgm:cxn modelId="{AEA7BB8A-BA72-4CDF-B6BE-E9ADF65EBC3E}" type="presParOf" srcId="{EAEA73B7-66DB-49B5-B789-805689A52D7B}" destId="{7ABD0B67-09AF-413D-A3AF-C08B35D4A33A}" srcOrd="1" destOrd="0" presId="urn:microsoft.com/office/officeart/2005/8/layout/orgChart1"/>
    <dgm:cxn modelId="{8F88E871-9BD1-498E-A1BF-380937C1772A}" type="presParOf" srcId="{EAEA73B7-66DB-49B5-B789-805689A52D7B}" destId="{6962A2DC-BFE9-4B88-A378-94078C1177EC}" srcOrd="2" destOrd="0" presId="urn:microsoft.com/office/officeart/2005/8/layout/orgChart1"/>
    <dgm:cxn modelId="{0EDACF18-FA69-46E2-A596-4D530FA94ED0}" type="presParOf" srcId="{4FC64CB8-79AF-468E-B1E9-C3FAC6F24AE5}" destId="{0FD64DBA-D725-43A9-A6BD-05A1306C0E9E}" srcOrd="2" destOrd="0" presId="urn:microsoft.com/office/officeart/2005/8/layout/orgChart1"/>
    <dgm:cxn modelId="{BA09DAA9-BD72-47AA-9165-E17F4EB074CB}" type="presParOf" srcId="{2B91504C-7708-458A-8521-67B059FDE312}" destId="{2FB58D3F-76C5-441E-8E33-BB51B504CC05}" srcOrd="2" destOrd="0" presId="urn:microsoft.com/office/officeart/2005/8/layout/orgChart1"/>
    <dgm:cxn modelId="{F9EF7EDC-2C0A-4ED3-AA44-1DAF82806714}" type="presParOf" srcId="{631DDA5D-4F4D-43E5-AD15-902EBACD468D}" destId="{36F90A15-8CC3-4555-B6E2-98626D9D43CA}"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DDAB731F-DF43-47B2-A896-E64BACB5BBF2}"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US"/>
        </a:p>
      </dgm:t>
    </dgm:pt>
    <dgm:pt modelId="{4F7F4BA6-ECB3-4162-A7A7-5D56C22C357E}">
      <dgm:prSet phldrT="[Text]"/>
      <dgm:spPr/>
      <dgm:t>
        <a:bodyPr/>
        <a:lstStyle/>
        <a:p>
          <a:r>
            <a:rPr lang="en-US" noProof="0" dirty="0">
              <a:solidFill>
                <a:schemeClr val="tx1"/>
              </a:solidFill>
            </a:rPr>
            <a:t>GP</a:t>
          </a:r>
        </a:p>
      </dgm:t>
    </dgm:pt>
    <dgm:pt modelId="{A3902DA6-A895-4DD0-9B1E-887A5378042B}" type="parTrans" cxnId="{43E45FA0-71EE-4371-8A5E-7F0922448057}">
      <dgm:prSet/>
      <dgm:spPr/>
      <dgm:t>
        <a:bodyPr/>
        <a:lstStyle/>
        <a:p>
          <a:endParaRPr lang="en-US">
            <a:solidFill>
              <a:schemeClr val="bg1"/>
            </a:solidFill>
          </a:endParaRPr>
        </a:p>
      </dgm:t>
    </dgm:pt>
    <dgm:pt modelId="{D5B5824B-04E2-4244-804B-BB8F8D2259D6}" type="sibTrans" cxnId="{43E45FA0-71EE-4371-8A5E-7F0922448057}">
      <dgm:prSet/>
      <dgm:spPr/>
      <dgm:t>
        <a:bodyPr/>
        <a:lstStyle/>
        <a:p>
          <a:endParaRPr lang="en-US">
            <a:solidFill>
              <a:schemeClr val="bg1"/>
            </a:solidFill>
          </a:endParaRPr>
        </a:p>
      </dgm:t>
    </dgm:pt>
    <dgm:pt modelId="{9C094203-9942-4DEA-AEFE-357ABF3E50E2}">
      <dgm:prSet phldrT="[Text]"/>
      <dgm:spPr/>
      <dgm:t>
        <a:bodyPr/>
        <a:lstStyle/>
        <a:p>
          <a:r>
            <a:rPr lang="en-US" noProof="0" dirty="0">
              <a:solidFill>
                <a:schemeClr val="tx1"/>
              </a:solidFill>
            </a:rPr>
            <a:t>Call Center</a:t>
          </a:r>
        </a:p>
      </dgm:t>
    </dgm:pt>
    <dgm:pt modelId="{FAEA9610-4FBA-4425-88CB-32F2B5947ED2}" type="parTrans" cxnId="{D7E08CB7-D45E-43E9-9E32-6E78F1969A22}">
      <dgm:prSet/>
      <dgm:spPr/>
      <dgm:t>
        <a:bodyPr/>
        <a:lstStyle/>
        <a:p>
          <a:endParaRPr lang="en-US">
            <a:solidFill>
              <a:schemeClr val="bg1"/>
            </a:solidFill>
          </a:endParaRPr>
        </a:p>
      </dgm:t>
    </dgm:pt>
    <dgm:pt modelId="{A1E4C818-EDD1-40DC-8B67-E7DFFF808261}" type="sibTrans" cxnId="{D7E08CB7-D45E-43E9-9E32-6E78F1969A22}">
      <dgm:prSet/>
      <dgm:spPr/>
      <dgm:t>
        <a:bodyPr/>
        <a:lstStyle/>
        <a:p>
          <a:endParaRPr lang="en-US">
            <a:solidFill>
              <a:schemeClr val="bg1"/>
            </a:solidFill>
          </a:endParaRPr>
        </a:p>
      </dgm:t>
    </dgm:pt>
    <dgm:pt modelId="{A737EA18-53DB-479D-BD58-2436827FFFA8}">
      <dgm:prSet phldrT="[Text]" custT="1"/>
      <dgm:spPr>
        <a:noFill/>
      </dgm:spPr>
      <dgm:t>
        <a:bodyPr/>
        <a:lstStyle/>
        <a:p>
          <a:r>
            <a:rPr lang="en-US" sz="1600" b="1" noProof="0" dirty="0">
              <a:solidFill>
                <a:schemeClr val="tx1"/>
              </a:solidFill>
            </a:rPr>
            <a:t>Activities:</a:t>
          </a:r>
          <a:r>
            <a:rPr lang="en-US" sz="1600" noProof="0" dirty="0">
              <a:solidFill>
                <a:schemeClr val="tx1"/>
              </a:solidFill>
            </a:rPr>
            <a:t>. The call center shall test the reservation procedure for GP and LAB</a:t>
          </a:r>
        </a:p>
      </dgm:t>
    </dgm:pt>
    <dgm:pt modelId="{1C14123C-19FC-4B36-9528-B55CCB24D0C7}" type="parTrans" cxnId="{50AC0E19-EEC6-43BE-8B98-968B4162C27F}">
      <dgm:prSet/>
      <dgm:spPr/>
      <dgm:t>
        <a:bodyPr/>
        <a:lstStyle/>
        <a:p>
          <a:endParaRPr lang="en-US">
            <a:solidFill>
              <a:schemeClr val="bg1"/>
            </a:solidFill>
          </a:endParaRPr>
        </a:p>
      </dgm:t>
    </dgm:pt>
    <dgm:pt modelId="{8E3B0115-4D14-4CB6-A4F6-B53DBE7117D2}" type="sibTrans" cxnId="{50AC0E19-EEC6-43BE-8B98-968B4162C27F}">
      <dgm:prSet/>
      <dgm:spPr/>
      <dgm:t>
        <a:bodyPr/>
        <a:lstStyle/>
        <a:p>
          <a:endParaRPr lang="en-US">
            <a:solidFill>
              <a:schemeClr val="bg1"/>
            </a:solidFill>
          </a:endParaRPr>
        </a:p>
      </dgm:t>
    </dgm:pt>
    <dgm:pt modelId="{14ADCBFD-76CB-4553-BD43-7FC84A8F08FB}">
      <dgm:prSet phldrT="[Text]"/>
      <dgm:spPr/>
      <dgm:t>
        <a:bodyPr/>
        <a:lstStyle/>
        <a:p>
          <a:r>
            <a:rPr lang="en-US" noProof="0" dirty="0">
              <a:solidFill>
                <a:schemeClr val="tx1"/>
              </a:solidFill>
            </a:rPr>
            <a:t>Patients</a:t>
          </a:r>
        </a:p>
      </dgm:t>
    </dgm:pt>
    <dgm:pt modelId="{DC60DB67-45AE-4D89-88A3-05489141EDA5}" type="parTrans" cxnId="{B8548575-A603-4D4B-B93D-16508BE8A4AE}">
      <dgm:prSet/>
      <dgm:spPr/>
      <dgm:t>
        <a:bodyPr/>
        <a:lstStyle/>
        <a:p>
          <a:endParaRPr lang="en-US">
            <a:solidFill>
              <a:schemeClr val="bg1"/>
            </a:solidFill>
          </a:endParaRPr>
        </a:p>
      </dgm:t>
    </dgm:pt>
    <dgm:pt modelId="{09A04932-6A82-448A-8BD5-023F191D6A37}" type="sibTrans" cxnId="{B8548575-A603-4D4B-B93D-16508BE8A4AE}">
      <dgm:prSet/>
      <dgm:spPr/>
      <dgm:t>
        <a:bodyPr/>
        <a:lstStyle/>
        <a:p>
          <a:endParaRPr lang="en-US">
            <a:solidFill>
              <a:schemeClr val="bg1"/>
            </a:solidFill>
          </a:endParaRPr>
        </a:p>
      </dgm:t>
    </dgm:pt>
    <dgm:pt modelId="{E2219A7E-AF96-44B8-9C4E-9178511E92B6}">
      <dgm:prSet phldrT="[Text]" custT="1"/>
      <dgm:spPr>
        <a:noFill/>
      </dgm:spPr>
      <dgm:t>
        <a:bodyPr/>
        <a:lstStyle/>
        <a:p>
          <a:r>
            <a:rPr lang="en-US" sz="1400" b="1" noProof="0" dirty="0">
              <a:solidFill>
                <a:schemeClr val="tx1"/>
              </a:solidFill>
            </a:rPr>
            <a:t>Activities:</a:t>
          </a:r>
          <a:r>
            <a:rPr lang="en-US" sz="1400" noProof="0" dirty="0">
              <a:solidFill>
                <a:schemeClr val="tx1"/>
              </a:solidFill>
            </a:rPr>
            <a:t> A sample of </a:t>
          </a:r>
          <a:r>
            <a:rPr lang="en-US" sz="1400" b="0" i="0" noProof="0" dirty="0">
              <a:solidFill>
                <a:schemeClr val="tx1"/>
              </a:solidFill>
            </a:rPr>
            <a:t> 20 patients book exams. Once results are online they shall check if their UPR is updated. </a:t>
          </a:r>
          <a:endParaRPr lang="en-US" sz="1400" noProof="0" dirty="0">
            <a:solidFill>
              <a:schemeClr val="tx1"/>
            </a:solidFill>
          </a:endParaRPr>
        </a:p>
      </dgm:t>
    </dgm:pt>
    <dgm:pt modelId="{A5D30518-E85E-4E21-AB58-1C31876D29AF}" type="parTrans" cxnId="{1C5FDAE7-F45F-44C9-8F1B-1E930379D867}">
      <dgm:prSet/>
      <dgm:spPr/>
      <dgm:t>
        <a:bodyPr/>
        <a:lstStyle/>
        <a:p>
          <a:endParaRPr lang="en-US">
            <a:solidFill>
              <a:schemeClr val="bg1"/>
            </a:solidFill>
          </a:endParaRPr>
        </a:p>
      </dgm:t>
    </dgm:pt>
    <dgm:pt modelId="{0A542641-A847-4D3E-9E7C-25CD0E4346E6}" type="sibTrans" cxnId="{1C5FDAE7-F45F-44C9-8F1B-1E930379D867}">
      <dgm:prSet/>
      <dgm:spPr/>
      <dgm:t>
        <a:bodyPr/>
        <a:lstStyle/>
        <a:p>
          <a:endParaRPr lang="en-US">
            <a:solidFill>
              <a:schemeClr val="bg1"/>
            </a:solidFill>
          </a:endParaRPr>
        </a:p>
      </dgm:t>
    </dgm:pt>
    <dgm:pt modelId="{38F9D60B-B874-444A-B1D2-0FA124263E3B}">
      <dgm:prSet phldrT="[Text]" custT="1"/>
      <dgm:spPr>
        <a:noFill/>
      </dgm:spPr>
      <dgm:t>
        <a:bodyPr/>
        <a:lstStyle/>
        <a:p>
          <a:r>
            <a:rPr lang="en-US" sz="1400" b="1" noProof="0" dirty="0">
              <a:solidFill>
                <a:schemeClr val="tx1"/>
              </a:solidFill>
            </a:rPr>
            <a:t>Activities:</a:t>
          </a:r>
          <a:r>
            <a:rPr lang="en-US" sz="1400" noProof="0" dirty="0">
              <a:solidFill>
                <a:schemeClr val="tx1"/>
              </a:solidFill>
            </a:rPr>
            <a:t> GPs store information about 20 patients with different diseases in the EPR which is accessed.</a:t>
          </a:r>
        </a:p>
      </dgm:t>
    </dgm:pt>
    <dgm:pt modelId="{5FC01B0E-064B-4C91-AFCF-6D313E94AEE1}" type="parTrans" cxnId="{3B6738D8-3506-4F6C-AB30-60489B309C20}">
      <dgm:prSet/>
      <dgm:spPr/>
      <dgm:t>
        <a:bodyPr/>
        <a:lstStyle/>
        <a:p>
          <a:endParaRPr lang="en-US">
            <a:solidFill>
              <a:schemeClr val="bg1"/>
            </a:solidFill>
          </a:endParaRPr>
        </a:p>
      </dgm:t>
    </dgm:pt>
    <dgm:pt modelId="{84AB7DCC-3162-48EE-B7D8-B8EF144D73BC}" type="sibTrans" cxnId="{3B6738D8-3506-4F6C-AB30-60489B309C20}">
      <dgm:prSet/>
      <dgm:spPr/>
      <dgm:t>
        <a:bodyPr/>
        <a:lstStyle/>
        <a:p>
          <a:endParaRPr lang="en-US">
            <a:solidFill>
              <a:schemeClr val="bg1"/>
            </a:solidFill>
          </a:endParaRPr>
        </a:p>
      </dgm:t>
    </dgm:pt>
    <dgm:pt modelId="{420CEC83-C944-4424-ABE7-6A9D61AC2EA6}">
      <dgm:prSet phldrT="[Text]" custT="1"/>
      <dgm:spPr>
        <a:noFill/>
      </dgm:spPr>
      <dgm:t>
        <a:bodyPr/>
        <a:lstStyle/>
        <a:p>
          <a:r>
            <a:rPr lang="en-US" sz="1400" b="1" noProof="0" dirty="0">
              <a:solidFill>
                <a:schemeClr val="tx1"/>
              </a:solidFill>
            </a:rPr>
            <a:t>Outcome:</a:t>
          </a:r>
          <a:r>
            <a:rPr lang="en-US" sz="1400" noProof="0" dirty="0">
              <a:solidFill>
                <a:schemeClr val="tx1"/>
              </a:solidFill>
            </a:rPr>
            <a:t> Understand issues by GP computer proficiency. Define  training and  information sharing security problems</a:t>
          </a:r>
        </a:p>
      </dgm:t>
    </dgm:pt>
    <dgm:pt modelId="{0E3C9FA7-3F42-4F10-B350-06FFF7F173F6}" type="parTrans" cxnId="{F3D7D2DB-F4D9-424C-9555-E7BAD8E9F750}">
      <dgm:prSet/>
      <dgm:spPr/>
      <dgm:t>
        <a:bodyPr/>
        <a:lstStyle/>
        <a:p>
          <a:endParaRPr lang="en-US">
            <a:solidFill>
              <a:schemeClr val="bg1"/>
            </a:solidFill>
          </a:endParaRPr>
        </a:p>
      </dgm:t>
    </dgm:pt>
    <dgm:pt modelId="{8EB10F8A-48ED-4B7A-8B22-8C9EC36FF799}" type="sibTrans" cxnId="{F3D7D2DB-F4D9-424C-9555-E7BAD8E9F750}">
      <dgm:prSet/>
      <dgm:spPr/>
      <dgm:t>
        <a:bodyPr/>
        <a:lstStyle/>
        <a:p>
          <a:endParaRPr lang="en-US">
            <a:solidFill>
              <a:schemeClr val="bg1"/>
            </a:solidFill>
          </a:endParaRPr>
        </a:p>
      </dgm:t>
    </dgm:pt>
    <dgm:pt modelId="{B904E667-83E4-43AE-B135-2164B191BE73}">
      <dgm:prSet phldrT="[Text]" custT="1"/>
      <dgm:spPr>
        <a:noFill/>
      </dgm:spPr>
      <dgm:t>
        <a:bodyPr/>
        <a:lstStyle/>
        <a:p>
          <a:r>
            <a:rPr lang="en-US" sz="1600" b="1" noProof="0" dirty="0">
              <a:solidFill>
                <a:schemeClr val="tx1"/>
              </a:solidFill>
            </a:rPr>
            <a:t>Outcome:</a:t>
          </a:r>
          <a:r>
            <a:rPr lang="en-US" sz="1600" noProof="0" dirty="0">
              <a:solidFill>
                <a:schemeClr val="tx1"/>
              </a:solidFill>
            </a:rPr>
            <a:t> Feedback on information flow and of call center efficiency. </a:t>
          </a:r>
        </a:p>
      </dgm:t>
    </dgm:pt>
    <dgm:pt modelId="{6BA6D362-273C-4926-8174-693E8FFE20F9}" type="parTrans" cxnId="{EE187AB0-01A2-4736-8F53-FBB57BBE9FE6}">
      <dgm:prSet/>
      <dgm:spPr/>
      <dgm:t>
        <a:bodyPr/>
        <a:lstStyle/>
        <a:p>
          <a:endParaRPr lang="en-US">
            <a:solidFill>
              <a:schemeClr val="bg1"/>
            </a:solidFill>
          </a:endParaRPr>
        </a:p>
      </dgm:t>
    </dgm:pt>
    <dgm:pt modelId="{A6A2753F-E0B1-42CB-B159-82C39343C12A}" type="sibTrans" cxnId="{EE187AB0-01A2-4736-8F53-FBB57BBE9FE6}">
      <dgm:prSet/>
      <dgm:spPr/>
      <dgm:t>
        <a:bodyPr/>
        <a:lstStyle/>
        <a:p>
          <a:endParaRPr lang="en-US">
            <a:solidFill>
              <a:schemeClr val="bg1"/>
            </a:solidFill>
          </a:endParaRPr>
        </a:p>
      </dgm:t>
    </dgm:pt>
    <dgm:pt modelId="{A7AB4317-F4B7-4980-A6A6-4285D6AF33A6}">
      <dgm:prSet phldrT="[Text]"/>
      <dgm:spPr/>
      <dgm:t>
        <a:bodyPr/>
        <a:lstStyle/>
        <a:p>
          <a:pPr algn="r"/>
          <a:r>
            <a:rPr lang="en-US" noProof="0" dirty="0">
              <a:solidFill>
                <a:schemeClr val="tx1"/>
              </a:solidFill>
            </a:rPr>
            <a:t>LAB</a:t>
          </a:r>
        </a:p>
      </dgm:t>
    </dgm:pt>
    <dgm:pt modelId="{6AB9A8D1-3D98-4D27-A44E-085C2AF86DA6}" type="parTrans" cxnId="{A5DB8E05-39FA-4308-AC89-C2C3F9523A0E}">
      <dgm:prSet/>
      <dgm:spPr/>
      <dgm:t>
        <a:bodyPr/>
        <a:lstStyle/>
        <a:p>
          <a:endParaRPr lang="en-US">
            <a:solidFill>
              <a:schemeClr val="bg1"/>
            </a:solidFill>
          </a:endParaRPr>
        </a:p>
      </dgm:t>
    </dgm:pt>
    <dgm:pt modelId="{11A6CAC8-A279-41F4-BF05-ECBF787D8972}" type="sibTrans" cxnId="{A5DB8E05-39FA-4308-AC89-C2C3F9523A0E}">
      <dgm:prSet/>
      <dgm:spPr/>
      <dgm:t>
        <a:bodyPr/>
        <a:lstStyle/>
        <a:p>
          <a:endParaRPr lang="en-US">
            <a:solidFill>
              <a:schemeClr val="bg1"/>
            </a:solidFill>
          </a:endParaRPr>
        </a:p>
      </dgm:t>
    </dgm:pt>
    <dgm:pt modelId="{92BAB3A1-8A1B-4726-92CE-8BD21BD49671}">
      <dgm:prSet phldrT="[Text]" custT="1"/>
      <dgm:spPr>
        <a:noFill/>
      </dgm:spPr>
      <dgm:t>
        <a:bodyPr/>
        <a:lstStyle/>
        <a:p>
          <a:r>
            <a:rPr lang="en-US" sz="1400" b="1" i="0" noProof="0" dirty="0">
              <a:solidFill>
                <a:schemeClr val="tx1"/>
              </a:solidFill>
            </a:rPr>
            <a:t>Outcome:</a:t>
          </a:r>
          <a:r>
            <a:rPr lang="en-US" sz="1400" b="0" i="0" noProof="0" dirty="0">
              <a:solidFill>
                <a:schemeClr val="tx1"/>
              </a:solidFill>
            </a:rPr>
            <a:t> Test the ability to use the online system. Define risk mitigation as simpler interface to with virtual assistance.</a:t>
          </a:r>
          <a:endParaRPr lang="en-US" sz="1400" noProof="0" dirty="0">
            <a:solidFill>
              <a:schemeClr val="tx1"/>
            </a:solidFill>
          </a:endParaRPr>
        </a:p>
      </dgm:t>
    </dgm:pt>
    <dgm:pt modelId="{4564AE16-FD1B-4DAA-9D3C-9304C683C47F}" type="parTrans" cxnId="{15D2783A-3C7B-4010-B601-852BBC6EAD00}">
      <dgm:prSet/>
      <dgm:spPr/>
      <dgm:t>
        <a:bodyPr/>
        <a:lstStyle/>
        <a:p>
          <a:endParaRPr lang="en-US">
            <a:solidFill>
              <a:schemeClr val="bg1"/>
            </a:solidFill>
          </a:endParaRPr>
        </a:p>
      </dgm:t>
    </dgm:pt>
    <dgm:pt modelId="{FC85E82D-CA71-43BB-9CF0-E6F441B0392C}" type="sibTrans" cxnId="{15D2783A-3C7B-4010-B601-852BBC6EAD00}">
      <dgm:prSet/>
      <dgm:spPr/>
      <dgm:t>
        <a:bodyPr/>
        <a:lstStyle/>
        <a:p>
          <a:endParaRPr lang="en-US">
            <a:solidFill>
              <a:schemeClr val="bg1"/>
            </a:solidFill>
          </a:endParaRPr>
        </a:p>
      </dgm:t>
    </dgm:pt>
    <dgm:pt modelId="{2504EDFC-8764-4F3D-8219-09714FC64098}">
      <dgm:prSet custT="1"/>
      <dgm:spPr>
        <a:noFill/>
      </dgm:spPr>
      <dgm:t>
        <a:bodyPr/>
        <a:lstStyle/>
        <a:p>
          <a:r>
            <a:rPr lang="en-US" sz="1600" b="1" i="0" noProof="0" dirty="0">
              <a:solidFill>
                <a:schemeClr val="tx1"/>
              </a:solidFill>
            </a:rPr>
            <a:t>Activities:</a:t>
          </a:r>
          <a:r>
            <a:rPr lang="en-US" sz="1600" b="0" i="0" noProof="0" dirty="0">
              <a:solidFill>
                <a:schemeClr val="tx1"/>
              </a:solidFill>
            </a:rPr>
            <a:t> 2 labs perform exams booked by citizens. After the  exam patient they must update. </a:t>
          </a:r>
          <a:endParaRPr lang="en-US" sz="1600" noProof="0" dirty="0">
            <a:solidFill>
              <a:schemeClr val="tx1"/>
            </a:solidFill>
          </a:endParaRPr>
        </a:p>
      </dgm:t>
    </dgm:pt>
    <dgm:pt modelId="{155E3DCC-4B4E-47D1-9CDD-C2952DAC6048}" type="parTrans" cxnId="{49107261-29A1-4BDD-BFC1-4A94A16DB014}">
      <dgm:prSet/>
      <dgm:spPr/>
      <dgm:t>
        <a:bodyPr/>
        <a:lstStyle/>
        <a:p>
          <a:endParaRPr lang="en-US">
            <a:solidFill>
              <a:schemeClr val="bg1"/>
            </a:solidFill>
          </a:endParaRPr>
        </a:p>
      </dgm:t>
    </dgm:pt>
    <dgm:pt modelId="{700C67C5-7034-4EB2-87BF-BB37E732BD9C}" type="sibTrans" cxnId="{49107261-29A1-4BDD-BFC1-4A94A16DB014}">
      <dgm:prSet/>
      <dgm:spPr/>
      <dgm:t>
        <a:bodyPr/>
        <a:lstStyle/>
        <a:p>
          <a:endParaRPr lang="en-US">
            <a:solidFill>
              <a:schemeClr val="bg1"/>
            </a:solidFill>
          </a:endParaRPr>
        </a:p>
      </dgm:t>
    </dgm:pt>
    <dgm:pt modelId="{B6822189-16B0-438B-8E48-921D9D8BCEC7}">
      <dgm:prSet custT="1"/>
      <dgm:spPr>
        <a:noFill/>
      </dgm:spPr>
      <dgm:t>
        <a:bodyPr/>
        <a:lstStyle/>
        <a:p>
          <a:r>
            <a:rPr lang="en-US" sz="1600" b="1" i="0" noProof="0" dirty="0">
              <a:solidFill>
                <a:schemeClr val="tx1"/>
              </a:solidFill>
            </a:rPr>
            <a:t>Outcome:</a:t>
          </a:r>
          <a:r>
            <a:rPr lang="en-US" sz="1600" b="0" i="0" noProof="0" dirty="0">
              <a:solidFill>
                <a:schemeClr val="tx1"/>
              </a:solidFill>
            </a:rPr>
            <a:t> The risk is in information updating</a:t>
          </a:r>
          <a:endParaRPr lang="en-US" sz="1600" noProof="0" dirty="0">
            <a:solidFill>
              <a:schemeClr val="tx1"/>
            </a:solidFill>
          </a:endParaRPr>
        </a:p>
      </dgm:t>
    </dgm:pt>
    <dgm:pt modelId="{52A97F8F-3F7F-432A-BC70-65EC84A75E99}" type="parTrans" cxnId="{EF9CB6BF-1321-472E-BBD6-35A823F541FB}">
      <dgm:prSet/>
      <dgm:spPr/>
      <dgm:t>
        <a:bodyPr/>
        <a:lstStyle/>
        <a:p>
          <a:endParaRPr lang="en-US">
            <a:solidFill>
              <a:schemeClr val="bg1"/>
            </a:solidFill>
          </a:endParaRPr>
        </a:p>
      </dgm:t>
    </dgm:pt>
    <dgm:pt modelId="{83FA6950-91C1-47E9-B2D9-E523BA2EEFD8}" type="sibTrans" cxnId="{EF9CB6BF-1321-472E-BBD6-35A823F541FB}">
      <dgm:prSet/>
      <dgm:spPr/>
      <dgm:t>
        <a:bodyPr/>
        <a:lstStyle/>
        <a:p>
          <a:endParaRPr lang="en-US">
            <a:solidFill>
              <a:schemeClr val="bg1"/>
            </a:solidFill>
          </a:endParaRPr>
        </a:p>
      </dgm:t>
    </dgm:pt>
    <dgm:pt modelId="{0B89E469-C830-4BE7-B8F2-970F64AB2972}" type="pres">
      <dgm:prSet presAssocID="{DDAB731F-DF43-47B2-A896-E64BACB5BBF2}" presName="linearFlow" presStyleCnt="0">
        <dgm:presLayoutVars>
          <dgm:dir/>
          <dgm:animLvl val="lvl"/>
          <dgm:resizeHandles/>
        </dgm:presLayoutVars>
      </dgm:prSet>
      <dgm:spPr/>
    </dgm:pt>
    <dgm:pt modelId="{49482162-A6D9-451A-A894-74BB02A1A478}" type="pres">
      <dgm:prSet presAssocID="{4F7F4BA6-ECB3-4162-A7A7-5D56C22C357E}" presName="compositeNode" presStyleCnt="0">
        <dgm:presLayoutVars>
          <dgm:bulletEnabled val="1"/>
        </dgm:presLayoutVars>
      </dgm:prSet>
      <dgm:spPr/>
    </dgm:pt>
    <dgm:pt modelId="{D1F0B7CB-65DD-41E5-AE49-34DA04F9C359}" type="pres">
      <dgm:prSet presAssocID="{4F7F4BA6-ECB3-4162-A7A7-5D56C22C357E}" presName="image" presStyleLbl="fgImgPlace1" presStyleIdx="0" presStyleCnt="4" custScaleX="48284" custScaleY="48665" custLinFactNeighborY="24408"/>
      <dgm:spPr>
        <a:solidFill>
          <a:schemeClr val="accent5"/>
        </a:solidFill>
      </dgm:spPr>
    </dgm:pt>
    <dgm:pt modelId="{0CFCA9BE-DA51-4799-8882-A1C7450D66F1}" type="pres">
      <dgm:prSet presAssocID="{4F7F4BA6-ECB3-4162-A7A7-5D56C22C357E}" presName="childNode" presStyleLbl="node1" presStyleIdx="0" presStyleCnt="4" custScaleY="80072">
        <dgm:presLayoutVars>
          <dgm:bulletEnabled val="1"/>
        </dgm:presLayoutVars>
      </dgm:prSet>
      <dgm:spPr/>
    </dgm:pt>
    <dgm:pt modelId="{862AA545-D288-4810-8416-F0E7E214AEF9}" type="pres">
      <dgm:prSet presAssocID="{4F7F4BA6-ECB3-4162-A7A7-5D56C22C357E}" presName="parentNode" presStyleLbl="revTx" presStyleIdx="0" presStyleCnt="4">
        <dgm:presLayoutVars>
          <dgm:chMax val="0"/>
          <dgm:bulletEnabled val="1"/>
        </dgm:presLayoutVars>
      </dgm:prSet>
      <dgm:spPr/>
    </dgm:pt>
    <dgm:pt modelId="{3A91D0A7-050D-43A8-9226-BEF070B34AD1}" type="pres">
      <dgm:prSet presAssocID="{D5B5824B-04E2-4244-804B-BB8F8D2259D6}" presName="sibTrans" presStyleCnt="0"/>
      <dgm:spPr/>
    </dgm:pt>
    <dgm:pt modelId="{DF747BAF-3FDD-4F49-9DF0-29F3DD42A173}" type="pres">
      <dgm:prSet presAssocID="{9C094203-9942-4DEA-AEFE-357ABF3E50E2}" presName="compositeNode" presStyleCnt="0">
        <dgm:presLayoutVars>
          <dgm:bulletEnabled val="1"/>
        </dgm:presLayoutVars>
      </dgm:prSet>
      <dgm:spPr/>
    </dgm:pt>
    <dgm:pt modelId="{0C76EB6F-E5C9-473F-AA7B-5BB1D8F4673F}" type="pres">
      <dgm:prSet presAssocID="{9C094203-9942-4DEA-AEFE-357ABF3E50E2}" presName="image" presStyleLbl="fgImgPlace1" presStyleIdx="1" presStyleCnt="4" custScaleX="48284" custScaleY="48665" custLinFactNeighborY="24408"/>
      <dgm:spPr>
        <a:solidFill>
          <a:schemeClr val="accent5"/>
        </a:solidFill>
      </dgm:spPr>
    </dgm:pt>
    <dgm:pt modelId="{FE45600F-EA7B-4E31-8226-E1EEBA5624FE}" type="pres">
      <dgm:prSet presAssocID="{9C094203-9942-4DEA-AEFE-357ABF3E50E2}" presName="childNode" presStyleLbl="node1" presStyleIdx="1" presStyleCnt="4" custScaleY="80072">
        <dgm:presLayoutVars>
          <dgm:bulletEnabled val="1"/>
        </dgm:presLayoutVars>
      </dgm:prSet>
      <dgm:spPr/>
    </dgm:pt>
    <dgm:pt modelId="{34DFDD68-7FDE-49BD-B98B-DD2BC0ADE3B5}" type="pres">
      <dgm:prSet presAssocID="{9C094203-9942-4DEA-AEFE-357ABF3E50E2}" presName="parentNode" presStyleLbl="revTx" presStyleIdx="1" presStyleCnt="4">
        <dgm:presLayoutVars>
          <dgm:chMax val="0"/>
          <dgm:bulletEnabled val="1"/>
        </dgm:presLayoutVars>
      </dgm:prSet>
      <dgm:spPr/>
    </dgm:pt>
    <dgm:pt modelId="{71558CD4-0A44-4BEC-ABCC-2E916F92041F}" type="pres">
      <dgm:prSet presAssocID="{A1E4C818-EDD1-40DC-8B67-E7DFFF808261}" presName="sibTrans" presStyleCnt="0"/>
      <dgm:spPr/>
    </dgm:pt>
    <dgm:pt modelId="{835A979E-14BF-4AA0-B325-9D81ABBA0EE1}" type="pres">
      <dgm:prSet presAssocID="{14ADCBFD-76CB-4553-BD43-7FC84A8F08FB}" presName="compositeNode" presStyleCnt="0">
        <dgm:presLayoutVars>
          <dgm:bulletEnabled val="1"/>
        </dgm:presLayoutVars>
      </dgm:prSet>
      <dgm:spPr/>
    </dgm:pt>
    <dgm:pt modelId="{A4B77335-945B-4AF2-A6A2-F151D7BFAF21}" type="pres">
      <dgm:prSet presAssocID="{14ADCBFD-76CB-4553-BD43-7FC84A8F08FB}" presName="image" presStyleLbl="fgImgPlace1" presStyleIdx="2" presStyleCnt="4" custScaleX="58268" custScaleY="48018" custLinFactNeighborY="24408"/>
      <dgm:spPr>
        <a:solidFill>
          <a:schemeClr val="accent5"/>
        </a:solidFill>
      </dgm:spPr>
    </dgm:pt>
    <dgm:pt modelId="{B04B8A0D-E0A6-4E11-82C7-E388A3DC2DBB}" type="pres">
      <dgm:prSet presAssocID="{14ADCBFD-76CB-4553-BD43-7FC84A8F08FB}" presName="childNode" presStyleLbl="node1" presStyleIdx="2" presStyleCnt="4" custScaleY="81172" custLinFactNeighborX="-935" custLinFactNeighborY="-550">
        <dgm:presLayoutVars>
          <dgm:bulletEnabled val="1"/>
        </dgm:presLayoutVars>
      </dgm:prSet>
      <dgm:spPr/>
    </dgm:pt>
    <dgm:pt modelId="{D114FFAE-2DCF-4F83-9FD2-93D6A442091C}" type="pres">
      <dgm:prSet presAssocID="{14ADCBFD-76CB-4553-BD43-7FC84A8F08FB}" presName="parentNode" presStyleLbl="revTx" presStyleIdx="2" presStyleCnt="4">
        <dgm:presLayoutVars>
          <dgm:chMax val="0"/>
          <dgm:bulletEnabled val="1"/>
        </dgm:presLayoutVars>
      </dgm:prSet>
      <dgm:spPr/>
    </dgm:pt>
    <dgm:pt modelId="{BB67B2D5-F774-4028-A854-6119DD73664C}" type="pres">
      <dgm:prSet presAssocID="{09A04932-6A82-448A-8BD5-023F191D6A37}" presName="sibTrans" presStyleCnt="0"/>
      <dgm:spPr/>
    </dgm:pt>
    <dgm:pt modelId="{8E685F9C-ED63-4D88-A25A-692A6D556638}" type="pres">
      <dgm:prSet presAssocID="{A7AB4317-F4B7-4980-A6A6-4285D6AF33A6}" presName="compositeNode" presStyleCnt="0">
        <dgm:presLayoutVars>
          <dgm:bulletEnabled val="1"/>
        </dgm:presLayoutVars>
      </dgm:prSet>
      <dgm:spPr/>
    </dgm:pt>
    <dgm:pt modelId="{17092E73-BC25-4F0A-9F3C-9FBAD677CE88}" type="pres">
      <dgm:prSet presAssocID="{A7AB4317-F4B7-4980-A6A6-4285D6AF33A6}" presName="image" presStyleLbl="fgImgPlace1" presStyleIdx="3" presStyleCnt="4" custScaleX="51101" custScaleY="43509" custLinFactNeighborY="24408"/>
      <dgm:spPr>
        <a:solidFill>
          <a:schemeClr val="accent5"/>
        </a:solidFill>
      </dgm:spPr>
    </dgm:pt>
    <dgm:pt modelId="{B146A4EF-B2D8-4FD6-A4FD-2349E5450362}" type="pres">
      <dgm:prSet presAssocID="{A7AB4317-F4B7-4980-A6A6-4285D6AF33A6}" presName="childNode" presStyleLbl="node1" presStyleIdx="3" presStyleCnt="4" custScaleY="80072">
        <dgm:presLayoutVars>
          <dgm:bulletEnabled val="1"/>
        </dgm:presLayoutVars>
      </dgm:prSet>
      <dgm:spPr/>
    </dgm:pt>
    <dgm:pt modelId="{EAB5D0CE-0134-4BAF-B45B-9E9F748A01A6}" type="pres">
      <dgm:prSet presAssocID="{A7AB4317-F4B7-4980-A6A6-4285D6AF33A6}" presName="parentNode" presStyleLbl="revTx" presStyleIdx="3" presStyleCnt="4">
        <dgm:presLayoutVars>
          <dgm:chMax val="0"/>
          <dgm:bulletEnabled val="1"/>
        </dgm:presLayoutVars>
      </dgm:prSet>
      <dgm:spPr/>
    </dgm:pt>
  </dgm:ptLst>
  <dgm:cxnLst>
    <dgm:cxn modelId="{6E5A4701-4359-4CCC-AA7D-1F5A84081BB6}" type="presOf" srcId="{2504EDFC-8764-4F3D-8219-09714FC64098}" destId="{B146A4EF-B2D8-4FD6-A4FD-2349E5450362}" srcOrd="0" destOrd="0" presId="urn:microsoft.com/office/officeart/2005/8/layout/hList2"/>
    <dgm:cxn modelId="{A5DB8E05-39FA-4308-AC89-C2C3F9523A0E}" srcId="{DDAB731F-DF43-47B2-A896-E64BACB5BBF2}" destId="{A7AB4317-F4B7-4980-A6A6-4285D6AF33A6}" srcOrd="3" destOrd="0" parTransId="{6AB9A8D1-3D98-4D27-A44E-085C2AF86DA6}" sibTransId="{11A6CAC8-A279-41F4-BF05-ECBF787D8972}"/>
    <dgm:cxn modelId="{37AF680F-3CB9-4159-864D-3356503FF4D0}" type="presOf" srcId="{DDAB731F-DF43-47B2-A896-E64BACB5BBF2}" destId="{0B89E469-C830-4BE7-B8F2-970F64AB2972}" srcOrd="0" destOrd="0" presId="urn:microsoft.com/office/officeart/2005/8/layout/hList2"/>
    <dgm:cxn modelId="{6D1DCF18-B359-47EA-8D5E-6ADB5F7F3894}" type="presOf" srcId="{38F9D60B-B874-444A-B1D2-0FA124263E3B}" destId="{0CFCA9BE-DA51-4799-8882-A1C7450D66F1}" srcOrd="0" destOrd="0" presId="urn:microsoft.com/office/officeart/2005/8/layout/hList2"/>
    <dgm:cxn modelId="{50AC0E19-EEC6-43BE-8B98-968B4162C27F}" srcId="{9C094203-9942-4DEA-AEFE-357ABF3E50E2}" destId="{A737EA18-53DB-479D-BD58-2436827FFFA8}" srcOrd="0" destOrd="0" parTransId="{1C14123C-19FC-4B36-9528-B55CCB24D0C7}" sibTransId="{8E3B0115-4D14-4CB6-A4F6-B53DBE7117D2}"/>
    <dgm:cxn modelId="{8CB4B61F-1C27-49E0-9F0E-4E7585878202}" type="presOf" srcId="{B904E667-83E4-43AE-B135-2164B191BE73}" destId="{FE45600F-EA7B-4E31-8226-E1EEBA5624FE}" srcOrd="0" destOrd="1" presId="urn:microsoft.com/office/officeart/2005/8/layout/hList2"/>
    <dgm:cxn modelId="{2292F338-90B8-49E6-B3E7-36A9A810CAAA}" type="presOf" srcId="{B6822189-16B0-438B-8E48-921D9D8BCEC7}" destId="{B146A4EF-B2D8-4FD6-A4FD-2349E5450362}" srcOrd="0" destOrd="1" presId="urn:microsoft.com/office/officeart/2005/8/layout/hList2"/>
    <dgm:cxn modelId="{15D2783A-3C7B-4010-B601-852BBC6EAD00}" srcId="{14ADCBFD-76CB-4553-BD43-7FC84A8F08FB}" destId="{92BAB3A1-8A1B-4726-92CE-8BD21BD49671}" srcOrd="1" destOrd="0" parTransId="{4564AE16-FD1B-4DAA-9D3C-9304C683C47F}" sibTransId="{FC85E82D-CA71-43BB-9CF0-E6F441B0392C}"/>
    <dgm:cxn modelId="{49107261-29A1-4BDD-BFC1-4A94A16DB014}" srcId="{A7AB4317-F4B7-4980-A6A6-4285D6AF33A6}" destId="{2504EDFC-8764-4F3D-8219-09714FC64098}" srcOrd="0" destOrd="0" parTransId="{155E3DCC-4B4E-47D1-9CDD-C2952DAC6048}" sibTransId="{700C67C5-7034-4EB2-87BF-BB37E732BD9C}"/>
    <dgm:cxn modelId="{62864246-251E-4459-918D-2D5A05E71AFD}" type="presOf" srcId="{A7AB4317-F4B7-4980-A6A6-4285D6AF33A6}" destId="{EAB5D0CE-0134-4BAF-B45B-9E9F748A01A6}" srcOrd="0" destOrd="0" presId="urn:microsoft.com/office/officeart/2005/8/layout/hList2"/>
    <dgm:cxn modelId="{B8548575-A603-4D4B-B93D-16508BE8A4AE}" srcId="{DDAB731F-DF43-47B2-A896-E64BACB5BBF2}" destId="{14ADCBFD-76CB-4553-BD43-7FC84A8F08FB}" srcOrd="2" destOrd="0" parTransId="{DC60DB67-45AE-4D89-88A3-05489141EDA5}" sibTransId="{09A04932-6A82-448A-8BD5-023F191D6A37}"/>
    <dgm:cxn modelId="{43E45FA0-71EE-4371-8A5E-7F0922448057}" srcId="{DDAB731F-DF43-47B2-A896-E64BACB5BBF2}" destId="{4F7F4BA6-ECB3-4162-A7A7-5D56C22C357E}" srcOrd="0" destOrd="0" parTransId="{A3902DA6-A895-4DD0-9B1E-887A5378042B}" sibTransId="{D5B5824B-04E2-4244-804B-BB8F8D2259D6}"/>
    <dgm:cxn modelId="{C91A3DAF-2544-4BE3-8449-704E92E1A4CE}" type="presOf" srcId="{92BAB3A1-8A1B-4726-92CE-8BD21BD49671}" destId="{B04B8A0D-E0A6-4E11-82C7-E388A3DC2DBB}" srcOrd="0" destOrd="1" presId="urn:microsoft.com/office/officeart/2005/8/layout/hList2"/>
    <dgm:cxn modelId="{88B56BB0-2904-4F6E-BE62-AFB69CACC59A}" type="presOf" srcId="{E2219A7E-AF96-44B8-9C4E-9178511E92B6}" destId="{B04B8A0D-E0A6-4E11-82C7-E388A3DC2DBB}" srcOrd="0" destOrd="0" presId="urn:microsoft.com/office/officeart/2005/8/layout/hList2"/>
    <dgm:cxn modelId="{EE187AB0-01A2-4736-8F53-FBB57BBE9FE6}" srcId="{9C094203-9942-4DEA-AEFE-357ABF3E50E2}" destId="{B904E667-83E4-43AE-B135-2164B191BE73}" srcOrd="1" destOrd="0" parTransId="{6BA6D362-273C-4926-8174-693E8FFE20F9}" sibTransId="{A6A2753F-E0B1-42CB-B159-82C39343C12A}"/>
    <dgm:cxn modelId="{D7E08CB7-D45E-43E9-9E32-6E78F1969A22}" srcId="{DDAB731F-DF43-47B2-A896-E64BACB5BBF2}" destId="{9C094203-9942-4DEA-AEFE-357ABF3E50E2}" srcOrd="1" destOrd="0" parTransId="{FAEA9610-4FBA-4425-88CB-32F2B5947ED2}" sibTransId="{A1E4C818-EDD1-40DC-8B67-E7DFFF808261}"/>
    <dgm:cxn modelId="{4F41F3BD-83CD-4FD1-A7B4-F5E6E2752229}" type="presOf" srcId="{4F7F4BA6-ECB3-4162-A7A7-5D56C22C357E}" destId="{862AA545-D288-4810-8416-F0E7E214AEF9}" srcOrd="0" destOrd="0" presId="urn:microsoft.com/office/officeart/2005/8/layout/hList2"/>
    <dgm:cxn modelId="{EF9CB6BF-1321-472E-BBD6-35A823F541FB}" srcId="{A7AB4317-F4B7-4980-A6A6-4285D6AF33A6}" destId="{B6822189-16B0-438B-8E48-921D9D8BCEC7}" srcOrd="1" destOrd="0" parTransId="{52A97F8F-3F7F-432A-BC70-65EC84A75E99}" sibTransId="{83FA6950-91C1-47E9-B2D9-E523BA2EEFD8}"/>
    <dgm:cxn modelId="{530A52C5-9BEA-43A4-BFB9-CE95FA8FF276}" type="presOf" srcId="{A737EA18-53DB-479D-BD58-2436827FFFA8}" destId="{FE45600F-EA7B-4E31-8226-E1EEBA5624FE}" srcOrd="0" destOrd="0" presId="urn:microsoft.com/office/officeart/2005/8/layout/hList2"/>
    <dgm:cxn modelId="{1DE772D7-00EF-4AB7-86A0-52319747EEED}" type="presOf" srcId="{14ADCBFD-76CB-4553-BD43-7FC84A8F08FB}" destId="{D114FFAE-2DCF-4F83-9FD2-93D6A442091C}" srcOrd="0" destOrd="0" presId="urn:microsoft.com/office/officeart/2005/8/layout/hList2"/>
    <dgm:cxn modelId="{3B6738D8-3506-4F6C-AB30-60489B309C20}" srcId="{4F7F4BA6-ECB3-4162-A7A7-5D56C22C357E}" destId="{38F9D60B-B874-444A-B1D2-0FA124263E3B}" srcOrd="0" destOrd="0" parTransId="{5FC01B0E-064B-4C91-AFCF-6D313E94AEE1}" sibTransId="{84AB7DCC-3162-48EE-B7D8-B8EF144D73BC}"/>
    <dgm:cxn modelId="{F3D7D2DB-F4D9-424C-9555-E7BAD8E9F750}" srcId="{4F7F4BA6-ECB3-4162-A7A7-5D56C22C357E}" destId="{420CEC83-C944-4424-ABE7-6A9D61AC2EA6}" srcOrd="1" destOrd="0" parTransId="{0E3C9FA7-3F42-4F10-B350-06FFF7F173F6}" sibTransId="{8EB10F8A-48ED-4B7A-8B22-8C9EC36FF799}"/>
    <dgm:cxn modelId="{F824C9DE-2D3F-4D95-8609-97642E4278D1}" type="presOf" srcId="{420CEC83-C944-4424-ABE7-6A9D61AC2EA6}" destId="{0CFCA9BE-DA51-4799-8882-A1C7450D66F1}" srcOrd="0" destOrd="1" presId="urn:microsoft.com/office/officeart/2005/8/layout/hList2"/>
    <dgm:cxn modelId="{1C5FDAE7-F45F-44C9-8F1B-1E930379D867}" srcId="{14ADCBFD-76CB-4553-BD43-7FC84A8F08FB}" destId="{E2219A7E-AF96-44B8-9C4E-9178511E92B6}" srcOrd="0" destOrd="0" parTransId="{A5D30518-E85E-4E21-AB58-1C31876D29AF}" sibTransId="{0A542641-A847-4D3E-9E7C-25CD0E4346E6}"/>
    <dgm:cxn modelId="{A73F09EE-F659-4406-8D0A-589740108C06}" type="presOf" srcId="{9C094203-9942-4DEA-AEFE-357ABF3E50E2}" destId="{34DFDD68-7FDE-49BD-B98B-DD2BC0ADE3B5}" srcOrd="0" destOrd="0" presId="urn:microsoft.com/office/officeart/2005/8/layout/hList2"/>
    <dgm:cxn modelId="{C8289F0C-413A-4AFA-B838-C2AAEB96C350}" type="presParOf" srcId="{0B89E469-C830-4BE7-B8F2-970F64AB2972}" destId="{49482162-A6D9-451A-A894-74BB02A1A478}" srcOrd="0" destOrd="0" presId="urn:microsoft.com/office/officeart/2005/8/layout/hList2"/>
    <dgm:cxn modelId="{C047CCC3-4FC9-4220-BBC7-2A8B4EF88B41}" type="presParOf" srcId="{49482162-A6D9-451A-A894-74BB02A1A478}" destId="{D1F0B7CB-65DD-41E5-AE49-34DA04F9C359}" srcOrd="0" destOrd="0" presId="urn:microsoft.com/office/officeart/2005/8/layout/hList2"/>
    <dgm:cxn modelId="{1F8664BD-18F2-4D43-82F3-42A46226F2D9}" type="presParOf" srcId="{49482162-A6D9-451A-A894-74BB02A1A478}" destId="{0CFCA9BE-DA51-4799-8882-A1C7450D66F1}" srcOrd="1" destOrd="0" presId="urn:microsoft.com/office/officeart/2005/8/layout/hList2"/>
    <dgm:cxn modelId="{CD7999B9-AB4C-456F-8C83-C95966EC725B}" type="presParOf" srcId="{49482162-A6D9-451A-A894-74BB02A1A478}" destId="{862AA545-D288-4810-8416-F0E7E214AEF9}" srcOrd="2" destOrd="0" presId="urn:microsoft.com/office/officeart/2005/8/layout/hList2"/>
    <dgm:cxn modelId="{1A6214B7-8016-4D0D-9980-ABBDAE216B34}" type="presParOf" srcId="{0B89E469-C830-4BE7-B8F2-970F64AB2972}" destId="{3A91D0A7-050D-43A8-9226-BEF070B34AD1}" srcOrd="1" destOrd="0" presId="urn:microsoft.com/office/officeart/2005/8/layout/hList2"/>
    <dgm:cxn modelId="{6F98E152-1F6E-44AB-B888-CF3F5B6ECC4B}" type="presParOf" srcId="{0B89E469-C830-4BE7-B8F2-970F64AB2972}" destId="{DF747BAF-3FDD-4F49-9DF0-29F3DD42A173}" srcOrd="2" destOrd="0" presId="urn:microsoft.com/office/officeart/2005/8/layout/hList2"/>
    <dgm:cxn modelId="{EC08319C-A915-4A7B-BF21-D9417CF53A7A}" type="presParOf" srcId="{DF747BAF-3FDD-4F49-9DF0-29F3DD42A173}" destId="{0C76EB6F-E5C9-473F-AA7B-5BB1D8F4673F}" srcOrd="0" destOrd="0" presId="urn:microsoft.com/office/officeart/2005/8/layout/hList2"/>
    <dgm:cxn modelId="{5476614D-B483-461A-B212-08693D0AFD53}" type="presParOf" srcId="{DF747BAF-3FDD-4F49-9DF0-29F3DD42A173}" destId="{FE45600F-EA7B-4E31-8226-E1EEBA5624FE}" srcOrd="1" destOrd="0" presId="urn:microsoft.com/office/officeart/2005/8/layout/hList2"/>
    <dgm:cxn modelId="{1DACFB17-D28B-4829-9BF1-E504C57BCA5F}" type="presParOf" srcId="{DF747BAF-3FDD-4F49-9DF0-29F3DD42A173}" destId="{34DFDD68-7FDE-49BD-B98B-DD2BC0ADE3B5}" srcOrd="2" destOrd="0" presId="urn:microsoft.com/office/officeart/2005/8/layout/hList2"/>
    <dgm:cxn modelId="{CC8A8BC8-2C13-4918-985D-9744EF64349E}" type="presParOf" srcId="{0B89E469-C830-4BE7-B8F2-970F64AB2972}" destId="{71558CD4-0A44-4BEC-ABCC-2E916F92041F}" srcOrd="3" destOrd="0" presId="urn:microsoft.com/office/officeart/2005/8/layout/hList2"/>
    <dgm:cxn modelId="{6C0CFE36-8730-4842-9667-C3BB08E415D3}" type="presParOf" srcId="{0B89E469-C830-4BE7-B8F2-970F64AB2972}" destId="{835A979E-14BF-4AA0-B325-9D81ABBA0EE1}" srcOrd="4" destOrd="0" presId="urn:microsoft.com/office/officeart/2005/8/layout/hList2"/>
    <dgm:cxn modelId="{4C008E77-C2CE-4FC9-979D-B7EB5329BF73}" type="presParOf" srcId="{835A979E-14BF-4AA0-B325-9D81ABBA0EE1}" destId="{A4B77335-945B-4AF2-A6A2-F151D7BFAF21}" srcOrd="0" destOrd="0" presId="urn:microsoft.com/office/officeart/2005/8/layout/hList2"/>
    <dgm:cxn modelId="{099AC6A2-E0F8-447A-B21B-C3CD3AE6B869}" type="presParOf" srcId="{835A979E-14BF-4AA0-B325-9D81ABBA0EE1}" destId="{B04B8A0D-E0A6-4E11-82C7-E388A3DC2DBB}" srcOrd="1" destOrd="0" presId="urn:microsoft.com/office/officeart/2005/8/layout/hList2"/>
    <dgm:cxn modelId="{56837E04-DACA-45D6-A2B3-EC8ECE79E82F}" type="presParOf" srcId="{835A979E-14BF-4AA0-B325-9D81ABBA0EE1}" destId="{D114FFAE-2DCF-4F83-9FD2-93D6A442091C}" srcOrd="2" destOrd="0" presId="urn:microsoft.com/office/officeart/2005/8/layout/hList2"/>
    <dgm:cxn modelId="{F9CEFC73-9FF7-4C01-AB65-1C1E8EC99611}" type="presParOf" srcId="{0B89E469-C830-4BE7-B8F2-970F64AB2972}" destId="{BB67B2D5-F774-4028-A854-6119DD73664C}" srcOrd="5" destOrd="0" presId="urn:microsoft.com/office/officeart/2005/8/layout/hList2"/>
    <dgm:cxn modelId="{34ED6437-9723-47DB-BB7B-97018688CCFC}" type="presParOf" srcId="{0B89E469-C830-4BE7-B8F2-970F64AB2972}" destId="{8E685F9C-ED63-4D88-A25A-692A6D556638}" srcOrd="6" destOrd="0" presId="urn:microsoft.com/office/officeart/2005/8/layout/hList2"/>
    <dgm:cxn modelId="{F5FC5FE7-AFCC-488A-98F8-C817CE621443}" type="presParOf" srcId="{8E685F9C-ED63-4D88-A25A-692A6D556638}" destId="{17092E73-BC25-4F0A-9F3C-9FBAD677CE88}" srcOrd="0" destOrd="0" presId="urn:microsoft.com/office/officeart/2005/8/layout/hList2"/>
    <dgm:cxn modelId="{AC66A285-A7BC-4B6F-B147-74135A337BD6}" type="presParOf" srcId="{8E685F9C-ED63-4D88-A25A-692A6D556638}" destId="{B146A4EF-B2D8-4FD6-A4FD-2349E5450362}" srcOrd="1" destOrd="0" presId="urn:microsoft.com/office/officeart/2005/8/layout/hList2"/>
    <dgm:cxn modelId="{915F8A8E-0362-4152-A2A4-B404EE0ED2A0}" type="presParOf" srcId="{8E685F9C-ED63-4D88-A25A-692A6D556638}" destId="{EAB5D0CE-0134-4BAF-B45B-9E9F748A01A6}"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5102A3-322D-4CA7-B249-AEEA9F027F8A}">
      <dsp:nvSpPr>
        <dsp:cNvPr id="0" name=""/>
        <dsp:cNvSpPr/>
      </dsp:nvSpPr>
      <dsp:spPr>
        <a:xfrm>
          <a:off x="0" y="219075"/>
          <a:ext cx="4133850" cy="4133850"/>
        </a:xfrm>
        <a:prstGeom prst="diamond">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AB0AF2-639A-44BA-AD39-3187C016BBFF}">
      <dsp:nvSpPr>
        <dsp:cNvPr id="0" name=""/>
        <dsp:cNvSpPr/>
      </dsp:nvSpPr>
      <dsp:spPr>
        <a:xfrm>
          <a:off x="392715" y="611790"/>
          <a:ext cx="1612201" cy="1612201"/>
        </a:xfrm>
        <a:prstGeom prst="round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noProof="0" dirty="0"/>
            <a:t>Risk Management </a:t>
          </a:r>
        </a:p>
      </dsp:txBody>
      <dsp:txXfrm>
        <a:off x="471416" y="690491"/>
        <a:ext cx="1454799" cy="1454799"/>
      </dsp:txXfrm>
    </dsp:sp>
    <dsp:sp modelId="{FE4A703C-44BD-4604-9ABB-1F89B29139D7}">
      <dsp:nvSpPr>
        <dsp:cNvPr id="0" name=""/>
        <dsp:cNvSpPr/>
      </dsp:nvSpPr>
      <dsp:spPr>
        <a:xfrm>
          <a:off x="2128932" y="611790"/>
          <a:ext cx="1612201" cy="1612201"/>
        </a:xfrm>
        <a:prstGeom prst="round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noProof="0" dirty="0">
              <a:solidFill>
                <a:schemeClr val="bg1"/>
              </a:solidFill>
            </a:rPr>
            <a:t>Risk Mitigation/ reduction </a:t>
          </a:r>
        </a:p>
      </dsp:txBody>
      <dsp:txXfrm>
        <a:off x="2207633" y="690491"/>
        <a:ext cx="1454799" cy="1454799"/>
      </dsp:txXfrm>
    </dsp:sp>
    <dsp:sp modelId="{B37C9DAF-8F9F-421C-95EE-68232EEEC250}">
      <dsp:nvSpPr>
        <dsp:cNvPr id="0" name=""/>
        <dsp:cNvSpPr/>
      </dsp:nvSpPr>
      <dsp:spPr>
        <a:xfrm>
          <a:off x="392715" y="2348007"/>
          <a:ext cx="1612201" cy="1612201"/>
        </a:xfrm>
        <a:prstGeom prst="roundRect">
          <a:avLst/>
        </a:prstGeom>
        <a:solidFill>
          <a:srgbClr val="00B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noProof="0" dirty="0">
              <a:solidFill>
                <a:schemeClr val="bg1"/>
              </a:solidFill>
            </a:rPr>
            <a:t>Negligible</a:t>
          </a:r>
          <a:r>
            <a:rPr lang="en-US" sz="1900" b="0" kern="1200" noProof="0" dirty="0">
              <a:solidFill>
                <a:schemeClr val="bg1"/>
              </a:solidFill>
            </a:rPr>
            <a:t>   Risk</a:t>
          </a:r>
        </a:p>
      </dsp:txBody>
      <dsp:txXfrm>
        <a:off x="471416" y="2426708"/>
        <a:ext cx="1454799" cy="1454799"/>
      </dsp:txXfrm>
    </dsp:sp>
    <dsp:sp modelId="{E9C51CFF-163D-49A5-888A-A101CA4C6296}">
      <dsp:nvSpPr>
        <dsp:cNvPr id="0" name=""/>
        <dsp:cNvSpPr/>
      </dsp:nvSpPr>
      <dsp:spPr>
        <a:xfrm>
          <a:off x="2128932" y="2348007"/>
          <a:ext cx="1612201" cy="1612201"/>
        </a:xfrm>
        <a:prstGeom prst="round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noProof="0" dirty="0"/>
            <a:t>Risk Management</a:t>
          </a:r>
        </a:p>
      </dsp:txBody>
      <dsp:txXfrm>
        <a:off x="2207633" y="2426708"/>
        <a:ext cx="1454799" cy="14547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5102A3-322D-4CA7-B249-AEEA9F027F8A}">
      <dsp:nvSpPr>
        <dsp:cNvPr id="0" name=""/>
        <dsp:cNvSpPr/>
      </dsp:nvSpPr>
      <dsp:spPr>
        <a:xfrm>
          <a:off x="0" y="104191"/>
          <a:ext cx="3752058" cy="3752058"/>
        </a:xfrm>
        <a:prstGeom prst="diamond">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AB0AF2-639A-44BA-AD39-3187C016BBFF}">
      <dsp:nvSpPr>
        <dsp:cNvPr id="0" name=""/>
        <dsp:cNvSpPr/>
      </dsp:nvSpPr>
      <dsp:spPr>
        <a:xfrm>
          <a:off x="356445" y="460637"/>
          <a:ext cx="1463302" cy="1463302"/>
        </a:xfrm>
        <a:prstGeom prst="round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Poor Analysis </a:t>
          </a:r>
        </a:p>
      </dsp:txBody>
      <dsp:txXfrm>
        <a:off x="427878" y="532070"/>
        <a:ext cx="1320436" cy="1320436"/>
      </dsp:txXfrm>
    </dsp:sp>
    <dsp:sp modelId="{FE4A703C-44BD-4604-9ABB-1F89B29139D7}">
      <dsp:nvSpPr>
        <dsp:cNvPr id="0" name=""/>
        <dsp:cNvSpPr/>
      </dsp:nvSpPr>
      <dsp:spPr>
        <a:xfrm>
          <a:off x="1932309" y="460637"/>
          <a:ext cx="1463302" cy="1463302"/>
        </a:xfrm>
        <a:prstGeom prst="roundRect">
          <a:avLst/>
        </a:prstGeom>
        <a:solidFill>
          <a:srgbClr val="00B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chemeClr val="bg1"/>
              </a:solidFill>
            </a:rPr>
            <a:t>Complete Success </a:t>
          </a:r>
        </a:p>
      </dsp:txBody>
      <dsp:txXfrm>
        <a:off x="2003742" y="532070"/>
        <a:ext cx="1320436" cy="1320436"/>
      </dsp:txXfrm>
    </dsp:sp>
    <dsp:sp modelId="{B37C9DAF-8F9F-421C-95EE-68232EEEC250}">
      <dsp:nvSpPr>
        <dsp:cNvPr id="0" name=""/>
        <dsp:cNvSpPr/>
      </dsp:nvSpPr>
      <dsp:spPr>
        <a:xfrm>
          <a:off x="356445" y="2036501"/>
          <a:ext cx="1463302" cy="1463302"/>
        </a:xfrm>
        <a:prstGeom prst="round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chemeClr val="bg1"/>
              </a:solidFill>
            </a:rPr>
            <a:t>Failure </a:t>
          </a:r>
        </a:p>
      </dsp:txBody>
      <dsp:txXfrm>
        <a:off x="427878" y="2107934"/>
        <a:ext cx="1320436" cy="1320436"/>
      </dsp:txXfrm>
    </dsp:sp>
    <dsp:sp modelId="{E9C51CFF-163D-49A5-888A-A101CA4C6296}">
      <dsp:nvSpPr>
        <dsp:cNvPr id="0" name=""/>
        <dsp:cNvSpPr/>
      </dsp:nvSpPr>
      <dsp:spPr>
        <a:xfrm>
          <a:off x="1932309" y="2036501"/>
          <a:ext cx="1463302" cy="1463302"/>
        </a:xfrm>
        <a:prstGeom prst="round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Poor Planning </a:t>
          </a:r>
        </a:p>
      </dsp:txBody>
      <dsp:txXfrm>
        <a:off x="2003742" y="2107934"/>
        <a:ext cx="1320436" cy="13204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48A3F-EC34-42FD-B39F-B628554D7786}">
      <dsp:nvSpPr>
        <dsp:cNvPr id="0" name=""/>
        <dsp:cNvSpPr/>
      </dsp:nvSpPr>
      <dsp:spPr>
        <a:xfrm>
          <a:off x="1852033" y="702318"/>
          <a:ext cx="395582" cy="91440"/>
        </a:xfrm>
        <a:custGeom>
          <a:avLst/>
          <a:gdLst/>
          <a:ahLst/>
          <a:cxnLst/>
          <a:rect l="0" t="0" r="0" b="0"/>
          <a:pathLst>
            <a:path>
              <a:moveTo>
                <a:pt x="0" y="45720"/>
              </a:moveTo>
              <a:lnTo>
                <a:pt x="395582"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039170" y="745907"/>
        <a:ext cx="21309" cy="4261"/>
      </dsp:txXfrm>
    </dsp:sp>
    <dsp:sp modelId="{A11FBF23-F2E0-4A23-8B82-FF003CC906C3}">
      <dsp:nvSpPr>
        <dsp:cNvPr id="0" name=""/>
        <dsp:cNvSpPr/>
      </dsp:nvSpPr>
      <dsp:spPr>
        <a:xfrm>
          <a:off x="867" y="192148"/>
          <a:ext cx="1852965" cy="1111779"/>
        </a:xfrm>
        <a:prstGeom prst="rect">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Design models</a:t>
          </a:r>
        </a:p>
      </dsp:txBody>
      <dsp:txXfrm>
        <a:off x="867" y="192148"/>
        <a:ext cx="1852965" cy="1111779"/>
      </dsp:txXfrm>
    </dsp:sp>
    <dsp:sp modelId="{EE5F2B88-B2E9-453A-B039-10117FB8EC16}">
      <dsp:nvSpPr>
        <dsp:cNvPr id="0" name=""/>
        <dsp:cNvSpPr/>
      </dsp:nvSpPr>
      <dsp:spPr>
        <a:xfrm>
          <a:off x="927350" y="1302128"/>
          <a:ext cx="2279148" cy="395582"/>
        </a:xfrm>
        <a:custGeom>
          <a:avLst/>
          <a:gdLst/>
          <a:ahLst/>
          <a:cxnLst/>
          <a:rect l="0" t="0" r="0" b="0"/>
          <a:pathLst>
            <a:path>
              <a:moveTo>
                <a:pt x="2279148" y="0"/>
              </a:moveTo>
              <a:lnTo>
                <a:pt x="2279148" y="214891"/>
              </a:lnTo>
              <a:lnTo>
                <a:pt x="0" y="214891"/>
              </a:lnTo>
              <a:lnTo>
                <a:pt x="0" y="395582"/>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008958" y="1497788"/>
        <a:ext cx="115932" cy="4261"/>
      </dsp:txXfrm>
    </dsp:sp>
    <dsp:sp modelId="{8E41A6D7-B782-4260-82C4-C6009C46A504}">
      <dsp:nvSpPr>
        <dsp:cNvPr id="0" name=""/>
        <dsp:cNvSpPr/>
      </dsp:nvSpPr>
      <dsp:spPr>
        <a:xfrm>
          <a:off x="2280016" y="192148"/>
          <a:ext cx="1852965" cy="1111779"/>
        </a:xfrm>
        <a:prstGeom prst="rect">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ctr" anchorCtr="0">
          <a:noAutofit/>
        </a:bodyPr>
        <a:lstStyle/>
        <a:p>
          <a:pPr marL="0" lvl="0" indent="0" algn="ctr" defTabSz="800100">
            <a:lnSpc>
              <a:spcPct val="100000"/>
            </a:lnSpc>
            <a:spcBef>
              <a:spcPct val="0"/>
            </a:spcBef>
            <a:spcAft>
              <a:spcPts val="0"/>
            </a:spcAft>
            <a:buNone/>
          </a:pPr>
          <a:r>
            <a:rPr lang="en-US" sz="1800" b="1" kern="1200" noProof="0" dirty="0"/>
            <a:t>Present to shops </a:t>
          </a:r>
        </a:p>
        <a:p>
          <a:pPr marL="0" lvl="0" indent="0" algn="ctr" defTabSz="800100">
            <a:lnSpc>
              <a:spcPct val="100000"/>
            </a:lnSpc>
            <a:spcBef>
              <a:spcPct val="0"/>
            </a:spcBef>
            <a:spcAft>
              <a:spcPts val="0"/>
            </a:spcAft>
            <a:buNone/>
          </a:pPr>
          <a:r>
            <a:rPr lang="en-US" sz="1800" b="1" kern="1200" noProof="0" dirty="0"/>
            <a:t>(catwalk and web) </a:t>
          </a:r>
        </a:p>
      </dsp:txBody>
      <dsp:txXfrm>
        <a:off x="2280016" y="192148"/>
        <a:ext cx="1852965" cy="1111779"/>
      </dsp:txXfrm>
    </dsp:sp>
    <dsp:sp modelId="{4B5A09B0-A78F-457A-8468-CA1318547A15}">
      <dsp:nvSpPr>
        <dsp:cNvPr id="0" name=""/>
        <dsp:cNvSpPr/>
      </dsp:nvSpPr>
      <dsp:spPr>
        <a:xfrm>
          <a:off x="1852033" y="2240280"/>
          <a:ext cx="395582" cy="91440"/>
        </a:xfrm>
        <a:custGeom>
          <a:avLst/>
          <a:gdLst/>
          <a:ahLst/>
          <a:cxnLst/>
          <a:rect l="0" t="0" r="0" b="0"/>
          <a:pathLst>
            <a:path>
              <a:moveTo>
                <a:pt x="0" y="45720"/>
              </a:moveTo>
              <a:lnTo>
                <a:pt x="395582"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039170" y="2283869"/>
        <a:ext cx="21309" cy="4261"/>
      </dsp:txXfrm>
    </dsp:sp>
    <dsp:sp modelId="{CC01A901-C159-43C4-A67F-FCE8524B050C}">
      <dsp:nvSpPr>
        <dsp:cNvPr id="0" name=""/>
        <dsp:cNvSpPr/>
      </dsp:nvSpPr>
      <dsp:spPr>
        <a:xfrm>
          <a:off x="867" y="1730110"/>
          <a:ext cx="1852965" cy="1111779"/>
        </a:xfrm>
        <a:prstGeom prst="rect">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Order to suppliers </a:t>
          </a:r>
        </a:p>
      </dsp:txBody>
      <dsp:txXfrm>
        <a:off x="867" y="1730110"/>
        <a:ext cx="1852965" cy="1111779"/>
      </dsp:txXfrm>
    </dsp:sp>
    <dsp:sp modelId="{508989D0-17F1-453D-8A8B-6C97A4B01816}">
      <dsp:nvSpPr>
        <dsp:cNvPr id="0" name=""/>
        <dsp:cNvSpPr/>
      </dsp:nvSpPr>
      <dsp:spPr>
        <a:xfrm>
          <a:off x="927350" y="2840089"/>
          <a:ext cx="2279148" cy="395582"/>
        </a:xfrm>
        <a:custGeom>
          <a:avLst/>
          <a:gdLst/>
          <a:ahLst/>
          <a:cxnLst/>
          <a:rect l="0" t="0" r="0" b="0"/>
          <a:pathLst>
            <a:path>
              <a:moveTo>
                <a:pt x="2279148" y="0"/>
              </a:moveTo>
              <a:lnTo>
                <a:pt x="2279148" y="214891"/>
              </a:lnTo>
              <a:lnTo>
                <a:pt x="0" y="214891"/>
              </a:lnTo>
              <a:lnTo>
                <a:pt x="0" y="395582"/>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008958" y="3035749"/>
        <a:ext cx="115932" cy="4261"/>
      </dsp:txXfrm>
    </dsp:sp>
    <dsp:sp modelId="{55DD60BF-0634-4DFC-9147-E9421348B37C}">
      <dsp:nvSpPr>
        <dsp:cNvPr id="0" name=""/>
        <dsp:cNvSpPr/>
      </dsp:nvSpPr>
      <dsp:spPr>
        <a:xfrm>
          <a:off x="2280016" y="1730110"/>
          <a:ext cx="1852965" cy="1111779"/>
        </a:xfrm>
        <a:prstGeom prst="rect">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Store in warehouse </a:t>
          </a:r>
        </a:p>
      </dsp:txBody>
      <dsp:txXfrm>
        <a:off x="2280016" y="1730110"/>
        <a:ext cx="1852965" cy="1111779"/>
      </dsp:txXfrm>
    </dsp:sp>
    <dsp:sp modelId="{4F376546-972D-4A1D-8DA9-81C8F3FEE636}">
      <dsp:nvSpPr>
        <dsp:cNvPr id="0" name=""/>
        <dsp:cNvSpPr/>
      </dsp:nvSpPr>
      <dsp:spPr>
        <a:xfrm>
          <a:off x="1852033" y="3778241"/>
          <a:ext cx="395582" cy="91440"/>
        </a:xfrm>
        <a:custGeom>
          <a:avLst/>
          <a:gdLst/>
          <a:ahLst/>
          <a:cxnLst/>
          <a:rect l="0" t="0" r="0" b="0"/>
          <a:pathLst>
            <a:path>
              <a:moveTo>
                <a:pt x="0" y="45720"/>
              </a:moveTo>
              <a:lnTo>
                <a:pt x="395582"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039170" y="3821830"/>
        <a:ext cx="21309" cy="4261"/>
      </dsp:txXfrm>
    </dsp:sp>
    <dsp:sp modelId="{FFC0BD99-4238-4B2C-8E03-84148B91E2E6}">
      <dsp:nvSpPr>
        <dsp:cNvPr id="0" name=""/>
        <dsp:cNvSpPr/>
      </dsp:nvSpPr>
      <dsp:spPr>
        <a:xfrm>
          <a:off x="867" y="3268071"/>
          <a:ext cx="1852965" cy="1111779"/>
        </a:xfrm>
        <a:prstGeom prst="rect">
          <a:avLst/>
        </a:prstGeom>
        <a:solidFill>
          <a:srgbClr val="C00000"/>
        </a:solidFill>
        <a:ln>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Process customer orders</a:t>
          </a:r>
        </a:p>
      </dsp:txBody>
      <dsp:txXfrm>
        <a:off x="867" y="3268071"/>
        <a:ext cx="1852965" cy="1111779"/>
      </dsp:txXfrm>
    </dsp:sp>
    <dsp:sp modelId="{082BCAA8-3B51-43B4-AA39-190F0D058F9A}">
      <dsp:nvSpPr>
        <dsp:cNvPr id="0" name=""/>
        <dsp:cNvSpPr/>
      </dsp:nvSpPr>
      <dsp:spPr>
        <a:xfrm>
          <a:off x="2280016" y="3268071"/>
          <a:ext cx="1852965" cy="1111779"/>
        </a:xfrm>
        <a:prstGeom prst="rect">
          <a:avLst/>
        </a:prstGeom>
        <a:solidFill>
          <a:schemeClr val="bg1"/>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Ship to shops</a:t>
          </a:r>
        </a:p>
      </dsp:txBody>
      <dsp:txXfrm>
        <a:off x="2280016" y="3268071"/>
        <a:ext cx="1852965" cy="11117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748A3F-EC34-42FD-B39F-B628554D7786}">
      <dsp:nvSpPr>
        <dsp:cNvPr id="0" name=""/>
        <dsp:cNvSpPr/>
      </dsp:nvSpPr>
      <dsp:spPr>
        <a:xfrm>
          <a:off x="1194291" y="755091"/>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1309318" y="799439"/>
        <a:ext cx="13718" cy="2743"/>
      </dsp:txXfrm>
    </dsp:sp>
    <dsp:sp modelId="{A11FBF23-F2E0-4A23-8B82-FF003CC906C3}">
      <dsp:nvSpPr>
        <dsp:cNvPr id="0" name=""/>
        <dsp:cNvSpPr/>
      </dsp:nvSpPr>
      <dsp:spPr>
        <a:xfrm>
          <a:off x="3169" y="442934"/>
          <a:ext cx="1192922" cy="715753"/>
        </a:xfrm>
        <a:prstGeom prst="rect">
          <a:avLst/>
        </a:prstGeom>
        <a:solidFill>
          <a:schemeClr val="bg1">
            <a:lumMod val="95000"/>
          </a:schemeClr>
        </a:solidFill>
        <a:ln w="5715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Open order &amp; select colors </a:t>
          </a:r>
        </a:p>
      </dsp:txBody>
      <dsp:txXfrm>
        <a:off x="3169" y="442934"/>
        <a:ext cx="1192922" cy="715753"/>
      </dsp:txXfrm>
    </dsp:sp>
    <dsp:sp modelId="{EE5F2B88-B2E9-453A-B039-10117FB8EC16}">
      <dsp:nvSpPr>
        <dsp:cNvPr id="0" name=""/>
        <dsp:cNvSpPr/>
      </dsp:nvSpPr>
      <dsp:spPr>
        <a:xfrm>
          <a:off x="2661586" y="755091"/>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776613" y="799439"/>
        <a:ext cx="13718" cy="2743"/>
      </dsp:txXfrm>
    </dsp:sp>
    <dsp:sp modelId="{8E41A6D7-B782-4260-82C4-C6009C46A504}">
      <dsp:nvSpPr>
        <dsp:cNvPr id="0" name=""/>
        <dsp:cNvSpPr/>
      </dsp:nvSpPr>
      <dsp:spPr>
        <a:xfrm>
          <a:off x="1470463" y="442934"/>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Blue Navy  </a:t>
          </a:r>
        </a:p>
      </dsp:txBody>
      <dsp:txXfrm>
        <a:off x="1470463" y="442934"/>
        <a:ext cx="1192922" cy="715753"/>
      </dsp:txXfrm>
    </dsp:sp>
    <dsp:sp modelId="{4B5A09B0-A78F-457A-8468-CA1318547A15}">
      <dsp:nvSpPr>
        <dsp:cNvPr id="0" name=""/>
        <dsp:cNvSpPr/>
      </dsp:nvSpPr>
      <dsp:spPr>
        <a:xfrm>
          <a:off x="599630" y="1156888"/>
          <a:ext cx="2934589" cy="243772"/>
        </a:xfrm>
        <a:custGeom>
          <a:avLst/>
          <a:gdLst/>
          <a:ahLst/>
          <a:cxnLst/>
          <a:rect l="0" t="0" r="0" b="0"/>
          <a:pathLst>
            <a:path>
              <a:moveTo>
                <a:pt x="2934589" y="0"/>
              </a:moveTo>
              <a:lnTo>
                <a:pt x="2934589" y="138986"/>
              </a:lnTo>
              <a:lnTo>
                <a:pt x="0" y="138986"/>
              </a:lnTo>
              <a:lnTo>
                <a:pt x="0" y="243772"/>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1993240" y="1277402"/>
        <a:ext cx="147369" cy="2743"/>
      </dsp:txXfrm>
    </dsp:sp>
    <dsp:sp modelId="{CC01A901-C159-43C4-A67F-FCE8524B050C}">
      <dsp:nvSpPr>
        <dsp:cNvPr id="0" name=""/>
        <dsp:cNvSpPr/>
      </dsp:nvSpPr>
      <dsp:spPr>
        <a:xfrm>
          <a:off x="2937758" y="442934"/>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Sky Blue </a:t>
          </a:r>
        </a:p>
      </dsp:txBody>
      <dsp:txXfrm>
        <a:off x="2937758" y="442934"/>
        <a:ext cx="1192922" cy="715753"/>
      </dsp:txXfrm>
    </dsp:sp>
    <dsp:sp modelId="{422F8F70-B0FA-4645-9B3D-F860C86095F4}">
      <dsp:nvSpPr>
        <dsp:cNvPr id="0" name=""/>
        <dsp:cNvSpPr/>
      </dsp:nvSpPr>
      <dsp:spPr>
        <a:xfrm>
          <a:off x="1194291" y="1745217"/>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1309318" y="1789565"/>
        <a:ext cx="13718" cy="2743"/>
      </dsp:txXfrm>
    </dsp:sp>
    <dsp:sp modelId="{9BE3604A-EF5D-426A-9E11-DD6B45DD6D4E}">
      <dsp:nvSpPr>
        <dsp:cNvPr id="0" name=""/>
        <dsp:cNvSpPr/>
      </dsp:nvSpPr>
      <dsp:spPr>
        <a:xfrm>
          <a:off x="3169" y="1433060"/>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Orchid </a:t>
          </a:r>
        </a:p>
      </dsp:txBody>
      <dsp:txXfrm>
        <a:off x="3169" y="1433060"/>
        <a:ext cx="1192922" cy="715753"/>
      </dsp:txXfrm>
    </dsp:sp>
    <dsp:sp modelId="{874EBED3-2277-4E64-AB74-5FE397BFCE0B}">
      <dsp:nvSpPr>
        <dsp:cNvPr id="0" name=""/>
        <dsp:cNvSpPr/>
      </dsp:nvSpPr>
      <dsp:spPr>
        <a:xfrm>
          <a:off x="2661586" y="1745217"/>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776613" y="1789565"/>
        <a:ext cx="13718" cy="2743"/>
      </dsp:txXfrm>
    </dsp:sp>
    <dsp:sp modelId="{22E09ECC-0FCD-47FC-8AEE-D954B9C36E96}">
      <dsp:nvSpPr>
        <dsp:cNvPr id="0" name=""/>
        <dsp:cNvSpPr/>
      </dsp:nvSpPr>
      <dsp:spPr>
        <a:xfrm>
          <a:off x="1470463" y="1433060"/>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Fuchsia </a:t>
          </a:r>
        </a:p>
      </dsp:txBody>
      <dsp:txXfrm>
        <a:off x="1470463" y="1433060"/>
        <a:ext cx="1192922" cy="715753"/>
      </dsp:txXfrm>
    </dsp:sp>
    <dsp:sp modelId="{B54FCF32-9471-43F2-89DA-F008894780FA}">
      <dsp:nvSpPr>
        <dsp:cNvPr id="0" name=""/>
        <dsp:cNvSpPr/>
      </dsp:nvSpPr>
      <dsp:spPr>
        <a:xfrm>
          <a:off x="599630" y="2147013"/>
          <a:ext cx="2934589" cy="243772"/>
        </a:xfrm>
        <a:custGeom>
          <a:avLst/>
          <a:gdLst/>
          <a:ahLst/>
          <a:cxnLst/>
          <a:rect l="0" t="0" r="0" b="0"/>
          <a:pathLst>
            <a:path>
              <a:moveTo>
                <a:pt x="2934589" y="0"/>
              </a:moveTo>
              <a:lnTo>
                <a:pt x="2934589" y="138986"/>
              </a:lnTo>
              <a:lnTo>
                <a:pt x="0" y="138986"/>
              </a:lnTo>
              <a:lnTo>
                <a:pt x="0" y="243772"/>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1993240" y="2267528"/>
        <a:ext cx="147369" cy="2743"/>
      </dsp:txXfrm>
    </dsp:sp>
    <dsp:sp modelId="{3E2100D6-E6EC-4C48-95EE-13ED75D63E90}">
      <dsp:nvSpPr>
        <dsp:cNvPr id="0" name=""/>
        <dsp:cNvSpPr/>
      </dsp:nvSpPr>
      <dsp:spPr>
        <a:xfrm>
          <a:off x="2937758" y="1433060"/>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Pompei red</a:t>
          </a:r>
        </a:p>
      </dsp:txBody>
      <dsp:txXfrm>
        <a:off x="2937758" y="1433060"/>
        <a:ext cx="1192922" cy="715753"/>
      </dsp:txXfrm>
    </dsp:sp>
    <dsp:sp modelId="{508989D0-17F1-453D-8A8B-6C97A4B01816}">
      <dsp:nvSpPr>
        <dsp:cNvPr id="0" name=""/>
        <dsp:cNvSpPr/>
      </dsp:nvSpPr>
      <dsp:spPr>
        <a:xfrm>
          <a:off x="1194291" y="2735342"/>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1309318" y="2779690"/>
        <a:ext cx="13718" cy="2743"/>
      </dsp:txXfrm>
    </dsp:sp>
    <dsp:sp modelId="{55DD60BF-0634-4DFC-9147-E9421348B37C}">
      <dsp:nvSpPr>
        <dsp:cNvPr id="0" name=""/>
        <dsp:cNvSpPr/>
      </dsp:nvSpPr>
      <dsp:spPr>
        <a:xfrm>
          <a:off x="3169" y="2423186"/>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Ferrari red</a:t>
          </a:r>
        </a:p>
      </dsp:txBody>
      <dsp:txXfrm>
        <a:off x="3169" y="2423186"/>
        <a:ext cx="1192922" cy="715753"/>
      </dsp:txXfrm>
    </dsp:sp>
    <dsp:sp modelId="{4F376546-972D-4A1D-8DA9-81C8F3FEE636}">
      <dsp:nvSpPr>
        <dsp:cNvPr id="0" name=""/>
        <dsp:cNvSpPr/>
      </dsp:nvSpPr>
      <dsp:spPr>
        <a:xfrm>
          <a:off x="2661586" y="2735342"/>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776613" y="2779690"/>
        <a:ext cx="13718" cy="2743"/>
      </dsp:txXfrm>
    </dsp:sp>
    <dsp:sp modelId="{FFC0BD99-4238-4B2C-8E03-84148B91E2E6}">
      <dsp:nvSpPr>
        <dsp:cNvPr id="0" name=""/>
        <dsp:cNvSpPr/>
      </dsp:nvSpPr>
      <dsp:spPr>
        <a:xfrm>
          <a:off x="1470463" y="2423186"/>
          <a:ext cx="1192922" cy="715753"/>
        </a:xfrm>
        <a:prstGeom prst="rect">
          <a:avLst/>
        </a:prstGeom>
        <a:noFill/>
        <a:ln w="635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solidFill>
                <a:schemeClr val="tx1"/>
              </a:solidFill>
            </a:rPr>
            <a:t>Rose</a:t>
          </a:r>
        </a:p>
      </dsp:txBody>
      <dsp:txXfrm>
        <a:off x="1470463" y="2423186"/>
        <a:ext cx="1192922" cy="715753"/>
      </dsp:txXfrm>
    </dsp:sp>
    <dsp:sp modelId="{9BCD5661-E2E5-4945-A279-1F5A58AC671F}">
      <dsp:nvSpPr>
        <dsp:cNvPr id="0" name=""/>
        <dsp:cNvSpPr/>
      </dsp:nvSpPr>
      <dsp:spPr>
        <a:xfrm>
          <a:off x="599630" y="3137139"/>
          <a:ext cx="2934589" cy="243772"/>
        </a:xfrm>
        <a:custGeom>
          <a:avLst/>
          <a:gdLst/>
          <a:ahLst/>
          <a:cxnLst/>
          <a:rect l="0" t="0" r="0" b="0"/>
          <a:pathLst>
            <a:path>
              <a:moveTo>
                <a:pt x="2934589" y="0"/>
              </a:moveTo>
              <a:lnTo>
                <a:pt x="2934589" y="138986"/>
              </a:lnTo>
              <a:lnTo>
                <a:pt x="0" y="138986"/>
              </a:lnTo>
              <a:lnTo>
                <a:pt x="0" y="243772"/>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1993240" y="3257653"/>
        <a:ext cx="147369" cy="2743"/>
      </dsp:txXfrm>
    </dsp:sp>
    <dsp:sp modelId="{E5EFCE35-A556-4074-A1EA-3A8A7E945CC7}">
      <dsp:nvSpPr>
        <dsp:cNvPr id="0" name=""/>
        <dsp:cNvSpPr/>
      </dsp:nvSpPr>
      <dsp:spPr>
        <a:xfrm>
          <a:off x="2937758" y="2423186"/>
          <a:ext cx="1192922" cy="715753"/>
        </a:xfrm>
        <a:prstGeom prst="rect">
          <a:avLst/>
        </a:prstGeom>
        <a:noFill/>
        <a:ln w="635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solidFill>
                <a:schemeClr val="tx1"/>
              </a:solidFill>
            </a:rPr>
            <a:t>Sulphur Yellow  </a:t>
          </a:r>
        </a:p>
      </dsp:txBody>
      <dsp:txXfrm>
        <a:off x="2937758" y="2423186"/>
        <a:ext cx="1192922" cy="715753"/>
      </dsp:txXfrm>
    </dsp:sp>
    <dsp:sp modelId="{0827A355-711A-4F83-825A-AC15A83A8CE3}">
      <dsp:nvSpPr>
        <dsp:cNvPr id="0" name=""/>
        <dsp:cNvSpPr/>
      </dsp:nvSpPr>
      <dsp:spPr>
        <a:xfrm>
          <a:off x="1194291" y="3725468"/>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1309318" y="3769816"/>
        <a:ext cx="13718" cy="2743"/>
      </dsp:txXfrm>
    </dsp:sp>
    <dsp:sp modelId="{082BCAA8-3B51-43B4-AA39-190F0D058F9A}">
      <dsp:nvSpPr>
        <dsp:cNvPr id="0" name=""/>
        <dsp:cNvSpPr/>
      </dsp:nvSpPr>
      <dsp:spPr>
        <a:xfrm>
          <a:off x="3169" y="3413311"/>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Ice  white </a:t>
          </a:r>
        </a:p>
      </dsp:txBody>
      <dsp:txXfrm>
        <a:off x="3169" y="3413311"/>
        <a:ext cx="1192922" cy="715753"/>
      </dsp:txXfrm>
    </dsp:sp>
    <dsp:sp modelId="{2238ED93-A4C1-45EE-857E-9C87944F5CC6}">
      <dsp:nvSpPr>
        <dsp:cNvPr id="0" name=""/>
        <dsp:cNvSpPr/>
      </dsp:nvSpPr>
      <dsp:spPr>
        <a:xfrm>
          <a:off x="2661586" y="3725468"/>
          <a:ext cx="243772" cy="91440"/>
        </a:xfrm>
        <a:custGeom>
          <a:avLst/>
          <a:gdLst/>
          <a:ahLst/>
          <a:cxnLst/>
          <a:rect l="0" t="0" r="0" b="0"/>
          <a:pathLst>
            <a:path>
              <a:moveTo>
                <a:pt x="0" y="45720"/>
              </a:moveTo>
              <a:lnTo>
                <a:pt x="243772" y="45720"/>
              </a:lnTo>
            </a:path>
          </a:pathLst>
        </a:custGeom>
        <a:noFill/>
        <a:ln w="635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noProof="0" dirty="0"/>
        </a:p>
      </dsp:txBody>
      <dsp:txXfrm>
        <a:off x="2776613" y="3769816"/>
        <a:ext cx="13718" cy="2743"/>
      </dsp:txXfrm>
    </dsp:sp>
    <dsp:sp modelId="{1602D21A-850F-4F3B-8219-14C476DF0DC5}">
      <dsp:nvSpPr>
        <dsp:cNvPr id="0" name=""/>
        <dsp:cNvSpPr/>
      </dsp:nvSpPr>
      <dsp:spPr>
        <a:xfrm>
          <a:off x="1470463" y="3413311"/>
          <a:ext cx="1192922" cy="715753"/>
        </a:xfrm>
        <a:prstGeom prst="rect">
          <a:avLst/>
        </a:prstGeom>
        <a:solidFill>
          <a:schemeClr val="bg1"/>
        </a:solidFill>
        <a:ln w="6350">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Black</a:t>
          </a:r>
        </a:p>
      </dsp:txBody>
      <dsp:txXfrm>
        <a:off x="1470463" y="3413311"/>
        <a:ext cx="1192922" cy="715753"/>
      </dsp:txXfrm>
    </dsp:sp>
    <dsp:sp modelId="{BD063C87-8451-42B8-947C-60AD0BEB17CF}">
      <dsp:nvSpPr>
        <dsp:cNvPr id="0" name=""/>
        <dsp:cNvSpPr/>
      </dsp:nvSpPr>
      <dsp:spPr>
        <a:xfrm>
          <a:off x="2937758" y="3413311"/>
          <a:ext cx="1192922" cy="715753"/>
        </a:xfrm>
        <a:prstGeom prst="rect">
          <a:avLst/>
        </a:prstGeom>
        <a:solidFill>
          <a:schemeClr val="bg1">
            <a:lumMod val="95000"/>
          </a:schemeClr>
        </a:solidFill>
        <a:ln w="57150">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Close order</a:t>
          </a:r>
        </a:p>
      </dsp:txBody>
      <dsp:txXfrm>
        <a:off x="2937758" y="3413311"/>
        <a:ext cx="1192922" cy="7157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C4E4F-A016-47AE-B218-DFA5D0BBF8D5}">
      <dsp:nvSpPr>
        <dsp:cNvPr id="0" name=""/>
        <dsp:cNvSpPr/>
      </dsp:nvSpPr>
      <dsp:spPr>
        <a:xfrm>
          <a:off x="2066924" y="566064"/>
          <a:ext cx="118421" cy="3721827"/>
        </a:xfrm>
        <a:custGeom>
          <a:avLst/>
          <a:gdLst/>
          <a:ahLst/>
          <a:cxnLst/>
          <a:rect l="0" t="0" r="0" b="0"/>
          <a:pathLst>
            <a:path>
              <a:moveTo>
                <a:pt x="0" y="0"/>
              </a:moveTo>
              <a:lnTo>
                <a:pt x="0" y="3721827"/>
              </a:lnTo>
              <a:lnTo>
                <a:pt x="118421" y="3721827"/>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5E6BEC-E532-4808-AE23-F52D1ED9738B}">
      <dsp:nvSpPr>
        <dsp:cNvPr id="0" name=""/>
        <dsp:cNvSpPr/>
      </dsp:nvSpPr>
      <dsp:spPr>
        <a:xfrm>
          <a:off x="1948503" y="566064"/>
          <a:ext cx="118421" cy="3721827"/>
        </a:xfrm>
        <a:custGeom>
          <a:avLst/>
          <a:gdLst/>
          <a:ahLst/>
          <a:cxnLst/>
          <a:rect l="0" t="0" r="0" b="0"/>
          <a:pathLst>
            <a:path>
              <a:moveTo>
                <a:pt x="118421" y="0"/>
              </a:moveTo>
              <a:lnTo>
                <a:pt x="118421" y="3721827"/>
              </a:lnTo>
              <a:lnTo>
                <a:pt x="0" y="3721827"/>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934B58-3C24-41C3-8D99-47E5CDF3F832}">
      <dsp:nvSpPr>
        <dsp:cNvPr id="0" name=""/>
        <dsp:cNvSpPr/>
      </dsp:nvSpPr>
      <dsp:spPr>
        <a:xfrm>
          <a:off x="2066924" y="566064"/>
          <a:ext cx="118421" cy="2921070"/>
        </a:xfrm>
        <a:custGeom>
          <a:avLst/>
          <a:gdLst/>
          <a:ahLst/>
          <a:cxnLst/>
          <a:rect l="0" t="0" r="0" b="0"/>
          <a:pathLst>
            <a:path>
              <a:moveTo>
                <a:pt x="0" y="0"/>
              </a:moveTo>
              <a:lnTo>
                <a:pt x="0" y="2921070"/>
              </a:lnTo>
              <a:lnTo>
                <a:pt x="118421" y="292107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1741B4-175D-462C-AF13-09E6178CD143}">
      <dsp:nvSpPr>
        <dsp:cNvPr id="0" name=""/>
        <dsp:cNvSpPr/>
      </dsp:nvSpPr>
      <dsp:spPr>
        <a:xfrm>
          <a:off x="1948503" y="566064"/>
          <a:ext cx="118421" cy="2921070"/>
        </a:xfrm>
        <a:custGeom>
          <a:avLst/>
          <a:gdLst/>
          <a:ahLst/>
          <a:cxnLst/>
          <a:rect l="0" t="0" r="0" b="0"/>
          <a:pathLst>
            <a:path>
              <a:moveTo>
                <a:pt x="118421" y="0"/>
              </a:moveTo>
              <a:lnTo>
                <a:pt x="118421" y="2921070"/>
              </a:lnTo>
              <a:lnTo>
                <a:pt x="0" y="292107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F06FA8-8928-473E-82A9-2C7641A12BC0}">
      <dsp:nvSpPr>
        <dsp:cNvPr id="0" name=""/>
        <dsp:cNvSpPr/>
      </dsp:nvSpPr>
      <dsp:spPr>
        <a:xfrm>
          <a:off x="2066924" y="566064"/>
          <a:ext cx="118421" cy="2120313"/>
        </a:xfrm>
        <a:custGeom>
          <a:avLst/>
          <a:gdLst/>
          <a:ahLst/>
          <a:cxnLst/>
          <a:rect l="0" t="0" r="0" b="0"/>
          <a:pathLst>
            <a:path>
              <a:moveTo>
                <a:pt x="0" y="0"/>
              </a:moveTo>
              <a:lnTo>
                <a:pt x="0" y="2120313"/>
              </a:lnTo>
              <a:lnTo>
                <a:pt x="118421" y="212031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20C936-7FCE-4417-B5EF-D42C08D8D883}">
      <dsp:nvSpPr>
        <dsp:cNvPr id="0" name=""/>
        <dsp:cNvSpPr/>
      </dsp:nvSpPr>
      <dsp:spPr>
        <a:xfrm>
          <a:off x="1948503" y="566064"/>
          <a:ext cx="118421" cy="2120313"/>
        </a:xfrm>
        <a:custGeom>
          <a:avLst/>
          <a:gdLst/>
          <a:ahLst/>
          <a:cxnLst/>
          <a:rect l="0" t="0" r="0" b="0"/>
          <a:pathLst>
            <a:path>
              <a:moveTo>
                <a:pt x="118421" y="0"/>
              </a:moveTo>
              <a:lnTo>
                <a:pt x="118421" y="2120313"/>
              </a:lnTo>
              <a:lnTo>
                <a:pt x="0" y="212031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FB8696-2CC0-49FA-8282-A3F3F6CD3AB0}">
      <dsp:nvSpPr>
        <dsp:cNvPr id="0" name=""/>
        <dsp:cNvSpPr/>
      </dsp:nvSpPr>
      <dsp:spPr>
        <a:xfrm>
          <a:off x="2066924" y="566064"/>
          <a:ext cx="118421" cy="1319557"/>
        </a:xfrm>
        <a:custGeom>
          <a:avLst/>
          <a:gdLst/>
          <a:ahLst/>
          <a:cxnLst/>
          <a:rect l="0" t="0" r="0" b="0"/>
          <a:pathLst>
            <a:path>
              <a:moveTo>
                <a:pt x="0" y="0"/>
              </a:moveTo>
              <a:lnTo>
                <a:pt x="0" y="1319557"/>
              </a:lnTo>
              <a:lnTo>
                <a:pt x="118421" y="1319557"/>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BFA513-24B8-4AA6-BC71-18229DE7475D}">
      <dsp:nvSpPr>
        <dsp:cNvPr id="0" name=""/>
        <dsp:cNvSpPr/>
      </dsp:nvSpPr>
      <dsp:spPr>
        <a:xfrm>
          <a:off x="1948503" y="566064"/>
          <a:ext cx="118421" cy="1319557"/>
        </a:xfrm>
        <a:custGeom>
          <a:avLst/>
          <a:gdLst/>
          <a:ahLst/>
          <a:cxnLst/>
          <a:rect l="0" t="0" r="0" b="0"/>
          <a:pathLst>
            <a:path>
              <a:moveTo>
                <a:pt x="118421" y="0"/>
              </a:moveTo>
              <a:lnTo>
                <a:pt x="118421" y="1319557"/>
              </a:lnTo>
              <a:lnTo>
                <a:pt x="0" y="1319557"/>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19AD0A-4022-49EE-A006-EDBA2DE548BF}">
      <dsp:nvSpPr>
        <dsp:cNvPr id="0" name=""/>
        <dsp:cNvSpPr/>
      </dsp:nvSpPr>
      <dsp:spPr>
        <a:xfrm>
          <a:off x="2066924" y="566064"/>
          <a:ext cx="118421" cy="518800"/>
        </a:xfrm>
        <a:custGeom>
          <a:avLst/>
          <a:gdLst/>
          <a:ahLst/>
          <a:cxnLst/>
          <a:rect l="0" t="0" r="0" b="0"/>
          <a:pathLst>
            <a:path>
              <a:moveTo>
                <a:pt x="0" y="0"/>
              </a:moveTo>
              <a:lnTo>
                <a:pt x="0" y="518800"/>
              </a:lnTo>
              <a:lnTo>
                <a:pt x="118421" y="51880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1070F8-9CDB-49D1-9D66-5B08AFA10B0E}">
      <dsp:nvSpPr>
        <dsp:cNvPr id="0" name=""/>
        <dsp:cNvSpPr/>
      </dsp:nvSpPr>
      <dsp:spPr>
        <a:xfrm>
          <a:off x="1948503" y="566064"/>
          <a:ext cx="118421" cy="518800"/>
        </a:xfrm>
        <a:custGeom>
          <a:avLst/>
          <a:gdLst/>
          <a:ahLst/>
          <a:cxnLst/>
          <a:rect l="0" t="0" r="0" b="0"/>
          <a:pathLst>
            <a:path>
              <a:moveTo>
                <a:pt x="118421" y="0"/>
              </a:moveTo>
              <a:lnTo>
                <a:pt x="118421" y="518800"/>
              </a:lnTo>
              <a:lnTo>
                <a:pt x="0" y="51880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503011" y="2151"/>
          <a:ext cx="1127826" cy="563913"/>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Project Management </a:t>
          </a:r>
        </a:p>
      </dsp:txBody>
      <dsp:txXfrm>
        <a:off x="1503011" y="2151"/>
        <a:ext cx="1127826" cy="563913"/>
      </dsp:txXfrm>
    </dsp:sp>
    <dsp:sp modelId="{23BC9DEC-491D-4FB7-A841-E6D19B57FCD7}">
      <dsp:nvSpPr>
        <dsp:cNvPr id="0" name=""/>
        <dsp:cNvSpPr/>
      </dsp:nvSpPr>
      <dsp:spPr>
        <a:xfrm>
          <a:off x="820676" y="802908"/>
          <a:ext cx="1127826" cy="563913"/>
        </a:xfrm>
        <a:prstGeom prst="rect">
          <a:avLst/>
        </a:prstGeom>
        <a:solidFill>
          <a:schemeClr val="tx2">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Integration </a:t>
          </a:r>
        </a:p>
      </dsp:txBody>
      <dsp:txXfrm>
        <a:off x="820676" y="802908"/>
        <a:ext cx="1127826" cy="563913"/>
      </dsp:txXfrm>
    </dsp:sp>
    <dsp:sp modelId="{ADD4CCD9-33A0-41B8-9B7E-175F0C40B65D}">
      <dsp:nvSpPr>
        <dsp:cNvPr id="0" name=""/>
        <dsp:cNvSpPr/>
      </dsp:nvSpPr>
      <dsp:spPr>
        <a:xfrm>
          <a:off x="2185346" y="802908"/>
          <a:ext cx="1127826" cy="563913"/>
        </a:xfrm>
        <a:prstGeom prst="rect">
          <a:avLst/>
        </a:prstGeom>
        <a:solidFill>
          <a:schemeClr val="tx1">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Scope </a:t>
          </a:r>
        </a:p>
      </dsp:txBody>
      <dsp:txXfrm>
        <a:off x="2185346" y="802908"/>
        <a:ext cx="1127826" cy="563913"/>
      </dsp:txXfrm>
    </dsp:sp>
    <dsp:sp modelId="{58D3C7D4-607A-4D37-89EA-0F40C864D3E3}">
      <dsp:nvSpPr>
        <dsp:cNvPr id="0" name=""/>
        <dsp:cNvSpPr/>
      </dsp:nvSpPr>
      <dsp:spPr>
        <a:xfrm>
          <a:off x="820676" y="1603664"/>
          <a:ext cx="1127826" cy="563913"/>
        </a:xfrm>
        <a:prstGeom prst="rect">
          <a:avLst/>
        </a:prstGeom>
        <a:solidFill>
          <a:schemeClr val="tx1">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Time</a:t>
          </a:r>
        </a:p>
      </dsp:txBody>
      <dsp:txXfrm>
        <a:off x="820676" y="1603664"/>
        <a:ext cx="1127826" cy="563913"/>
      </dsp:txXfrm>
    </dsp:sp>
    <dsp:sp modelId="{A710A47D-F782-40CF-A6F9-02AE62C145BF}">
      <dsp:nvSpPr>
        <dsp:cNvPr id="0" name=""/>
        <dsp:cNvSpPr/>
      </dsp:nvSpPr>
      <dsp:spPr>
        <a:xfrm>
          <a:off x="2185346" y="1603664"/>
          <a:ext cx="1127826" cy="563913"/>
        </a:xfrm>
        <a:prstGeom prst="rect">
          <a:avLst/>
        </a:prstGeom>
        <a:solidFill>
          <a:schemeClr val="tx1">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Cost</a:t>
          </a:r>
        </a:p>
      </dsp:txBody>
      <dsp:txXfrm>
        <a:off x="2185346" y="1603664"/>
        <a:ext cx="1127826" cy="563913"/>
      </dsp:txXfrm>
    </dsp:sp>
    <dsp:sp modelId="{F6018D94-3CC2-4B68-AC67-06662CA37B13}">
      <dsp:nvSpPr>
        <dsp:cNvPr id="0" name=""/>
        <dsp:cNvSpPr/>
      </dsp:nvSpPr>
      <dsp:spPr>
        <a:xfrm>
          <a:off x="820676" y="2404421"/>
          <a:ext cx="1127826" cy="563913"/>
        </a:xfrm>
        <a:prstGeom prst="rect">
          <a:avLst/>
        </a:prstGeom>
        <a:solidFill>
          <a:schemeClr val="tx1">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Quality</a:t>
          </a:r>
        </a:p>
      </dsp:txBody>
      <dsp:txXfrm>
        <a:off x="820676" y="2404421"/>
        <a:ext cx="1127826" cy="563913"/>
      </dsp:txXfrm>
    </dsp:sp>
    <dsp:sp modelId="{133FD590-ED41-44F2-B497-27EAA26D5FD2}">
      <dsp:nvSpPr>
        <dsp:cNvPr id="0" name=""/>
        <dsp:cNvSpPr/>
      </dsp:nvSpPr>
      <dsp:spPr>
        <a:xfrm>
          <a:off x="2185346" y="2404421"/>
          <a:ext cx="1127826" cy="563913"/>
        </a:xfrm>
        <a:prstGeom prst="rect">
          <a:avLst/>
        </a:prstGeom>
        <a:solidFill>
          <a:schemeClr val="tx2">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HR</a:t>
          </a:r>
        </a:p>
      </dsp:txBody>
      <dsp:txXfrm>
        <a:off x="2185346" y="2404421"/>
        <a:ext cx="1127826" cy="563913"/>
      </dsp:txXfrm>
    </dsp:sp>
    <dsp:sp modelId="{ED4DCE71-8F27-42A2-A018-11819778DC71}">
      <dsp:nvSpPr>
        <dsp:cNvPr id="0" name=""/>
        <dsp:cNvSpPr/>
      </dsp:nvSpPr>
      <dsp:spPr>
        <a:xfrm>
          <a:off x="820676" y="3205178"/>
          <a:ext cx="1127826" cy="563913"/>
        </a:xfrm>
        <a:prstGeom prst="rect">
          <a:avLst/>
        </a:prstGeom>
        <a:solidFill>
          <a:schemeClr val="tx1">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err="1">
              <a:solidFill>
                <a:schemeClr val="bg1"/>
              </a:solidFill>
            </a:rPr>
            <a:t>Communi</a:t>
          </a:r>
          <a:r>
            <a:rPr lang="en-US" sz="1500" b="1" kern="1200" noProof="0" dirty="0">
              <a:solidFill>
                <a:schemeClr val="bg1"/>
              </a:solidFill>
            </a:rPr>
            <a:t>-cations</a:t>
          </a:r>
        </a:p>
      </dsp:txBody>
      <dsp:txXfrm>
        <a:off x="820676" y="3205178"/>
        <a:ext cx="1127826" cy="563913"/>
      </dsp:txXfrm>
    </dsp:sp>
    <dsp:sp modelId="{6AC821F4-E876-4B8B-BDCC-688A88B2EC0F}">
      <dsp:nvSpPr>
        <dsp:cNvPr id="0" name=""/>
        <dsp:cNvSpPr/>
      </dsp:nvSpPr>
      <dsp:spPr>
        <a:xfrm>
          <a:off x="2185346" y="3205178"/>
          <a:ext cx="1127826" cy="563913"/>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Risk</a:t>
          </a:r>
        </a:p>
      </dsp:txBody>
      <dsp:txXfrm>
        <a:off x="2185346" y="3205178"/>
        <a:ext cx="1127826" cy="563913"/>
      </dsp:txXfrm>
    </dsp:sp>
    <dsp:sp modelId="{580AF43A-ABAC-4BDD-933E-69229E5EBCA6}">
      <dsp:nvSpPr>
        <dsp:cNvPr id="0" name=""/>
        <dsp:cNvSpPr/>
      </dsp:nvSpPr>
      <dsp:spPr>
        <a:xfrm>
          <a:off x="820676" y="4005935"/>
          <a:ext cx="1127826" cy="563913"/>
        </a:xfrm>
        <a:prstGeom prst="rect">
          <a:avLst/>
        </a:prstGeom>
        <a:solidFill>
          <a:schemeClr val="tx1">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Procurement</a:t>
          </a:r>
        </a:p>
      </dsp:txBody>
      <dsp:txXfrm>
        <a:off x="820676" y="4005935"/>
        <a:ext cx="1127826" cy="563913"/>
      </dsp:txXfrm>
    </dsp:sp>
    <dsp:sp modelId="{2E47B61D-0459-4918-B82F-44168E5CDA8E}">
      <dsp:nvSpPr>
        <dsp:cNvPr id="0" name=""/>
        <dsp:cNvSpPr/>
      </dsp:nvSpPr>
      <dsp:spPr>
        <a:xfrm>
          <a:off x="2185346" y="4005935"/>
          <a:ext cx="1127826" cy="563913"/>
        </a:xfrm>
        <a:prstGeom prst="rect">
          <a:avLst/>
        </a:prstGeom>
        <a:solidFill>
          <a:schemeClr val="tx1">
            <a:lumMod val="75000"/>
            <a:lumOff val="2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1" kern="1200" noProof="0" dirty="0">
              <a:solidFill>
                <a:schemeClr val="bg1"/>
              </a:solidFill>
            </a:rPr>
            <a:t>Stakeholder</a:t>
          </a:r>
        </a:p>
      </dsp:txBody>
      <dsp:txXfrm>
        <a:off x="2185346" y="4005935"/>
        <a:ext cx="1127826" cy="5639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D8165-61A1-40E0-ACA4-11DAE81E17BF}">
      <dsp:nvSpPr>
        <dsp:cNvPr id="0" name=""/>
        <dsp:cNvSpPr/>
      </dsp:nvSpPr>
      <dsp:spPr>
        <a:xfrm>
          <a:off x="1923335" y="686000"/>
          <a:ext cx="143589" cy="3541879"/>
        </a:xfrm>
        <a:custGeom>
          <a:avLst/>
          <a:gdLst/>
          <a:ahLst/>
          <a:cxnLst/>
          <a:rect l="0" t="0" r="0" b="0"/>
          <a:pathLst>
            <a:path>
              <a:moveTo>
                <a:pt x="143589" y="0"/>
              </a:moveTo>
              <a:lnTo>
                <a:pt x="143589" y="3541879"/>
              </a:lnTo>
              <a:lnTo>
                <a:pt x="0" y="35418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739553-DC65-4C51-BC0C-76481F5BBC9C}">
      <dsp:nvSpPr>
        <dsp:cNvPr id="0" name=""/>
        <dsp:cNvSpPr/>
      </dsp:nvSpPr>
      <dsp:spPr>
        <a:xfrm>
          <a:off x="2066925" y="68600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C69E02-AB14-4932-A0B2-C3819530E225}">
      <dsp:nvSpPr>
        <dsp:cNvPr id="0" name=""/>
        <dsp:cNvSpPr/>
      </dsp:nvSpPr>
      <dsp:spPr>
        <a:xfrm>
          <a:off x="1923335" y="68600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AE452D-E75D-49DD-811D-9DD421F47967}">
      <dsp:nvSpPr>
        <dsp:cNvPr id="0" name=""/>
        <dsp:cNvSpPr/>
      </dsp:nvSpPr>
      <dsp:spPr>
        <a:xfrm>
          <a:off x="2066925" y="68600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CE37F4-404D-498D-A522-D45B9BB8E9A5}">
      <dsp:nvSpPr>
        <dsp:cNvPr id="0" name=""/>
        <dsp:cNvSpPr/>
      </dsp:nvSpPr>
      <dsp:spPr>
        <a:xfrm>
          <a:off x="1923335" y="68600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310FEE-6433-4899-88B0-6640BF307C70}">
      <dsp:nvSpPr>
        <dsp:cNvPr id="0" name=""/>
        <dsp:cNvSpPr/>
      </dsp:nvSpPr>
      <dsp:spPr>
        <a:xfrm>
          <a:off x="2066925" y="68600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14A974-81EA-4D1C-A45A-B620539E0827}">
      <dsp:nvSpPr>
        <dsp:cNvPr id="0" name=""/>
        <dsp:cNvSpPr/>
      </dsp:nvSpPr>
      <dsp:spPr>
        <a:xfrm>
          <a:off x="1923335" y="68600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4D7D92-6E56-4203-9DEA-4DC2D55BC411}">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Risk</a:t>
          </a:r>
        </a:p>
        <a:p>
          <a:pPr marL="0" lvl="0" indent="0" algn="ctr" defTabSz="711200">
            <a:lnSpc>
              <a:spcPct val="90000"/>
            </a:lnSpc>
            <a:spcBef>
              <a:spcPct val="0"/>
            </a:spcBef>
            <a:spcAft>
              <a:spcPct val="35000"/>
            </a:spcAft>
            <a:buNone/>
          </a:pPr>
          <a:r>
            <a:rPr lang="en-US" sz="1600" b="1" kern="1200" noProof="0" dirty="0">
              <a:solidFill>
                <a:schemeClr val="tx1"/>
              </a:solidFill>
            </a:rPr>
            <a:t>Edition 6</a:t>
          </a:r>
        </a:p>
      </dsp:txBody>
      <dsp:txXfrm>
        <a:off x="1383164" y="2239"/>
        <a:ext cx="1367521" cy="683760"/>
      </dsp:txXfrm>
    </dsp:sp>
    <dsp:sp modelId="{4B5389D9-B13C-48A2-B3BF-48F9B84F66F0}">
      <dsp:nvSpPr>
        <dsp:cNvPr id="0" name=""/>
        <dsp:cNvSpPr/>
      </dsp:nvSpPr>
      <dsp:spPr>
        <a:xfrm>
          <a:off x="555814" y="973179"/>
          <a:ext cx="1367521" cy="683760"/>
        </a:xfrm>
        <a:prstGeom prst="rect">
          <a:avLst/>
        </a:prstGeom>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Plan Risk Management</a:t>
          </a:r>
        </a:p>
      </dsp:txBody>
      <dsp:txXfrm>
        <a:off x="555814" y="973179"/>
        <a:ext cx="1367521" cy="683760"/>
      </dsp:txXfrm>
    </dsp:sp>
    <dsp:sp modelId="{E23A8842-47DB-472E-9463-9F6D26779072}">
      <dsp:nvSpPr>
        <dsp:cNvPr id="0" name=""/>
        <dsp:cNvSpPr/>
      </dsp:nvSpPr>
      <dsp:spPr>
        <a:xfrm>
          <a:off x="2210514" y="97317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Identify Risks</a:t>
          </a:r>
        </a:p>
      </dsp:txBody>
      <dsp:txXfrm>
        <a:off x="2210514" y="973179"/>
        <a:ext cx="1367521" cy="683760"/>
      </dsp:txXfrm>
    </dsp:sp>
    <dsp:sp modelId="{5ED4DB88-48D6-467D-9903-37C8BFA12080}">
      <dsp:nvSpPr>
        <dsp:cNvPr id="0" name=""/>
        <dsp:cNvSpPr/>
      </dsp:nvSpPr>
      <dsp:spPr>
        <a:xfrm>
          <a:off x="555814" y="194411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Qualitative Risk Analysis</a:t>
          </a:r>
        </a:p>
      </dsp:txBody>
      <dsp:txXfrm>
        <a:off x="555814" y="1944119"/>
        <a:ext cx="1367521" cy="683760"/>
      </dsp:txXfrm>
    </dsp:sp>
    <dsp:sp modelId="{AB949CA5-5EEA-4A00-88EF-43885D56D765}">
      <dsp:nvSpPr>
        <dsp:cNvPr id="0" name=""/>
        <dsp:cNvSpPr/>
      </dsp:nvSpPr>
      <dsp:spPr>
        <a:xfrm>
          <a:off x="2210514" y="194411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Quantitative Risk Analysis</a:t>
          </a:r>
        </a:p>
      </dsp:txBody>
      <dsp:txXfrm>
        <a:off x="2210514" y="1944119"/>
        <a:ext cx="1367521" cy="683760"/>
      </dsp:txXfrm>
    </dsp:sp>
    <dsp:sp modelId="{211B4F57-0A09-401B-B60A-0BA9C7DFC24D}">
      <dsp:nvSpPr>
        <dsp:cNvPr id="0" name=""/>
        <dsp:cNvSpPr/>
      </dsp:nvSpPr>
      <dsp:spPr>
        <a:xfrm>
          <a:off x="5558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Plan Risk Responses</a:t>
          </a:r>
        </a:p>
      </dsp:txBody>
      <dsp:txXfrm>
        <a:off x="555814" y="2915059"/>
        <a:ext cx="1367521" cy="683760"/>
      </dsp:txXfrm>
    </dsp:sp>
    <dsp:sp modelId="{B6142DD5-E229-4E8F-BC5C-A07D94F4B24D}">
      <dsp:nvSpPr>
        <dsp:cNvPr id="0" name=""/>
        <dsp:cNvSpPr/>
      </dsp:nvSpPr>
      <dsp:spPr>
        <a:xfrm>
          <a:off x="2210514" y="2915059"/>
          <a:ext cx="1367521" cy="683760"/>
        </a:xfrm>
        <a:prstGeom prst="rect">
          <a:avLst/>
        </a:prstGeom>
        <a:solidFill>
          <a:schemeClr val="bg1">
            <a:lumMod val="7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Implement Risk Responses</a:t>
          </a:r>
        </a:p>
      </dsp:txBody>
      <dsp:txXfrm>
        <a:off x="2210514" y="2915059"/>
        <a:ext cx="1367521" cy="683760"/>
      </dsp:txXfrm>
    </dsp:sp>
    <dsp:sp modelId="{85522D5B-892E-46EC-AFD0-8CF00F1ED0FC}">
      <dsp:nvSpPr>
        <dsp:cNvPr id="0" name=""/>
        <dsp:cNvSpPr/>
      </dsp:nvSpPr>
      <dsp:spPr>
        <a:xfrm>
          <a:off x="555814" y="3885999"/>
          <a:ext cx="1367521" cy="683760"/>
        </a:xfrm>
        <a:prstGeom prst="rect">
          <a:avLst/>
        </a:prstGeom>
        <a:solidFill>
          <a:schemeClr val="bg1">
            <a:lumMod val="7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Monitor Risks </a:t>
          </a:r>
        </a:p>
      </dsp:txBody>
      <dsp:txXfrm>
        <a:off x="555814" y="3885999"/>
        <a:ext cx="1367521" cy="6837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6E2488-FE59-4958-865A-932F87A3A277}">
      <dsp:nvSpPr>
        <dsp:cNvPr id="0" name=""/>
        <dsp:cNvSpPr/>
      </dsp:nvSpPr>
      <dsp:spPr>
        <a:xfrm>
          <a:off x="2066924" y="871246"/>
          <a:ext cx="182268" cy="3263480"/>
        </a:xfrm>
        <a:custGeom>
          <a:avLst/>
          <a:gdLst/>
          <a:ahLst/>
          <a:cxnLst/>
          <a:rect l="0" t="0" r="0" b="0"/>
          <a:pathLst>
            <a:path>
              <a:moveTo>
                <a:pt x="0" y="0"/>
              </a:moveTo>
              <a:lnTo>
                <a:pt x="0" y="3263480"/>
              </a:lnTo>
              <a:lnTo>
                <a:pt x="182268" y="326348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22E1ED-7BC9-41ED-9469-D28886EF9736}">
      <dsp:nvSpPr>
        <dsp:cNvPr id="0" name=""/>
        <dsp:cNvSpPr/>
      </dsp:nvSpPr>
      <dsp:spPr>
        <a:xfrm>
          <a:off x="1884656" y="871246"/>
          <a:ext cx="182268" cy="3263480"/>
        </a:xfrm>
        <a:custGeom>
          <a:avLst/>
          <a:gdLst/>
          <a:ahLst/>
          <a:cxnLst/>
          <a:rect l="0" t="0" r="0" b="0"/>
          <a:pathLst>
            <a:path>
              <a:moveTo>
                <a:pt x="182268" y="0"/>
              </a:moveTo>
              <a:lnTo>
                <a:pt x="182268" y="3263480"/>
              </a:lnTo>
              <a:lnTo>
                <a:pt x="0" y="326348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1EEDFE-B655-4920-B301-44659706C6DD}">
      <dsp:nvSpPr>
        <dsp:cNvPr id="0" name=""/>
        <dsp:cNvSpPr/>
      </dsp:nvSpPr>
      <dsp:spPr>
        <a:xfrm>
          <a:off x="2066924" y="871246"/>
          <a:ext cx="182268" cy="2030996"/>
        </a:xfrm>
        <a:custGeom>
          <a:avLst/>
          <a:gdLst/>
          <a:ahLst/>
          <a:cxnLst/>
          <a:rect l="0" t="0" r="0" b="0"/>
          <a:pathLst>
            <a:path>
              <a:moveTo>
                <a:pt x="0" y="0"/>
              </a:moveTo>
              <a:lnTo>
                <a:pt x="0" y="2030996"/>
              </a:lnTo>
              <a:lnTo>
                <a:pt x="182268" y="2030996"/>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273C80-701A-4FE0-9C3A-A281648B9D2B}">
      <dsp:nvSpPr>
        <dsp:cNvPr id="0" name=""/>
        <dsp:cNvSpPr/>
      </dsp:nvSpPr>
      <dsp:spPr>
        <a:xfrm>
          <a:off x="1884656" y="871246"/>
          <a:ext cx="182268" cy="2030996"/>
        </a:xfrm>
        <a:custGeom>
          <a:avLst/>
          <a:gdLst/>
          <a:ahLst/>
          <a:cxnLst/>
          <a:rect l="0" t="0" r="0" b="0"/>
          <a:pathLst>
            <a:path>
              <a:moveTo>
                <a:pt x="182268" y="0"/>
              </a:moveTo>
              <a:lnTo>
                <a:pt x="182268" y="2030996"/>
              </a:lnTo>
              <a:lnTo>
                <a:pt x="0" y="2030996"/>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5BB09B-FC22-4783-963B-A3B02626EB9B}">
      <dsp:nvSpPr>
        <dsp:cNvPr id="0" name=""/>
        <dsp:cNvSpPr/>
      </dsp:nvSpPr>
      <dsp:spPr>
        <a:xfrm>
          <a:off x="2066924" y="871246"/>
          <a:ext cx="182268" cy="798511"/>
        </a:xfrm>
        <a:custGeom>
          <a:avLst/>
          <a:gdLst/>
          <a:ahLst/>
          <a:cxnLst/>
          <a:rect l="0" t="0" r="0" b="0"/>
          <a:pathLst>
            <a:path>
              <a:moveTo>
                <a:pt x="0" y="0"/>
              </a:moveTo>
              <a:lnTo>
                <a:pt x="0" y="798511"/>
              </a:lnTo>
              <a:lnTo>
                <a:pt x="182268" y="798511"/>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F66D68-8217-485B-A2BD-AEA193219386}">
      <dsp:nvSpPr>
        <dsp:cNvPr id="0" name=""/>
        <dsp:cNvSpPr/>
      </dsp:nvSpPr>
      <dsp:spPr>
        <a:xfrm>
          <a:off x="1884656" y="871246"/>
          <a:ext cx="182268" cy="798511"/>
        </a:xfrm>
        <a:custGeom>
          <a:avLst/>
          <a:gdLst/>
          <a:ahLst/>
          <a:cxnLst/>
          <a:rect l="0" t="0" r="0" b="0"/>
          <a:pathLst>
            <a:path>
              <a:moveTo>
                <a:pt x="182268" y="0"/>
              </a:moveTo>
              <a:lnTo>
                <a:pt x="182268" y="798511"/>
              </a:lnTo>
              <a:lnTo>
                <a:pt x="0" y="798511"/>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D642D4-E643-46C9-9105-6A91243D4508}">
      <dsp:nvSpPr>
        <dsp:cNvPr id="0" name=""/>
        <dsp:cNvSpPr/>
      </dsp:nvSpPr>
      <dsp:spPr>
        <a:xfrm>
          <a:off x="1198977" y="3299"/>
          <a:ext cx="1735894" cy="867947"/>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noProof="0" dirty="0">
              <a:solidFill>
                <a:schemeClr val="tx1"/>
              </a:solidFill>
            </a:rPr>
            <a:t>Risk</a:t>
          </a:r>
        </a:p>
        <a:p>
          <a:pPr marL="0" lvl="0" indent="0" algn="ctr" defTabSz="1066800">
            <a:lnSpc>
              <a:spcPct val="90000"/>
            </a:lnSpc>
            <a:spcBef>
              <a:spcPct val="0"/>
            </a:spcBef>
            <a:spcAft>
              <a:spcPct val="35000"/>
            </a:spcAft>
            <a:buNone/>
          </a:pPr>
          <a:r>
            <a:rPr lang="en-US" sz="2400" b="1" kern="1200" noProof="0" dirty="0">
              <a:solidFill>
                <a:schemeClr val="tx1"/>
              </a:solidFill>
            </a:rPr>
            <a:t>Edition 5</a:t>
          </a:r>
        </a:p>
      </dsp:txBody>
      <dsp:txXfrm>
        <a:off x="1198977" y="3299"/>
        <a:ext cx="1735894" cy="867947"/>
      </dsp:txXfrm>
    </dsp:sp>
    <dsp:sp modelId="{4B5389D9-B13C-48A2-B3BF-48F9B84F66F0}">
      <dsp:nvSpPr>
        <dsp:cNvPr id="0" name=""/>
        <dsp:cNvSpPr/>
      </dsp:nvSpPr>
      <dsp:spPr>
        <a:xfrm>
          <a:off x="148762" y="1235784"/>
          <a:ext cx="1735894" cy="867947"/>
        </a:xfrm>
        <a:prstGeom prst="rect">
          <a:avLst/>
        </a:prstGeom>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solidFill>
                <a:srgbClr val="000000">
                  <a:hueOff val="0"/>
                  <a:satOff val="0"/>
                  <a:lumOff val="0"/>
                  <a:alphaOff val="0"/>
                </a:srgbClr>
              </a:solidFill>
              <a:latin typeface="Times New Roman"/>
              <a:ea typeface="+mn-ea"/>
              <a:cs typeface="+mn-cs"/>
            </a:rPr>
            <a:t>Plan Risk Management</a:t>
          </a:r>
        </a:p>
      </dsp:txBody>
      <dsp:txXfrm>
        <a:off x="148762" y="1235784"/>
        <a:ext cx="1735894" cy="867947"/>
      </dsp:txXfrm>
    </dsp:sp>
    <dsp:sp modelId="{E23A8842-47DB-472E-9463-9F6D26779072}">
      <dsp:nvSpPr>
        <dsp:cNvPr id="0" name=""/>
        <dsp:cNvSpPr/>
      </dsp:nvSpPr>
      <dsp:spPr>
        <a:xfrm>
          <a:off x="2249193" y="1235784"/>
          <a:ext cx="1735894" cy="86794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Identify Risks</a:t>
          </a:r>
        </a:p>
      </dsp:txBody>
      <dsp:txXfrm>
        <a:off x="2249193" y="1235784"/>
        <a:ext cx="1735894" cy="867947"/>
      </dsp:txXfrm>
    </dsp:sp>
    <dsp:sp modelId="{5ED4DB88-48D6-467D-9903-37C8BFA12080}">
      <dsp:nvSpPr>
        <dsp:cNvPr id="0" name=""/>
        <dsp:cNvSpPr/>
      </dsp:nvSpPr>
      <dsp:spPr>
        <a:xfrm>
          <a:off x="148762" y="2468268"/>
          <a:ext cx="1735894" cy="86794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Qualitative Risk Analysis</a:t>
          </a:r>
        </a:p>
      </dsp:txBody>
      <dsp:txXfrm>
        <a:off x="148762" y="2468268"/>
        <a:ext cx="1735894" cy="867947"/>
      </dsp:txXfrm>
    </dsp:sp>
    <dsp:sp modelId="{AB949CA5-5EEA-4A00-88EF-43885D56D765}">
      <dsp:nvSpPr>
        <dsp:cNvPr id="0" name=""/>
        <dsp:cNvSpPr/>
      </dsp:nvSpPr>
      <dsp:spPr>
        <a:xfrm>
          <a:off x="2249193" y="2468268"/>
          <a:ext cx="1735894" cy="86794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Quantitative Risk Analysis</a:t>
          </a:r>
        </a:p>
      </dsp:txBody>
      <dsp:txXfrm>
        <a:off x="2249193" y="2468268"/>
        <a:ext cx="1735894" cy="867947"/>
      </dsp:txXfrm>
    </dsp:sp>
    <dsp:sp modelId="{211B4F57-0A09-401B-B60A-0BA9C7DFC24D}">
      <dsp:nvSpPr>
        <dsp:cNvPr id="0" name=""/>
        <dsp:cNvSpPr/>
      </dsp:nvSpPr>
      <dsp:spPr>
        <a:xfrm>
          <a:off x="148762" y="3700753"/>
          <a:ext cx="1735894" cy="86794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Plan Risk Responses</a:t>
          </a:r>
        </a:p>
      </dsp:txBody>
      <dsp:txXfrm>
        <a:off x="148762" y="3700753"/>
        <a:ext cx="1735894" cy="867947"/>
      </dsp:txXfrm>
    </dsp:sp>
    <dsp:sp modelId="{85522D5B-892E-46EC-AFD0-8CF00F1ED0FC}">
      <dsp:nvSpPr>
        <dsp:cNvPr id="0" name=""/>
        <dsp:cNvSpPr/>
      </dsp:nvSpPr>
      <dsp:spPr>
        <a:xfrm>
          <a:off x="2249193" y="3700753"/>
          <a:ext cx="1735894" cy="86794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Control Risks </a:t>
          </a:r>
        </a:p>
      </dsp:txBody>
      <dsp:txXfrm>
        <a:off x="2249193" y="3700753"/>
        <a:ext cx="1735894" cy="86794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bg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Perform 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Perform 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Control Risks </a:t>
          </a:r>
        </a:p>
      </dsp:txBody>
      <dsp:txXfrm>
        <a:off x="2210514" y="3885999"/>
        <a:ext cx="1367521" cy="6837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Control Risks </a:t>
          </a:r>
        </a:p>
      </dsp:txBody>
      <dsp:txXfrm>
        <a:off x="2210514" y="3885999"/>
        <a:ext cx="1367521" cy="68376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0FAA1-933C-4A39-96BB-CD9828922F7E}">
      <dsp:nvSpPr>
        <dsp:cNvPr id="0" name=""/>
        <dsp:cNvSpPr/>
      </dsp:nvSpPr>
      <dsp:spPr>
        <a:xfrm>
          <a:off x="0" y="66848"/>
          <a:ext cx="4133850" cy="770810"/>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Input</a:t>
          </a:r>
        </a:p>
      </dsp:txBody>
      <dsp:txXfrm>
        <a:off x="37628" y="104476"/>
        <a:ext cx="4058594" cy="695554"/>
      </dsp:txXfrm>
    </dsp:sp>
    <dsp:sp modelId="{6FF7B2BA-684C-47B9-AED9-51FAC8F084B3}">
      <dsp:nvSpPr>
        <dsp:cNvPr id="0" name=""/>
        <dsp:cNvSpPr/>
      </dsp:nvSpPr>
      <dsp:spPr>
        <a:xfrm>
          <a:off x="0" y="858715"/>
          <a:ext cx="4133850" cy="138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noProof="0" dirty="0"/>
            <a:t>Project management plan</a:t>
          </a:r>
        </a:p>
        <a:p>
          <a:pPr marL="171450" lvl="1" indent="-171450" algn="l" defTabSz="755650">
            <a:lnSpc>
              <a:spcPct val="90000"/>
            </a:lnSpc>
            <a:spcBef>
              <a:spcPct val="0"/>
            </a:spcBef>
            <a:spcAft>
              <a:spcPct val="20000"/>
            </a:spcAft>
            <a:buChar char="•"/>
          </a:pPr>
          <a:r>
            <a:rPr lang="en-US" sz="1700" kern="1200" noProof="0" dirty="0"/>
            <a:t>Project charter</a:t>
          </a:r>
        </a:p>
        <a:p>
          <a:pPr marL="171450" lvl="1" indent="-171450" algn="l" defTabSz="755650">
            <a:lnSpc>
              <a:spcPct val="90000"/>
            </a:lnSpc>
            <a:spcBef>
              <a:spcPct val="0"/>
            </a:spcBef>
            <a:spcAft>
              <a:spcPct val="20000"/>
            </a:spcAft>
            <a:buChar char="•"/>
          </a:pPr>
          <a:r>
            <a:rPr lang="en-US" sz="1700" kern="1200" noProof="0" dirty="0"/>
            <a:t>Stakeholder register</a:t>
          </a:r>
        </a:p>
        <a:p>
          <a:pPr marL="171450" lvl="1" indent="-171450" algn="l" defTabSz="755650">
            <a:lnSpc>
              <a:spcPct val="90000"/>
            </a:lnSpc>
            <a:spcBef>
              <a:spcPct val="0"/>
            </a:spcBef>
            <a:spcAft>
              <a:spcPct val="20000"/>
            </a:spcAft>
            <a:buChar char="•"/>
          </a:pPr>
          <a:r>
            <a:rPr lang="en-US" sz="1700" kern="1200" noProof="0" dirty="0"/>
            <a:t>Enterprise environmental factors</a:t>
          </a:r>
        </a:p>
        <a:p>
          <a:pPr marL="171450" lvl="1" indent="-171450" algn="l" defTabSz="755650">
            <a:lnSpc>
              <a:spcPct val="90000"/>
            </a:lnSpc>
            <a:spcBef>
              <a:spcPct val="0"/>
            </a:spcBef>
            <a:spcAft>
              <a:spcPct val="20000"/>
            </a:spcAft>
            <a:buChar char="•"/>
          </a:pPr>
          <a:r>
            <a:rPr lang="en-US" sz="1700" kern="1200" noProof="0" dirty="0"/>
            <a:t>Organizational process assets</a:t>
          </a:r>
        </a:p>
      </dsp:txBody>
      <dsp:txXfrm>
        <a:off x="0" y="858715"/>
        <a:ext cx="4133850" cy="1388970"/>
      </dsp:txXfrm>
    </dsp:sp>
    <dsp:sp modelId="{73DFDD2C-6739-485B-8DC1-0F2E6B9AE9F9}">
      <dsp:nvSpPr>
        <dsp:cNvPr id="0" name=""/>
        <dsp:cNvSpPr/>
      </dsp:nvSpPr>
      <dsp:spPr>
        <a:xfrm>
          <a:off x="0" y="2247685"/>
          <a:ext cx="4133850" cy="5148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Tools &amp; Techniques </a:t>
          </a:r>
        </a:p>
      </dsp:txBody>
      <dsp:txXfrm>
        <a:off x="25130" y="2272815"/>
        <a:ext cx="4083590" cy="464540"/>
      </dsp:txXfrm>
    </dsp:sp>
    <dsp:sp modelId="{0B0F106B-D1F7-40AC-A310-FF94E95B4C3A}">
      <dsp:nvSpPr>
        <dsp:cNvPr id="0" name=""/>
        <dsp:cNvSpPr/>
      </dsp:nvSpPr>
      <dsp:spPr>
        <a:xfrm>
          <a:off x="0" y="2762485"/>
          <a:ext cx="4133850" cy="842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noProof="0" dirty="0"/>
            <a:t>Analytical Techniques </a:t>
          </a:r>
        </a:p>
        <a:p>
          <a:pPr marL="171450" lvl="1" indent="-171450" algn="l" defTabSz="755650">
            <a:lnSpc>
              <a:spcPct val="90000"/>
            </a:lnSpc>
            <a:spcBef>
              <a:spcPct val="0"/>
            </a:spcBef>
            <a:spcAft>
              <a:spcPct val="20000"/>
            </a:spcAft>
            <a:buChar char="•"/>
          </a:pPr>
          <a:r>
            <a:rPr lang="en-US" sz="1700" kern="1200" noProof="0" dirty="0"/>
            <a:t>Expert Judgement </a:t>
          </a:r>
        </a:p>
        <a:p>
          <a:pPr marL="171450" lvl="1" indent="-171450" algn="l" defTabSz="755650">
            <a:lnSpc>
              <a:spcPct val="90000"/>
            </a:lnSpc>
            <a:spcBef>
              <a:spcPct val="0"/>
            </a:spcBef>
            <a:spcAft>
              <a:spcPct val="20000"/>
            </a:spcAft>
            <a:buChar char="•"/>
          </a:pPr>
          <a:r>
            <a:rPr lang="en-US" sz="1700" kern="1200" noProof="0" dirty="0"/>
            <a:t>Meetings </a:t>
          </a:r>
        </a:p>
      </dsp:txBody>
      <dsp:txXfrm>
        <a:off x="0" y="2762485"/>
        <a:ext cx="4133850" cy="842490"/>
      </dsp:txXfrm>
    </dsp:sp>
    <dsp:sp modelId="{9F9BEBDA-B0CC-4252-90E0-6074F3EC49D4}">
      <dsp:nvSpPr>
        <dsp:cNvPr id="0" name=""/>
        <dsp:cNvSpPr/>
      </dsp:nvSpPr>
      <dsp:spPr>
        <a:xfrm>
          <a:off x="0" y="3604975"/>
          <a:ext cx="4133850" cy="5148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Output</a:t>
          </a:r>
        </a:p>
      </dsp:txBody>
      <dsp:txXfrm>
        <a:off x="25130" y="3630105"/>
        <a:ext cx="4083590" cy="464540"/>
      </dsp:txXfrm>
    </dsp:sp>
    <dsp:sp modelId="{FEE3CB09-E5CC-4D60-89BB-2E1529510FA2}">
      <dsp:nvSpPr>
        <dsp:cNvPr id="0" name=""/>
        <dsp:cNvSpPr/>
      </dsp:nvSpPr>
      <dsp:spPr>
        <a:xfrm>
          <a:off x="0" y="4119775"/>
          <a:ext cx="413385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noProof="0" dirty="0"/>
            <a:t>Risk Management Plan </a:t>
          </a:r>
        </a:p>
      </dsp:txBody>
      <dsp:txXfrm>
        <a:off x="0" y="4119775"/>
        <a:ext cx="4133850" cy="3643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Control Risks </a:t>
          </a:r>
        </a:p>
      </dsp:txBody>
      <dsp:txXfrm>
        <a:off x="2210514" y="3885999"/>
        <a:ext cx="1367521" cy="6837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0FAA1-933C-4A39-96BB-CD9828922F7E}">
      <dsp:nvSpPr>
        <dsp:cNvPr id="0" name=""/>
        <dsp:cNvSpPr/>
      </dsp:nvSpPr>
      <dsp:spPr>
        <a:xfrm>
          <a:off x="0" y="0"/>
          <a:ext cx="4460304" cy="560589"/>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noProof="0" dirty="0"/>
            <a:t>Input</a:t>
          </a:r>
        </a:p>
      </dsp:txBody>
      <dsp:txXfrm>
        <a:off x="27366" y="27366"/>
        <a:ext cx="4405572" cy="505857"/>
      </dsp:txXfrm>
    </dsp:sp>
    <dsp:sp modelId="{6FF7B2BA-684C-47B9-AED9-51FAC8F084B3}">
      <dsp:nvSpPr>
        <dsp:cNvPr id="0" name=""/>
        <dsp:cNvSpPr/>
      </dsp:nvSpPr>
      <dsp:spPr>
        <a:xfrm>
          <a:off x="0" y="596978"/>
          <a:ext cx="4460304" cy="251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615"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noProof="0" dirty="0"/>
            <a:t>Risk management plan</a:t>
          </a:r>
        </a:p>
        <a:p>
          <a:pPr marL="114300" lvl="1" indent="-114300" algn="l" defTabSz="533400">
            <a:lnSpc>
              <a:spcPct val="90000"/>
            </a:lnSpc>
            <a:spcBef>
              <a:spcPct val="0"/>
            </a:spcBef>
            <a:spcAft>
              <a:spcPct val="20000"/>
            </a:spcAft>
            <a:buChar char="•"/>
          </a:pPr>
          <a:r>
            <a:rPr lang="en-US" sz="1200" kern="1200" noProof="0" dirty="0"/>
            <a:t>Cost management plan</a:t>
          </a:r>
        </a:p>
        <a:p>
          <a:pPr marL="114300" lvl="1" indent="-114300" algn="l" defTabSz="533400">
            <a:lnSpc>
              <a:spcPct val="90000"/>
            </a:lnSpc>
            <a:spcBef>
              <a:spcPct val="0"/>
            </a:spcBef>
            <a:spcAft>
              <a:spcPct val="20000"/>
            </a:spcAft>
            <a:buChar char="•"/>
          </a:pPr>
          <a:r>
            <a:rPr lang="en-US" sz="1200" kern="1200" noProof="0" dirty="0"/>
            <a:t>Schedule management plan</a:t>
          </a:r>
        </a:p>
        <a:p>
          <a:pPr marL="114300" lvl="1" indent="-114300" algn="l" defTabSz="533400">
            <a:lnSpc>
              <a:spcPct val="90000"/>
            </a:lnSpc>
            <a:spcBef>
              <a:spcPct val="0"/>
            </a:spcBef>
            <a:spcAft>
              <a:spcPct val="20000"/>
            </a:spcAft>
            <a:buChar char="•"/>
          </a:pPr>
          <a:r>
            <a:rPr lang="en-US" sz="1200" kern="1200" noProof="0" dirty="0"/>
            <a:t>Quality management plan</a:t>
          </a:r>
        </a:p>
        <a:p>
          <a:pPr marL="114300" lvl="1" indent="-114300" algn="l" defTabSz="533400">
            <a:lnSpc>
              <a:spcPct val="90000"/>
            </a:lnSpc>
            <a:spcBef>
              <a:spcPct val="0"/>
            </a:spcBef>
            <a:spcAft>
              <a:spcPct val="20000"/>
            </a:spcAft>
            <a:buChar char="•"/>
          </a:pPr>
          <a:r>
            <a:rPr lang="en-US" sz="1200" kern="1200" noProof="0" dirty="0"/>
            <a:t>Human resource management plan</a:t>
          </a:r>
        </a:p>
        <a:p>
          <a:pPr marL="114300" lvl="1" indent="-114300" algn="l" defTabSz="533400">
            <a:lnSpc>
              <a:spcPct val="90000"/>
            </a:lnSpc>
            <a:spcBef>
              <a:spcPct val="0"/>
            </a:spcBef>
            <a:spcAft>
              <a:spcPct val="20000"/>
            </a:spcAft>
            <a:buChar char="•"/>
          </a:pPr>
          <a:r>
            <a:rPr lang="en-US" sz="1200" kern="1200" noProof="0" dirty="0"/>
            <a:t>Scope baseline</a:t>
          </a:r>
        </a:p>
        <a:p>
          <a:pPr marL="114300" lvl="1" indent="-114300" algn="l" defTabSz="533400">
            <a:lnSpc>
              <a:spcPct val="90000"/>
            </a:lnSpc>
            <a:spcBef>
              <a:spcPct val="0"/>
            </a:spcBef>
            <a:spcAft>
              <a:spcPct val="20000"/>
            </a:spcAft>
            <a:buChar char="•"/>
          </a:pPr>
          <a:r>
            <a:rPr lang="en-US" sz="1200" kern="1200" noProof="0" dirty="0"/>
            <a:t>Activity cost estimates</a:t>
          </a:r>
        </a:p>
        <a:p>
          <a:pPr marL="114300" lvl="1" indent="-114300" algn="l" defTabSz="533400">
            <a:lnSpc>
              <a:spcPct val="90000"/>
            </a:lnSpc>
            <a:spcBef>
              <a:spcPct val="0"/>
            </a:spcBef>
            <a:spcAft>
              <a:spcPct val="20000"/>
            </a:spcAft>
            <a:buChar char="•"/>
          </a:pPr>
          <a:r>
            <a:rPr lang="en-US" sz="1200" kern="1200" noProof="0" dirty="0"/>
            <a:t>Activity duration estimates</a:t>
          </a:r>
        </a:p>
        <a:p>
          <a:pPr marL="114300" lvl="1" indent="-114300" algn="l" defTabSz="533400">
            <a:lnSpc>
              <a:spcPct val="90000"/>
            </a:lnSpc>
            <a:spcBef>
              <a:spcPct val="0"/>
            </a:spcBef>
            <a:spcAft>
              <a:spcPct val="20000"/>
            </a:spcAft>
            <a:buChar char="•"/>
          </a:pPr>
          <a:r>
            <a:rPr lang="en-US" sz="1200" kern="1200" noProof="0" dirty="0"/>
            <a:t>Stakeholder register</a:t>
          </a:r>
        </a:p>
        <a:p>
          <a:pPr marL="114300" lvl="1" indent="-114300" algn="l" defTabSz="533400">
            <a:lnSpc>
              <a:spcPct val="90000"/>
            </a:lnSpc>
            <a:spcBef>
              <a:spcPct val="0"/>
            </a:spcBef>
            <a:spcAft>
              <a:spcPct val="20000"/>
            </a:spcAft>
            <a:buChar char="•"/>
          </a:pPr>
          <a:r>
            <a:rPr lang="en-US" sz="1200" kern="1200" noProof="0" dirty="0"/>
            <a:t>Project documents</a:t>
          </a:r>
        </a:p>
        <a:p>
          <a:pPr marL="114300" lvl="1" indent="-114300" algn="l" defTabSz="533400">
            <a:lnSpc>
              <a:spcPct val="90000"/>
            </a:lnSpc>
            <a:spcBef>
              <a:spcPct val="0"/>
            </a:spcBef>
            <a:spcAft>
              <a:spcPct val="20000"/>
            </a:spcAft>
            <a:buChar char="•"/>
          </a:pPr>
          <a:r>
            <a:rPr lang="en-US" sz="1200" kern="1200" noProof="0" dirty="0"/>
            <a:t>Procurement documents</a:t>
          </a:r>
        </a:p>
        <a:p>
          <a:pPr marL="114300" lvl="1" indent="-114300" algn="l" defTabSz="533400">
            <a:lnSpc>
              <a:spcPct val="90000"/>
            </a:lnSpc>
            <a:spcBef>
              <a:spcPct val="0"/>
            </a:spcBef>
            <a:spcAft>
              <a:spcPct val="20000"/>
            </a:spcAft>
            <a:buChar char="•"/>
          </a:pPr>
          <a:r>
            <a:rPr lang="en-US" sz="1200" kern="1200" noProof="0" dirty="0"/>
            <a:t>Enterprise environmental factors</a:t>
          </a:r>
        </a:p>
        <a:p>
          <a:pPr marL="114300" lvl="1" indent="-114300" algn="l" defTabSz="533400">
            <a:lnSpc>
              <a:spcPct val="90000"/>
            </a:lnSpc>
            <a:spcBef>
              <a:spcPct val="0"/>
            </a:spcBef>
            <a:spcAft>
              <a:spcPct val="20000"/>
            </a:spcAft>
            <a:buChar char="•"/>
          </a:pPr>
          <a:r>
            <a:rPr lang="en-US" sz="1200" kern="1200" noProof="0" dirty="0"/>
            <a:t>Organizational process assets</a:t>
          </a:r>
        </a:p>
      </dsp:txBody>
      <dsp:txXfrm>
        <a:off x="0" y="596978"/>
        <a:ext cx="4460304" cy="2517120"/>
      </dsp:txXfrm>
    </dsp:sp>
    <dsp:sp modelId="{E5D16EE5-6402-4900-9E64-53CA23F8DBE1}">
      <dsp:nvSpPr>
        <dsp:cNvPr id="0" name=""/>
        <dsp:cNvSpPr/>
      </dsp:nvSpPr>
      <dsp:spPr>
        <a:xfrm>
          <a:off x="0" y="3114098"/>
          <a:ext cx="4460304" cy="3744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noProof="0" dirty="0"/>
            <a:t>Tools &amp; Techniques </a:t>
          </a:r>
        </a:p>
      </dsp:txBody>
      <dsp:txXfrm>
        <a:off x="18277" y="3132375"/>
        <a:ext cx="4423750" cy="337846"/>
      </dsp:txXfrm>
    </dsp:sp>
    <dsp:sp modelId="{73DAE44C-9200-4F3A-B88B-FB2CE2EFC5F2}">
      <dsp:nvSpPr>
        <dsp:cNvPr id="0" name=""/>
        <dsp:cNvSpPr/>
      </dsp:nvSpPr>
      <dsp:spPr>
        <a:xfrm>
          <a:off x="0" y="3488498"/>
          <a:ext cx="4460304" cy="1357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615"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noProof="0" dirty="0"/>
            <a:t>Documentation reviews</a:t>
          </a:r>
        </a:p>
        <a:p>
          <a:pPr marL="114300" lvl="1" indent="-114300" algn="l" defTabSz="533400">
            <a:lnSpc>
              <a:spcPct val="90000"/>
            </a:lnSpc>
            <a:spcBef>
              <a:spcPct val="0"/>
            </a:spcBef>
            <a:spcAft>
              <a:spcPct val="20000"/>
            </a:spcAft>
            <a:buChar char="•"/>
          </a:pPr>
          <a:r>
            <a:rPr lang="en-US" sz="1200" kern="1200" noProof="0" dirty="0"/>
            <a:t>Information gathering techniques</a:t>
          </a:r>
        </a:p>
        <a:p>
          <a:pPr marL="114300" lvl="1" indent="-114300" algn="l" defTabSz="533400">
            <a:lnSpc>
              <a:spcPct val="90000"/>
            </a:lnSpc>
            <a:spcBef>
              <a:spcPct val="0"/>
            </a:spcBef>
            <a:spcAft>
              <a:spcPct val="20000"/>
            </a:spcAft>
            <a:buChar char="•"/>
          </a:pPr>
          <a:r>
            <a:rPr lang="en-US" sz="1200" kern="1200" noProof="0" dirty="0"/>
            <a:t>Checklist analysis</a:t>
          </a:r>
        </a:p>
        <a:p>
          <a:pPr marL="114300" lvl="1" indent="-114300" algn="l" defTabSz="533400">
            <a:lnSpc>
              <a:spcPct val="90000"/>
            </a:lnSpc>
            <a:spcBef>
              <a:spcPct val="0"/>
            </a:spcBef>
            <a:spcAft>
              <a:spcPct val="20000"/>
            </a:spcAft>
            <a:buChar char="•"/>
          </a:pPr>
          <a:r>
            <a:rPr lang="en-US" sz="1200" kern="1200" noProof="0" dirty="0"/>
            <a:t>Assumptions analysis</a:t>
          </a:r>
        </a:p>
        <a:p>
          <a:pPr marL="114300" lvl="1" indent="-114300" algn="l" defTabSz="533400">
            <a:lnSpc>
              <a:spcPct val="90000"/>
            </a:lnSpc>
            <a:spcBef>
              <a:spcPct val="0"/>
            </a:spcBef>
            <a:spcAft>
              <a:spcPct val="20000"/>
            </a:spcAft>
            <a:buChar char="•"/>
          </a:pPr>
          <a:r>
            <a:rPr lang="en-US" sz="1200" kern="1200" noProof="0" dirty="0"/>
            <a:t>Diagramming techniques</a:t>
          </a:r>
        </a:p>
        <a:p>
          <a:pPr marL="114300" lvl="1" indent="-114300" algn="l" defTabSz="533400">
            <a:lnSpc>
              <a:spcPct val="90000"/>
            </a:lnSpc>
            <a:spcBef>
              <a:spcPct val="0"/>
            </a:spcBef>
            <a:spcAft>
              <a:spcPct val="20000"/>
            </a:spcAft>
            <a:buChar char="•"/>
          </a:pPr>
          <a:r>
            <a:rPr lang="en-US" sz="1200" kern="1200" noProof="0" dirty="0"/>
            <a:t>SWOT analysis</a:t>
          </a:r>
        </a:p>
        <a:p>
          <a:pPr marL="114300" lvl="1" indent="-114300" algn="l" defTabSz="533400">
            <a:lnSpc>
              <a:spcPct val="90000"/>
            </a:lnSpc>
            <a:spcBef>
              <a:spcPct val="0"/>
            </a:spcBef>
            <a:spcAft>
              <a:spcPct val="20000"/>
            </a:spcAft>
            <a:buChar char="•"/>
          </a:pPr>
          <a:r>
            <a:rPr lang="en-US" sz="1200" kern="1200" noProof="0" dirty="0"/>
            <a:t>Expert judgment</a:t>
          </a:r>
        </a:p>
      </dsp:txBody>
      <dsp:txXfrm>
        <a:off x="0" y="3488498"/>
        <a:ext cx="4460304" cy="1357920"/>
      </dsp:txXfrm>
    </dsp:sp>
    <dsp:sp modelId="{6D5EF2BB-E120-495D-9547-E6F6CC333FA9}">
      <dsp:nvSpPr>
        <dsp:cNvPr id="0" name=""/>
        <dsp:cNvSpPr/>
      </dsp:nvSpPr>
      <dsp:spPr>
        <a:xfrm>
          <a:off x="0" y="4846418"/>
          <a:ext cx="4460304" cy="3744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noProof="0" dirty="0"/>
            <a:t>Output</a:t>
          </a:r>
        </a:p>
      </dsp:txBody>
      <dsp:txXfrm>
        <a:off x="18277" y="4864695"/>
        <a:ext cx="4423750" cy="337846"/>
      </dsp:txXfrm>
    </dsp:sp>
    <dsp:sp modelId="{9CECA89D-41A9-423A-BAD0-309A8AC9412C}">
      <dsp:nvSpPr>
        <dsp:cNvPr id="0" name=""/>
        <dsp:cNvSpPr/>
      </dsp:nvSpPr>
      <dsp:spPr>
        <a:xfrm>
          <a:off x="0" y="5220818"/>
          <a:ext cx="4460304"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615"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noProof="0" dirty="0"/>
            <a:t>Risk Register</a:t>
          </a:r>
        </a:p>
      </dsp:txBody>
      <dsp:txXfrm>
        <a:off x="0" y="5220818"/>
        <a:ext cx="4460304" cy="26496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bg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Perform 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Perform 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Control Risks </a:t>
          </a:r>
        </a:p>
      </dsp:txBody>
      <dsp:txXfrm>
        <a:off x="2210514" y="3885999"/>
        <a:ext cx="1367521" cy="6837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Control Risks </a:t>
          </a:r>
        </a:p>
      </dsp:txBody>
      <dsp:txXfrm>
        <a:off x="2210514" y="3885999"/>
        <a:ext cx="1367521" cy="68376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0FAA1-933C-4A39-96BB-CD9828922F7E}">
      <dsp:nvSpPr>
        <dsp:cNvPr id="0" name=""/>
        <dsp:cNvSpPr/>
      </dsp:nvSpPr>
      <dsp:spPr>
        <a:xfrm>
          <a:off x="0" y="0"/>
          <a:ext cx="4133850" cy="770810"/>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Input</a:t>
          </a:r>
        </a:p>
      </dsp:txBody>
      <dsp:txXfrm>
        <a:off x="37628" y="37628"/>
        <a:ext cx="4058594" cy="695554"/>
      </dsp:txXfrm>
    </dsp:sp>
    <dsp:sp modelId="{6FF7B2BA-684C-47B9-AED9-51FAC8F084B3}">
      <dsp:nvSpPr>
        <dsp:cNvPr id="0" name=""/>
        <dsp:cNvSpPr/>
      </dsp:nvSpPr>
      <dsp:spPr>
        <a:xfrm>
          <a:off x="0" y="786658"/>
          <a:ext cx="4133850" cy="138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noProof="0" dirty="0"/>
            <a:t>Risk management plan</a:t>
          </a:r>
        </a:p>
        <a:p>
          <a:pPr marL="171450" lvl="1" indent="-171450" algn="l" defTabSz="755650">
            <a:lnSpc>
              <a:spcPct val="90000"/>
            </a:lnSpc>
            <a:spcBef>
              <a:spcPct val="0"/>
            </a:spcBef>
            <a:spcAft>
              <a:spcPct val="20000"/>
            </a:spcAft>
            <a:buChar char="•"/>
          </a:pPr>
          <a:r>
            <a:rPr lang="en-US" sz="1700" kern="1200" noProof="0" dirty="0"/>
            <a:t>Scope baseline</a:t>
          </a:r>
        </a:p>
        <a:p>
          <a:pPr marL="171450" lvl="1" indent="-171450" algn="l" defTabSz="755650">
            <a:lnSpc>
              <a:spcPct val="90000"/>
            </a:lnSpc>
            <a:spcBef>
              <a:spcPct val="0"/>
            </a:spcBef>
            <a:spcAft>
              <a:spcPct val="20000"/>
            </a:spcAft>
            <a:buChar char="•"/>
          </a:pPr>
          <a:r>
            <a:rPr lang="en-US" sz="1700" kern="1200" noProof="0" dirty="0"/>
            <a:t>Risk register</a:t>
          </a:r>
        </a:p>
        <a:p>
          <a:pPr marL="171450" lvl="1" indent="-171450" algn="l" defTabSz="755650">
            <a:lnSpc>
              <a:spcPct val="90000"/>
            </a:lnSpc>
            <a:spcBef>
              <a:spcPct val="0"/>
            </a:spcBef>
            <a:spcAft>
              <a:spcPct val="20000"/>
            </a:spcAft>
            <a:buChar char="•"/>
          </a:pPr>
          <a:r>
            <a:rPr lang="en-US" sz="1700" kern="1200" noProof="0" dirty="0"/>
            <a:t>Enterprise environmental factors</a:t>
          </a:r>
        </a:p>
        <a:p>
          <a:pPr marL="171450" lvl="1" indent="-171450" algn="l" defTabSz="755650">
            <a:lnSpc>
              <a:spcPct val="90000"/>
            </a:lnSpc>
            <a:spcBef>
              <a:spcPct val="0"/>
            </a:spcBef>
            <a:spcAft>
              <a:spcPct val="20000"/>
            </a:spcAft>
            <a:buChar char="•"/>
          </a:pPr>
          <a:r>
            <a:rPr lang="en-US" sz="1700" kern="1200" noProof="0" dirty="0"/>
            <a:t>Organizational process assets</a:t>
          </a:r>
        </a:p>
      </dsp:txBody>
      <dsp:txXfrm>
        <a:off x="0" y="786658"/>
        <a:ext cx="4133850" cy="1388970"/>
      </dsp:txXfrm>
    </dsp:sp>
    <dsp:sp modelId="{E5D16EE5-6402-4900-9E64-53CA23F8DBE1}">
      <dsp:nvSpPr>
        <dsp:cNvPr id="0" name=""/>
        <dsp:cNvSpPr/>
      </dsp:nvSpPr>
      <dsp:spPr>
        <a:xfrm>
          <a:off x="0" y="2175628"/>
          <a:ext cx="4133850" cy="5148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Tools &amp; Techniques </a:t>
          </a:r>
        </a:p>
      </dsp:txBody>
      <dsp:txXfrm>
        <a:off x="25130" y="2200758"/>
        <a:ext cx="4083590" cy="464540"/>
      </dsp:txXfrm>
    </dsp:sp>
    <dsp:sp modelId="{73DAE44C-9200-4F3A-B88B-FB2CE2EFC5F2}">
      <dsp:nvSpPr>
        <dsp:cNvPr id="0" name=""/>
        <dsp:cNvSpPr/>
      </dsp:nvSpPr>
      <dsp:spPr>
        <a:xfrm>
          <a:off x="0" y="2690428"/>
          <a:ext cx="4133850" cy="1684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noProof="0" dirty="0"/>
            <a:t>Risk probability and impact assessment</a:t>
          </a:r>
        </a:p>
        <a:p>
          <a:pPr marL="171450" lvl="1" indent="-171450" algn="l" defTabSz="755650">
            <a:lnSpc>
              <a:spcPct val="90000"/>
            </a:lnSpc>
            <a:spcBef>
              <a:spcPct val="0"/>
            </a:spcBef>
            <a:spcAft>
              <a:spcPct val="20000"/>
            </a:spcAft>
            <a:buChar char="•"/>
          </a:pPr>
          <a:r>
            <a:rPr lang="en-US" sz="1700" b="0" kern="1200" noProof="0" dirty="0"/>
            <a:t>Probability and impact matrix</a:t>
          </a:r>
        </a:p>
        <a:p>
          <a:pPr marL="171450" lvl="1" indent="-171450" algn="l" defTabSz="755650">
            <a:lnSpc>
              <a:spcPct val="90000"/>
            </a:lnSpc>
            <a:spcBef>
              <a:spcPct val="0"/>
            </a:spcBef>
            <a:spcAft>
              <a:spcPct val="20000"/>
            </a:spcAft>
            <a:buChar char="•"/>
          </a:pPr>
          <a:r>
            <a:rPr lang="en-US" sz="1700" kern="1200" noProof="0" dirty="0"/>
            <a:t>Risk data quality assessment</a:t>
          </a:r>
        </a:p>
        <a:p>
          <a:pPr marL="171450" lvl="1" indent="-171450" algn="l" defTabSz="755650">
            <a:lnSpc>
              <a:spcPct val="90000"/>
            </a:lnSpc>
            <a:spcBef>
              <a:spcPct val="0"/>
            </a:spcBef>
            <a:spcAft>
              <a:spcPct val="20000"/>
            </a:spcAft>
            <a:buChar char="•"/>
          </a:pPr>
          <a:r>
            <a:rPr lang="en-US" sz="1700" kern="1200" noProof="0" dirty="0"/>
            <a:t>Risk categorization</a:t>
          </a:r>
        </a:p>
        <a:p>
          <a:pPr marL="171450" lvl="1" indent="-171450" algn="l" defTabSz="755650">
            <a:lnSpc>
              <a:spcPct val="90000"/>
            </a:lnSpc>
            <a:spcBef>
              <a:spcPct val="0"/>
            </a:spcBef>
            <a:spcAft>
              <a:spcPct val="20000"/>
            </a:spcAft>
            <a:buChar char="•"/>
          </a:pPr>
          <a:r>
            <a:rPr lang="en-US" sz="1700" kern="1200" noProof="0" dirty="0"/>
            <a:t>Risk urgency assessment</a:t>
          </a:r>
        </a:p>
        <a:p>
          <a:pPr marL="171450" lvl="1" indent="-171450" algn="l" defTabSz="755650">
            <a:lnSpc>
              <a:spcPct val="90000"/>
            </a:lnSpc>
            <a:spcBef>
              <a:spcPct val="0"/>
            </a:spcBef>
            <a:spcAft>
              <a:spcPct val="20000"/>
            </a:spcAft>
            <a:buChar char="•"/>
          </a:pPr>
          <a:r>
            <a:rPr lang="en-US" sz="1700" kern="1200" noProof="0" dirty="0"/>
            <a:t>Expert judgment</a:t>
          </a:r>
        </a:p>
      </dsp:txBody>
      <dsp:txXfrm>
        <a:off x="0" y="2690428"/>
        <a:ext cx="4133850" cy="1684980"/>
      </dsp:txXfrm>
    </dsp:sp>
    <dsp:sp modelId="{6D5EF2BB-E120-495D-9547-E6F6CC333FA9}">
      <dsp:nvSpPr>
        <dsp:cNvPr id="0" name=""/>
        <dsp:cNvSpPr/>
      </dsp:nvSpPr>
      <dsp:spPr>
        <a:xfrm>
          <a:off x="0" y="4375408"/>
          <a:ext cx="4133850" cy="5148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noProof="0" dirty="0"/>
            <a:t>Output</a:t>
          </a:r>
        </a:p>
      </dsp:txBody>
      <dsp:txXfrm>
        <a:off x="25130" y="4400538"/>
        <a:ext cx="4083590" cy="464540"/>
      </dsp:txXfrm>
    </dsp:sp>
    <dsp:sp modelId="{9CECA89D-41A9-423A-BAD0-309A8AC9412C}">
      <dsp:nvSpPr>
        <dsp:cNvPr id="0" name=""/>
        <dsp:cNvSpPr/>
      </dsp:nvSpPr>
      <dsp:spPr>
        <a:xfrm>
          <a:off x="0" y="4890208"/>
          <a:ext cx="413385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noProof="0" dirty="0"/>
            <a:t>Project documents updates</a:t>
          </a:r>
        </a:p>
      </dsp:txBody>
      <dsp:txXfrm>
        <a:off x="0" y="4890208"/>
        <a:ext cx="4133850" cy="3643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bg1"/>
              </a:solidFill>
            </a:rPr>
            <a:t>Perform 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Perform 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Control Risks </a:t>
          </a:r>
        </a:p>
      </dsp:txBody>
      <dsp:txXfrm>
        <a:off x="2210514" y="3885999"/>
        <a:ext cx="1367521" cy="6837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Control Risks </a:t>
          </a:r>
        </a:p>
      </dsp:txBody>
      <dsp:txXfrm>
        <a:off x="2210514" y="3885999"/>
        <a:ext cx="1367521" cy="68376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0FAA1-933C-4A39-96BB-CD9828922F7E}">
      <dsp:nvSpPr>
        <dsp:cNvPr id="0" name=""/>
        <dsp:cNvSpPr/>
      </dsp:nvSpPr>
      <dsp:spPr>
        <a:xfrm>
          <a:off x="0" y="0"/>
          <a:ext cx="4133850" cy="700736"/>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noProof="0" dirty="0"/>
            <a:t>Input</a:t>
          </a:r>
        </a:p>
      </dsp:txBody>
      <dsp:txXfrm>
        <a:off x="34207" y="34207"/>
        <a:ext cx="4065436" cy="632322"/>
      </dsp:txXfrm>
    </dsp:sp>
    <dsp:sp modelId="{6FF7B2BA-684C-47B9-AED9-51FAC8F084B3}">
      <dsp:nvSpPr>
        <dsp:cNvPr id="0" name=""/>
        <dsp:cNvSpPr/>
      </dsp:nvSpPr>
      <dsp:spPr>
        <a:xfrm>
          <a:off x="0" y="719368"/>
          <a:ext cx="4133850" cy="1573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noProof="0" dirty="0"/>
            <a:t>Risk management plan</a:t>
          </a:r>
        </a:p>
        <a:p>
          <a:pPr marL="171450" lvl="1" indent="-171450" algn="l" defTabSz="711200">
            <a:lnSpc>
              <a:spcPct val="90000"/>
            </a:lnSpc>
            <a:spcBef>
              <a:spcPct val="0"/>
            </a:spcBef>
            <a:spcAft>
              <a:spcPct val="20000"/>
            </a:spcAft>
            <a:buChar char="•"/>
          </a:pPr>
          <a:r>
            <a:rPr lang="en-US" sz="1600" kern="1200" noProof="0" dirty="0"/>
            <a:t>Cost management plan</a:t>
          </a:r>
        </a:p>
        <a:p>
          <a:pPr marL="171450" lvl="1" indent="-171450" algn="l" defTabSz="711200">
            <a:lnSpc>
              <a:spcPct val="90000"/>
            </a:lnSpc>
            <a:spcBef>
              <a:spcPct val="0"/>
            </a:spcBef>
            <a:spcAft>
              <a:spcPct val="20000"/>
            </a:spcAft>
            <a:buChar char="•"/>
          </a:pPr>
          <a:r>
            <a:rPr lang="en-US" sz="1600" kern="1200" noProof="0" dirty="0"/>
            <a:t>Schedule management plan</a:t>
          </a:r>
        </a:p>
        <a:p>
          <a:pPr marL="171450" lvl="1" indent="-171450" algn="l" defTabSz="711200">
            <a:lnSpc>
              <a:spcPct val="90000"/>
            </a:lnSpc>
            <a:spcBef>
              <a:spcPct val="0"/>
            </a:spcBef>
            <a:spcAft>
              <a:spcPct val="20000"/>
            </a:spcAft>
            <a:buChar char="•"/>
          </a:pPr>
          <a:r>
            <a:rPr lang="en-US" sz="1600" kern="1200" noProof="0" dirty="0"/>
            <a:t>Risk register</a:t>
          </a:r>
        </a:p>
        <a:p>
          <a:pPr marL="171450" lvl="1" indent="-171450" algn="l" defTabSz="711200">
            <a:lnSpc>
              <a:spcPct val="90000"/>
            </a:lnSpc>
            <a:spcBef>
              <a:spcPct val="0"/>
            </a:spcBef>
            <a:spcAft>
              <a:spcPct val="20000"/>
            </a:spcAft>
            <a:buChar char="•"/>
          </a:pPr>
          <a:r>
            <a:rPr lang="en-US" sz="1600" kern="1200" noProof="0" dirty="0"/>
            <a:t>Enterprise environmental factors</a:t>
          </a:r>
        </a:p>
        <a:p>
          <a:pPr marL="171450" lvl="1" indent="-171450" algn="l" defTabSz="711200">
            <a:lnSpc>
              <a:spcPct val="90000"/>
            </a:lnSpc>
            <a:spcBef>
              <a:spcPct val="0"/>
            </a:spcBef>
            <a:spcAft>
              <a:spcPct val="20000"/>
            </a:spcAft>
            <a:buChar char="•"/>
          </a:pPr>
          <a:r>
            <a:rPr lang="en-US" sz="1600" kern="1200" noProof="0" dirty="0"/>
            <a:t>Organizational process assets</a:t>
          </a:r>
        </a:p>
      </dsp:txBody>
      <dsp:txXfrm>
        <a:off x="0" y="719368"/>
        <a:ext cx="4133850" cy="1573199"/>
      </dsp:txXfrm>
    </dsp:sp>
    <dsp:sp modelId="{E5D16EE5-6402-4900-9E64-53CA23F8DBE1}">
      <dsp:nvSpPr>
        <dsp:cNvPr id="0" name=""/>
        <dsp:cNvSpPr/>
      </dsp:nvSpPr>
      <dsp:spPr>
        <a:xfrm>
          <a:off x="0" y="2292568"/>
          <a:ext cx="4133850" cy="4680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noProof="0" dirty="0"/>
            <a:t>Tools &amp; Techniques </a:t>
          </a:r>
        </a:p>
      </dsp:txBody>
      <dsp:txXfrm>
        <a:off x="22846" y="2315414"/>
        <a:ext cx="4088158" cy="422308"/>
      </dsp:txXfrm>
    </dsp:sp>
    <dsp:sp modelId="{73DAE44C-9200-4F3A-B88B-FB2CE2EFC5F2}">
      <dsp:nvSpPr>
        <dsp:cNvPr id="0" name=""/>
        <dsp:cNvSpPr/>
      </dsp:nvSpPr>
      <dsp:spPr>
        <a:xfrm>
          <a:off x="0" y="2760568"/>
          <a:ext cx="4133850"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noProof="0" dirty="0"/>
            <a:t>Data gathering and representation techniques</a:t>
          </a:r>
        </a:p>
        <a:p>
          <a:pPr marL="171450" lvl="1" indent="-171450" algn="l" defTabSz="711200">
            <a:lnSpc>
              <a:spcPct val="90000"/>
            </a:lnSpc>
            <a:spcBef>
              <a:spcPct val="0"/>
            </a:spcBef>
            <a:spcAft>
              <a:spcPct val="20000"/>
            </a:spcAft>
            <a:buChar char="•"/>
          </a:pPr>
          <a:r>
            <a:rPr lang="en-US" sz="1600" kern="1200" noProof="0" dirty="0"/>
            <a:t>Quantitative risk analysis and modeling techniques</a:t>
          </a:r>
        </a:p>
        <a:p>
          <a:pPr marL="171450" lvl="1" indent="-171450" algn="l" defTabSz="711200">
            <a:lnSpc>
              <a:spcPct val="90000"/>
            </a:lnSpc>
            <a:spcBef>
              <a:spcPct val="0"/>
            </a:spcBef>
            <a:spcAft>
              <a:spcPct val="20000"/>
            </a:spcAft>
            <a:buChar char="•"/>
          </a:pPr>
          <a:r>
            <a:rPr lang="en-US" sz="1600" kern="1200" noProof="0" dirty="0"/>
            <a:t>Expert judgment</a:t>
          </a:r>
        </a:p>
      </dsp:txBody>
      <dsp:txXfrm>
        <a:off x="0" y="2760568"/>
        <a:ext cx="4133850" cy="993600"/>
      </dsp:txXfrm>
    </dsp:sp>
    <dsp:sp modelId="{6D5EF2BB-E120-495D-9547-E6F6CC333FA9}">
      <dsp:nvSpPr>
        <dsp:cNvPr id="0" name=""/>
        <dsp:cNvSpPr/>
      </dsp:nvSpPr>
      <dsp:spPr>
        <a:xfrm>
          <a:off x="0" y="3754168"/>
          <a:ext cx="4133850" cy="4680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noProof="0" dirty="0"/>
            <a:t>Output</a:t>
          </a:r>
        </a:p>
      </dsp:txBody>
      <dsp:txXfrm>
        <a:off x="22846" y="3777014"/>
        <a:ext cx="4088158" cy="422308"/>
      </dsp:txXfrm>
    </dsp:sp>
    <dsp:sp modelId="{9CECA89D-41A9-423A-BAD0-309A8AC9412C}">
      <dsp:nvSpPr>
        <dsp:cNvPr id="0" name=""/>
        <dsp:cNvSpPr/>
      </dsp:nvSpPr>
      <dsp:spPr>
        <a:xfrm>
          <a:off x="0" y="4222168"/>
          <a:ext cx="4133850" cy="33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noProof="0" dirty="0"/>
            <a:t>Project documents updates</a:t>
          </a:r>
        </a:p>
      </dsp:txBody>
      <dsp:txXfrm>
        <a:off x="0" y="4222168"/>
        <a:ext cx="4133850" cy="3312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Control Risks </a:t>
          </a:r>
        </a:p>
      </dsp:txBody>
      <dsp:txXfrm>
        <a:off x="2210514" y="3885999"/>
        <a:ext cx="1367521" cy="68376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Control Risks </a:t>
          </a:r>
        </a:p>
      </dsp:txBody>
      <dsp:txXfrm>
        <a:off x="2210514" y="3885999"/>
        <a:ext cx="1367521" cy="68376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0FAA1-933C-4A39-96BB-CD9828922F7E}">
      <dsp:nvSpPr>
        <dsp:cNvPr id="0" name=""/>
        <dsp:cNvSpPr/>
      </dsp:nvSpPr>
      <dsp:spPr>
        <a:xfrm>
          <a:off x="0" y="38481"/>
          <a:ext cx="4133850" cy="805846"/>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noProof="0" dirty="0"/>
            <a:t>Input</a:t>
          </a:r>
        </a:p>
      </dsp:txBody>
      <dsp:txXfrm>
        <a:off x="39338" y="77819"/>
        <a:ext cx="4055174" cy="727170"/>
      </dsp:txXfrm>
    </dsp:sp>
    <dsp:sp modelId="{6FF7B2BA-684C-47B9-AED9-51FAC8F084B3}">
      <dsp:nvSpPr>
        <dsp:cNvPr id="0" name=""/>
        <dsp:cNvSpPr/>
      </dsp:nvSpPr>
      <dsp:spPr>
        <a:xfrm>
          <a:off x="0" y="853350"/>
          <a:ext cx="4133850" cy="595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noProof="0" dirty="0"/>
            <a:t>Risk management plan</a:t>
          </a:r>
        </a:p>
        <a:p>
          <a:pPr marL="171450" lvl="1" indent="-171450" algn="l" defTabSz="800100">
            <a:lnSpc>
              <a:spcPct val="90000"/>
            </a:lnSpc>
            <a:spcBef>
              <a:spcPct val="0"/>
            </a:spcBef>
            <a:spcAft>
              <a:spcPct val="20000"/>
            </a:spcAft>
            <a:buChar char="•"/>
          </a:pPr>
          <a:r>
            <a:rPr lang="en-US" sz="1800" kern="1200" noProof="0" dirty="0"/>
            <a:t>Risk register</a:t>
          </a:r>
        </a:p>
      </dsp:txBody>
      <dsp:txXfrm>
        <a:off x="0" y="853350"/>
        <a:ext cx="4133850" cy="595125"/>
      </dsp:txXfrm>
    </dsp:sp>
    <dsp:sp modelId="{E5D16EE5-6402-4900-9E64-53CA23F8DBE1}">
      <dsp:nvSpPr>
        <dsp:cNvPr id="0" name=""/>
        <dsp:cNvSpPr/>
      </dsp:nvSpPr>
      <dsp:spPr>
        <a:xfrm>
          <a:off x="0" y="1448475"/>
          <a:ext cx="4133850" cy="5382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noProof="0" dirty="0"/>
            <a:t>Tools &amp; Techniques </a:t>
          </a:r>
        </a:p>
      </dsp:txBody>
      <dsp:txXfrm>
        <a:off x="26273" y="1474748"/>
        <a:ext cx="4081304" cy="485654"/>
      </dsp:txXfrm>
    </dsp:sp>
    <dsp:sp modelId="{73DAE44C-9200-4F3A-B88B-FB2CE2EFC5F2}">
      <dsp:nvSpPr>
        <dsp:cNvPr id="0" name=""/>
        <dsp:cNvSpPr/>
      </dsp:nvSpPr>
      <dsp:spPr>
        <a:xfrm>
          <a:off x="0" y="1986675"/>
          <a:ext cx="4133850" cy="1404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noProof="0" dirty="0"/>
            <a:t>Strategies for negative risks or threats</a:t>
          </a:r>
        </a:p>
        <a:p>
          <a:pPr marL="171450" lvl="1" indent="-171450" algn="l" defTabSz="800100">
            <a:lnSpc>
              <a:spcPct val="90000"/>
            </a:lnSpc>
            <a:spcBef>
              <a:spcPct val="0"/>
            </a:spcBef>
            <a:spcAft>
              <a:spcPct val="20000"/>
            </a:spcAft>
            <a:buChar char="•"/>
          </a:pPr>
          <a:r>
            <a:rPr lang="en-US" sz="1800" kern="1200" noProof="0" dirty="0"/>
            <a:t>Strategies for positive risks or opportunities</a:t>
          </a:r>
        </a:p>
        <a:p>
          <a:pPr marL="171450" lvl="1" indent="-171450" algn="l" defTabSz="800100">
            <a:lnSpc>
              <a:spcPct val="90000"/>
            </a:lnSpc>
            <a:spcBef>
              <a:spcPct val="0"/>
            </a:spcBef>
            <a:spcAft>
              <a:spcPct val="20000"/>
            </a:spcAft>
            <a:buChar char="•"/>
          </a:pPr>
          <a:r>
            <a:rPr lang="en-US" sz="1800" kern="1200" noProof="0" dirty="0"/>
            <a:t>Contingent response strategies</a:t>
          </a:r>
        </a:p>
        <a:p>
          <a:pPr marL="171450" lvl="1" indent="-171450" algn="l" defTabSz="800100">
            <a:lnSpc>
              <a:spcPct val="90000"/>
            </a:lnSpc>
            <a:spcBef>
              <a:spcPct val="0"/>
            </a:spcBef>
            <a:spcAft>
              <a:spcPct val="20000"/>
            </a:spcAft>
            <a:buChar char="•"/>
          </a:pPr>
          <a:r>
            <a:rPr lang="en-US" sz="1800" kern="1200" noProof="0" dirty="0"/>
            <a:t>Expert judgment</a:t>
          </a:r>
        </a:p>
      </dsp:txBody>
      <dsp:txXfrm>
        <a:off x="0" y="1986675"/>
        <a:ext cx="4133850" cy="1404495"/>
      </dsp:txXfrm>
    </dsp:sp>
    <dsp:sp modelId="{6D5EF2BB-E120-495D-9547-E6F6CC333FA9}">
      <dsp:nvSpPr>
        <dsp:cNvPr id="0" name=""/>
        <dsp:cNvSpPr/>
      </dsp:nvSpPr>
      <dsp:spPr>
        <a:xfrm>
          <a:off x="0" y="3391170"/>
          <a:ext cx="4133850" cy="5382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noProof="0" dirty="0"/>
            <a:t>Output</a:t>
          </a:r>
        </a:p>
      </dsp:txBody>
      <dsp:txXfrm>
        <a:off x="26273" y="3417443"/>
        <a:ext cx="4081304" cy="485654"/>
      </dsp:txXfrm>
    </dsp:sp>
    <dsp:sp modelId="{9CECA89D-41A9-423A-BAD0-309A8AC9412C}">
      <dsp:nvSpPr>
        <dsp:cNvPr id="0" name=""/>
        <dsp:cNvSpPr/>
      </dsp:nvSpPr>
      <dsp:spPr>
        <a:xfrm>
          <a:off x="0" y="3929370"/>
          <a:ext cx="4133850" cy="595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noProof="0" dirty="0"/>
            <a:t>Project management plan updates</a:t>
          </a:r>
        </a:p>
        <a:p>
          <a:pPr marL="171450" lvl="1" indent="-171450" algn="l" defTabSz="800100">
            <a:lnSpc>
              <a:spcPct val="90000"/>
            </a:lnSpc>
            <a:spcBef>
              <a:spcPct val="0"/>
            </a:spcBef>
            <a:spcAft>
              <a:spcPct val="20000"/>
            </a:spcAft>
            <a:buChar char="•"/>
          </a:pPr>
          <a:r>
            <a:rPr lang="en-US" sz="1800" kern="1200" noProof="0" dirty="0"/>
            <a:t>Project documents updates</a:t>
          </a:r>
        </a:p>
      </dsp:txBody>
      <dsp:txXfrm>
        <a:off x="0" y="3929370"/>
        <a:ext cx="4133850" cy="59512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Perform 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Perform 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bg1"/>
              </a:solidFill>
            </a:rPr>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Control Risks </a:t>
          </a:r>
        </a:p>
      </dsp:txBody>
      <dsp:txXfrm>
        <a:off x="2210514" y="3885999"/>
        <a:ext cx="1367521" cy="68376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solidFill>
                <a:schemeClr val="tx1"/>
              </a:solidFill>
            </a:rPr>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rPr>
            <a:t>Control Risks </a:t>
          </a:r>
        </a:p>
      </dsp:txBody>
      <dsp:txXfrm>
        <a:off x="2210514" y="3885999"/>
        <a:ext cx="1367521" cy="68376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0FAA1-933C-4A39-96BB-CD9828922F7E}">
      <dsp:nvSpPr>
        <dsp:cNvPr id="0" name=""/>
        <dsp:cNvSpPr/>
      </dsp:nvSpPr>
      <dsp:spPr>
        <a:xfrm>
          <a:off x="0" y="0"/>
          <a:ext cx="4133850" cy="665699"/>
        </a:xfrm>
        <a:prstGeom prst="round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Input</a:t>
          </a:r>
        </a:p>
      </dsp:txBody>
      <dsp:txXfrm>
        <a:off x="32497" y="32497"/>
        <a:ext cx="4068856" cy="600705"/>
      </dsp:txXfrm>
    </dsp:sp>
    <dsp:sp modelId="{6FF7B2BA-684C-47B9-AED9-51FAC8F084B3}">
      <dsp:nvSpPr>
        <dsp:cNvPr id="0" name=""/>
        <dsp:cNvSpPr/>
      </dsp:nvSpPr>
      <dsp:spPr>
        <a:xfrm>
          <a:off x="0" y="668088"/>
          <a:ext cx="4133850" cy="98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noProof="0" dirty="0"/>
            <a:t>Project management plan</a:t>
          </a:r>
        </a:p>
        <a:p>
          <a:pPr marL="114300" lvl="1" indent="-114300" algn="l" defTabSz="666750">
            <a:lnSpc>
              <a:spcPct val="90000"/>
            </a:lnSpc>
            <a:spcBef>
              <a:spcPct val="0"/>
            </a:spcBef>
            <a:spcAft>
              <a:spcPct val="20000"/>
            </a:spcAft>
            <a:buChar char="•"/>
          </a:pPr>
          <a:r>
            <a:rPr lang="en-US" sz="1500" kern="1200" noProof="0" dirty="0"/>
            <a:t>Risk register</a:t>
          </a:r>
        </a:p>
        <a:p>
          <a:pPr marL="114300" lvl="1" indent="-114300" algn="l" defTabSz="666750">
            <a:lnSpc>
              <a:spcPct val="90000"/>
            </a:lnSpc>
            <a:spcBef>
              <a:spcPct val="0"/>
            </a:spcBef>
            <a:spcAft>
              <a:spcPct val="20000"/>
            </a:spcAft>
            <a:buChar char="•"/>
          </a:pPr>
          <a:r>
            <a:rPr lang="en-US" sz="1500" kern="1200" noProof="0" dirty="0"/>
            <a:t>Work performance data</a:t>
          </a:r>
        </a:p>
        <a:p>
          <a:pPr marL="114300" lvl="1" indent="-114300" algn="l" defTabSz="666750">
            <a:lnSpc>
              <a:spcPct val="90000"/>
            </a:lnSpc>
            <a:spcBef>
              <a:spcPct val="0"/>
            </a:spcBef>
            <a:spcAft>
              <a:spcPct val="20000"/>
            </a:spcAft>
            <a:buChar char="•"/>
          </a:pPr>
          <a:r>
            <a:rPr lang="en-US" sz="1500" kern="1200" noProof="0" dirty="0"/>
            <a:t>Work performance reports</a:t>
          </a:r>
        </a:p>
      </dsp:txBody>
      <dsp:txXfrm>
        <a:off x="0" y="668088"/>
        <a:ext cx="4133850" cy="983250"/>
      </dsp:txXfrm>
    </dsp:sp>
    <dsp:sp modelId="{E5D16EE5-6402-4900-9E64-53CA23F8DBE1}">
      <dsp:nvSpPr>
        <dsp:cNvPr id="0" name=""/>
        <dsp:cNvSpPr/>
      </dsp:nvSpPr>
      <dsp:spPr>
        <a:xfrm>
          <a:off x="0" y="1651338"/>
          <a:ext cx="4133850" cy="4446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Tools &amp; Techniques </a:t>
          </a:r>
        </a:p>
      </dsp:txBody>
      <dsp:txXfrm>
        <a:off x="21704" y="1673042"/>
        <a:ext cx="4090442" cy="401192"/>
      </dsp:txXfrm>
    </dsp:sp>
    <dsp:sp modelId="{73DAE44C-9200-4F3A-B88B-FB2CE2EFC5F2}">
      <dsp:nvSpPr>
        <dsp:cNvPr id="0" name=""/>
        <dsp:cNvSpPr/>
      </dsp:nvSpPr>
      <dsp:spPr>
        <a:xfrm>
          <a:off x="0" y="2095938"/>
          <a:ext cx="4133850" cy="145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noProof="0" dirty="0"/>
            <a:t>Risk reassessment</a:t>
          </a:r>
        </a:p>
        <a:p>
          <a:pPr marL="114300" lvl="1" indent="-114300" algn="l" defTabSz="666750">
            <a:lnSpc>
              <a:spcPct val="90000"/>
            </a:lnSpc>
            <a:spcBef>
              <a:spcPct val="0"/>
            </a:spcBef>
            <a:spcAft>
              <a:spcPct val="20000"/>
            </a:spcAft>
            <a:buChar char="•"/>
          </a:pPr>
          <a:r>
            <a:rPr lang="en-US" sz="1500" kern="1200" noProof="0" dirty="0"/>
            <a:t>Risk audits</a:t>
          </a:r>
        </a:p>
        <a:p>
          <a:pPr marL="114300" lvl="1" indent="-114300" algn="l" defTabSz="666750">
            <a:lnSpc>
              <a:spcPct val="90000"/>
            </a:lnSpc>
            <a:spcBef>
              <a:spcPct val="0"/>
            </a:spcBef>
            <a:spcAft>
              <a:spcPct val="20000"/>
            </a:spcAft>
            <a:buChar char="•"/>
          </a:pPr>
          <a:r>
            <a:rPr lang="en-US" sz="1500" kern="1200" noProof="0" dirty="0"/>
            <a:t>Variance and trend analysis</a:t>
          </a:r>
        </a:p>
        <a:p>
          <a:pPr marL="114300" lvl="1" indent="-114300" algn="l" defTabSz="666750">
            <a:lnSpc>
              <a:spcPct val="90000"/>
            </a:lnSpc>
            <a:spcBef>
              <a:spcPct val="0"/>
            </a:spcBef>
            <a:spcAft>
              <a:spcPct val="20000"/>
            </a:spcAft>
            <a:buChar char="•"/>
          </a:pPr>
          <a:r>
            <a:rPr lang="en-US" sz="1500" kern="1200" noProof="0" dirty="0"/>
            <a:t>Technical performance measurement</a:t>
          </a:r>
        </a:p>
        <a:p>
          <a:pPr marL="114300" lvl="1" indent="-114300" algn="l" defTabSz="666750">
            <a:lnSpc>
              <a:spcPct val="90000"/>
            </a:lnSpc>
            <a:spcBef>
              <a:spcPct val="0"/>
            </a:spcBef>
            <a:spcAft>
              <a:spcPct val="20000"/>
            </a:spcAft>
            <a:buChar char="•"/>
          </a:pPr>
          <a:r>
            <a:rPr lang="en-US" sz="1500" kern="1200" noProof="0" dirty="0"/>
            <a:t>Reserve analysis</a:t>
          </a:r>
        </a:p>
        <a:p>
          <a:pPr marL="114300" lvl="1" indent="-114300" algn="l" defTabSz="666750">
            <a:lnSpc>
              <a:spcPct val="90000"/>
            </a:lnSpc>
            <a:spcBef>
              <a:spcPct val="0"/>
            </a:spcBef>
            <a:spcAft>
              <a:spcPct val="20000"/>
            </a:spcAft>
            <a:buChar char="•"/>
          </a:pPr>
          <a:r>
            <a:rPr lang="en-US" sz="1500" kern="1200" noProof="0" dirty="0"/>
            <a:t>Meetings</a:t>
          </a:r>
        </a:p>
      </dsp:txBody>
      <dsp:txXfrm>
        <a:off x="0" y="2095938"/>
        <a:ext cx="4133850" cy="1455210"/>
      </dsp:txXfrm>
    </dsp:sp>
    <dsp:sp modelId="{6D5EF2BB-E120-495D-9547-E6F6CC333FA9}">
      <dsp:nvSpPr>
        <dsp:cNvPr id="0" name=""/>
        <dsp:cNvSpPr/>
      </dsp:nvSpPr>
      <dsp:spPr>
        <a:xfrm>
          <a:off x="0" y="3551148"/>
          <a:ext cx="4133850" cy="444600"/>
        </a:xfrm>
        <a:prstGeom prst="roundRect">
          <a:avLst/>
        </a:prstGeom>
        <a:solidFill>
          <a:schemeClr val="accent4">
            <a:shade val="50000"/>
            <a:hueOff val="0"/>
            <a:satOff val="0"/>
            <a:lumOff val="467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Output</a:t>
          </a:r>
        </a:p>
      </dsp:txBody>
      <dsp:txXfrm>
        <a:off x="21704" y="3572852"/>
        <a:ext cx="4090442" cy="401192"/>
      </dsp:txXfrm>
    </dsp:sp>
    <dsp:sp modelId="{9CECA89D-41A9-423A-BAD0-309A8AC9412C}">
      <dsp:nvSpPr>
        <dsp:cNvPr id="0" name=""/>
        <dsp:cNvSpPr/>
      </dsp:nvSpPr>
      <dsp:spPr>
        <a:xfrm>
          <a:off x="0" y="3995748"/>
          <a:ext cx="4133850" cy="1219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5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noProof="0" dirty="0"/>
            <a:t>Work performance information</a:t>
          </a:r>
        </a:p>
        <a:p>
          <a:pPr marL="114300" lvl="1" indent="-114300" algn="l" defTabSz="666750">
            <a:lnSpc>
              <a:spcPct val="90000"/>
            </a:lnSpc>
            <a:spcBef>
              <a:spcPct val="0"/>
            </a:spcBef>
            <a:spcAft>
              <a:spcPct val="20000"/>
            </a:spcAft>
            <a:buChar char="•"/>
          </a:pPr>
          <a:r>
            <a:rPr lang="en-US" sz="1500" kern="1200" noProof="0" dirty="0"/>
            <a:t>Change requests</a:t>
          </a:r>
        </a:p>
        <a:p>
          <a:pPr marL="114300" lvl="1" indent="-114300" algn="l" defTabSz="666750">
            <a:lnSpc>
              <a:spcPct val="90000"/>
            </a:lnSpc>
            <a:spcBef>
              <a:spcPct val="0"/>
            </a:spcBef>
            <a:spcAft>
              <a:spcPct val="20000"/>
            </a:spcAft>
            <a:buChar char="•"/>
          </a:pPr>
          <a:r>
            <a:rPr lang="en-US" sz="1500" kern="1200" noProof="0" dirty="0"/>
            <a:t>Project management plan updates</a:t>
          </a:r>
        </a:p>
        <a:p>
          <a:pPr marL="114300" lvl="1" indent="-114300" algn="l" defTabSz="666750">
            <a:lnSpc>
              <a:spcPct val="90000"/>
            </a:lnSpc>
            <a:spcBef>
              <a:spcPct val="0"/>
            </a:spcBef>
            <a:spcAft>
              <a:spcPct val="20000"/>
            </a:spcAft>
            <a:buChar char="•"/>
          </a:pPr>
          <a:r>
            <a:rPr lang="en-US" sz="1500" kern="1200" noProof="0" dirty="0"/>
            <a:t>Project document updates</a:t>
          </a:r>
        </a:p>
        <a:p>
          <a:pPr marL="114300" lvl="1" indent="-114300" algn="l" defTabSz="666750">
            <a:lnSpc>
              <a:spcPct val="90000"/>
            </a:lnSpc>
            <a:spcBef>
              <a:spcPct val="0"/>
            </a:spcBef>
            <a:spcAft>
              <a:spcPct val="20000"/>
            </a:spcAft>
            <a:buChar char="•"/>
          </a:pPr>
          <a:r>
            <a:rPr lang="en-US" sz="1500" kern="1200" noProof="0" dirty="0"/>
            <a:t>Organizational process assets updates</a:t>
          </a:r>
        </a:p>
      </dsp:txBody>
      <dsp:txXfrm>
        <a:off x="0" y="3995748"/>
        <a:ext cx="4133850" cy="121923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F1D0-1894-4299-B798-E8F274871921}">
      <dsp:nvSpPr>
        <dsp:cNvPr id="0" name=""/>
        <dsp:cNvSpPr/>
      </dsp:nvSpPr>
      <dsp:spPr>
        <a:xfrm>
          <a:off x="2066925" y="1656940"/>
          <a:ext cx="143589" cy="2570939"/>
        </a:xfrm>
        <a:custGeom>
          <a:avLst/>
          <a:gdLst/>
          <a:ahLst/>
          <a:cxnLst/>
          <a:rect l="0" t="0" r="0" b="0"/>
          <a:pathLst>
            <a:path>
              <a:moveTo>
                <a:pt x="0" y="0"/>
              </a:moveTo>
              <a:lnTo>
                <a:pt x="0" y="2570939"/>
              </a:lnTo>
              <a:lnTo>
                <a:pt x="143589"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AA092C-F348-4D43-BA05-F3B93267D971}">
      <dsp:nvSpPr>
        <dsp:cNvPr id="0" name=""/>
        <dsp:cNvSpPr/>
      </dsp:nvSpPr>
      <dsp:spPr>
        <a:xfrm>
          <a:off x="1923335" y="1656940"/>
          <a:ext cx="143589" cy="2570939"/>
        </a:xfrm>
        <a:custGeom>
          <a:avLst/>
          <a:gdLst/>
          <a:ahLst/>
          <a:cxnLst/>
          <a:rect l="0" t="0" r="0" b="0"/>
          <a:pathLst>
            <a:path>
              <a:moveTo>
                <a:pt x="143589" y="0"/>
              </a:moveTo>
              <a:lnTo>
                <a:pt x="143589" y="2570939"/>
              </a:lnTo>
              <a:lnTo>
                <a:pt x="0" y="25709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6680A0-D94C-4876-9425-BD2ACBE015EB}">
      <dsp:nvSpPr>
        <dsp:cNvPr id="0" name=""/>
        <dsp:cNvSpPr/>
      </dsp:nvSpPr>
      <dsp:spPr>
        <a:xfrm>
          <a:off x="2066925" y="1656940"/>
          <a:ext cx="143589" cy="1599999"/>
        </a:xfrm>
        <a:custGeom>
          <a:avLst/>
          <a:gdLst/>
          <a:ahLst/>
          <a:cxnLst/>
          <a:rect l="0" t="0" r="0" b="0"/>
          <a:pathLst>
            <a:path>
              <a:moveTo>
                <a:pt x="0" y="0"/>
              </a:moveTo>
              <a:lnTo>
                <a:pt x="0" y="1599999"/>
              </a:lnTo>
              <a:lnTo>
                <a:pt x="143589"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D5EBB-7C5D-4E14-AAB8-BEB88A4A4B7F}">
      <dsp:nvSpPr>
        <dsp:cNvPr id="0" name=""/>
        <dsp:cNvSpPr/>
      </dsp:nvSpPr>
      <dsp:spPr>
        <a:xfrm>
          <a:off x="1923335" y="1656940"/>
          <a:ext cx="143589" cy="1599999"/>
        </a:xfrm>
        <a:custGeom>
          <a:avLst/>
          <a:gdLst/>
          <a:ahLst/>
          <a:cxnLst/>
          <a:rect l="0" t="0" r="0" b="0"/>
          <a:pathLst>
            <a:path>
              <a:moveTo>
                <a:pt x="143589" y="0"/>
              </a:moveTo>
              <a:lnTo>
                <a:pt x="143589" y="1599999"/>
              </a:lnTo>
              <a:lnTo>
                <a:pt x="0" y="159999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8F8F92-5D01-4829-BD12-20A4C33A56BA}">
      <dsp:nvSpPr>
        <dsp:cNvPr id="0" name=""/>
        <dsp:cNvSpPr/>
      </dsp:nvSpPr>
      <dsp:spPr>
        <a:xfrm>
          <a:off x="2066925" y="1656940"/>
          <a:ext cx="143589" cy="629059"/>
        </a:xfrm>
        <a:custGeom>
          <a:avLst/>
          <a:gdLst/>
          <a:ahLst/>
          <a:cxnLst/>
          <a:rect l="0" t="0" r="0" b="0"/>
          <a:pathLst>
            <a:path>
              <a:moveTo>
                <a:pt x="0" y="0"/>
              </a:moveTo>
              <a:lnTo>
                <a:pt x="0" y="629059"/>
              </a:lnTo>
              <a:lnTo>
                <a:pt x="143589"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62C63C-2189-4BF9-9749-73C32BEF5B0B}">
      <dsp:nvSpPr>
        <dsp:cNvPr id="0" name=""/>
        <dsp:cNvSpPr/>
      </dsp:nvSpPr>
      <dsp:spPr>
        <a:xfrm>
          <a:off x="1923335" y="1656940"/>
          <a:ext cx="143589" cy="629059"/>
        </a:xfrm>
        <a:custGeom>
          <a:avLst/>
          <a:gdLst/>
          <a:ahLst/>
          <a:cxnLst/>
          <a:rect l="0" t="0" r="0" b="0"/>
          <a:pathLst>
            <a:path>
              <a:moveTo>
                <a:pt x="143589" y="0"/>
              </a:moveTo>
              <a:lnTo>
                <a:pt x="143589" y="629059"/>
              </a:lnTo>
              <a:lnTo>
                <a:pt x="0" y="62905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63B796-8385-456C-A9D1-80D29D1A2991}">
      <dsp:nvSpPr>
        <dsp:cNvPr id="0" name=""/>
        <dsp:cNvSpPr/>
      </dsp:nvSpPr>
      <dsp:spPr>
        <a:xfrm>
          <a:off x="2021205" y="686000"/>
          <a:ext cx="91440" cy="287179"/>
        </a:xfrm>
        <a:custGeom>
          <a:avLst/>
          <a:gdLst/>
          <a:ahLst/>
          <a:cxnLst/>
          <a:rect l="0" t="0" r="0" b="0"/>
          <a:pathLst>
            <a:path>
              <a:moveTo>
                <a:pt x="45720" y="0"/>
              </a:moveTo>
              <a:lnTo>
                <a:pt x="45720" y="2871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68D708-111D-4BFD-A76B-53BE00A2051E}">
      <dsp:nvSpPr>
        <dsp:cNvPr id="0" name=""/>
        <dsp:cNvSpPr/>
      </dsp:nvSpPr>
      <dsp:spPr>
        <a:xfrm>
          <a:off x="1383164" y="223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Project Management </a:t>
          </a:r>
        </a:p>
      </dsp:txBody>
      <dsp:txXfrm>
        <a:off x="1383164" y="2239"/>
        <a:ext cx="1367521" cy="683760"/>
      </dsp:txXfrm>
    </dsp:sp>
    <dsp:sp modelId="{23BC9DEC-491D-4FB7-A841-E6D19B57FCD7}">
      <dsp:nvSpPr>
        <dsp:cNvPr id="0" name=""/>
        <dsp:cNvSpPr/>
      </dsp:nvSpPr>
      <dsp:spPr>
        <a:xfrm>
          <a:off x="1383164" y="97317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tx1"/>
              </a:solidFill>
            </a:rPr>
            <a:t>Risk</a:t>
          </a:r>
        </a:p>
      </dsp:txBody>
      <dsp:txXfrm>
        <a:off x="1383164" y="973179"/>
        <a:ext cx="1367521" cy="683760"/>
      </dsp:txXfrm>
    </dsp:sp>
    <dsp:sp modelId="{4B5389D9-B13C-48A2-B3BF-48F9B84F66F0}">
      <dsp:nvSpPr>
        <dsp:cNvPr id="0" name=""/>
        <dsp:cNvSpPr/>
      </dsp:nvSpPr>
      <dsp:spPr>
        <a:xfrm>
          <a:off x="5558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Plan Risk Management</a:t>
          </a:r>
        </a:p>
      </dsp:txBody>
      <dsp:txXfrm>
        <a:off x="555814" y="1944119"/>
        <a:ext cx="1367521" cy="683760"/>
      </dsp:txXfrm>
    </dsp:sp>
    <dsp:sp modelId="{E23A8842-47DB-472E-9463-9F6D26779072}">
      <dsp:nvSpPr>
        <dsp:cNvPr id="0" name=""/>
        <dsp:cNvSpPr/>
      </dsp:nvSpPr>
      <dsp:spPr>
        <a:xfrm>
          <a:off x="2210514" y="194411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Identify Risks</a:t>
          </a:r>
        </a:p>
      </dsp:txBody>
      <dsp:txXfrm>
        <a:off x="2210514" y="1944119"/>
        <a:ext cx="1367521" cy="683760"/>
      </dsp:txXfrm>
    </dsp:sp>
    <dsp:sp modelId="{5ED4DB88-48D6-467D-9903-37C8BFA12080}">
      <dsp:nvSpPr>
        <dsp:cNvPr id="0" name=""/>
        <dsp:cNvSpPr/>
      </dsp:nvSpPr>
      <dsp:spPr>
        <a:xfrm>
          <a:off x="5558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Perform Qualitative Risk Analysis</a:t>
          </a:r>
        </a:p>
      </dsp:txBody>
      <dsp:txXfrm>
        <a:off x="555814" y="2915059"/>
        <a:ext cx="1367521" cy="683760"/>
      </dsp:txXfrm>
    </dsp:sp>
    <dsp:sp modelId="{AB949CA5-5EEA-4A00-88EF-43885D56D765}">
      <dsp:nvSpPr>
        <dsp:cNvPr id="0" name=""/>
        <dsp:cNvSpPr/>
      </dsp:nvSpPr>
      <dsp:spPr>
        <a:xfrm>
          <a:off x="2210514" y="291505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Perform Quantitative Risk Analysis</a:t>
          </a:r>
        </a:p>
      </dsp:txBody>
      <dsp:txXfrm>
        <a:off x="2210514" y="2915059"/>
        <a:ext cx="1367521" cy="683760"/>
      </dsp:txXfrm>
    </dsp:sp>
    <dsp:sp modelId="{211B4F57-0A09-401B-B60A-0BA9C7DFC24D}">
      <dsp:nvSpPr>
        <dsp:cNvPr id="0" name=""/>
        <dsp:cNvSpPr/>
      </dsp:nvSpPr>
      <dsp:spPr>
        <a:xfrm>
          <a:off x="555814" y="3885999"/>
          <a:ext cx="1367521" cy="68376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tx1"/>
              </a:solidFill>
            </a:rPr>
            <a:t>Plan Risk Responses</a:t>
          </a:r>
        </a:p>
      </dsp:txBody>
      <dsp:txXfrm>
        <a:off x="555814" y="3885999"/>
        <a:ext cx="1367521" cy="683760"/>
      </dsp:txXfrm>
    </dsp:sp>
    <dsp:sp modelId="{85522D5B-892E-46EC-AFD0-8CF00F1ED0FC}">
      <dsp:nvSpPr>
        <dsp:cNvPr id="0" name=""/>
        <dsp:cNvSpPr/>
      </dsp:nvSpPr>
      <dsp:spPr>
        <a:xfrm>
          <a:off x="2210514" y="3885999"/>
          <a:ext cx="1367521" cy="683760"/>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bg1"/>
              </a:solidFill>
            </a:rPr>
            <a:t>Control Risks </a:t>
          </a:r>
        </a:p>
      </dsp:txBody>
      <dsp:txXfrm>
        <a:off x="2210514" y="3885999"/>
        <a:ext cx="1367521" cy="68376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2797D-3E68-41A0-934E-CCB283BE06A9}">
      <dsp:nvSpPr>
        <dsp:cNvPr id="0" name=""/>
        <dsp:cNvSpPr/>
      </dsp:nvSpPr>
      <dsp:spPr>
        <a:xfrm>
          <a:off x="3559048" y="1887464"/>
          <a:ext cx="211699" cy="2653297"/>
        </a:xfrm>
        <a:custGeom>
          <a:avLst/>
          <a:gdLst/>
          <a:ahLst/>
          <a:cxnLst/>
          <a:rect l="0" t="0" r="0" b="0"/>
          <a:pathLst>
            <a:path>
              <a:moveTo>
                <a:pt x="0" y="0"/>
              </a:moveTo>
              <a:lnTo>
                <a:pt x="0" y="2653297"/>
              </a:lnTo>
              <a:lnTo>
                <a:pt x="211699" y="265329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A26C9D-D0A7-4B6B-BAF5-3E84AFF931D1}">
      <dsp:nvSpPr>
        <dsp:cNvPr id="0" name=""/>
        <dsp:cNvSpPr/>
      </dsp:nvSpPr>
      <dsp:spPr>
        <a:xfrm>
          <a:off x="3559048" y="1887464"/>
          <a:ext cx="211699" cy="1651254"/>
        </a:xfrm>
        <a:custGeom>
          <a:avLst/>
          <a:gdLst/>
          <a:ahLst/>
          <a:cxnLst/>
          <a:rect l="0" t="0" r="0" b="0"/>
          <a:pathLst>
            <a:path>
              <a:moveTo>
                <a:pt x="0" y="0"/>
              </a:moveTo>
              <a:lnTo>
                <a:pt x="0" y="1651254"/>
              </a:lnTo>
              <a:lnTo>
                <a:pt x="211699" y="165125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218344-C63E-4EA3-87DB-2E2558B12754}">
      <dsp:nvSpPr>
        <dsp:cNvPr id="0" name=""/>
        <dsp:cNvSpPr/>
      </dsp:nvSpPr>
      <dsp:spPr>
        <a:xfrm>
          <a:off x="3559048" y="1887464"/>
          <a:ext cx="211699" cy="649211"/>
        </a:xfrm>
        <a:custGeom>
          <a:avLst/>
          <a:gdLst/>
          <a:ahLst/>
          <a:cxnLst/>
          <a:rect l="0" t="0" r="0" b="0"/>
          <a:pathLst>
            <a:path>
              <a:moveTo>
                <a:pt x="0" y="0"/>
              </a:moveTo>
              <a:lnTo>
                <a:pt x="0" y="649211"/>
              </a:lnTo>
              <a:lnTo>
                <a:pt x="211699" y="64921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72AF13-5774-4D72-AD7C-A63A34792FE5}">
      <dsp:nvSpPr>
        <dsp:cNvPr id="0" name=""/>
        <dsp:cNvSpPr/>
      </dsp:nvSpPr>
      <dsp:spPr>
        <a:xfrm>
          <a:off x="2415871" y="885421"/>
          <a:ext cx="1707707" cy="296379"/>
        </a:xfrm>
        <a:custGeom>
          <a:avLst/>
          <a:gdLst/>
          <a:ahLst/>
          <a:cxnLst/>
          <a:rect l="0" t="0" r="0" b="0"/>
          <a:pathLst>
            <a:path>
              <a:moveTo>
                <a:pt x="0" y="0"/>
              </a:moveTo>
              <a:lnTo>
                <a:pt x="0" y="148189"/>
              </a:lnTo>
              <a:lnTo>
                <a:pt x="1707707" y="148189"/>
              </a:lnTo>
              <a:lnTo>
                <a:pt x="1707707" y="2963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4BD5BC-36FC-4AC4-A05C-85042DB64966}">
      <dsp:nvSpPr>
        <dsp:cNvPr id="0" name=""/>
        <dsp:cNvSpPr/>
      </dsp:nvSpPr>
      <dsp:spPr>
        <a:xfrm>
          <a:off x="1851340" y="1887464"/>
          <a:ext cx="211699" cy="2653297"/>
        </a:xfrm>
        <a:custGeom>
          <a:avLst/>
          <a:gdLst/>
          <a:ahLst/>
          <a:cxnLst/>
          <a:rect l="0" t="0" r="0" b="0"/>
          <a:pathLst>
            <a:path>
              <a:moveTo>
                <a:pt x="0" y="0"/>
              </a:moveTo>
              <a:lnTo>
                <a:pt x="0" y="2653297"/>
              </a:lnTo>
              <a:lnTo>
                <a:pt x="211699" y="265329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8314EC-81CE-4304-B059-F451B0FC1FE0}">
      <dsp:nvSpPr>
        <dsp:cNvPr id="0" name=""/>
        <dsp:cNvSpPr/>
      </dsp:nvSpPr>
      <dsp:spPr>
        <a:xfrm>
          <a:off x="1851340" y="1887464"/>
          <a:ext cx="211699" cy="1651254"/>
        </a:xfrm>
        <a:custGeom>
          <a:avLst/>
          <a:gdLst/>
          <a:ahLst/>
          <a:cxnLst/>
          <a:rect l="0" t="0" r="0" b="0"/>
          <a:pathLst>
            <a:path>
              <a:moveTo>
                <a:pt x="0" y="0"/>
              </a:moveTo>
              <a:lnTo>
                <a:pt x="0" y="1651254"/>
              </a:lnTo>
              <a:lnTo>
                <a:pt x="211699" y="165125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D29A0E-3443-4152-934E-5BB0F2A561A5}">
      <dsp:nvSpPr>
        <dsp:cNvPr id="0" name=""/>
        <dsp:cNvSpPr/>
      </dsp:nvSpPr>
      <dsp:spPr>
        <a:xfrm>
          <a:off x="1851340" y="1887464"/>
          <a:ext cx="211699" cy="649211"/>
        </a:xfrm>
        <a:custGeom>
          <a:avLst/>
          <a:gdLst/>
          <a:ahLst/>
          <a:cxnLst/>
          <a:rect l="0" t="0" r="0" b="0"/>
          <a:pathLst>
            <a:path>
              <a:moveTo>
                <a:pt x="0" y="0"/>
              </a:moveTo>
              <a:lnTo>
                <a:pt x="0" y="649211"/>
              </a:lnTo>
              <a:lnTo>
                <a:pt x="211699" y="64921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0CB0B5-CE6A-4434-BAA5-3EABA2CE407D}">
      <dsp:nvSpPr>
        <dsp:cNvPr id="0" name=""/>
        <dsp:cNvSpPr/>
      </dsp:nvSpPr>
      <dsp:spPr>
        <a:xfrm>
          <a:off x="2370151" y="885421"/>
          <a:ext cx="91440" cy="296379"/>
        </a:xfrm>
        <a:custGeom>
          <a:avLst/>
          <a:gdLst/>
          <a:ahLst/>
          <a:cxnLst/>
          <a:rect l="0" t="0" r="0" b="0"/>
          <a:pathLst>
            <a:path>
              <a:moveTo>
                <a:pt x="45720" y="0"/>
              </a:moveTo>
              <a:lnTo>
                <a:pt x="45720" y="2963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ED4EC-DA59-4E53-B9CE-1441B48131D0}">
      <dsp:nvSpPr>
        <dsp:cNvPr id="0" name=""/>
        <dsp:cNvSpPr/>
      </dsp:nvSpPr>
      <dsp:spPr>
        <a:xfrm>
          <a:off x="143632" y="1887464"/>
          <a:ext cx="211699" cy="2653297"/>
        </a:xfrm>
        <a:custGeom>
          <a:avLst/>
          <a:gdLst/>
          <a:ahLst/>
          <a:cxnLst/>
          <a:rect l="0" t="0" r="0" b="0"/>
          <a:pathLst>
            <a:path>
              <a:moveTo>
                <a:pt x="0" y="0"/>
              </a:moveTo>
              <a:lnTo>
                <a:pt x="0" y="2653297"/>
              </a:lnTo>
              <a:lnTo>
                <a:pt x="211699" y="265329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6AC0D1-54C7-45BD-9676-6FE91A50F5F6}">
      <dsp:nvSpPr>
        <dsp:cNvPr id="0" name=""/>
        <dsp:cNvSpPr/>
      </dsp:nvSpPr>
      <dsp:spPr>
        <a:xfrm>
          <a:off x="143632" y="1887464"/>
          <a:ext cx="211699" cy="1651254"/>
        </a:xfrm>
        <a:custGeom>
          <a:avLst/>
          <a:gdLst/>
          <a:ahLst/>
          <a:cxnLst/>
          <a:rect l="0" t="0" r="0" b="0"/>
          <a:pathLst>
            <a:path>
              <a:moveTo>
                <a:pt x="0" y="0"/>
              </a:moveTo>
              <a:lnTo>
                <a:pt x="0" y="1651254"/>
              </a:lnTo>
              <a:lnTo>
                <a:pt x="211699" y="165125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A40F38-BAB0-474D-B418-3CB698A127F4}">
      <dsp:nvSpPr>
        <dsp:cNvPr id="0" name=""/>
        <dsp:cNvSpPr/>
      </dsp:nvSpPr>
      <dsp:spPr>
        <a:xfrm>
          <a:off x="143632" y="1887464"/>
          <a:ext cx="211699" cy="649211"/>
        </a:xfrm>
        <a:custGeom>
          <a:avLst/>
          <a:gdLst/>
          <a:ahLst/>
          <a:cxnLst/>
          <a:rect l="0" t="0" r="0" b="0"/>
          <a:pathLst>
            <a:path>
              <a:moveTo>
                <a:pt x="0" y="0"/>
              </a:moveTo>
              <a:lnTo>
                <a:pt x="0" y="649211"/>
              </a:lnTo>
              <a:lnTo>
                <a:pt x="211699" y="64921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38E306-AC68-4241-8DB1-EB5997CAF004}">
      <dsp:nvSpPr>
        <dsp:cNvPr id="0" name=""/>
        <dsp:cNvSpPr/>
      </dsp:nvSpPr>
      <dsp:spPr>
        <a:xfrm>
          <a:off x="708164" y="885421"/>
          <a:ext cx="1707707" cy="296379"/>
        </a:xfrm>
        <a:custGeom>
          <a:avLst/>
          <a:gdLst/>
          <a:ahLst/>
          <a:cxnLst/>
          <a:rect l="0" t="0" r="0" b="0"/>
          <a:pathLst>
            <a:path>
              <a:moveTo>
                <a:pt x="1707707" y="0"/>
              </a:moveTo>
              <a:lnTo>
                <a:pt x="1707707" y="148189"/>
              </a:lnTo>
              <a:lnTo>
                <a:pt x="0" y="148189"/>
              </a:lnTo>
              <a:lnTo>
                <a:pt x="0" y="29637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D9728E-0E51-4F14-9B92-65F345E13930}">
      <dsp:nvSpPr>
        <dsp:cNvPr id="0" name=""/>
        <dsp:cNvSpPr/>
      </dsp:nvSpPr>
      <dsp:spPr>
        <a:xfrm>
          <a:off x="1710207" y="179757"/>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Risk </a:t>
          </a:r>
        </a:p>
      </dsp:txBody>
      <dsp:txXfrm>
        <a:off x="1710207" y="179757"/>
        <a:ext cx="1411328" cy="705664"/>
      </dsp:txXfrm>
    </dsp:sp>
    <dsp:sp modelId="{9BB2D6B5-4509-497C-A442-C276D2A91575}">
      <dsp:nvSpPr>
        <dsp:cNvPr id="0" name=""/>
        <dsp:cNvSpPr/>
      </dsp:nvSpPr>
      <dsp:spPr>
        <a:xfrm>
          <a:off x="2499" y="1181800"/>
          <a:ext cx="1411328" cy="705664"/>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Innovation</a:t>
          </a:r>
        </a:p>
      </dsp:txBody>
      <dsp:txXfrm>
        <a:off x="2499" y="1181800"/>
        <a:ext cx="1411328" cy="705664"/>
      </dsp:txXfrm>
    </dsp:sp>
    <dsp:sp modelId="{95128B40-26AE-49AD-82EF-071AEA7BB205}">
      <dsp:nvSpPr>
        <dsp:cNvPr id="0" name=""/>
        <dsp:cNvSpPr/>
      </dsp:nvSpPr>
      <dsp:spPr>
        <a:xfrm>
          <a:off x="355332" y="2183843"/>
          <a:ext cx="1411328" cy="705664"/>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Technology </a:t>
          </a:r>
        </a:p>
      </dsp:txBody>
      <dsp:txXfrm>
        <a:off x="355332" y="2183843"/>
        <a:ext cx="1411328" cy="705664"/>
      </dsp:txXfrm>
    </dsp:sp>
    <dsp:sp modelId="{A8EA9EC8-F306-4E25-836B-9062BB1BC3A2}">
      <dsp:nvSpPr>
        <dsp:cNvPr id="0" name=""/>
        <dsp:cNvSpPr/>
      </dsp:nvSpPr>
      <dsp:spPr>
        <a:xfrm>
          <a:off x="355332" y="3185887"/>
          <a:ext cx="1411328" cy="705664"/>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Information</a:t>
          </a:r>
        </a:p>
        <a:p>
          <a:pPr marL="0" lvl="0" indent="0" algn="ctr" defTabSz="755650">
            <a:lnSpc>
              <a:spcPct val="90000"/>
            </a:lnSpc>
            <a:spcBef>
              <a:spcPct val="0"/>
            </a:spcBef>
            <a:spcAft>
              <a:spcPct val="35000"/>
            </a:spcAft>
            <a:buNone/>
          </a:pPr>
          <a:r>
            <a:rPr lang="en-US" sz="1700" kern="1200" noProof="0" dirty="0"/>
            <a:t>architecture  </a:t>
          </a:r>
        </a:p>
      </dsp:txBody>
      <dsp:txXfrm>
        <a:off x="355332" y="3185887"/>
        <a:ext cx="1411328" cy="705664"/>
      </dsp:txXfrm>
    </dsp:sp>
    <dsp:sp modelId="{70D61C82-04BE-4929-A650-CD4B978DFDDC}">
      <dsp:nvSpPr>
        <dsp:cNvPr id="0" name=""/>
        <dsp:cNvSpPr/>
      </dsp:nvSpPr>
      <dsp:spPr>
        <a:xfrm>
          <a:off x="355332" y="4187930"/>
          <a:ext cx="1411328" cy="705664"/>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Domain Knowledge </a:t>
          </a:r>
        </a:p>
      </dsp:txBody>
      <dsp:txXfrm>
        <a:off x="355332" y="4187930"/>
        <a:ext cx="1411328" cy="705664"/>
      </dsp:txXfrm>
    </dsp:sp>
    <dsp:sp modelId="{8773AF79-8611-422A-BC88-FBC71FD681A2}">
      <dsp:nvSpPr>
        <dsp:cNvPr id="0" name=""/>
        <dsp:cNvSpPr/>
      </dsp:nvSpPr>
      <dsp:spPr>
        <a:xfrm>
          <a:off x="1710207" y="1181800"/>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Size</a:t>
          </a:r>
        </a:p>
      </dsp:txBody>
      <dsp:txXfrm>
        <a:off x="1710207" y="1181800"/>
        <a:ext cx="1411328" cy="705664"/>
      </dsp:txXfrm>
    </dsp:sp>
    <dsp:sp modelId="{3124B647-1AC5-4B3B-B440-CCE2709061DA}">
      <dsp:nvSpPr>
        <dsp:cNvPr id="0" name=""/>
        <dsp:cNvSpPr/>
      </dsp:nvSpPr>
      <dsp:spPr>
        <a:xfrm>
          <a:off x="2063039" y="2183843"/>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Effort</a:t>
          </a:r>
        </a:p>
      </dsp:txBody>
      <dsp:txXfrm>
        <a:off x="2063039" y="2183843"/>
        <a:ext cx="1411328" cy="705664"/>
      </dsp:txXfrm>
    </dsp:sp>
    <dsp:sp modelId="{1020D555-A7DC-41E3-AECD-7C34E2FF34CA}">
      <dsp:nvSpPr>
        <dsp:cNvPr id="0" name=""/>
        <dsp:cNvSpPr/>
      </dsp:nvSpPr>
      <dsp:spPr>
        <a:xfrm>
          <a:off x="2063039" y="3185887"/>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Users</a:t>
          </a:r>
        </a:p>
      </dsp:txBody>
      <dsp:txXfrm>
        <a:off x="2063039" y="3185887"/>
        <a:ext cx="1411328" cy="705664"/>
      </dsp:txXfrm>
    </dsp:sp>
    <dsp:sp modelId="{4969A686-1DB9-44A3-B738-89317C6766B9}">
      <dsp:nvSpPr>
        <dsp:cNvPr id="0" name=""/>
        <dsp:cNvSpPr/>
      </dsp:nvSpPr>
      <dsp:spPr>
        <a:xfrm>
          <a:off x="2063039" y="4187930"/>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Organizational span </a:t>
          </a:r>
        </a:p>
      </dsp:txBody>
      <dsp:txXfrm>
        <a:off x="2063039" y="4187930"/>
        <a:ext cx="1411328" cy="705664"/>
      </dsp:txXfrm>
    </dsp:sp>
    <dsp:sp modelId="{C7515423-66E2-48AC-B918-61E7EA82F8EE}">
      <dsp:nvSpPr>
        <dsp:cNvPr id="0" name=""/>
        <dsp:cNvSpPr/>
      </dsp:nvSpPr>
      <dsp:spPr>
        <a:xfrm>
          <a:off x="3417915" y="1181800"/>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Uncertainty</a:t>
          </a:r>
        </a:p>
      </dsp:txBody>
      <dsp:txXfrm>
        <a:off x="3417915" y="1181800"/>
        <a:ext cx="1411328" cy="705664"/>
      </dsp:txXfrm>
    </dsp:sp>
    <dsp:sp modelId="{D104B623-D71C-4A5A-A365-7B36FD859DF5}">
      <dsp:nvSpPr>
        <dsp:cNvPr id="0" name=""/>
        <dsp:cNvSpPr/>
      </dsp:nvSpPr>
      <dsp:spPr>
        <a:xfrm>
          <a:off x="3770747" y="2183843"/>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Structure of procedures</a:t>
          </a:r>
        </a:p>
      </dsp:txBody>
      <dsp:txXfrm>
        <a:off x="3770747" y="2183843"/>
        <a:ext cx="1411328" cy="705664"/>
      </dsp:txXfrm>
    </dsp:sp>
    <dsp:sp modelId="{AAB07E15-B510-4993-B5ED-64BC91CEC6FA}">
      <dsp:nvSpPr>
        <dsp:cNvPr id="0" name=""/>
        <dsp:cNvSpPr/>
      </dsp:nvSpPr>
      <dsp:spPr>
        <a:xfrm>
          <a:off x="3770747" y="3185887"/>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BP innovation </a:t>
          </a:r>
        </a:p>
      </dsp:txBody>
      <dsp:txXfrm>
        <a:off x="3770747" y="3185887"/>
        <a:ext cx="1411328" cy="705664"/>
      </dsp:txXfrm>
    </dsp:sp>
    <dsp:sp modelId="{04E1750F-D904-43AE-9F5B-F789E71EB528}">
      <dsp:nvSpPr>
        <dsp:cNvPr id="0" name=""/>
        <dsp:cNvSpPr/>
      </dsp:nvSpPr>
      <dsp:spPr>
        <a:xfrm>
          <a:off x="3770747" y="4187930"/>
          <a:ext cx="1411328" cy="70566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User awareness / change readiness</a:t>
          </a:r>
        </a:p>
      </dsp:txBody>
      <dsp:txXfrm>
        <a:off x="3770747" y="4187930"/>
        <a:ext cx="1411328" cy="705664"/>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2797D-3E68-41A0-934E-CCB283BE06A9}">
      <dsp:nvSpPr>
        <dsp:cNvPr id="0" name=""/>
        <dsp:cNvSpPr/>
      </dsp:nvSpPr>
      <dsp:spPr>
        <a:xfrm>
          <a:off x="3736594" y="1891082"/>
          <a:ext cx="222260" cy="2785660"/>
        </a:xfrm>
        <a:custGeom>
          <a:avLst/>
          <a:gdLst/>
          <a:ahLst/>
          <a:cxnLst/>
          <a:rect l="0" t="0" r="0" b="0"/>
          <a:pathLst>
            <a:path>
              <a:moveTo>
                <a:pt x="0" y="0"/>
              </a:moveTo>
              <a:lnTo>
                <a:pt x="0" y="2785660"/>
              </a:lnTo>
              <a:lnTo>
                <a:pt x="222260" y="278566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A26C9D-D0A7-4B6B-BAF5-3E84AFF931D1}">
      <dsp:nvSpPr>
        <dsp:cNvPr id="0" name=""/>
        <dsp:cNvSpPr/>
      </dsp:nvSpPr>
      <dsp:spPr>
        <a:xfrm>
          <a:off x="3736594" y="1891082"/>
          <a:ext cx="222260" cy="1733629"/>
        </a:xfrm>
        <a:custGeom>
          <a:avLst/>
          <a:gdLst/>
          <a:ahLst/>
          <a:cxnLst/>
          <a:rect l="0" t="0" r="0" b="0"/>
          <a:pathLst>
            <a:path>
              <a:moveTo>
                <a:pt x="0" y="0"/>
              </a:moveTo>
              <a:lnTo>
                <a:pt x="0" y="1733629"/>
              </a:lnTo>
              <a:lnTo>
                <a:pt x="222260" y="17336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218344-C63E-4EA3-87DB-2E2558B12754}">
      <dsp:nvSpPr>
        <dsp:cNvPr id="0" name=""/>
        <dsp:cNvSpPr/>
      </dsp:nvSpPr>
      <dsp:spPr>
        <a:xfrm>
          <a:off x="3736594" y="1891082"/>
          <a:ext cx="222260" cy="681597"/>
        </a:xfrm>
        <a:custGeom>
          <a:avLst/>
          <a:gdLst/>
          <a:ahLst/>
          <a:cxnLst/>
          <a:rect l="0" t="0" r="0" b="0"/>
          <a:pathLst>
            <a:path>
              <a:moveTo>
                <a:pt x="0" y="0"/>
              </a:moveTo>
              <a:lnTo>
                <a:pt x="0" y="681597"/>
              </a:lnTo>
              <a:lnTo>
                <a:pt x="222260" y="68159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72AF13-5774-4D72-AD7C-A63A34792FE5}">
      <dsp:nvSpPr>
        <dsp:cNvPr id="0" name=""/>
        <dsp:cNvSpPr/>
      </dsp:nvSpPr>
      <dsp:spPr>
        <a:xfrm>
          <a:off x="2536390" y="839050"/>
          <a:ext cx="1792898" cy="311164"/>
        </a:xfrm>
        <a:custGeom>
          <a:avLst/>
          <a:gdLst/>
          <a:ahLst/>
          <a:cxnLst/>
          <a:rect l="0" t="0" r="0" b="0"/>
          <a:pathLst>
            <a:path>
              <a:moveTo>
                <a:pt x="0" y="0"/>
              </a:moveTo>
              <a:lnTo>
                <a:pt x="0" y="155582"/>
              </a:lnTo>
              <a:lnTo>
                <a:pt x="1792898" y="155582"/>
              </a:lnTo>
              <a:lnTo>
                <a:pt x="1792898" y="311164"/>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4BD5BC-36FC-4AC4-A05C-85042DB64966}">
      <dsp:nvSpPr>
        <dsp:cNvPr id="0" name=""/>
        <dsp:cNvSpPr/>
      </dsp:nvSpPr>
      <dsp:spPr>
        <a:xfrm>
          <a:off x="1943696" y="1891082"/>
          <a:ext cx="222260" cy="2785660"/>
        </a:xfrm>
        <a:custGeom>
          <a:avLst/>
          <a:gdLst/>
          <a:ahLst/>
          <a:cxnLst/>
          <a:rect l="0" t="0" r="0" b="0"/>
          <a:pathLst>
            <a:path>
              <a:moveTo>
                <a:pt x="0" y="0"/>
              </a:moveTo>
              <a:lnTo>
                <a:pt x="0" y="2785660"/>
              </a:lnTo>
              <a:lnTo>
                <a:pt x="222260" y="278566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8314EC-81CE-4304-B059-F451B0FC1FE0}">
      <dsp:nvSpPr>
        <dsp:cNvPr id="0" name=""/>
        <dsp:cNvSpPr/>
      </dsp:nvSpPr>
      <dsp:spPr>
        <a:xfrm>
          <a:off x="1943696" y="1891082"/>
          <a:ext cx="222260" cy="1733629"/>
        </a:xfrm>
        <a:custGeom>
          <a:avLst/>
          <a:gdLst/>
          <a:ahLst/>
          <a:cxnLst/>
          <a:rect l="0" t="0" r="0" b="0"/>
          <a:pathLst>
            <a:path>
              <a:moveTo>
                <a:pt x="0" y="0"/>
              </a:moveTo>
              <a:lnTo>
                <a:pt x="0" y="1733629"/>
              </a:lnTo>
              <a:lnTo>
                <a:pt x="222260" y="17336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D29A0E-3443-4152-934E-5BB0F2A561A5}">
      <dsp:nvSpPr>
        <dsp:cNvPr id="0" name=""/>
        <dsp:cNvSpPr/>
      </dsp:nvSpPr>
      <dsp:spPr>
        <a:xfrm>
          <a:off x="1943696" y="1891082"/>
          <a:ext cx="222260" cy="681597"/>
        </a:xfrm>
        <a:custGeom>
          <a:avLst/>
          <a:gdLst/>
          <a:ahLst/>
          <a:cxnLst/>
          <a:rect l="0" t="0" r="0" b="0"/>
          <a:pathLst>
            <a:path>
              <a:moveTo>
                <a:pt x="0" y="0"/>
              </a:moveTo>
              <a:lnTo>
                <a:pt x="0" y="681597"/>
              </a:lnTo>
              <a:lnTo>
                <a:pt x="222260" y="68159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0CB0B5-CE6A-4434-BAA5-3EABA2CE407D}">
      <dsp:nvSpPr>
        <dsp:cNvPr id="0" name=""/>
        <dsp:cNvSpPr/>
      </dsp:nvSpPr>
      <dsp:spPr>
        <a:xfrm>
          <a:off x="2490670" y="839050"/>
          <a:ext cx="91440" cy="311164"/>
        </a:xfrm>
        <a:custGeom>
          <a:avLst/>
          <a:gdLst/>
          <a:ahLst/>
          <a:cxnLst/>
          <a:rect l="0" t="0" r="0" b="0"/>
          <a:pathLst>
            <a:path>
              <a:moveTo>
                <a:pt x="45720" y="0"/>
              </a:moveTo>
              <a:lnTo>
                <a:pt x="45720" y="311164"/>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ED4EC-DA59-4E53-B9CE-1441B48131D0}">
      <dsp:nvSpPr>
        <dsp:cNvPr id="0" name=""/>
        <dsp:cNvSpPr/>
      </dsp:nvSpPr>
      <dsp:spPr>
        <a:xfrm>
          <a:off x="150798" y="1891082"/>
          <a:ext cx="222260" cy="2785660"/>
        </a:xfrm>
        <a:custGeom>
          <a:avLst/>
          <a:gdLst/>
          <a:ahLst/>
          <a:cxnLst/>
          <a:rect l="0" t="0" r="0" b="0"/>
          <a:pathLst>
            <a:path>
              <a:moveTo>
                <a:pt x="0" y="0"/>
              </a:moveTo>
              <a:lnTo>
                <a:pt x="0" y="2785660"/>
              </a:lnTo>
              <a:lnTo>
                <a:pt x="222260" y="278566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6AC0D1-54C7-45BD-9676-6FE91A50F5F6}">
      <dsp:nvSpPr>
        <dsp:cNvPr id="0" name=""/>
        <dsp:cNvSpPr/>
      </dsp:nvSpPr>
      <dsp:spPr>
        <a:xfrm>
          <a:off x="150798" y="1891082"/>
          <a:ext cx="222260" cy="1733629"/>
        </a:xfrm>
        <a:custGeom>
          <a:avLst/>
          <a:gdLst/>
          <a:ahLst/>
          <a:cxnLst/>
          <a:rect l="0" t="0" r="0" b="0"/>
          <a:pathLst>
            <a:path>
              <a:moveTo>
                <a:pt x="0" y="0"/>
              </a:moveTo>
              <a:lnTo>
                <a:pt x="0" y="1733629"/>
              </a:lnTo>
              <a:lnTo>
                <a:pt x="222260" y="17336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A40F38-BAB0-474D-B418-3CB698A127F4}">
      <dsp:nvSpPr>
        <dsp:cNvPr id="0" name=""/>
        <dsp:cNvSpPr/>
      </dsp:nvSpPr>
      <dsp:spPr>
        <a:xfrm>
          <a:off x="150798" y="1891082"/>
          <a:ext cx="222260" cy="681597"/>
        </a:xfrm>
        <a:custGeom>
          <a:avLst/>
          <a:gdLst/>
          <a:ahLst/>
          <a:cxnLst/>
          <a:rect l="0" t="0" r="0" b="0"/>
          <a:pathLst>
            <a:path>
              <a:moveTo>
                <a:pt x="0" y="0"/>
              </a:moveTo>
              <a:lnTo>
                <a:pt x="0" y="681597"/>
              </a:lnTo>
              <a:lnTo>
                <a:pt x="222260" y="68159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38E306-AC68-4241-8DB1-EB5997CAF004}">
      <dsp:nvSpPr>
        <dsp:cNvPr id="0" name=""/>
        <dsp:cNvSpPr/>
      </dsp:nvSpPr>
      <dsp:spPr>
        <a:xfrm>
          <a:off x="743491" y="839050"/>
          <a:ext cx="1792898" cy="311164"/>
        </a:xfrm>
        <a:custGeom>
          <a:avLst/>
          <a:gdLst/>
          <a:ahLst/>
          <a:cxnLst/>
          <a:rect l="0" t="0" r="0" b="0"/>
          <a:pathLst>
            <a:path>
              <a:moveTo>
                <a:pt x="1792898" y="0"/>
              </a:moveTo>
              <a:lnTo>
                <a:pt x="1792898" y="155582"/>
              </a:lnTo>
              <a:lnTo>
                <a:pt x="0" y="155582"/>
              </a:lnTo>
              <a:lnTo>
                <a:pt x="0" y="311164"/>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D9728E-0E51-4F14-9B92-65F345E13930}">
      <dsp:nvSpPr>
        <dsp:cNvPr id="0" name=""/>
        <dsp:cNvSpPr/>
      </dsp:nvSpPr>
      <dsp:spPr>
        <a:xfrm>
          <a:off x="1795523" y="98183"/>
          <a:ext cx="1481734" cy="74086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Risk </a:t>
          </a:r>
        </a:p>
      </dsp:txBody>
      <dsp:txXfrm>
        <a:off x="1795523" y="98183"/>
        <a:ext cx="1481734" cy="740867"/>
      </dsp:txXfrm>
    </dsp:sp>
    <dsp:sp modelId="{9BB2D6B5-4509-497C-A442-C276D2A91575}">
      <dsp:nvSpPr>
        <dsp:cNvPr id="0" name=""/>
        <dsp:cNvSpPr/>
      </dsp:nvSpPr>
      <dsp:spPr>
        <a:xfrm>
          <a:off x="2624" y="1150215"/>
          <a:ext cx="1481734" cy="740867"/>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Innovation</a:t>
          </a:r>
        </a:p>
      </dsp:txBody>
      <dsp:txXfrm>
        <a:off x="2624" y="1150215"/>
        <a:ext cx="1481734" cy="740867"/>
      </dsp:txXfrm>
    </dsp:sp>
    <dsp:sp modelId="{95128B40-26AE-49AD-82EF-071AEA7BB205}">
      <dsp:nvSpPr>
        <dsp:cNvPr id="0" name=""/>
        <dsp:cNvSpPr/>
      </dsp:nvSpPr>
      <dsp:spPr>
        <a:xfrm>
          <a:off x="373058" y="2202246"/>
          <a:ext cx="1481734" cy="740867"/>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Technology </a:t>
          </a:r>
        </a:p>
      </dsp:txBody>
      <dsp:txXfrm>
        <a:off x="373058" y="2202246"/>
        <a:ext cx="1481734" cy="740867"/>
      </dsp:txXfrm>
    </dsp:sp>
    <dsp:sp modelId="{A8EA9EC8-F306-4E25-836B-9062BB1BC3A2}">
      <dsp:nvSpPr>
        <dsp:cNvPr id="0" name=""/>
        <dsp:cNvSpPr/>
      </dsp:nvSpPr>
      <dsp:spPr>
        <a:xfrm>
          <a:off x="373058" y="3254277"/>
          <a:ext cx="1481734" cy="740867"/>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Information</a:t>
          </a:r>
        </a:p>
        <a:p>
          <a:pPr marL="0" lvl="0" indent="0" algn="ctr" defTabSz="800100">
            <a:lnSpc>
              <a:spcPct val="90000"/>
            </a:lnSpc>
            <a:spcBef>
              <a:spcPct val="0"/>
            </a:spcBef>
            <a:spcAft>
              <a:spcPct val="35000"/>
            </a:spcAft>
            <a:buNone/>
          </a:pPr>
          <a:r>
            <a:rPr lang="en-US" sz="1800" kern="1200" noProof="0" dirty="0"/>
            <a:t>architecture  </a:t>
          </a:r>
        </a:p>
      </dsp:txBody>
      <dsp:txXfrm>
        <a:off x="373058" y="3254277"/>
        <a:ext cx="1481734" cy="740867"/>
      </dsp:txXfrm>
    </dsp:sp>
    <dsp:sp modelId="{70D61C82-04BE-4929-A650-CD4B978DFDDC}">
      <dsp:nvSpPr>
        <dsp:cNvPr id="0" name=""/>
        <dsp:cNvSpPr/>
      </dsp:nvSpPr>
      <dsp:spPr>
        <a:xfrm>
          <a:off x="373058" y="4306309"/>
          <a:ext cx="1481734" cy="740867"/>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Domain Knowledge </a:t>
          </a:r>
        </a:p>
      </dsp:txBody>
      <dsp:txXfrm>
        <a:off x="373058" y="4306309"/>
        <a:ext cx="1481734" cy="740867"/>
      </dsp:txXfrm>
    </dsp:sp>
    <dsp:sp modelId="{8773AF79-8611-422A-BC88-FBC71FD681A2}">
      <dsp:nvSpPr>
        <dsp:cNvPr id="0" name=""/>
        <dsp:cNvSpPr/>
      </dsp:nvSpPr>
      <dsp:spPr>
        <a:xfrm>
          <a:off x="1795523" y="1150215"/>
          <a:ext cx="1481734" cy="740867"/>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Size</a:t>
          </a:r>
        </a:p>
      </dsp:txBody>
      <dsp:txXfrm>
        <a:off x="1795523" y="1150215"/>
        <a:ext cx="1481734" cy="740867"/>
      </dsp:txXfrm>
    </dsp:sp>
    <dsp:sp modelId="{3124B647-1AC5-4B3B-B440-CCE2709061DA}">
      <dsp:nvSpPr>
        <dsp:cNvPr id="0" name=""/>
        <dsp:cNvSpPr/>
      </dsp:nvSpPr>
      <dsp:spPr>
        <a:xfrm>
          <a:off x="2165956" y="2202246"/>
          <a:ext cx="1481734" cy="740867"/>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Effort</a:t>
          </a:r>
        </a:p>
      </dsp:txBody>
      <dsp:txXfrm>
        <a:off x="2165956" y="2202246"/>
        <a:ext cx="1481734" cy="740867"/>
      </dsp:txXfrm>
    </dsp:sp>
    <dsp:sp modelId="{1020D555-A7DC-41E3-AECD-7C34E2FF34CA}">
      <dsp:nvSpPr>
        <dsp:cNvPr id="0" name=""/>
        <dsp:cNvSpPr/>
      </dsp:nvSpPr>
      <dsp:spPr>
        <a:xfrm>
          <a:off x="2165956" y="3254277"/>
          <a:ext cx="1481734" cy="740867"/>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Users</a:t>
          </a:r>
        </a:p>
      </dsp:txBody>
      <dsp:txXfrm>
        <a:off x="2165956" y="3254277"/>
        <a:ext cx="1481734" cy="740867"/>
      </dsp:txXfrm>
    </dsp:sp>
    <dsp:sp modelId="{4969A686-1DB9-44A3-B738-89317C6766B9}">
      <dsp:nvSpPr>
        <dsp:cNvPr id="0" name=""/>
        <dsp:cNvSpPr/>
      </dsp:nvSpPr>
      <dsp:spPr>
        <a:xfrm>
          <a:off x="2165956" y="4306309"/>
          <a:ext cx="1481734" cy="740867"/>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Organizational span </a:t>
          </a:r>
        </a:p>
      </dsp:txBody>
      <dsp:txXfrm>
        <a:off x="2165956" y="4306309"/>
        <a:ext cx="1481734" cy="740867"/>
      </dsp:txXfrm>
    </dsp:sp>
    <dsp:sp modelId="{C7515423-66E2-48AC-B918-61E7EA82F8EE}">
      <dsp:nvSpPr>
        <dsp:cNvPr id="0" name=""/>
        <dsp:cNvSpPr/>
      </dsp:nvSpPr>
      <dsp:spPr>
        <a:xfrm>
          <a:off x="3588421" y="1150215"/>
          <a:ext cx="1481734" cy="74086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Uncertainty</a:t>
          </a:r>
        </a:p>
      </dsp:txBody>
      <dsp:txXfrm>
        <a:off x="3588421" y="1150215"/>
        <a:ext cx="1481734" cy="740867"/>
      </dsp:txXfrm>
    </dsp:sp>
    <dsp:sp modelId="{D104B623-D71C-4A5A-A365-7B36FD859DF5}">
      <dsp:nvSpPr>
        <dsp:cNvPr id="0" name=""/>
        <dsp:cNvSpPr/>
      </dsp:nvSpPr>
      <dsp:spPr>
        <a:xfrm>
          <a:off x="3958855" y="2202246"/>
          <a:ext cx="1481734" cy="74086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Structure of procedures</a:t>
          </a:r>
        </a:p>
      </dsp:txBody>
      <dsp:txXfrm>
        <a:off x="3958855" y="2202246"/>
        <a:ext cx="1481734" cy="740867"/>
      </dsp:txXfrm>
    </dsp:sp>
    <dsp:sp modelId="{AAB07E15-B510-4993-B5ED-64BC91CEC6FA}">
      <dsp:nvSpPr>
        <dsp:cNvPr id="0" name=""/>
        <dsp:cNvSpPr/>
      </dsp:nvSpPr>
      <dsp:spPr>
        <a:xfrm>
          <a:off x="3958855" y="3254277"/>
          <a:ext cx="1481734" cy="74086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BP innovation </a:t>
          </a:r>
        </a:p>
      </dsp:txBody>
      <dsp:txXfrm>
        <a:off x="3958855" y="3254277"/>
        <a:ext cx="1481734" cy="740867"/>
      </dsp:txXfrm>
    </dsp:sp>
    <dsp:sp modelId="{04E1750F-D904-43AE-9F5B-F789E71EB528}">
      <dsp:nvSpPr>
        <dsp:cNvPr id="0" name=""/>
        <dsp:cNvSpPr/>
      </dsp:nvSpPr>
      <dsp:spPr>
        <a:xfrm>
          <a:off x="3958855" y="4306309"/>
          <a:ext cx="1481734" cy="74086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User awareness / change readiness</a:t>
          </a:r>
        </a:p>
      </dsp:txBody>
      <dsp:txXfrm>
        <a:off x="3958855" y="4306309"/>
        <a:ext cx="1481734" cy="74086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2797D-3E68-41A0-934E-CCB283BE06A9}">
      <dsp:nvSpPr>
        <dsp:cNvPr id="0" name=""/>
        <dsp:cNvSpPr/>
      </dsp:nvSpPr>
      <dsp:spPr>
        <a:xfrm>
          <a:off x="3410754" y="2042135"/>
          <a:ext cx="202878" cy="2542743"/>
        </a:xfrm>
        <a:custGeom>
          <a:avLst/>
          <a:gdLst/>
          <a:ahLst/>
          <a:cxnLst/>
          <a:rect l="0" t="0" r="0" b="0"/>
          <a:pathLst>
            <a:path>
              <a:moveTo>
                <a:pt x="0" y="0"/>
              </a:moveTo>
              <a:lnTo>
                <a:pt x="0" y="2542743"/>
              </a:lnTo>
              <a:lnTo>
                <a:pt x="202878" y="254274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A26C9D-D0A7-4B6B-BAF5-3E84AFF931D1}">
      <dsp:nvSpPr>
        <dsp:cNvPr id="0" name=""/>
        <dsp:cNvSpPr/>
      </dsp:nvSpPr>
      <dsp:spPr>
        <a:xfrm>
          <a:off x="3410754" y="2042135"/>
          <a:ext cx="202878" cy="1582452"/>
        </a:xfrm>
        <a:custGeom>
          <a:avLst/>
          <a:gdLst/>
          <a:ahLst/>
          <a:cxnLst/>
          <a:rect l="0" t="0" r="0" b="0"/>
          <a:pathLst>
            <a:path>
              <a:moveTo>
                <a:pt x="0" y="0"/>
              </a:moveTo>
              <a:lnTo>
                <a:pt x="0" y="1582452"/>
              </a:lnTo>
              <a:lnTo>
                <a:pt x="202878" y="158245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218344-C63E-4EA3-87DB-2E2558B12754}">
      <dsp:nvSpPr>
        <dsp:cNvPr id="0" name=""/>
        <dsp:cNvSpPr/>
      </dsp:nvSpPr>
      <dsp:spPr>
        <a:xfrm>
          <a:off x="3410754" y="2042135"/>
          <a:ext cx="202878" cy="622160"/>
        </a:xfrm>
        <a:custGeom>
          <a:avLst/>
          <a:gdLst/>
          <a:ahLst/>
          <a:cxnLst/>
          <a:rect l="0" t="0" r="0" b="0"/>
          <a:pathLst>
            <a:path>
              <a:moveTo>
                <a:pt x="0" y="0"/>
              </a:moveTo>
              <a:lnTo>
                <a:pt x="0" y="622160"/>
              </a:lnTo>
              <a:lnTo>
                <a:pt x="202878" y="62216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72AF13-5774-4D72-AD7C-A63A34792FE5}">
      <dsp:nvSpPr>
        <dsp:cNvPr id="0" name=""/>
        <dsp:cNvSpPr/>
      </dsp:nvSpPr>
      <dsp:spPr>
        <a:xfrm>
          <a:off x="2315210" y="1081843"/>
          <a:ext cx="1636553" cy="284029"/>
        </a:xfrm>
        <a:custGeom>
          <a:avLst/>
          <a:gdLst/>
          <a:ahLst/>
          <a:cxnLst/>
          <a:rect l="0" t="0" r="0" b="0"/>
          <a:pathLst>
            <a:path>
              <a:moveTo>
                <a:pt x="0" y="0"/>
              </a:moveTo>
              <a:lnTo>
                <a:pt x="0" y="142014"/>
              </a:lnTo>
              <a:lnTo>
                <a:pt x="1636553" y="142014"/>
              </a:lnTo>
              <a:lnTo>
                <a:pt x="1636553" y="28402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4BD5BC-36FC-4AC4-A05C-85042DB64966}">
      <dsp:nvSpPr>
        <dsp:cNvPr id="0" name=""/>
        <dsp:cNvSpPr/>
      </dsp:nvSpPr>
      <dsp:spPr>
        <a:xfrm>
          <a:off x="1774201" y="2042135"/>
          <a:ext cx="202878" cy="2542743"/>
        </a:xfrm>
        <a:custGeom>
          <a:avLst/>
          <a:gdLst/>
          <a:ahLst/>
          <a:cxnLst/>
          <a:rect l="0" t="0" r="0" b="0"/>
          <a:pathLst>
            <a:path>
              <a:moveTo>
                <a:pt x="0" y="0"/>
              </a:moveTo>
              <a:lnTo>
                <a:pt x="0" y="2542743"/>
              </a:lnTo>
              <a:lnTo>
                <a:pt x="202878" y="254274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8314EC-81CE-4304-B059-F451B0FC1FE0}">
      <dsp:nvSpPr>
        <dsp:cNvPr id="0" name=""/>
        <dsp:cNvSpPr/>
      </dsp:nvSpPr>
      <dsp:spPr>
        <a:xfrm>
          <a:off x="1774201" y="2042135"/>
          <a:ext cx="202878" cy="1582452"/>
        </a:xfrm>
        <a:custGeom>
          <a:avLst/>
          <a:gdLst/>
          <a:ahLst/>
          <a:cxnLst/>
          <a:rect l="0" t="0" r="0" b="0"/>
          <a:pathLst>
            <a:path>
              <a:moveTo>
                <a:pt x="0" y="0"/>
              </a:moveTo>
              <a:lnTo>
                <a:pt x="0" y="1582452"/>
              </a:lnTo>
              <a:lnTo>
                <a:pt x="202878" y="158245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D29A0E-3443-4152-934E-5BB0F2A561A5}">
      <dsp:nvSpPr>
        <dsp:cNvPr id="0" name=""/>
        <dsp:cNvSpPr/>
      </dsp:nvSpPr>
      <dsp:spPr>
        <a:xfrm>
          <a:off x="1774201" y="2042135"/>
          <a:ext cx="202878" cy="622160"/>
        </a:xfrm>
        <a:custGeom>
          <a:avLst/>
          <a:gdLst/>
          <a:ahLst/>
          <a:cxnLst/>
          <a:rect l="0" t="0" r="0" b="0"/>
          <a:pathLst>
            <a:path>
              <a:moveTo>
                <a:pt x="0" y="0"/>
              </a:moveTo>
              <a:lnTo>
                <a:pt x="0" y="622160"/>
              </a:lnTo>
              <a:lnTo>
                <a:pt x="202878" y="62216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0CB0B5-CE6A-4434-BAA5-3EABA2CE407D}">
      <dsp:nvSpPr>
        <dsp:cNvPr id="0" name=""/>
        <dsp:cNvSpPr/>
      </dsp:nvSpPr>
      <dsp:spPr>
        <a:xfrm>
          <a:off x="2269490" y="1081843"/>
          <a:ext cx="91440" cy="284029"/>
        </a:xfrm>
        <a:custGeom>
          <a:avLst/>
          <a:gdLst/>
          <a:ahLst/>
          <a:cxnLst/>
          <a:rect l="0" t="0" r="0" b="0"/>
          <a:pathLst>
            <a:path>
              <a:moveTo>
                <a:pt x="45720" y="0"/>
              </a:moveTo>
              <a:lnTo>
                <a:pt x="45720" y="28402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ED4EC-DA59-4E53-B9CE-1441B48131D0}">
      <dsp:nvSpPr>
        <dsp:cNvPr id="0" name=""/>
        <dsp:cNvSpPr/>
      </dsp:nvSpPr>
      <dsp:spPr>
        <a:xfrm>
          <a:off x="137648" y="2042135"/>
          <a:ext cx="202878" cy="2542743"/>
        </a:xfrm>
        <a:custGeom>
          <a:avLst/>
          <a:gdLst/>
          <a:ahLst/>
          <a:cxnLst/>
          <a:rect l="0" t="0" r="0" b="0"/>
          <a:pathLst>
            <a:path>
              <a:moveTo>
                <a:pt x="0" y="0"/>
              </a:moveTo>
              <a:lnTo>
                <a:pt x="0" y="2542743"/>
              </a:lnTo>
              <a:lnTo>
                <a:pt x="202878" y="254274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6AC0D1-54C7-45BD-9676-6FE91A50F5F6}">
      <dsp:nvSpPr>
        <dsp:cNvPr id="0" name=""/>
        <dsp:cNvSpPr/>
      </dsp:nvSpPr>
      <dsp:spPr>
        <a:xfrm>
          <a:off x="137648" y="2042135"/>
          <a:ext cx="202878" cy="1582452"/>
        </a:xfrm>
        <a:custGeom>
          <a:avLst/>
          <a:gdLst/>
          <a:ahLst/>
          <a:cxnLst/>
          <a:rect l="0" t="0" r="0" b="0"/>
          <a:pathLst>
            <a:path>
              <a:moveTo>
                <a:pt x="0" y="0"/>
              </a:moveTo>
              <a:lnTo>
                <a:pt x="0" y="1582452"/>
              </a:lnTo>
              <a:lnTo>
                <a:pt x="202878" y="158245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A40F38-BAB0-474D-B418-3CB698A127F4}">
      <dsp:nvSpPr>
        <dsp:cNvPr id="0" name=""/>
        <dsp:cNvSpPr/>
      </dsp:nvSpPr>
      <dsp:spPr>
        <a:xfrm>
          <a:off x="137648" y="2042135"/>
          <a:ext cx="202878" cy="622160"/>
        </a:xfrm>
        <a:custGeom>
          <a:avLst/>
          <a:gdLst/>
          <a:ahLst/>
          <a:cxnLst/>
          <a:rect l="0" t="0" r="0" b="0"/>
          <a:pathLst>
            <a:path>
              <a:moveTo>
                <a:pt x="0" y="0"/>
              </a:moveTo>
              <a:lnTo>
                <a:pt x="0" y="622160"/>
              </a:lnTo>
              <a:lnTo>
                <a:pt x="202878" y="62216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38E306-AC68-4241-8DB1-EB5997CAF004}">
      <dsp:nvSpPr>
        <dsp:cNvPr id="0" name=""/>
        <dsp:cNvSpPr/>
      </dsp:nvSpPr>
      <dsp:spPr>
        <a:xfrm>
          <a:off x="678657" y="1081843"/>
          <a:ext cx="1636553" cy="284029"/>
        </a:xfrm>
        <a:custGeom>
          <a:avLst/>
          <a:gdLst/>
          <a:ahLst/>
          <a:cxnLst/>
          <a:rect l="0" t="0" r="0" b="0"/>
          <a:pathLst>
            <a:path>
              <a:moveTo>
                <a:pt x="1636553" y="0"/>
              </a:moveTo>
              <a:lnTo>
                <a:pt x="1636553" y="142014"/>
              </a:lnTo>
              <a:lnTo>
                <a:pt x="0" y="142014"/>
              </a:lnTo>
              <a:lnTo>
                <a:pt x="0" y="28402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D9728E-0E51-4F14-9B92-65F345E13930}">
      <dsp:nvSpPr>
        <dsp:cNvPr id="0" name=""/>
        <dsp:cNvSpPr/>
      </dsp:nvSpPr>
      <dsp:spPr>
        <a:xfrm>
          <a:off x="1638948" y="405582"/>
          <a:ext cx="1352523" cy="676261"/>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Risk </a:t>
          </a:r>
        </a:p>
      </dsp:txBody>
      <dsp:txXfrm>
        <a:off x="1638948" y="405582"/>
        <a:ext cx="1352523" cy="676261"/>
      </dsp:txXfrm>
    </dsp:sp>
    <dsp:sp modelId="{9BB2D6B5-4509-497C-A442-C276D2A91575}">
      <dsp:nvSpPr>
        <dsp:cNvPr id="0" name=""/>
        <dsp:cNvSpPr/>
      </dsp:nvSpPr>
      <dsp:spPr>
        <a:xfrm>
          <a:off x="2395" y="1365873"/>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Innovation</a:t>
          </a:r>
        </a:p>
      </dsp:txBody>
      <dsp:txXfrm>
        <a:off x="2395" y="1365873"/>
        <a:ext cx="1352523" cy="676261"/>
      </dsp:txXfrm>
    </dsp:sp>
    <dsp:sp modelId="{95128B40-26AE-49AD-82EF-071AEA7BB205}">
      <dsp:nvSpPr>
        <dsp:cNvPr id="0" name=""/>
        <dsp:cNvSpPr/>
      </dsp:nvSpPr>
      <dsp:spPr>
        <a:xfrm>
          <a:off x="340526" y="2326165"/>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Technology </a:t>
          </a:r>
        </a:p>
      </dsp:txBody>
      <dsp:txXfrm>
        <a:off x="340526" y="2326165"/>
        <a:ext cx="1352523" cy="676261"/>
      </dsp:txXfrm>
    </dsp:sp>
    <dsp:sp modelId="{A8EA9EC8-F306-4E25-836B-9062BB1BC3A2}">
      <dsp:nvSpPr>
        <dsp:cNvPr id="0" name=""/>
        <dsp:cNvSpPr/>
      </dsp:nvSpPr>
      <dsp:spPr>
        <a:xfrm>
          <a:off x="340526" y="3286456"/>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Information</a:t>
          </a:r>
        </a:p>
        <a:p>
          <a:pPr marL="0" lvl="0" indent="0" algn="ctr" defTabSz="711200">
            <a:lnSpc>
              <a:spcPct val="90000"/>
            </a:lnSpc>
            <a:spcBef>
              <a:spcPct val="0"/>
            </a:spcBef>
            <a:spcAft>
              <a:spcPct val="35000"/>
            </a:spcAft>
            <a:buNone/>
          </a:pPr>
          <a:r>
            <a:rPr lang="en-US" sz="1600" kern="1200" noProof="0" dirty="0"/>
            <a:t>architecture  </a:t>
          </a:r>
        </a:p>
      </dsp:txBody>
      <dsp:txXfrm>
        <a:off x="340526" y="3286456"/>
        <a:ext cx="1352523" cy="676261"/>
      </dsp:txXfrm>
    </dsp:sp>
    <dsp:sp modelId="{70D61C82-04BE-4929-A650-CD4B978DFDDC}">
      <dsp:nvSpPr>
        <dsp:cNvPr id="0" name=""/>
        <dsp:cNvSpPr/>
      </dsp:nvSpPr>
      <dsp:spPr>
        <a:xfrm>
          <a:off x="340526" y="4246748"/>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Domain Knowledge </a:t>
          </a:r>
        </a:p>
      </dsp:txBody>
      <dsp:txXfrm>
        <a:off x="340526" y="4246748"/>
        <a:ext cx="1352523" cy="676261"/>
      </dsp:txXfrm>
    </dsp:sp>
    <dsp:sp modelId="{8773AF79-8611-422A-BC88-FBC71FD681A2}">
      <dsp:nvSpPr>
        <dsp:cNvPr id="0" name=""/>
        <dsp:cNvSpPr/>
      </dsp:nvSpPr>
      <dsp:spPr>
        <a:xfrm>
          <a:off x="1638948" y="1365873"/>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Size</a:t>
          </a:r>
        </a:p>
      </dsp:txBody>
      <dsp:txXfrm>
        <a:off x="1638948" y="1365873"/>
        <a:ext cx="1352523" cy="676261"/>
      </dsp:txXfrm>
    </dsp:sp>
    <dsp:sp modelId="{3124B647-1AC5-4B3B-B440-CCE2709061DA}">
      <dsp:nvSpPr>
        <dsp:cNvPr id="0" name=""/>
        <dsp:cNvSpPr/>
      </dsp:nvSpPr>
      <dsp:spPr>
        <a:xfrm>
          <a:off x="1977079" y="2326165"/>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Effort</a:t>
          </a:r>
        </a:p>
      </dsp:txBody>
      <dsp:txXfrm>
        <a:off x="1977079" y="2326165"/>
        <a:ext cx="1352523" cy="676261"/>
      </dsp:txXfrm>
    </dsp:sp>
    <dsp:sp modelId="{1020D555-A7DC-41E3-AECD-7C34E2FF34CA}">
      <dsp:nvSpPr>
        <dsp:cNvPr id="0" name=""/>
        <dsp:cNvSpPr/>
      </dsp:nvSpPr>
      <dsp:spPr>
        <a:xfrm>
          <a:off x="1977079" y="3286456"/>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Users</a:t>
          </a:r>
        </a:p>
      </dsp:txBody>
      <dsp:txXfrm>
        <a:off x="1977079" y="3286456"/>
        <a:ext cx="1352523" cy="676261"/>
      </dsp:txXfrm>
    </dsp:sp>
    <dsp:sp modelId="{4969A686-1DB9-44A3-B738-89317C6766B9}">
      <dsp:nvSpPr>
        <dsp:cNvPr id="0" name=""/>
        <dsp:cNvSpPr/>
      </dsp:nvSpPr>
      <dsp:spPr>
        <a:xfrm>
          <a:off x="1977079" y="4246748"/>
          <a:ext cx="1352523" cy="67626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Organizational span </a:t>
          </a:r>
        </a:p>
      </dsp:txBody>
      <dsp:txXfrm>
        <a:off x="1977079" y="4246748"/>
        <a:ext cx="1352523" cy="676261"/>
      </dsp:txXfrm>
    </dsp:sp>
    <dsp:sp modelId="{C7515423-66E2-48AC-B918-61E7EA82F8EE}">
      <dsp:nvSpPr>
        <dsp:cNvPr id="0" name=""/>
        <dsp:cNvSpPr/>
      </dsp:nvSpPr>
      <dsp:spPr>
        <a:xfrm>
          <a:off x="3275502" y="1365873"/>
          <a:ext cx="1352523" cy="676261"/>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Uncertainty</a:t>
          </a:r>
        </a:p>
      </dsp:txBody>
      <dsp:txXfrm>
        <a:off x="3275502" y="1365873"/>
        <a:ext cx="1352523" cy="676261"/>
      </dsp:txXfrm>
    </dsp:sp>
    <dsp:sp modelId="{D104B623-D71C-4A5A-A365-7B36FD859DF5}">
      <dsp:nvSpPr>
        <dsp:cNvPr id="0" name=""/>
        <dsp:cNvSpPr/>
      </dsp:nvSpPr>
      <dsp:spPr>
        <a:xfrm>
          <a:off x="3613632" y="2326165"/>
          <a:ext cx="1352523" cy="676261"/>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Structure of procedures</a:t>
          </a:r>
        </a:p>
      </dsp:txBody>
      <dsp:txXfrm>
        <a:off x="3613632" y="2326165"/>
        <a:ext cx="1352523" cy="676261"/>
      </dsp:txXfrm>
    </dsp:sp>
    <dsp:sp modelId="{AAB07E15-B510-4993-B5ED-64BC91CEC6FA}">
      <dsp:nvSpPr>
        <dsp:cNvPr id="0" name=""/>
        <dsp:cNvSpPr/>
      </dsp:nvSpPr>
      <dsp:spPr>
        <a:xfrm>
          <a:off x="3613632" y="3286456"/>
          <a:ext cx="1352523" cy="676261"/>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BP innovation </a:t>
          </a:r>
        </a:p>
      </dsp:txBody>
      <dsp:txXfrm>
        <a:off x="3613632" y="3286456"/>
        <a:ext cx="1352523" cy="676261"/>
      </dsp:txXfrm>
    </dsp:sp>
    <dsp:sp modelId="{04E1750F-D904-43AE-9F5B-F789E71EB528}">
      <dsp:nvSpPr>
        <dsp:cNvPr id="0" name=""/>
        <dsp:cNvSpPr/>
      </dsp:nvSpPr>
      <dsp:spPr>
        <a:xfrm>
          <a:off x="3613632" y="4246748"/>
          <a:ext cx="1352523" cy="676261"/>
        </a:xfrm>
        <a:prstGeom prst="rect">
          <a:avLst/>
        </a:prstGeom>
        <a:solidFill>
          <a:schemeClr val="bg2">
            <a:lumMod val="60000"/>
            <a:lumOff val="4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User awareness / change readiness</a:t>
          </a:r>
        </a:p>
      </dsp:txBody>
      <dsp:txXfrm>
        <a:off x="3613632" y="4246748"/>
        <a:ext cx="1352523" cy="67626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C47828-3073-422A-A446-DE93B76B35E4}">
      <dsp:nvSpPr>
        <dsp:cNvPr id="0" name=""/>
        <dsp:cNvSpPr/>
      </dsp:nvSpPr>
      <dsp:spPr>
        <a:xfrm>
          <a:off x="833875" y="423469"/>
          <a:ext cx="2573321" cy="80416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4686"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noProof="0" dirty="0"/>
            <a:t>Low</a:t>
          </a:r>
        </a:p>
      </dsp:txBody>
      <dsp:txXfrm>
        <a:off x="833875" y="423469"/>
        <a:ext cx="2573321" cy="804163"/>
      </dsp:txXfrm>
    </dsp:sp>
    <dsp:sp modelId="{A4D526E8-DD5A-4E6B-BCFD-B1CB422703D1}">
      <dsp:nvSpPr>
        <dsp:cNvPr id="0" name=""/>
        <dsp:cNvSpPr/>
      </dsp:nvSpPr>
      <dsp:spPr>
        <a:xfrm>
          <a:off x="726653" y="307312"/>
          <a:ext cx="562914" cy="844371"/>
        </a:xfrm>
        <a:prstGeom prst="rect">
          <a:avLst/>
        </a:prstGeom>
        <a:solidFill>
          <a:schemeClr val="bg1">
            <a:lumMod val="9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9821EBD5-BF94-40ED-A04A-A014463DF83B}">
      <dsp:nvSpPr>
        <dsp:cNvPr id="0" name=""/>
        <dsp:cNvSpPr/>
      </dsp:nvSpPr>
      <dsp:spPr>
        <a:xfrm>
          <a:off x="833875" y="1435820"/>
          <a:ext cx="2573321" cy="80416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4686"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noProof="0" dirty="0"/>
            <a:t>Middle</a:t>
          </a:r>
        </a:p>
      </dsp:txBody>
      <dsp:txXfrm>
        <a:off x="833875" y="1435820"/>
        <a:ext cx="2573321" cy="804163"/>
      </dsp:txXfrm>
    </dsp:sp>
    <dsp:sp modelId="{1D64C872-33C9-4065-97B9-1EDB8E101511}">
      <dsp:nvSpPr>
        <dsp:cNvPr id="0" name=""/>
        <dsp:cNvSpPr/>
      </dsp:nvSpPr>
      <dsp:spPr>
        <a:xfrm>
          <a:off x="726653" y="1319664"/>
          <a:ext cx="562914" cy="844371"/>
        </a:xfrm>
        <a:prstGeom prst="rect">
          <a:avLst/>
        </a:prstGeom>
        <a:solidFill>
          <a:srgbClr val="FFFF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D7C03904-8F89-47BE-860C-1C106682C35D}">
      <dsp:nvSpPr>
        <dsp:cNvPr id="0" name=""/>
        <dsp:cNvSpPr/>
      </dsp:nvSpPr>
      <dsp:spPr>
        <a:xfrm>
          <a:off x="833875" y="2448172"/>
          <a:ext cx="2573321" cy="80416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4686"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noProof="0" dirty="0"/>
            <a:t>High</a:t>
          </a:r>
        </a:p>
      </dsp:txBody>
      <dsp:txXfrm>
        <a:off x="833875" y="2448172"/>
        <a:ext cx="2573321" cy="804163"/>
      </dsp:txXfrm>
    </dsp:sp>
    <dsp:sp modelId="{68B8F3CE-C561-4844-9714-11CC5CF5EA74}">
      <dsp:nvSpPr>
        <dsp:cNvPr id="0" name=""/>
        <dsp:cNvSpPr/>
      </dsp:nvSpPr>
      <dsp:spPr>
        <a:xfrm>
          <a:off x="726653" y="2332015"/>
          <a:ext cx="562914" cy="844371"/>
        </a:xfrm>
        <a:prstGeom prst="rect">
          <a:avLst/>
        </a:prstGeom>
        <a:solidFill>
          <a:srgbClr val="FF99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F1C36FDE-22F7-405B-9C3C-9095E2737D0E}">
      <dsp:nvSpPr>
        <dsp:cNvPr id="0" name=""/>
        <dsp:cNvSpPr/>
      </dsp:nvSpPr>
      <dsp:spPr>
        <a:xfrm>
          <a:off x="833875" y="3460524"/>
          <a:ext cx="2573321" cy="80416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44686"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i="1" kern="1200" noProof="0" dirty="0"/>
            <a:t>Very high </a:t>
          </a:r>
        </a:p>
      </dsp:txBody>
      <dsp:txXfrm>
        <a:off x="833875" y="3460524"/>
        <a:ext cx="2573321" cy="804163"/>
      </dsp:txXfrm>
    </dsp:sp>
    <dsp:sp modelId="{AECE8F13-A634-40BC-BAF1-26C1F1CA55A3}">
      <dsp:nvSpPr>
        <dsp:cNvPr id="0" name=""/>
        <dsp:cNvSpPr/>
      </dsp:nvSpPr>
      <dsp:spPr>
        <a:xfrm>
          <a:off x="726653" y="3344367"/>
          <a:ext cx="562914" cy="844371"/>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2797D-3E68-41A0-934E-CCB283BE06A9}">
      <dsp:nvSpPr>
        <dsp:cNvPr id="0" name=""/>
        <dsp:cNvSpPr/>
      </dsp:nvSpPr>
      <dsp:spPr>
        <a:xfrm>
          <a:off x="2837757" y="1768360"/>
          <a:ext cx="168795" cy="2115570"/>
        </a:xfrm>
        <a:custGeom>
          <a:avLst/>
          <a:gdLst/>
          <a:ahLst/>
          <a:cxnLst/>
          <a:rect l="0" t="0" r="0" b="0"/>
          <a:pathLst>
            <a:path>
              <a:moveTo>
                <a:pt x="0" y="0"/>
              </a:moveTo>
              <a:lnTo>
                <a:pt x="0" y="2115570"/>
              </a:lnTo>
              <a:lnTo>
                <a:pt x="168795" y="211557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A26C9D-D0A7-4B6B-BAF5-3E84AFF931D1}">
      <dsp:nvSpPr>
        <dsp:cNvPr id="0" name=""/>
        <dsp:cNvSpPr/>
      </dsp:nvSpPr>
      <dsp:spPr>
        <a:xfrm>
          <a:off x="2837757" y="1768360"/>
          <a:ext cx="168795" cy="1316604"/>
        </a:xfrm>
        <a:custGeom>
          <a:avLst/>
          <a:gdLst/>
          <a:ahLst/>
          <a:cxnLst/>
          <a:rect l="0" t="0" r="0" b="0"/>
          <a:pathLst>
            <a:path>
              <a:moveTo>
                <a:pt x="0" y="0"/>
              </a:moveTo>
              <a:lnTo>
                <a:pt x="0" y="1316604"/>
              </a:lnTo>
              <a:lnTo>
                <a:pt x="168795" y="131660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218344-C63E-4EA3-87DB-2E2558B12754}">
      <dsp:nvSpPr>
        <dsp:cNvPr id="0" name=""/>
        <dsp:cNvSpPr/>
      </dsp:nvSpPr>
      <dsp:spPr>
        <a:xfrm>
          <a:off x="2837757" y="1768360"/>
          <a:ext cx="168795" cy="517639"/>
        </a:xfrm>
        <a:custGeom>
          <a:avLst/>
          <a:gdLst/>
          <a:ahLst/>
          <a:cxnLst/>
          <a:rect l="0" t="0" r="0" b="0"/>
          <a:pathLst>
            <a:path>
              <a:moveTo>
                <a:pt x="0" y="0"/>
              </a:moveTo>
              <a:lnTo>
                <a:pt x="0" y="517639"/>
              </a:lnTo>
              <a:lnTo>
                <a:pt x="168795" y="5176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72AF13-5774-4D72-AD7C-A63A34792FE5}">
      <dsp:nvSpPr>
        <dsp:cNvPr id="0" name=""/>
        <dsp:cNvSpPr/>
      </dsp:nvSpPr>
      <dsp:spPr>
        <a:xfrm>
          <a:off x="1926262" y="969395"/>
          <a:ext cx="1361617" cy="236313"/>
        </a:xfrm>
        <a:custGeom>
          <a:avLst/>
          <a:gdLst/>
          <a:ahLst/>
          <a:cxnLst/>
          <a:rect l="0" t="0" r="0" b="0"/>
          <a:pathLst>
            <a:path>
              <a:moveTo>
                <a:pt x="0" y="0"/>
              </a:moveTo>
              <a:lnTo>
                <a:pt x="0" y="118156"/>
              </a:lnTo>
              <a:lnTo>
                <a:pt x="1361617" y="118156"/>
              </a:lnTo>
              <a:lnTo>
                <a:pt x="1361617" y="23631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4BD5BC-36FC-4AC4-A05C-85042DB64966}">
      <dsp:nvSpPr>
        <dsp:cNvPr id="0" name=""/>
        <dsp:cNvSpPr/>
      </dsp:nvSpPr>
      <dsp:spPr>
        <a:xfrm>
          <a:off x="1476140" y="1768360"/>
          <a:ext cx="168795" cy="2115570"/>
        </a:xfrm>
        <a:custGeom>
          <a:avLst/>
          <a:gdLst/>
          <a:ahLst/>
          <a:cxnLst/>
          <a:rect l="0" t="0" r="0" b="0"/>
          <a:pathLst>
            <a:path>
              <a:moveTo>
                <a:pt x="0" y="0"/>
              </a:moveTo>
              <a:lnTo>
                <a:pt x="0" y="2115570"/>
              </a:lnTo>
              <a:lnTo>
                <a:pt x="168795" y="211557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8314EC-81CE-4304-B059-F451B0FC1FE0}">
      <dsp:nvSpPr>
        <dsp:cNvPr id="0" name=""/>
        <dsp:cNvSpPr/>
      </dsp:nvSpPr>
      <dsp:spPr>
        <a:xfrm>
          <a:off x="1476140" y="1768360"/>
          <a:ext cx="168795" cy="1316604"/>
        </a:xfrm>
        <a:custGeom>
          <a:avLst/>
          <a:gdLst/>
          <a:ahLst/>
          <a:cxnLst/>
          <a:rect l="0" t="0" r="0" b="0"/>
          <a:pathLst>
            <a:path>
              <a:moveTo>
                <a:pt x="0" y="0"/>
              </a:moveTo>
              <a:lnTo>
                <a:pt x="0" y="1316604"/>
              </a:lnTo>
              <a:lnTo>
                <a:pt x="168795" y="131660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D29A0E-3443-4152-934E-5BB0F2A561A5}">
      <dsp:nvSpPr>
        <dsp:cNvPr id="0" name=""/>
        <dsp:cNvSpPr/>
      </dsp:nvSpPr>
      <dsp:spPr>
        <a:xfrm>
          <a:off x="1476140" y="1768360"/>
          <a:ext cx="168795" cy="517639"/>
        </a:xfrm>
        <a:custGeom>
          <a:avLst/>
          <a:gdLst/>
          <a:ahLst/>
          <a:cxnLst/>
          <a:rect l="0" t="0" r="0" b="0"/>
          <a:pathLst>
            <a:path>
              <a:moveTo>
                <a:pt x="0" y="0"/>
              </a:moveTo>
              <a:lnTo>
                <a:pt x="0" y="517639"/>
              </a:lnTo>
              <a:lnTo>
                <a:pt x="168795" y="5176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0CB0B5-CE6A-4434-BAA5-3EABA2CE407D}">
      <dsp:nvSpPr>
        <dsp:cNvPr id="0" name=""/>
        <dsp:cNvSpPr/>
      </dsp:nvSpPr>
      <dsp:spPr>
        <a:xfrm>
          <a:off x="1880542" y="969395"/>
          <a:ext cx="91440" cy="236313"/>
        </a:xfrm>
        <a:custGeom>
          <a:avLst/>
          <a:gdLst/>
          <a:ahLst/>
          <a:cxnLst/>
          <a:rect l="0" t="0" r="0" b="0"/>
          <a:pathLst>
            <a:path>
              <a:moveTo>
                <a:pt x="45720" y="0"/>
              </a:moveTo>
              <a:lnTo>
                <a:pt x="45720" y="23631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ED4EC-DA59-4E53-B9CE-1441B48131D0}">
      <dsp:nvSpPr>
        <dsp:cNvPr id="0" name=""/>
        <dsp:cNvSpPr/>
      </dsp:nvSpPr>
      <dsp:spPr>
        <a:xfrm>
          <a:off x="114523" y="1768360"/>
          <a:ext cx="168795" cy="2115570"/>
        </a:xfrm>
        <a:custGeom>
          <a:avLst/>
          <a:gdLst/>
          <a:ahLst/>
          <a:cxnLst/>
          <a:rect l="0" t="0" r="0" b="0"/>
          <a:pathLst>
            <a:path>
              <a:moveTo>
                <a:pt x="0" y="0"/>
              </a:moveTo>
              <a:lnTo>
                <a:pt x="0" y="2115570"/>
              </a:lnTo>
              <a:lnTo>
                <a:pt x="168795" y="211557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06AC0D1-54C7-45BD-9676-6FE91A50F5F6}">
      <dsp:nvSpPr>
        <dsp:cNvPr id="0" name=""/>
        <dsp:cNvSpPr/>
      </dsp:nvSpPr>
      <dsp:spPr>
        <a:xfrm>
          <a:off x="114523" y="1768360"/>
          <a:ext cx="168795" cy="1316604"/>
        </a:xfrm>
        <a:custGeom>
          <a:avLst/>
          <a:gdLst/>
          <a:ahLst/>
          <a:cxnLst/>
          <a:rect l="0" t="0" r="0" b="0"/>
          <a:pathLst>
            <a:path>
              <a:moveTo>
                <a:pt x="0" y="0"/>
              </a:moveTo>
              <a:lnTo>
                <a:pt x="0" y="1316604"/>
              </a:lnTo>
              <a:lnTo>
                <a:pt x="168795" y="131660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A40F38-BAB0-474D-B418-3CB698A127F4}">
      <dsp:nvSpPr>
        <dsp:cNvPr id="0" name=""/>
        <dsp:cNvSpPr/>
      </dsp:nvSpPr>
      <dsp:spPr>
        <a:xfrm>
          <a:off x="114523" y="1768360"/>
          <a:ext cx="168795" cy="517639"/>
        </a:xfrm>
        <a:custGeom>
          <a:avLst/>
          <a:gdLst/>
          <a:ahLst/>
          <a:cxnLst/>
          <a:rect l="0" t="0" r="0" b="0"/>
          <a:pathLst>
            <a:path>
              <a:moveTo>
                <a:pt x="0" y="0"/>
              </a:moveTo>
              <a:lnTo>
                <a:pt x="0" y="517639"/>
              </a:lnTo>
              <a:lnTo>
                <a:pt x="168795" y="51763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338E306-AC68-4241-8DB1-EB5997CAF004}">
      <dsp:nvSpPr>
        <dsp:cNvPr id="0" name=""/>
        <dsp:cNvSpPr/>
      </dsp:nvSpPr>
      <dsp:spPr>
        <a:xfrm>
          <a:off x="564644" y="969395"/>
          <a:ext cx="1361617" cy="236313"/>
        </a:xfrm>
        <a:custGeom>
          <a:avLst/>
          <a:gdLst/>
          <a:ahLst/>
          <a:cxnLst/>
          <a:rect l="0" t="0" r="0" b="0"/>
          <a:pathLst>
            <a:path>
              <a:moveTo>
                <a:pt x="1361617" y="0"/>
              </a:moveTo>
              <a:lnTo>
                <a:pt x="1361617" y="118156"/>
              </a:lnTo>
              <a:lnTo>
                <a:pt x="0" y="118156"/>
              </a:lnTo>
              <a:lnTo>
                <a:pt x="0" y="23631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D9728E-0E51-4F14-9B92-65F345E13930}">
      <dsp:nvSpPr>
        <dsp:cNvPr id="0" name=""/>
        <dsp:cNvSpPr/>
      </dsp:nvSpPr>
      <dsp:spPr>
        <a:xfrm>
          <a:off x="1363610" y="406743"/>
          <a:ext cx="1125303" cy="562651"/>
        </a:xfrm>
        <a:prstGeom prst="rect">
          <a:avLst/>
        </a:prstGeom>
        <a:solidFill>
          <a:srgbClr val="FFFF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Risk </a:t>
          </a:r>
        </a:p>
      </dsp:txBody>
      <dsp:txXfrm>
        <a:off x="1363610" y="406743"/>
        <a:ext cx="1125303" cy="562651"/>
      </dsp:txXfrm>
    </dsp:sp>
    <dsp:sp modelId="{9BB2D6B5-4509-497C-A442-C276D2A91575}">
      <dsp:nvSpPr>
        <dsp:cNvPr id="0" name=""/>
        <dsp:cNvSpPr/>
      </dsp:nvSpPr>
      <dsp:spPr>
        <a:xfrm>
          <a:off x="1993" y="1205708"/>
          <a:ext cx="1125303" cy="562651"/>
        </a:xfrm>
        <a:prstGeom prst="rect">
          <a:avLst/>
        </a:prstGeom>
        <a:solidFill>
          <a:srgbClr val="FFFFFF">
            <a:lumMod val="95000"/>
          </a:srgbClr>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rgbClr val="000000">
                  <a:hueOff val="0"/>
                  <a:satOff val="0"/>
                  <a:lumOff val="0"/>
                  <a:alphaOff val="0"/>
                </a:srgbClr>
              </a:solidFill>
              <a:latin typeface="Times New Roman"/>
              <a:ea typeface="+mn-ea"/>
              <a:cs typeface="+mn-cs"/>
            </a:rPr>
            <a:t>Innovation</a:t>
          </a:r>
        </a:p>
        <a:p>
          <a:pPr marL="0" lvl="0" indent="0" algn="ctr" defTabSz="622300">
            <a:lnSpc>
              <a:spcPct val="90000"/>
            </a:lnSpc>
            <a:spcBef>
              <a:spcPct val="0"/>
            </a:spcBef>
            <a:spcAft>
              <a:spcPct val="35000"/>
            </a:spcAft>
            <a:buNone/>
          </a:pPr>
          <a:r>
            <a:rPr lang="en-US" sz="1400" kern="1200" noProof="0" dirty="0">
              <a:solidFill>
                <a:srgbClr val="000000">
                  <a:hueOff val="0"/>
                  <a:satOff val="0"/>
                  <a:lumOff val="0"/>
                  <a:alphaOff val="0"/>
                </a:srgbClr>
              </a:solidFill>
              <a:latin typeface="Times New Roman"/>
              <a:ea typeface="+mn-ea"/>
              <a:cs typeface="+mn-cs"/>
            </a:rPr>
            <a:t>12</a:t>
          </a:r>
        </a:p>
      </dsp:txBody>
      <dsp:txXfrm>
        <a:off x="1993" y="1205708"/>
        <a:ext cx="1125303" cy="562651"/>
      </dsp:txXfrm>
    </dsp:sp>
    <dsp:sp modelId="{95128B40-26AE-49AD-82EF-071AEA7BB205}">
      <dsp:nvSpPr>
        <dsp:cNvPr id="0" name=""/>
        <dsp:cNvSpPr/>
      </dsp:nvSpPr>
      <dsp:spPr>
        <a:xfrm>
          <a:off x="283319" y="2004674"/>
          <a:ext cx="1125303" cy="562651"/>
        </a:xfrm>
        <a:prstGeom prst="rect">
          <a:avLst/>
        </a:prstGeom>
        <a:solidFill>
          <a:schemeClr val="bg1"/>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Technology </a:t>
          </a:r>
        </a:p>
      </dsp:txBody>
      <dsp:txXfrm>
        <a:off x="283319" y="2004674"/>
        <a:ext cx="1125303" cy="562651"/>
      </dsp:txXfrm>
    </dsp:sp>
    <dsp:sp modelId="{A8EA9EC8-F306-4E25-836B-9062BB1BC3A2}">
      <dsp:nvSpPr>
        <dsp:cNvPr id="0" name=""/>
        <dsp:cNvSpPr/>
      </dsp:nvSpPr>
      <dsp:spPr>
        <a:xfrm>
          <a:off x="283319" y="2803639"/>
          <a:ext cx="1125303" cy="562651"/>
        </a:xfrm>
        <a:prstGeom prst="rect">
          <a:avLst/>
        </a:prstGeom>
        <a:solidFill>
          <a:srgbClr val="FFFFFF">
            <a:lumMod val="95000"/>
          </a:srgbClr>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Information</a:t>
          </a:r>
        </a:p>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architecture  </a:t>
          </a:r>
        </a:p>
      </dsp:txBody>
      <dsp:txXfrm>
        <a:off x="283319" y="2803639"/>
        <a:ext cx="1125303" cy="562651"/>
      </dsp:txXfrm>
    </dsp:sp>
    <dsp:sp modelId="{70D61C82-04BE-4929-A650-CD4B978DFDDC}">
      <dsp:nvSpPr>
        <dsp:cNvPr id="0" name=""/>
        <dsp:cNvSpPr/>
      </dsp:nvSpPr>
      <dsp:spPr>
        <a:xfrm>
          <a:off x="283319" y="3602604"/>
          <a:ext cx="1125303" cy="562651"/>
        </a:xfrm>
        <a:prstGeom prst="rect">
          <a:avLst/>
        </a:prstGeom>
        <a:solidFill>
          <a:srgbClr val="FF0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chemeClr val="bg1"/>
              </a:solidFill>
            </a:rPr>
            <a:t>Domain Knowledge </a:t>
          </a:r>
        </a:p>
      </dsp:txBody>
      <dsp:txXfrm>
        <a:off x="283319" y="3602604"/>
        <a:ext cx="1125303" cy="562651"/>
      </dsp:txXfrm>
    </dsp:sp>
    <dsp:sp modelId="{8773AF79-8611-422A-BC88-FBC71FD681A2}">
      <dsp:nvSpPr>
        <dsp:cNvPr id="0" name=""/>
        <dsp:cNvSpPr/>
      </dsp:nvSpPr>
      <dsp:spPr>
        <a:xfrm>
          <a:off x="1363610" y="1205708"/>
          <a:ext cx="1125303" cy="562651"/>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Size</a:t>
          </a:r>
        </a:p>
        <a:p>
          <a:pPr marL="0" lvl="0" indent="0" algn="ctr" defTabSz="622300">
            <a:lnSpc>
              <a:spcPct val="90000"/>
            </a:lnSpc>
            <a:spcBef>
              <a:spcPct val="0"/>
            </a:spcBef>
            <a:spcAft>
              <a:spcPct val="35000"/>
            </a:spcAft>
            <a:buNone/>
          </a:pPr>
          <a:r>
            <a:rPr lang="en-US" sz="1400" kern="1200" noProof="0" dirty="0"/>
            <a:t>8</a:t>
          </a:r>
        </a:p>
      </dsp:txBody>
      <dsp:txXfrm>
        <a:off x="1363610" y="1205708"/>
        <a:ext cx="1125303" cy="562651"/>
      </dsp:txXfrm>
    </dsp:sp>
    <dsp:sp modelId="{3124B647-1AC5-4B3B-B440-CCE2709061DA}">
      <dsp:nvSpPr>
        <dsp:cNvPr id="0" name=""/>
        <dsp:cNvSpPr/>
      </dsp:nvSpPr>
      <dsp:spPr>
        <a:xfrm>
          <a:off x="1644936" y="2004674"/>
          <a:ext cx="1125303" cy="562651"/>
        </a:xfrm>
        <a:prstGeom prst="rect">
          <a:avLst/>
        </a:prstGeom>
        <a:solidFill>
          <a:srgbClr val="FFFF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Effort</a:t>
          </a:r>
        </a:p>
      </dsp:txBody>
      <dsp:txXfrm>
        <a:off x="1644936" y="2004674"/>
        <a:ext cx="1125303" cy="562651"/>
      </dsp:txXfrm>
    </dsp:sp>
    <dsp:sp modelId="{1020D555-A7DC-41E3-AECD-7C34E2FF34CA}">
      <dsp:nvSpPr>
        <dsp:cNvPr id="0" name=""/>
        <dsp:cNvSpPr/>
      </dsp:nvSpPr>
      <dsp:spPr>
        <a:xfrm>
          <a:off x="1644936" y="2803639"/>
          <a:ext cx="1125303" cy="56265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noProof="0" dirty="0">
              <a:solidFill>
                <a:schemeClr val="tx1"/>
              </a:solidFill>
            </a:rPr>
            <a:t>Users</a:t>
          </a:r>
        </a:p>
      </dsp:txBody>
      <dsp:txXfrm>
        <a:off x="1644936" y="2803639"/>
        <a:ext cx="1125303" cy="562651"/>
      </dsp:txXfrm>
    </dsp:sp>
    <dsp:sp modelId="{4969A686-1DB9-44A3-B738-89317C6766B9}">
      <dsp:nvSpPr>
        <dsp:cNvPr id="0" name=""/>
        <dsp:cNvSpPr/>
      </dsp:nvSpPr>
      <dsp:spPr>
        <a:xfrm>
          <a:off x="1644936" y="3602604"/>
          <a:ext cx="1125303" cy="562651"/>
        </a:xfrm>
        <a:prstGeom prst="rect">
          <a:avLst/>
        </a:prstGeom>
        <a:solidFill>
          <a:srgbClr val="FFFF00"/>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200" kern="1200" noProof="0" dirty="0">
              <a:solidFill>
                <a:srgbClr val="000000">
                  <a:hueOff val="0"/>
                  <a:satOff val="0"/>
                  <a:lumOff val="0"/>
                  <a:alphaOff val="0"/>
                </a:srgbClr>
              </a:solidFill>
              <a:latin typeface="Times New Roman"/>
              <a:ea typeface="+mn-ea"/>
              <a:cs typeface="+mn-cs"/>
            </a:rPr>
            <a:t>Organizational span </a:t>
          </a:r>
        </a:p>
      </dsp:txBody>
      <dsp:txXfrm>
        <a:off x="1644936" y="3602604"/>
        <a:ext cx="1125303" cy="562651"/>
      </dsp:txXfrm>
    </dsp:sp>
    <dsp:sp modelId="{C7515423-66E2-48AC-B918-61E7EA82F8EE}">
      <dsp:nvSpPr>
        <dsp:cNvPr id="0" name=""/>
        <dsp:cNvSpPr/>
      </dsp:nvSpPr>
      <dsp:spPr>
        <a:xfrm>
          <a:off x="2725227" y="1205708"/>
          <a:ext cx="1125303" cy="562651"/>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Uncertainty</a:t>
          </a:r>
        </a:p>
        <a:p>
          <a:pPr marL="0" lvl="0" indent="0" algn="ctr" defTabSz="622300">
            <a:lnSpc>
              <a:spcPct val="90000"/>
            </a:lnSpc>
            <a:spcBef>
              <a:spcPct val="0"/>
            </a:spcBef>
            <a:spcAft>
              <a:spcPct val="35000"/>
            </a:spcAft>
            <a:buNone/>
          </a:pPr>
          <a:r>
            <a:rPr lang="en-US" sz="1400" kern="1200" noProof="0" dirty="0"/>
            <a:t>12</a:t>
          </a:r>
        </a:p>
      </dsp:txBody>
      <dsp:txXfrm>
        <a:off x="2725227" y="1205708"/>
        <a:ext cx="1125303" cy="562651"/>
      </dsp:txXfrm>
    </dsp:sp>
    <dsp:sp modelId="{D104B623-D71C-4A5A-A365-7B36FD859DF5}">
      <dsp:nvSpPr>
        <dsp:cNvPr id="0" name=""/>
        <dsp:cNvSpPr/>
      </dsp:nvSpPr>
      <dsp:spPr>
        <a:xfrm>
          <a:off x="3006553" y="2004674"/>
          <a:ext cx="1125303" cy="562651"/>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Structure of procedures</a:t>
          </a:r>
        </a:p>
      </dsp:txBody>
      <dsp:txXfrm>
        <a:off x="3006553" y="2004674"/>
        <a:ext cx="1125303" cy="562651"/>
      </dsp:txXfrm>
    </dsp:sp>
    <dsp:sp modelId="{AAB07E15-B510-4993-B5ED-64BC91CEC6FA}">
      <dsp:nvSpPr>
        <dsp:cNvPr id="0" name=""/>
        <dsp:cNvSpPr/>
      </dsp:nvSpPr>
      <dsp:spPr>
        <a:xfrm>
          <a:off x="3006553" y="2803639"/>
          <a:ext cx="1125303" cy="562651"/>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BP innovation </a:t>
          </a:r>
        </a:p>
      </dsp:txBody>
      <dsp:txXfrm>
        <a:off x="3006553" y="2803639"/>
        <a:ext cx="1125303" cy="562651"/>
      </dsp:txXfrm>
    </dsp:sp>
    <dsp:sp modelId="{04E1750F-D904-43AE-9F5B-F789E71EB528}">
      <dsp:nvSpPr>
        <dsp:cNvPr id="0" name=""/>
        <dsp:cNvSpPr/>
      </dsp:nvSpPr>
      <dsp:spPr>
        <a:xfrm>
          <a:off x="3006553" y="3602604"/>
          <a:ext cx="1125303" cy="562651"/>
        </a:xfrm>
        <a:prstGeom prst="rect">
          <a:avLst/>
        </a:prstGeom>
        <a:solidFill>
          <a:srgbClr val="FF0000"/>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533400">
            <a:lnSpc>
              <a:spcPct val="90000"/>
            </a:lnSpc>
            <a:spcBef>
              <a:spcPct val="0"/>
            </a:spcBef>
            <a:spcAft>
              <a:spcPct val="35000"/>
            </a:spcAft>
            <a:buNone/>
          </a:pPr>
          <a:r>
            <a:rPr lang="en-US" sz="1200" kern="1200" noProof="0" dirty="0">
              <a:solidFill>
                <a:schemeClr val="bg1"/>
              </a:solidFill>
            </a:rPr>
            <a:t>User awareness / change </a:t>
          </a:r>
          <a:r>
            <a:rPr lang="en-US" sz="1200" kern="1200" noProof="0" dirty="0">
              <a:solidFill>
                <a:srgbClr val="FFFFFF"/>
              </a:solidFill>
              <a:latin typeface="Times New Roman"/>
              <a:ea typeface="+mn-ea"/>
              <a:cs typeface="+mn-cs"/>
            </a:rPr>
            <a:t>readiness</a:t>
          </a:r>
        </a:p>
      </dsp:txBody>
      <dsp:txXfrm>
        <a:off x="3006553" y="3602604"/>
        <a:ext cx="1125303" cy="562651"/>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9B284-4798-45EE-8739-FA16D3783980}">
      <dsp:nvSpPr>
        <dsp:cNvPr id="0" name=""/>
        <dsp:cNvSpPr/>
      </dsp:nvSpPr>
      <dsp:spPr>
        <a:xfrm>
          <a:off x="7592514" y="1326480"/>
          <a:ext cx="164385" cy="2838381"/>
        </a:xfrm>
        <a:custGeom>
          <a:avLst/>
          <a:gdLst/>
          <a:ahLst/>
          <a:cxnLst/>
          <a:rect l="0" t="0" r="0" b="0"/>
          <a:pathLst>
            <a:path>
              <a:moveTo>
                <a:pt x="0" y="0"/>
              </a:moveTo>
              <a:lnTo>
                <a:pt x="0" y="2838381"/>
              </a:lnTo>
              <a:lnTo>
                <a:pt x="164385" y="283838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276649-46E7-4C5F-93ED-1A740A648EB8}">
      <dsp:nvSpPr>
        <dsp:cNvPr id="0" name=""/>
        <dsp:cNvSpPr/>
      </dsp:nvSpPr>
      <dsp:spPr>
        <a:xfrm>
          <a:off x="7592514" y="1326480"/>
          <a:ext cx="164385" cy="2060292"/>
        </a:xfrm>
        <a:custGeom>
          <a:avLst/>
          <a:gdLst/>
          <a:ahLst/>
          <a:cxnLst/>
          <a:rect l="0" t="0" r="0" b="0"/>
          <a:pathLst>
            <a:path>
              <a:moveTo>
                <a:pt x="0" y="0"/>
              </a:moveTo>
              <a:lnTo>
                <a:pt x="0" y="2060292"/>
              </a:lnTo>
              <a:lnTo>
                <a:pt x="164385" y="20602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5B379E-55AE-40FD-9D1A-4CBADE9E473A}">
      <dsp:nvSpPr>
        <dsp:cNvPr id="0" name=""/>
        <dsp:cNvSpPr/>
      </dsp:nvSpPr>
      <dsp:spPr>
        <a:xfrm>
          <a:off x="7592514" y="1326480"/>
          <a:ext cx="164385" cy="1282203"/>
        </a:xfrm>
        <a:custGeom>
          <a:avLst/>
          <a:gdLst/>
          <a:ahLst/>
          <a:cxnLst/>
          <a:rect l="0" t="0" r="0" b="0"/>
          <a:pathLst>
            <a:path>
              <a:moveTo>
                <a:pt x="0" y="0"/>
              </a:moveTo>
              <a:lnTo>
                <a:pt x="0" y="1282203"/>
              </a:lnTo>
              <a:lnTo>
                <a:pt x="164385" y="128220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6BB6D9-6066-4CA5-98C6-D49A7908A743}">
      <dsp:nvSpPr>
        <dsp:cNvPr id="0" name=""/>
        <dsp:cNvSpPr/>
      </dsp:nvSpPr>
      <dsp:spPr>
        <a:xfrm>
          <a:off x="7592514" y="1326480"/>
          <a:ext cx="164385" cy="504114"/>
        </a:xfrm>
        <a:custGeom>
          <a:avLst/>
          <a:gdLst/>
          <a:ahLst/>
          <a:cxnLst/>
          <a:rect l="0" t="0" r="0" b="0"/>
          <a:pathLst>
            <a:path>
              <a:moveTo>
                <a:pt x="0" y="0"/>
              </a:moveTo>
              <a:lnTo>
                <a:pt x="0" y="504114"/>
              </a:lnTo>
              <a:lnTo>
                <a:pt x="164385" y="504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34EF21-C616-4E8D-BB17-C68C31E758B3}">
      <dsp:nvSpPr>
        <dsp:cNvPr id="0" name=""/>
        <dsp:cNvSpPr/>
      </dsp:nvSpPr>
      <dsp:spPr>
        <a:xfrm>
          <a:off x="7367854" y="548391"/>
          <a:ext cx="663019" cy="230139"/>
        </a:xfrm>
        <a:custGeom>
          <a:avLst/>
          <a:gdLst/>
          <a:ahLst/>
          <a:cxnLst/>
          <a:rect l="0" t="0" r="0" b="0"/>
          <a:pathLst>
            <a:path>
              <a:moveTo>
                <a:pt x="0" y="0"/>
              </a:moveTo>
              <a:lnTo>
                <a:pt x="0" y="115069"/>
              </a:lnTo>
              <a:lnTo>
                <a:pt x="663019" y="115069"/>
              </a:lnTo>
              <a:lnTo>
                <a:pt x="663019" y="2301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043FA08-57B5-46E5-BAA4-76A73AF63ECE}">
      <dsp:nvSpPr>
        <dsp:cNvPr id="0" name=""/>
        <dsp:cNvSpPr/>
      </dsp:nvSpPr>
      <dsp:spPr>
        <a:xfrm>
          <a:off x="6704835" y="548391"/>
          <a:ext cx="663019" cy="230139"/>
        </a:xfrm>
        <a:custGeom>
          <a:avLst/>
          <a:gdLst/>
          <a:ahLst/>
          <a:cxnLst/>
          <a:rect l="0" t="0" r="0" b="0"/>
          <a:pathLst>
            <a:path>
              <a:moveTo>
                <a:pt x="663019" y="0"/>
              </a:moveTo>
              <a:lnTo>
                <a:pt x="663019" y="115069"/>
              </a:lnTo>
              <a:lnTo>
                <a:pt x="0" y="115069"/>
              </a:lnTo>
              <a:lnTo>
                <a:pt x="0" y="2301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573E38-065D-4A93-9AD7-7DF69E031C56}">
      <dsp:nvSpPr>
        <dsp:cNvPr id="0" name=""/>
        <dsp:cNvSpPr/>
      </dsp:nvSpPr>
      <dsp:spPr>
        <a:xfrm>
          <a:off x="4940436" y="1326480"/>
          <a:ext cx="164385" cy="3616470"/>
        </a:xfrm>
        <a:custGeom>
          <a:avLst/>
          <a:gdLst/>
          <a:ahLst/>
          <a:cxnLst/>
          <a:rect l="0" t="0" r="0" b="0"/>
          <a:pathLst>
            <a:path>
              <a:moveTo>
                <a:pt x="0" y="0"/>
              </a:moveTo>
              <a:lnTo>
                <a:pt x="0" y="3616470"/>
              </a:lnTo>
              <a:lnTo>
                <a:pt x="164385" y="361647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1A83A0-FDCB-4B3D-A907-A5CEEB20B0AB}">
      <dsp:nvSpPr>
        <dsp:cNvPr id="0" name=""/>
        <dsp:cNvSpPr/>
      </dsp:nvSpPr>
      <dsp:spPr>
        <a:xfrm>
          <a:off x="4940436" y="1326480"/>
          <a:ext cx="164385" cy="2838381"/>
        </a:xfrm>
        <a:custGeom>
          <a:avLst/>
          <a:gdLst/>
          <a:ahLst/>
          <a:cxnLst/>
          <a:rect l="0" t="0" r="0" b="0"/>
          <a:pathLst>
            <a:path>
              <a:moveTo>
                <a:pt x="0" y="0"/>
              </a:moveTo>
              <a:lnTo>
                <a:pt x="0" y="2838381"/>
              </a:lnTo>
              <a:lnTo>
                <a:pt x="164385" y="283838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809B57A-4421-4DD6-9363-A632B134372C}">
      <dsp:nvSpPr>
        <dsp:cNvPr id="0" name=""/>
        <dsp:cNvSpPr/>
      </dsp:nvSpPr>
      <dsp:spPr>
        <a:xfrm>
          <a:off x="4940436" y="1326480"/>
          <a:ext cx="164385" cy="2060292"/>
        </a:xfrm>
        <a:custGeom>
          <a:avLst/>
          <a:gdLst/>
          <a:ahLst/>
          <a:cxnLst/>
          <a:rect l="0" t="0" r="0" b="0"/>
          <a:pathLst>
            <a:path>
              <a:moveTo>
                <a:pt x="0" y="0"/>
              </a:moveTo>
              <a:lnTo>
                <a:pt x="0" y="2060292"/>
              </a:lnTo>
              <a:lnTo>
                <a:pt x="164385" y="20602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ED8634-9096-4005-BDB6-2C11E0ECA336}">
      <dsp:nvSpPr>
        <dsp:cNvPr id="0" name=""/>
        <dsp:cNvSpPr/>
      </dsp:nvSpPr>
      <dsp:spPr>
        <a:xfrm>
          <a:off x="4940436" y="1326480"/>
          <a:ext cx="164385" cy="1282203"/>
        </a:xfrm>
        <a:custGeom>
          <a:avLst/>
          <a:gdLst/>
          <a:ahLst/>
          <a:cxnLst/>
          <a:rect l="0" t="0" r="0" b="0"/>
          <a:pathLst>
            <a:path>
              <a:moveTo>
                <a:pt x="0" y="0"/>
              </a:moveTo>
              <a:lnTo>
                <a:pt x="0" y="1282203"/>
              </a:lnTo>
              <a:lnTo>
                <a:pt x="164385" y="128220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E5E252-29D6-4337-AB8A-BF3D61C6CEB4}">
      <dsp:nvSpPr>
        <dsp:cNvPr id="0" name=""/>
        <dsp:cNvSpPr/>
      </dsp:nvSpPr>
      <dsp:spPr>
        <a:xfrm>
          <a:off x="4940436" y="1326480"/>
          <a:ext cx="164385" cy="504114"/>
        </a:xfrm>
        <a:custGeom>
          <a:avLst/>
          <a:gdLst/>
          <a:ahLst/>
          <a:cxnLst/>
          <a:rect l="0" t="0" r="0" b="0"/>
          <a:pathLst>
            <a:path>
              <a:moveTo>
                <a:pt x="0" y="0"/>
              </a:moveTo>
              <a:lnTo>
                <a:pt x="0" y="504114"/>
              </a:lnTo>
              <a:lnTo>
                <a:pt x="164385" y="504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806BC6-C7AE-4B4D-B2D1-FF86D4C0EBF5}">
      <dsp:nvSpPr>
        <dsp:cNvPr id="0" name=""/>
        <dsp:cNvSpPr/>
      </dsp:nvSpPr>
      <dsp:spPr>
        <a:xfrm>
          <a:off x="4715776" y="548391"/>
          <a:ext cx="663019" cy="230139"/>
        </a:xfrm>
        <a:custGeom>
          <a:avLst/>
          <a:gdLst/>
          <a:ahLst/>
          <a:cxnLst/>
          <a:rect l="0" t="0" r="0" b="0"/>
          <a:pathLst>
            <a:path>
              <a:moveTo>
                <a:pt x="0" y="0"/>
              </a:moveTo>
              <a:lnTo>
                <a:pt x="0" y="115069"/>
              </a:lnTo>
              <a:lnTo>
                <a:pt x="663019" y="115069"/>
              </a:lnTo>
              <a:lnTo>
                <a:pt x="663019" y="2301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5E7B53-22DE-46BA-9A0A-3EB8D9ED94A0}">
      <dsp:nvSpPr>
        <dsp:cNvPr id="0" name=""/>
        <dsp:cNvSpPr/>
      </dsp:nvSpPr>
      <dsp:spPr>
        <a:xfrm>
          <a:off x="3614396" y="1326480"/>
          <a:ext cx="164385" cy="504114"/>
        </a:xfrm>
        <a:custGeom>
          <a:avLst/>
          <a:gdLst/>
          <a:ahLst/>
          <a:cxnLst/>
          <a:rect l="0" t="0" r="0" b="0"/>
          <a:pathLst>
            <a:path>
              <a:moveTo>
                <a:pt x="0" y="0"/>
              </a:moveTo>
              <a:lnTo>
                <a:pt x="0" y="504114"/>
              </a:lnTo>
              <a:lnTo>
                <a:pt x="164385" y="504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C7D80E-AFBB-4ECA-B5D3-9157C893F1D3}">
      <dsp:nvSpPr>
        <dsp:cNvPr id="0" name=""/>
        <dsp:cNvSpPr/>
      </dsp:nvSpPr>
      <dsp:spPr>
        <a:xfrm>
          <a:off x="4052756" y="548391"/>
          <a:ext cx="663019" cy="230139"/>
        </a:xfrm>
        <a:custGeom>
          <a:avLst/>
          <a:gdLst/>
          <a:ahLst/>
          <a:cxnLst/>
          <a:rect l="0" t="0" r="0" b="0"/>
          <a:pathLst>
            <a:path>
              <a:moveTo>
                <a:pt x="663019" y="0"/>
              </a:moveTo>
              <a:lnTo>
                <a:pt x="663019" y="115069"/>
              </a:lnTo>
              <a:lnTo>
                <a:pt x="0" y="115069"/>
              </a:lnTo>
              <a:lnTo>
                <a:pt x="0" y="2301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94E752-051D-4392-A831-868FCFC10F16}">
      <dsp:nvSpPr>
        <dsp:cNvPr id="0" name=""/>
        <dsp:cNvSpPr/>
      </dsp:nvSpPr>
      <dsp:spPr>
        <a:xfrm>
          <a:off x="2288357" y="1326480"/>
          <a:ext cx="164385" cy="2060292"/>
        </a:xfrm>
        <a:custGeom>
          <a:avLst/>
          <a:gdLst/>
          <a:ahLst/>
          <a:cxnLst/>
          <a:rect l="0" t="0" r="0" b="0"/>
          <a:pathLst>
            <a:path>
              <a:moveTo>
                <a:pt x="0" y="0"/>
              </a:moveTo>
              <a:lnTo>
                <a:pt x="0" y="2060292"/>
              </a:lnTo>
              <a:lnTo>
                <a:pt x="164385" y="20602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33E4B3-3EBE-4F3F-AE58-67582FB0FB09}">
      <dsp:nvSpPr>
        <dsp:cNvPr id="0" name=""/>
        <dsp:cNvSpPr/>
      </dsp:nvSpPr>
      <dsp:spPr>
        <a:xfrm>
          <a:off x="2288357" y="1326480"/>
          <a:ext cx="164385" cy="1282203"/>
        </a:xfrm>
        <a:custGeom>
          <a:avLst/>
          <a:gdLst/>
          <a:ahLst/>
          <a:cxnLst/>
          <a:rect l="0" t="0" r="0" b="0"/>
          <a:pathLst>
            <a:path>
              <a:moveTo>
                <a:pt x="0" y="0"/>
              </a:moveTo>
              <a:lnTo>
                <a:pt x="0" y="1282203"/>
              </a:lnTo>
              <a:lnTo>
                <a:pt x="164385" y="128220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204D7C-BA45-416B-B132-BB94B0AD85F2}">
      <dsp:nvSpPr>
        <dsp:cNvPr id="0" name=""/>
        <dsp:cNvSpPr/>
      </dsp:nvSpPr>
      <dsp:spPr>
        <a:xfrm>
          <a:off x="2288357" y="1326480"/>
          <a:ext cx="164385" cy="504114"/>
        </a:xfrm>
        <a:custGeom>
          <a:avLst/>
          <a:gdLst/>
          <a:ahLst/>
          <a:cxnLst/>
          <a:rect l="0" t="0" r="0" b="0"/>
          <a:pathLst>
            <a:path>
              <a:moveTo>
                <a:pt x="0" y="0"/>
              </a:moveTo>
              <a:lnTo>
                <a:pt x="0" y="504114"/>
              </a:lnTo>
              <a:lnTo>
                <a:pt x="164385" y="504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FC97-73AF-4897-A31C-82785EC6A254}">
      <dsp:nvSpPr>
        <dsp:cNvPr id="0" name=""/>
        <dsp:cNvSpPr/>
      </dsp:nvSpPr>
      <dsp:spPr>
        <a:xfrm>
          <a:off x="2063698" y="548391"/>
          <a:ext cx="663019" cy="230139"/>
        </a:xfrm>
        <a:custGeom>
          <a:avLst/>
          <a:gdLst/>
          <a:ahLst/>
          <a:cxnLst/>
          <a:rect l="0" t="0" r="0" b="0"/>
          <a:pathLst>
            <a:path>
              <a:moveTo>
                <a:pt x="0" y="0"/>
              </a:moveTo>
              <a:lnTo>
                <a:pt x="0" y="115069"/>
              </a:lnTo>
              <a:lnTo>
                <a:pt x="663019" y="115069"/>
              </a:lnTo>
              <a:lnTo>
                <a:pt x="663019" y="2301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8EFF0D-9234-4472-BFF9-A3C7DE44C286}">
      <dsp:nvSpPr>
        <dsp:cNvPr id="0" name=""/>
        <dsp:cNvSpPr/>
      </dsp:nvSpPr>
      <dsp:spPr>
        <a:xfrm>
          <a:off x="962318" y="1326480"/>
          <a:ext cx="164385" cy="504114"/>
        </a:xfrm>
        <a:custGeom>
          <a:avLst/>
          <a:gdLst/>
          <a:ahLst/>
          <a:cxnLst/>
          <a:rect l="0" t="0" r="0" b="0"/>
          <a:pathLst>
            <a:path>
              <a:moveTo>
                <a:pt x="0" y="0"/>
              </a:moveTo>
              <a:lnTo>
                <a:pt x="0" y="504114"/>
              </a:lnTo>
              <a:lnTo>
                <a:pt x="164385" y="504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A4996A-980C-44D9-9B87-508F2804B807}">
      <dsp:nvSpPr>
        <dsp:cNvPr id="0" name=""/>
        <dsp:cNvSpPr/>
      </dsp:nvSpPr>
      <dsp:spPr>
        <a:xfrm>
          <a:off x="1400678" y="548391"/>
          <a:ext cx="663019" cy="230139"/>
        </a:xfrm>
        <a:custGeom>
          <a:avLst/>
          <a:gdLst/>
          <a:ahLst/>
          <a:cxnLst/>
          <a:rect l="0" t="0" r="0" b="0"/>
          <a:pathLst>
            <a:path>
              <a:moveTo>
                <a:pt x="663019" y="0"/>
              </a:moveTo>
              <a:lnTo>
                <a:pt x="663019" y="115069"/>
              </a:lnTo>
              <a:lnTo>
                <a:pt x="0" y="115069"/>
              </a:lnTo>
              <a:lnTo>
                <a:pt x="0" y="23013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43B924-88C2-40E8-B834-547C6E3F7DA3}">
      <dsp:nvSpPr>
        <dsp:cNvPr id="0" name=""/>
        <dsp:cNvSpPr/>
      </dsp:nvSpPr>
      <dsp:spPr>
        <a:xfrm>
          <a:off x="1515748" y="441"/>
          <a:ext cx="1095900" cy="54795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Innovation</a:t>
          </a:r>
        </a:p>
      </dsp:txBody>
      <dsp:txXfrm>
        <a:off x="1515748" y="441"/>
        <a:ext cx="1095900" cy="547950"/>
      </dsp:txXfrm>
    </dsp:sp>
    <dsp:sp modelId="{E3A912B1-9DF4-4DC9-A2AE-37726DCC6854}">
      <dsp:nvSpPr>
        <dsp:cNvPr id="0" name=""/>
        <dsp:cNvSpPr/>
      </dsp:nvSpPr>
      <dsp:spPr>
        <a:xfrm>
          <a:off x="852728" y="778530"/>
          <a:ext cx="1095900" cy="54795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System</a:t>
          </a:r>
        </a:p>
      </dsp:txBody>
      <dsp:txXfrm>
        <a:off x="852728" y="778530"/>
        <a:ext cx="1095900" cy="547950"/>
      </dsp:txXfrm>
    </dsp:sp>
    <dsp:sp modelId="{6EDD3814-6F4B-4372-BC4B-896505F0C3C0}">
      <dsp:nvSpPr>
        <dsp:cNvPr id="0" name=""/>
        <dsp:cNvSpPr/>
      </dsp:nvSpPr>
      <dsp:spPr>
        <a:xfrm>
          <a:off x="1126703" y="1556619"/>
          <a:ext cx="1095900" cy="54795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Downgrade innovation</a:t>
          </a:r>
        </a:p>
      </dsp:txBody>
      <dsp:txXfrm>
        <a:off x="1126703" y="1556619"/>
        <a:ext cx="1095900" cy="547950"/>
      </dsp:txXfrm>
    </dsp:sp>
    <dsp:sp modelId="{3174D1F3-2D97-465B-BB40-26BE3ECE0E4E}">
      <dsp:nvSpPr>
        <dsp:cNvPr id="0" name=""/>
        <dsp:cNvSpPr/>
      </dsp:nvSpPr>
      <dsp:spPr>
        <a:xfrm>
          <a:off x="2178767" y="778530"/>
          <a:ext cx="1095900" cy="54795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Project </a:t>
          </a:r>
        </a:p>
      </dsp:txBody>
      <dsp:txXfrm>
        <a:off x="2178767" y="778530"/>
        <a:ext cx="1095900" cy="547950"/>
      </dsp:txXfrm>
    </dsp:sp>
    <dsp:sp modelId="{F5843406-EBEB-41BB-8DED-BBD33712299D}">
      <dsp:nvSpPr>
        <dsp:cNvPr id="0" name=""/>
        <dsp:cNvSpPr/>
      </dsp:nvSpPr>
      <dsp:spPr>
        <a:xfrm>
          <a:off x="2452742" y="1556619"/>
          <a:ext cx="1095900" cy="54795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Excellent experts</a:t>
          </a:r>
        </a:p>
      </dsp:txBody>
      <dsp:txXfrm>
        <a:off x="2452742" y="1556619"/>
        <a:ext cx="1095900" cy="547950"/>
      </dsp:txXfrm>
    </dsp:sp>
    <dsp:sp modelId="{E9959A5B-4F04-42DC-97B8-6F13FDEE5843}">
      <dsp:nvSpPr>
        <dsp:cNvPr id="0" name=""/>
        <dsp:cNvSpPr/>
      </dsp:nvSpPr>
      <dsp:spPr>
        <a:xfrm>
          <a:off x="2452742" y="2334708"/>
          <a:ext cx="1095900" cy="54795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Piloting</a:t>
          </a:r>
        </a:p>
      </dsp:txBody>
      <dsp:txXfrm>
        <a:off x="2452742" y="2334708"/>
        <a:ext cx="1095900" cy="547950"/>
      </dsp:txXfrm>
    </dsp:sp>
    <dsp:sp modelId="{F6C2C369-40B4-4EE8-BE68-91FDC384CD33}">
      <dsp:nvSpPr>
        <dsp:cNvPr id="0" name=""/>
        <dsp:cNvSpPr/>
      </dsp:nvSpPr>
      <dsp:spPr>
        <a:xfrm>
          <a:off x="2452742" y="3112798"/>
          <a:ext cx="1095900" cy="54795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Spec freezing </a:t>
          </a:r>
        </a:p>
      </dsp:txBody>
      <dsp:txXfrm>
        <a:off x="2452742" y="3112798"/>
        <a:ext cx="1095900" cy="547950"/>
      </dsp:txXfrm>
    </dsp:sp>
    <dsp:sp modelId="{EB462189-587D-4CE6-BBC9-70BF67CD2D04}">
      <dsp:nvSpPr>
        <dsp:cNvPr id="0" name=""/>
        <dsp:cNvSpPr/>
      </dsp:nvSpPr>
      <dsp:spPr>
        <a:xfrm>
          <a:off x="4167826" y="441"/>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Size</a:t>
          </a:r>
        </a:p>
      </dsp:txBody>
      <dsp:txXfrm>
        <a:off x="4167826" y="441"/>
        <a:ext cx="1095900" cy="547950"/>
      </dsp:txXfrm>
    </dsp:sp>
    <dsp:sp modelId="{FFFA7D77-2E27-46ED-93F3-E83BFC10A71A}">
      <dsp:nvSpPr>
        <dsp:cNvPr id="0" name=""/>
        <dsp:cNvSpPr/>
      </dsp:nvSpPr>
      <dsp:spPr>
        <a:xfrm>
          <a:off x="3504806" y="778530"/>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System</a:t>
          </a:r>
        </a:p>
      </dsp:txBody>
      <dsp:txXfrm>
        <a:off x="3504806" y="778530"/>
        <a:ext cx="1095900" cy="547950"/>
      </dsp:txXfrm>
    </dsp:sp>
    <dsp:sp modelId="{4A9EBA64-DF67-4B64-97F7-E527CFD0948C}">
      <dsp:nvSpPr>
        <dsp:cNvPr id="0" name=""/>
        <dsp:cNvSpPr/>
      </dsp:nvSpPr>
      <dsp:spPr>
        <a:xfrm>
          <a:off x="3778781" y="1556619"/>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Focus on core</a:t>
          </a:r>
        </a:p>
      </dsp:txBody>
      <dsp:txXfrm>
        <a:off x="3778781" y="1556619"/>
        <a:ext cx="1095900" cy="547950"/>
      </dsp:txXfrm>
    </dsp:sp>
    <dsp:sp modelId="{53C0FBD0-35A7-43EF-9562-9F9950F8D6B6}">
      <dsp:nvSpPr>
        <dsp:cNvPr id="0" name=""/>
        <dsp:cNvSpPr/>
      </dsp:nvSpPr>
      <dsp:spPr>
        <a:xfrm>
          <a:off x="4830845" y="778530"/>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Project</a:t>
          </a:r>
        </a:p>
      </dsp:txBody>
      <dsp:txXfrm>
        <a:off x="4830845" y="778530"/>
        <a:ext cx="1095900" cy="547950"/>
      </dsp:txXfrm>
    </dsp:sp>
    <dsp:sp modelId="{CD682072-95D2-4E41-BD1D-079C6F096F60}">
      <dsp:nvSpPr>
        <dsp:cNvPr id="0" name=""/>
        <dsp:cNvSpPr/>
      </dsp:nvSpPr>
      <dsp:spPr>
        <a:xfrm>
          <a:off x="5104821" y="1556619"/>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Gradual releases</a:t>
          </a:r>
        </a:p>
      </dsp:txBody>
      <dsp:txXfrm>
        <a:off x="5104821" y="1556619"/>
        <a:ext cx="1095900" cy="547950"/>
      </dsp:txXfrm>
    </dsp:sp>
    <dsp:sp modelId="{CA5CF04C-0DC8-440E-BD06-BEB339C8BEA0}">
      <dsp:nvSpPr>
        <dsp:cNvPr id="0" name=""/>
        <dsp:cNvSpPr/>
      </dsp:nvSpPr>
      <dsp:spPr>
        <a:xfrm>
          <a:off x="5104821" y="2334708"/>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Milestones </a:t>
          </a:r>
        </a:p>
      </dsp:txBody>
      <dsp:txXfrm>
        <a:off x="5104821" y="2334708"/>
        <a:ext cx="1095900" cy="547950"/>
      </dsp:txXfrm>
    </dsp:sp>
    <dsp:sp modelId="{303A3878-E8C1-407E-B949-E5C21022C4C7}">
      <dsp:nvSpPr>
        <dsp:cNvPr id="0" name=""/>
        <dsp:cNvSpPr/>
      </dsp:nvSpPr>
      <dsp:spPr>
        <a:xfrm>
          <a:off x="5104821" y="3112798"/>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Strong Project Office</a:t>
          </a:r>
        </a:p>
      </dsp:txBody>
      <dsp:txXfrm>
        <a:off x="5104821" y="3112798"/>
        <a:ext cx="1095900" cy="547950"/>
      </dsp:txXfrm>
    </dsp:sp>
    <dsp:sp modelId="{7D055DE0-256B-4ECB-A151-7D18522DF04E}">
      <dsp:nvSpPr>
        <dsp:cNvPr id="0" name=""/>
        <dsp:cNvSpPr/>
      </dsp:nvSpPr>
      <dsp:spPr>
        <a:xfrm>
          <a:off x="5104821" y="3890887"/>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Strong planning and control  </a:t>
          </a:r>
        </a:p>
      </dsp:txBody>
      <dsp:txXfrm>
        <a:off x="5104821" y="3890887"/>
        <a:ext cx="1095900" cy="547950"/>
      </dsp:txXfrm>
    </dsp:sp>
    <dsp:sp modelId="{E4175947-6AD3-4441-AD04-E8516784BDE2}">
      <dsp:nvSpPr>
        <dsp:cNvPr id="0" name=""/>
        <dsp:cNvSpPr/>
      </dsp:nvSpPr>
      <dsp:spPr>
        <a:xfrm>
          <a:off x="5104821" y="4668976"/>
          <a:ext cx="1095900" cy="547950"/>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Change management</a:t>
          </a:r>
        </a:p>
      </dsp:txBody>
      <dsp:txXfrm>
        <a:off x="5104821" y="4668976"/>
        <a:ext cx="1095900" cy="547950"/>
      </dsp:txXfrm>
    </dsp:sp>
    <dsp:sp modelId="{C7A25642-FEE3-4FDC-9792-AC91B89442C2}">
      <dsp:nvSpPr>
        <dsp:cNvPr id="0" name=""/>
        <dsp:cNvSpPr/>
      </dsp:nvSpPr>
      <dsp:spPr>
        <a:xfrm>
          <a:off x="6819904" y="441"/>
          <a:ext cx="1095900" cy="547950"/>
        </a:xfrm>
        <a:prstGeom prst="rect">
          <a:avLst/>
        </a:prstGeom>
        <a:solidFill>
          <a:srgbClr val="FFC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Uncertainty</a:t>
          </a:r>
        </a:p>
      </dsp:txBody>
      <dsp:txXfrm>
        <a:off x="6819904" y="441"/>
        <a:ext cx="1095900" cy="547950"/>
      </dsp:txXfrm>
    </dsp:sp>
    <dsp:sp modelId="{043E1EC7-8D99-40B3-BD71-6DAC3F953ADF}">
      <dsp:nvSpPr>
        <dsp:cNvPr id="0" name=""/>
        <dsp:cNvSpPr/>
      </dsp:nvSpPr>
      <dsp:spPr>
        <a:xfrm>
          <a:off x="6156885" y="778530"/>
          <a:ext cx="1095900" cy="547950"/>
        </a:xfrm>
        <a:prstGeom prst="rect">
          <a:avLst/>
        </a:prstGeom>
        <a:solidFill>
          <a:srgbClr val="FFC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 System</a:t>
          </a:r>
        </a:p>
      </dsp:txBody>
      <dsp:txXfrm>
        <a:off x="6156885" y="778530"/>
        <a:ext cx="1095900" cy="547950"/>
      </dsp:txXfrm>
    </dsp:sp>
    <dsp:sp modelId="{88344AE2-D9B7-4B7B-8965-A5DE9611322F}">
      <dsp:nvSpPr>
        <dsp:cNvPr id="0" name=""/>
        <dsp:cNvSpPr/>
      </dsp:nvSpPr>
      <dsp:spPr>
        <a:xfrm>
          <a:off x="7482924" y="778530"/>
          <a:ext cx="1095900" cy="547950"/>
        </a:xfrm>
        <a:prstGeom prst="rect">
          <a:avLst/>
        </a:prstGeom>
        <a:solidFill>
          <a:srgbClr val="FFC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Project</a:t>
          </a:r>
        </a:p>
      </dsp:txBody>
      <dsp:txXfrm>
        <a:off x="7482924" y="778530"/>
        <a:ext cx="1095900" cy="547950"/>
      </dsp:txXfrm>
    </dsp:sp>
    <dsp:sp modelId="{51DDC4DD-2233-4EC2-8432-F3CE37D22693}">
      <dsp:nvSpPr>
        <dsp:cNvPr id="0" name=""/>
        <dsp:cNvSpPr/>
      </dsp:nvSpPr>
      <dsp:spPr>
        <a:xfrm>
          <a:off x="7756899" y="1556619"/>
          <a:ext cx="1095900" cy="547950"/>
        </a:xfrm>
        <a:prstGeom prst="rect">
          <a:avLst/>
        </a:prstGeom>
        <a:solidFill>
          <a:srgbClr val="FFC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Copy</a:t>
          </a:r>
        </a:p>
      </dsp:txBody>
      <dsp:txXfrm>
        <a:off x="7756899" y="1556619"/>
        <a:ext cx="1095900" cy="547950"/>
      </dsp:txXfrm>
    </dsp:sp>
    <dsp:sp modelId="{741C8EAF-4A57-4A1C-9BD1-B7821900395C}">
      <dsp:nvSpPr>
        <dsp:cNvPr id="0" name=""/>
        <dsp:cNvSpPr/>
      </dsp:nvSpPr>
      <dsp:spPr>
        <a:xfrm>
          <a:off x="7756899" y="2334708"/>
          <a:ext cx="1095900" cy="547950"/>
        </a:xfrm>
        <a:prstGeom prst="rect">
          <a:avLst/>
        </a:prstGeom>
        <a:solidFill>
          <a:srgbClr val="FFC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Excellent experts</a:t>
          </a:r>
        </a:p>
      </dsp:txBody>
      <dsp:txXfrm>
        <a:off x="7756899" y="2334708"/>
        <a:ext cx="1095900" cy="547950"/>
      </dsp:txXfrm>
    </dsp:sp>
    <dsp:sp modelId="{4CB19732-B11C-4BBF-BA31-1B6851DE7343}">
      <dsp:nvSpPr>
        <dsp:cNvPr id="0" name=""/>
        <dsp:cNvSpPr/>
      </dsp:nvSpPr>
      <dsp:spPr>
        <a:xfrm>
          <a:off x="7756899" y="3112798"/>
          <a:ext cx="1095900" cy="547950"/>
        </a:xfrm>
        <a:prstGeom prst="rect">
          <a:avLst/>
        </a:prstGeom>
        <a:solidFill>
          <a:srgbClr val="FFC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Focus groups </a:t>
          </a:r>
        </a:p>
      </dsp:txBody>
      <dsp:txXfrm>
        <a:off x="7756899" y="3112798"/>
        <a:ext cx="1095900" cy="547950"/>
      </dsp:txXfrm>
    </dsp:sp>
    <dsp:sp modelId="{0673C932-FF40-4DD7-B197-B24D255B169A}">
      <dsp:nvSpPr>
        <dsp:cNvPr id="0" name=""/>
        <dsp:cNvSpPr/>
      </dsp:nvSpPr>
      <dsp:spPr>
        <a:xfrm>
          <a:off x="7756899" y="3890887"/>
          <a:ext cx="1095900" cy="547950"/>
        </a:xfrm>
        <a:prstGeom prst="rect">
          <a:avLst/>
        </a:prstGeom>
        <a:solidFill>
          <a:srgbClr val="FFC00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noProof="0" dirty="0"/>
            <a:t>Agile approach </a:t>
          </a:r>
        </a:p>
      </dsp:txBody>
      <dsp:txXfrm>
        <a:off x="7756899" y="3890887"/>
        <a:ext cx="1095900" cy="54795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5C74A9-15B2-4CAF-B779-46074D4AF3FF}">
      <dsp:nvSpPr>
        <dsp:cNvPr id="0" name=""/>
        <dsp:cNvSpPr/>
      </dsp:nvSpPr>
      <dsp:spPr>
        <a:xfrm>
          <a:off x="6962514" y="2167553"/>
          <a:ext cx="118446" cy="2120751"/>
        </a:xfrm>
        <a:custGeom>
          <a:avLst/>
          <a:gdLst/>
          <a:ahLst/>
          <a:cxnLst/>
          <a:rect l="0" t="0" r="0" b="0"/>
          <a:pathLst>
            <a:path>
              <a:moveTo>
                <a:pt x="118446" y="0"/>
              </a:moveTo>
              <a:lnTo>
                <a:pt x="118446" y="2120751"/>
              </a:lnTo>
              <a:lnTo>
                <a:pt x="0" y="212075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70AD16-4EFD-46D3-B0DD-518989E7CF7D}">
      <dsp:nvSpPr>
        <dsp:cNvPr id="0" name=""/>
        <dsp:cNvSpPr/>
      </dsp:nvSpPr>
      <dsp:spPr>
        <a:xfrm>
          <a:off x="7080960" y="2167553"/>
          <a:ext cx="118446" cy="1319829"/>
        </a:xfrm>
        <a:custGeom>
          <a:avLst/>
          <a:gdLst/>
          <a:ahLst/>
          <a:cxnLst/>
          <a:rect l="0" t="0" r="0" b="0"/>
          <a:pathLst>
            <a:path>
              <a:moveTo>
                <a:pt x="0" y="0"/>
              </a:moveTo>
              <a:lnTo>
                <a:pt x="0" y="1319829"/>
              </a:lnTo>
              <a:lnTo>
                <a:pt x="118446" y="13198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301B6D-096C-426E-A4B4-968DBF29C156}">
      <dsp:nvSpPr>
        <dsp:cNvPr id="0" name=""/>
        <dsp:cNvSpPr/>
      </dsp:nvSpPr>
      <dsp:spPr>
        <a:xfrm>
          <a:off x="6962514" y="2167553"/>
          <a:ext cx="118446" cy="1319829"/>
        </a:xfrm>
        <a:custGeom>
          <a:avLst/>
          <a:gdLst/>
          <a:ahLst/>
          <a:cxnLst/>
          <a:rect l="0" t="0" r="0" b="0"/>
          <a:pathLst>
            <a:path>
              <a:moveTo>
                <a:pt x="118446" y="0"/>
              </a:moveTo>
              <a:lnTo>
                <a:pt x="118446" y="1319829"/>
              </a:lnTo>
              <a:lnTo>
                <a:pt x="0" y="13198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CAD2FD-5C36-4FB6-8129-72B9DD412830}">
      <dsp:nvSpPr>
        <dsp:cNvPr id="0" name=""/>
        <dsp:cNvSpPr/>
      </dsp:nvSpPr>
      <dsp:spPr>
        <a:xfrm>
          <a:off x="7080960" y="2167553"/>
          <a:ext cx="118446" cy="518907"/>
        </a:xfrm>
        <a:custGeom>
          <a:avLst/>
          <a:gdLst/>
          <a:ahLst/>
          <a:cxnLst/>
          <a:rect l="0" t="0" r="0" b="0"/>
          <a:pathLst>
            <a:path>
              <a:moveTo>
                <a:pt x="0" y="0"/>
              </a:moveTo>
              <a:lnTo>
                <a:pt x="0" y="518907"/>
              </a:lnTo>
              <a:lnTo>
                <a:pt x="118446" y="51890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56BCD9-E981-48C4-9CB9-811EE67ACE85}">
      <dsp:nvSpPr>
        <dsp:cNvPr id="0" name=""/>
        <dsp:cNvSpPr/>
      </dsp:nvSpPr>
      <dsp:spPr>
        <a:xfrm>
          <a:off x="6962514" y="2167553"/>
          <a:ext cx="118446" cy="518907"/>
        </a:xfrm>
        <a:custGeom>
          <a:avLst/>
          <a:gdLst/>
          <a:ahLst/>
          <a:cxnLst/>
          <a:rect l="0" t="0" r="0" b="0"/>
          <a:pathLst>
            <a:path>
              <a:moveTo>
                <a:pt x="118446" y="0"/>
              </a:moveTo>
              <a:lnTo>
                <a:pt x="118446" y="518907"/>
              </a:lnTo>
              <a:lnTo>
                <a:pt x="0" y="51890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37954D-00A0-416F-BA66-6ADCCB57DFF9}">
      <dsp:nvSpPr>
        <dsp:cNvPr id="0" name=""/>
        <dsp:cNvSpPr/>
      </dsp:nvSpPr>
      <dsp:spPr>
        <a:xfrm>
          <a:off x="5716008" y="1366631"/>
          <a:ext cx="1364951" cy="236892"/>
        </a:xfrm>
        <a:custGeom>
          <a:avLst/>
          <a:gdLst/>
          <a:ahLst/>
          <a:cxnLst/>
          <a:rect l="0" t="0" r="0" b="0"/>
          <a:pathLst>
            <a:path>
              <a:moveTo>
                <a:pt x="0" y="0"/>
              </a:moveTo>
              <a:lnTo>
                <a:pt x="0" y="118446"/>
              </a:lnTo>
              <a:lnTo>
                <a:pt x="1364951" y="118446"/>
              </a:lnTo>
              <a:lnTo>
                <a:pt x="1364951" y="2368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FA58F1-5D56-4E3F-A886-1DC4BCF9B4CF}">
      <dsp:nvSpPr>
        <dsp:cNvPr id="0" name=""/>
        <dsp:cNvSpPr/>
      </dsp:nvSpPr>
      <dsp:spPr>
        <a:xfrm>
          <a:off x="4351057" y="2167553"/>
          <a:ext cx="118446" cy="1319829"/>
        </a:xfrm>
        <a:custGeom>
          <a:avLst/>
          <a:gdLst/>
          <a:ahLst/>
          <a:cxnLst/>
          <a:rect l="0" t="0" r="0" b="0"/>
          <a:pathLst>
            <a:path>
              <a:moveTo>
                <a:pt x="0" y="0"/>
              </a:moveTo>
              <a:lnTo>
                <a:pt x="0" y="1319829"/>
              </a:lnTo>
              <a:lnTo>
                <a:pt x="118446" y="13198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EDB03C-E63D-4B9D-BA1D-11FC4AD4F666}">
      <dsp:nvSpPr>
        <dsp:cNvPr id="0" name=""/>
        <dsp:cNvSpPr/>
      </dsp:nvSpPr>
      <dsp:spPr>
        <a:xfrm>
          <a:off x="4232611" y="2167553"/>
          <a:ext cx="118446" cy="1319829"/>
        </a:xfrm>
        <a:custGeom>
          <a:avLst/>
          <a:gdLst/>
          <a:ahLst/>
          <a:cxnLst/>
          <a:rect l="0" t="0" r="0" b="0"/>
          <a:pathLst>
            <a:path>
              <a:moveTo>
                <a:pt x="118446" y="0"/>
              </a:moveTo>
              <a:lnTo>
                <a:pt x="118446" y="1319829"/>
              </a:lnTo>
              <a:lnTo>
                <a:pt x="0" y="13198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871FA7-1EEC-4C85-92DC-3AD9D6942100}">
      <dsp:nvSpPr>
        <dsp:cNvPr id="0" name=""/>
        <dsp:cNvSpPr/>
      </dsp:nvSpPr>
      <dsp:spPr>
        <a:xfrm>
          <a:off x="4351057" y="2167553"/>
          <a:ext cx="118446" cy="518907"/>
        </a:xfrm>
        <a:custGeom>
          <a:avLst/>
          <a:gdLst/>
          <a:ahLst/>
          <a:cxnLst/>
          <a:rect l="0" t="0" r="0" b="0"/>
          <a:pathLst>
            <a:path>
              <a:moveTo>
                <a:pt x="0" y="0"/>
              </a:moveTo>
              <a:lnTo>
                <a:pt x="0" y="518907"/>
              </a:lnTo>
              <a:lnTo>
                <a:pt x="118446" y="51890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F308CF-4BDB-4507-9814-4D181EA5FE24}">
      <dsp:nvSpPr>
        <dsp:cNvPr id="0" name=""/>
        <dsp:cNvSpPr/>
      </dsp:nvSpPr>
      <dsp:spPr>
        <a:xfrm>
          <a:off x="4232611" y="2167553"/>
          <a:ext cx="118446" cy="518907"/>
        </a:xfrm>
        <a:custGeom>
          <a:avLst/>
          <a:gdLst/>
          <a:ahLst/>
          <a:cxnLst/>
          <a:rect l="0" t="0" r="0" b="0"/>
          <a:pathLst>
            <a:path>
              <a:moveTo>
                <a:pt x="118446" y="0"/>
              </a:moveTo>
              <a:lnTo>
                <a:pt x="118446" y="518907"/>
              </a:lnTo>
              <a:lnTo>
                <a:pt x="0" y="51890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9AA671-528B-4D3A-9D0D-42D687C9F718}">
      <dsp:nvSpPr>
        <dsp:cNvPr id="0" name=""/>
        <dsp:cNvSpPr/>
      </dsp:nvSpPr>
      <dsp:spPr>
        <a:xfrm>
          <a:off x="4351057" y="1366631"/>
          <a:ext cx="1364951" cy="236892"/>
        </a:xfrm>
        <a:custGeom>
          <a:avLst/>
          <a:gdLst/>
          <a:ahLst/>
          <a:cxnLst/>
          <a:rect l="0" t="0" r="0" b="0"/>
          <a:pathLst>
            <a:path>
              <a:moveTo>
                <a:pt x="1364951" y="0"/>
              </a:moveTo>
              <a:lnTo>
                <a:pt x="1364951" y="118446"/>
              </a:lnTo>
              <a:lnTo>
                <a:pt x="0" y="118446"/>
              </a:lnTo>
              <a:lnTo>
                <a:pt x="0" y="2368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2CFA8D-9F73-4622-B550-D7F266860F3D}">
      <dsp:nvSpPr>
        <dsp:cNvPr id="0" name=""/>
        <dsp:cNvSpPr/>
      </dsp:nvSpPr>
      <dsp:spPr>
        <a:xfrm>
          <a:off x="3527574" y="565709"/>
          <a:ext cx="2188434" cy="236892"/>
        </a:xfrm>
        <a:custGeom>
          <a:avLst/>
          <a:gdLst/>
          <a:ahLst/>
          <a:cxnLst/>
          <a:rect l="0" t="0" r="0" b="0"/>
          <a:pathLst>
            <a:path>
              <a:moveTo>
                <a:pt x="0" y="0"/>
              </a:moveTo>
              <a:lnTo>
                <a:pt x="0" y="118446"/>
              </a:lnTo>
              <a:lnTo>
                <a:pt x="2188434" y="118446"/>
              </a:lnTo>
              <a:lnTo>
                <a:pt x="2188434" y="23689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4B4387-480F-4A43-A91C-4F790209514F}">
      <dsp:nvSpPr>
        <dsp:cNvPr id="0" name=""/>
        <dsp:cNvSpPr/>
      </dsp:nvSpPr>
      <dsp:spPr>
        <a:xfrm>
          <a:off x="1570391" y="2167553"/>
          <a:ext cx="169208" cy="1319829"/>
        </a:xfrm>
        <a:custGeom>
          <a:avLst/>
          <a:gdLst/>
          <a:ahLst/>
          <a:cxnLst/>
          <a:rect l="0" t="0" r="0" b="0"/>
          <a:pathLst>
            <a:path>
              <a:moveTo>
                <a:pt x="0" y="0"/>
              </a:moveTo>
              <a:lnTo>
                <a:pt x="0" y="1319829"/>
              </a:lnTo>
              <a:lnTo>
                <a:pt x="169208" y="13198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BF1078-06D5-481B-B137-740C067623D3}">
      <dsp:nvSpPr>
        <dsp:cNvPr id="0" name=""/>
        <dsp:cNvSpPr/>
      </dsp:nvSpPr>
      <dsp:spPr>
        <a:xfrm>
          <a:off x="1570391" y="2167553"/>
          <a:ext cx="169208" cy="518907"/>
        </a:xfrm>
        <a:custGeom>
          <a:avLst/>
          <a:gdLst/>
          <a:ahLst/>
          <a:cxnLst/>
          <a:rect l="0" t="0" r="0" b="0"/>
          <a:pathLst>
            <a:path>
              <a:moveTo>
                <a:pt x="0" y="0"/>
              </a:moveTo>
              <a:lnTo>
                <a:pt x="0" y="518907"/>
              </a:lnTo>
              <a:lnTo>
                <a:pt x="169208" y="51890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2CA122-80C5-4DF2-B0D6-D0ADFA30C209}">
      <dsp:nvSpPr>
        <dsp:cNvPr id="0" name=""/>
        <dsp:cNvSpPr/>
      </dsp:nvSpPr>
      <dsp:spPr>
        <a:xfrm>
          <a:off x="1339139" y="1366631"/>
          <a:ext cx="682475" cy="236892"/>
        </a:xfrm>
        <a:custGeom>
          <a:avLst/>
          <a:gdLst/>
          <a:ahLst/>
          <a:cxnLst/>
          <a:rect l="0" t="0" r="0" b="0"/>
          <a:pathLst>
            <a:path>
              <a:moveTo>
                <a:pt x="0" y="0"/>
              </a:moveTo>
              <a:lnTo>
                <a:pt x="0" y="118446"/>
              </a:lnTo>
              <a:lnTo>
                <a:pt x="682475" y="118446"/>
              </a:lnTo>
              <a:lnTo>
                <a:pt x="682475" y="2368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5DF8EC-1B13-4183-9A8F-01CA39064048}">
      <dsp:nvSpPr>
        <dsp:cNvPr id="0" name=""/>
        <dsp:cNvSpPr/>
      </dsp:nvSpPr>
      <dsp:spPr>
        <a:xfrm>
          <a:off x="205440" y="2167553"/>
          <a:ext cx="169208" cy="1319829"/>
        </a:xfrm>
        <a:custGeom>
          <a:avLst/>
          <a:gdLst/>
          <a:ahLst/>
          <a:cxnLst/>
          <a:rect l="0" t="0" r="0" b="0"/>
          <a:pathLst>
            <a:path>
              <a:moveTo>
                <a:pt x="0" y="0"/>
              </a:moveTo>
              <a:lnTo>
                <a:pt x="0" y="1319829"/>
              </a:lnTo>
              <a:lnTo>
                <a:pt x="169208" y="131982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0630BD-C4A4-4345-82CE-E30E80FB642B}">
      <dsp:nvSpPr>
        <dsp:cNvPr id="0" name=""/>
        <dsp:cNvSpPr/>
      </dsp:nvSpPr>
      <dsp:spPr>
        <a:xfrm>
          <a:off x="205440" y="2167553"/>
          <a:ext cx="169208" cy="518907"/>
        </a:xfrm>
        <a:custGeom>
          <a:avLst/>
          <a:gdLst/>
          <a:ahLst/>
          <a:cxnLst/>
          <a:rect l="0" t="0" r="0" b="0"/>
          <a:pathLst>
            <a:path>
              <a:moveTo>
                <a:pt x="0" y="0"/>
              </a:moveTo>
              <a:lnTo>
                <a:pt x="0" y="518907"/>
              </a:lnTo>
              <a:lnTo>
                <a:pt x="169208" y="51890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AFFE9D-EA1B-4B14-8111-6106042ECF34}">
      <dsp:nvSpPr>
        <dsp:cNvPr id="0" name=""/>
        <dsp:cNvSpPr/>
      </dsp:nvSpPr>
      <dsp:spPr>
        <a:xfrm>
          <a:off x="656663" y="1366631"/>
          <a:ext cx="682475" cy="236892"/>
        </a:xfrm>
        <a:custGeom>
          <a:avLst/>
          <a:gdLst/>
          <a:ahLst/>
          <a:cxnLst/>
          <a:rect l="0" t="0" r="0" b="0"/>
          <a:pathLst>
            <a:path>
              <a:moveTo>
                <a:pt x="682475" y="0"/>
              </a:moveTo>
              <a:lnTo>
                <a:pt x="682475" y="118446"/>
              </a:lnTo>
              <a:lnTo>
                <a:pt x="0" y="118446"/>
              </a:lnTo>
              <a:lnTo>
                <a:pt x="0" y="2368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0AFADD-39D8-40CC-A6DA-171055D0486F}">
      <dsp:nvSpPr>
        <dsp:cNvPr id="0" name=""/>
        <dsp:cNvSpPr/>
      </dsp:nvSpPr>
      <dsp:spPr>
        <a:xfrm>
          <a:off x="1339139" y="565709"/>
          <a:ext cx="2188434" cy="236892"/>
        </a:xfrm>
        <a:custGeom>
          <a:avLst/>
          <a:gdLst/>
          <a:ahLst/>
          <a:cxnLst/>
          <a:rect l="0" t="0" r="0" b="0"/>
          <a:pathLst>
            <a:path>
              <a:moveTo>
                <a:pt x="2188434" y="0"/>
              </a:moveTo>
              <a:lnTo>
                <a:pt x="2188434" y="118446"/>
              </a:lnTo>
              <a:lnTo>
                <a:pt x="0" y="118446"/>
              </a:lnTo>
              <a:lnTo>
                <a:pt x="0" y="23689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72245D-4372-434A-BB9A-2A1A3AE0ED1A}">
      <dsp:nvSpPr>
        <dsp:cNvPr id="0" name=""/>
        <dsp:cNvSpPr/>
      </dsp:nvSpPr>
      <dsp:spPr>
        <a:xfrm>
          <a:off x="2963544" y="1680"/>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Project Risks</a:t>
          </a:r>
        </a:p>
      </dsp:txBody>
      <dsp:txXfrm>
        <a:off x="2963544" y="1680"/>
        <a:ext cx="1128059" cy="564029"/>
      </dsp:txXfrm>
    </dsp:sp>
    <dsp:sp modelId="{8618FC9D-CBD3-4C5C-90A5-C5D04AF71090}">
      <dsp:nvSpPr>
        <dsp:cNvPr id="0" name=""/>
        <dsp:cNvSpPr/>
      </dsp:nvSpPr>
      <dsp:spPr>
        <a:xfrm>
          <a:off x="775110" y="802602"/>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Individual risks </a:t>
          </a:r>
        </a:p>
      </dsp:txBody>
      <dsp:txXfrm>
        <a:off x="775110" y="802602"/>
        <a:ext cx="1128059" cy="564029"/>
      </dsp:txXfrm>
    </dsp:sp>
    <dsp:sp modelId="{040F55A2-A88D-4B9C-97D1-30CD6F718694}">
      <dsp:nvSpPr>
        <dsp:cNvPr id="0" name=""/>
        <dsp:cNvSpPr/>
      </dsp:nvSpPr>
      <dsp:spPr>
        <a:xfrm>
          <a:off x="92634" y="1603524"/>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Risk Plan</a:t>
          </a:r>
        </a:p>
      </dsp:txBody>
      <dsp:txXfrm>
        <a:off x="92634" y="1603524"/>
        <a:ext cx="1128059" cy="564029"/>
      </dsp:txXfrm>
    </dsp:sp>
    <dsp:sp modelId="{CEC6DCD5-420E-4D3C-9718-8D11F5C8A46A}">
      <dsp:nvSpPr>
        <dsp:cNvPr id="0" name=""/>
        <dsp:cNvSpPr/>
      </dsp:nvSpPr>
      <dsp:spPr>
        <a:xfrm>
          <a:off x="374649" y="2404446"/>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Table </a:t>
          </a:r>
        </a:p>
      </dsp:txBody>
      <dsp:txXfrm>
        <a:off x="374649" y="2404446"/>
        <a:ext cx="1128059" cy="564029"/>
      </dsp:txXfrm>
    </dsp:sp>
    <dsp:sp modelId="{AFCE42E6-68B5-482D-9EAF-2157A9AEB666}">
      <dsp:nvSpPr>
        <dsp:cNvPr id="0" name=""/>
        <dsp:cNvSpPr/>
      </dsp:nvSpPr>
      <dsp:spPr>
        <a:xfrm>
          <a:off x="374649" y="3205368"/>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Explanation </a:t>
          </a:r>
        </a:p>
      </dsp:txBody>
      <dsp:txXfrm>
        <a:off x="374649" y="3205368"/>
        <a:ext cx="1128059" cy="564029"/>
      </dsp:txXfrm>
    </dsp:sp>
    <dsp:sp modelId="{D3C374F4-545F-45F6-B903-315FE9A781CD}">
      <dsp:nvSpPr>
        <dsp:cNvPr id="0" name=""/>
        <dsp:cNvSpPr/>
      </dsp:nvSpPr>
      <dsp:spPr>
        <a:xfrm>
          <a:off x="1457585" y="1603524"/>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Risk Control</a:t>
          </a:r>
        </a:p>
      </dsp:txBody>
      <dsp:txXfrm>
        <a:off x="1457585" y="1603524"/>
        <a:ext cx="1128059" cy="564029"/>
      </dsp:txXfrm>
    </dsp:sp>
    <dsp:sp modelId="{FF11C1DB-F4DF-47B1-AA2E-8A94BB5E201C}">
      <dsp:nvSpPr>
        <dsp:cNvPr id="0" name=""/>
        <dsp:cNvSpPr/>
      </dsp:nvSpPr>
      <dsp:spPr>
        <a:xfrm>
          <a:off x="1739600" y="2404446"/>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Table</a:t>
          </a:r>
        </a:p>
      </dsp:txBody>
      <dsp:txXfrm>
        <a:off x="1739600" y="2404446"/>
        <a:ext cx="1128059" cy="564029"/>
      </dsp:txXfrm>
    </dsp:sp>
    <dsp:sp modelId="{3EE88DEB-CB2C-4CAE-8F1C-FF3E49CF2414}">
      <dsp:nvSpPr>
        <dsp:cNvPr id="0" name=""/>
        <dsp:cNvSpPr/>
      </dsp:nvSpPr>
      <dsp:spPr>
        <a:xfrm>
          <a:off x="1739600" y="3205368"/>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Explanation</a:t>
          </a:r>
        </a:p>
      </dsp:txBody>
      <dsp:txXfrm>
        <a:off x="1739600" y="3205368"/>
        <a:ext cx="1128059" cy="564029"/>
      </dsp:txXfrm>
    </dsp:sp>
    <dsp:sp modelId="{5D1768DE-75EC-4F31-8C9A-8ADC518A7077}">
      <dsp:nvSpPr>
        <dsp:cNvPr id="0" name=""/>
        <dsp:cNvSpPr/>
      </dsp:nvSpPr>
      <dsp:spPr>
        <a:xfrm>
          <a:off x="5151979" y="802602"/>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Global Risk</a:t>
          </a:r>
        </a:p>
      </dsp:txBody>
      <dsp:txXfrm>
        <a:off x="5151979" y="802602"/>
        <a:ext cx="1128059" cy="564029"/>
      </dsp:txXfrm>
    </dsp:sp>
    <dsp:sp modelId="{1174F5C9-E11C-409B-8B53-6937A18CCA28}">
      <dsp:nvSpPr>
        <dsp:cNvPr id="0" name=""/>
        <dsp:cNvSpPr/>
      </dsp:nvSpPr>
      <dsp:spPr>
        <a:xfrm>
          <a:off x="3787027" y="1603524"/>
          <a:ext cx="1128059" cy="564029"/>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Risk Variables</a:t>
          </a:r>
          <a:endParaRPr lang="en-US" sz="1700" kern="1200" noProof="0" dirty="0"/>
        </a:p>
      </dsp:txBody>
      <dsp:txXfrm>
        <a:off x="3787027" y="1603524"/>
        <a:ext cx="1128059" cy="564029"/>
      </dsp:txXfrm>
    </dsp:sp>
    <dsp:sp modelId="{92B4228C-AFE1-4F9E-825A-1ECBEE14D5D3}">
      <dsp:nvSpPr>
        <dsp:cNvPr id="0" name=""/>
        <dsp:cNvSpPr/>
      </dsp:nvSpPr>
      <dsp:spPr>
        <a:xfrm>
          <a:off x="3104552" y="2404446"/>
          <a:ext cx="1128059" cy="564029"/>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 </a:t>
          </a:r>
          <a:r>
            <a:rPr lang="en-US" sz="1700" kern="1200" noProof="0" dirty="0">
              <a:solidFill>
                <a:srgbClr val="000000"/>
              </a:solidFill>
              <a:latin typeface="Times New Roman"/>
              <a:ea typeface="+mn-ea"/>
              <a:cs typeface="+mn-cs"/>
            </a:rPr>
            <a:t>Innovation</a:t>
          </a:r>
        </a:p>
      </dsp:txBody>
      <dsp:txXfrm>
        <a:off x="3104552" y="2404446"/>
        <a:ext cx="1128059" cy="564029"/>
      </dsp:txXfrm>
    </dsp:sp>
    <dsp:sp modelId="{B6D5EA2D-0263-4A16-BA82-7E350B4454E9}">
      <dsp:nvSpPr>
        <dsp:cNvPr id="0" name=""/>
        <dsp:cNvSpPr/>
      </dsp:nvSpPr>
      <dsp:spPr>
        <a:xfrm>
          <a:off x="4469503" y="2404446"/>
          <a:ext cx="1128059" cy="564029"/>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rgbClr val="000000"/>
              </a:solidFill>
              <a:latin typeface="Times New Roman"/>
              <a:ea typeface="+mn-ea"/>
              <a:cs typeface="+mn-cs"/>
            </a:rPr>
            <a:t>Size</a:t>
          </a:r>
        </a:p>
      </dsp:txBody>
      <dsp:txXfrm>
        <a:off x="4469503" y="2404446"/>
        <a:ext cx="1128059" cy="564029"/>
      </dsp:txXfrm>
    </dsp:sp>
    <dsp:sp modelId="{62A21B24-75E2-4784-B7AC-A2533271CA38}">
      <dsp:nvSpPr>
        <dsp:cNvPr id="0" name=""/>
        <dsp:cNvSpPr/>
      </dsp:nvSpPr>
      <dsp:spPr>
        <a:xfrm>
          <a:off x="3104552" y="3205368"/>
          <a:ext cx="1128059" cy="564029"/>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rgbClr val="000000"/>
              </a:solidFill>
              <a:latin typeface="Times New Roman"/>
              <a:ea typeface="+mn-ea"/>
              <a:cs typeface="+mn-cs"/>
            </a:rPr>
            <a:t>Uncertainty</a:t>
          </a:r>
        </a:p>
      </dsp:txBody>
      <dsp:txXfrm>
        <a:off x="3104552" y="3205368"/>
        <a:ext cx="1128059" cy="564029"/>
      </dsp:txXfrm>
    </dsp:sp>
    <dsp:sp modelId="{DEE2600D-55F1-493F-8E96-53C8D203305E}">
      <dsp:nvSpPr>
        <dsp:cNvPr id="0" name=""/>
        <dsp:cNvSpPr/>
      </dsp:nvSpPr>
      <dsp:spPr>
        <a:xfrm>
          <a:off x="4469503" y="3205368"/>
          <a:ext cx="1128059" cy="564029"/>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Risk </a:t>
          </a:r>
          <a:r>
            <a:rPr lang="en-US" sz="1700" kern="1200" noProof="0" dirty="0">
              <a:solidFill>
                <a:srgbClr val="000000"/>
              </a:solidFill>
              <a:latin typeface="Times New Roman"/>
              <a:ea typeface="+mn-ea"/>
              <a:cs typeface="+mn-cs"/>
            </a:rPr>
            <a:t>Profile</a:t>
          </a:r>
          <a:r>
            <a:rPr lang="en-US" sz="1700" b="1" kern="1200" noProof="0" dirty="0">
              <a:solidFill>
                <a:schemeClr val="tx1"/>
              </a:solidFill>
              <a:latin typeface="Times New Roman" pitchFamily="18" charset="0"/>
              <a:cs typeface="Times New Roman" pitchFamily="18" charset="0"/>
            </a:rPr>
            <a:t> </a:t>
          </a:r>
          <a:endParaRPr lang="en-US" sz="1700" kern="1200" noProof="0" dirty="0">
            <a:solidFill>
              <a:schemeClr val="tx1"/>
            </a:solidFill>
            <a:cs typeface="Times New Roman" pitchFamily="18" charset="0"/>
          </a:endParaRPr>
        </a:p>
      </dsp:txBody>
      <dsp:txXfrm>
        <a:off x="4469503" y="3205368"/>
        <a:ext cx="1128059" cy="564029"/>
      </dsp:txXfrm>
    </dsp:sp>
    <dsp:sp modelId="{41557AA3-16C3-4093-892A-BE94FC110289}">
      <dsp:nvSpPr>
        <dsp:cNvPr id="0" name=""/>
        <dsp:cNvSpPr/>
      </dsp:nvSpPr>
      <dsp:spPr>
        <a:xfrm>
          <a:off x="6516930" y="1603524"/>
          <a:ext cx="1128059" cy="564029"/>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Project Risk mitigation </a:t>
          </a:r>
        </a:p>
      </dsp:txBody>
      <dsp:txXfrm>
        <a:off x="6516930" y="1603524"/>
        <a:ext cx="1128059" cy="564029"/>
      </dsp:txXfrm>
    </dsp:sp>
    <dsp:sp modelId="{954164FD-192E-4464-B61F-3C922A8FDB46}">
      <dsp:nvSpPr>
        <dsp:cNvPr id="0" name=""/>
        <dsp:cNvSpPr/>
      </dsp:nvSpPr>
      <dsp:spPr>
        <a:xfrm>
          <a:off x="5834455" y="2404446"/>
          <a:ext cx="1128059" cy="564029"/>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Pilot </a:t>
          </a:r>
          <a:endParaRPr lang="en-US" sz="1700" kern="1200" noProof="0" dirty="0">
            <a:solidFill>
              <a:schemeClr val="tx1"/>
            </a:solidFill>
            <a:cs typeface="Times New Roman" pitchFamily="18" charset="0"/>
          </a:endParaRPr>
        </a:p>
      </dsp:txBody>
      <dsp:txXfrm>
        <a:off x="5834455" y="2404446"/>
        <a:ext cx="1128059" cy="564029"/>
      </dsp:txXfrm>
    </dsp:sp>
    <dsp:sp modelId="{46EE24DF-7173-4152-B65D-E908604B3584}">
      <dsp:nvSpPr>
        <dsp:cNvPr id="0" name=""/>
        <dsp:cNvSpPr/>
      </dsp:nvSpPr>
      <dsp:spPr>
        <a:xfrm>
          <a:off x="7199406" y="2404446"/>
          <a:ext cx="1128059" cy="564029"/>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Split</a:t>
          </a:r>
        </a:p>
      </dsp:txBody>
      <dsp:txXfrm>
        <a:off x="7199406" y="2404446"/>
        <a:ext cx="1128059" cy="564029"/>
      </dsp:txXfrm>
    </dsp:sp>
    <dsp:sp modelId="{7965C3B1-1E0D-4E47-9A22-95EED641ED2D}">
      <dsp:nvSpPr>
        <dsp:cNvPr id="0" name=""/>
        <dsp:cNvSpPr/>
      </dsp:nvSpPr>
      <dsp:spPr>
        <a:xfrm>
          <a:off x="5834455" y="3205368"/>
          <a:ext cx="1128059" cy="564029"/>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Manage Risk</a:t>
          </a:r>
        </a:p>
      </dsp:txBody>
      <dsp:txXfrm>
        <a:off x="5834455" y="3205368"/>
        <a:ext cx="1128059" cy="564029"/>
      </dsp:txXfrm>
    </dsp:sp>
    <dsp:sp modelId="{D1A3DF2F-D301-42C7-BB8D-F1543E0E7935}">
      <dsp:nvSpPr>
        <dsp:cNvPr id="0" name=""/>
        <dsp:cNvSpPr/>
      </dsp:nvSpPr>
      <dsp:spPr>
        <a:xfrm>
          <a:off x="7199406" y="3205368"/>
          <a:ext cx="1128059" cy="564029"/>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Downgrade Objectives</a:t>
          </a:r>
        </a:p>
      </dsp:txBody>
      <dsp:txXfrm>
        <a:off x="7199406" y="3205368"/>
        <a:ext cx="1128059" cy="564029"/>
      </dsp:txXfrm>
    </dsp:sp>
    <dsp:sp modelId="{BF797DD0-01B8-4D55-8EF3-FE24F34FF8C7}">
      <dsp:nvSpPr>
        <dsp:cNvPr id="0" name=""/>
        <dsp:cNvSpPr/>
      </dsp:nvSpPr>
      <dsp:spPr>
        <a:xfrm>
          <a:off x="5834455" y="4006290"/>
          <a:ext cx="1128059" cy="564029"/>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chemeClr val="tx1"/>
              </a:solidFill>
            </a:rPr>
            <a:t>Information Assurance</a:t>
          </a:r>
        </a:p>
      </dsp:txBody>
      <dsp:txXfrm>
        <a:off x="5834455" y="4006290"/>
        <a:ext cx="1128059" cy="56402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9BED46-45B9-4E52-87DB-9304D6E3A946}">
      <dsp:nvSpPr>
        <dsp:cNvPr id="0" name=""/>
        <dsp:cNvSpPr/>
      </dsp:nvSpPr>
      <dsp:spPr>
        <a:xfrm>
          <a:off x="4319412" y="2627758"/>
          <a:ext cx="205054" cy="1599428"/>
        </a:xfrm>
        <a:custGeom>
          <a:avLst/>
          <a:gdLst/>
          <a:ahLst/>
          <a:cxnLst/>
          <a:rect l="0" t="0" r="0" b="0"/>
          <a:pathLst>
            <a:path>
              <a:moveTo>
                <a:pt x="0" y="0"/>
              </a:moveTo>
              <a:lnTo>
                <a:pt x="0" y="1599428"/>
              </a:lnTo>
              <a:lnTo>
                <a:pt x="205054" y="15994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5AD03B-2A6E-4D32-B885-237DFBCAA894}">
      <dsp:nvSpPr>
        <dsp:cNvPr id="0" name=""/>
        <dsp:cNvSpPr/>
      </dsp:nvSpPr>
      <dsp:spPr>
        <a:xfrm>
          <a:off x="4319412" y="2627758"/>
          <a:ext cx="205054" cy="628835"/>
        </a:xfrm>
        <a:custGeom>
          <a:avLst/>
          <a:gdLst/>
          <a:ahLst/>
          <a:cxnLst/>
          <a:rect l="0" t="0" r="0" b="0"/>
          <a:pathLst>
            <a:path>
              <a:moveTo>
                <a:pt x="0" y="0"/>
              </a:moveTo>
              <a:lnTo>
                <a:pt x="0" y="628835"/>
              </a:lnTo>
              <a:lnTo>
                <a:pt x="205054" y="6288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2CA122-80C5-4DF2-B0D6-D0ADFA30C209}">
      <dsp:nvSpPr>
        <dsp:cNvPr id="0" name=""/>
        <dsp:cNvSpPr/>
      </dsp:nvSpPr>
      <dsp:spPr>
        <a:xfrm>
          <a:off x="4039170" y="1657164"/>
          <a:ext cx="827054" cy="287076"/>
        </a:xfrm>
        <a:custGeom>
          <a:avLst/>
          <a:gdLst/>
          <a:ahLst/>
          <a:cxnLst/>
          <a:rect l="0" t="0" r="0" b="0"/>
          <a:pathLst>
            <a:path>
              <a:moveTo>
                <a:pt x="0" y="0"/>
              </a:moveTo>
              <a:lnTo>
                <a:pt x="0" y="143538"/>
              </a:lnTo>
              <a:lnTo>
                <a:pt x="827054" y="143538"/>
              </a:lnTo>
              <a:lnTo>
                <a:pt x="827054" y="28707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CE65B2-D919-4E72-AD0D-C7C8D435459D}">
      <dsp:nvSpPr>
        <dsp:cNvPr id="0" name=""/>
        <dsp:cNvSpPr/>
      </dsp:nvSpPr>
      <dsp:spPr>
        <a:xfrm>
          <a:off x="2665302" y="2627758"/>
          <a:ext cx="205054" cy="1599428"/>
        </a:xfrm>
        <a:custGeom>
          <a:avLst/>
          <a:gdLst/>
          <a:ahLst/>
          <a:cxnLst/>
          <a:rect l="0" t="0" r="0" b="0"/>
          <a:pathLst>
            <a:path>
              <a:moveTo>
                <a:pt x="0" y="0"/>
              </a:moveTo>
              <a:lnTo>
                <a:pt x="0" y="1599428"/>
              </a:lnTo>
              <a:lnTo>
                <a:pt x="205054" y="15994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3B8AEF-BE0F-4DA0-9AB1-93176AB01029}">
      <dsp:nvSpPr>
        <dsp:cNvPr id="0" name=""/>
        <dsp:cNvSpPr/>
      </dsp:nvSpPr>
      <dsp:spPr>
        <a:xfrm>
          <a:off x="2665302" y="2627758"/>
          <a:ext cx="205054" cy="628835"/>
        </a:xfrm>
        <a:custGeom>
          <a:avLst/>
          <a:gdLst/>
          <a:ahLst/>
          <a:cxnLst/>
          <a:rect l="0" t="0" r="0" b="0"/>
          <a:pathLst>
            <a:path>
              <a:moveTo>
                <a:pt x="0" y="0"/>
              </a:moveTo>
              <a:lnTo>
                <a:pt x="0" y="628835"/>
              </a:lnTo>
              <a:lnTo>
                <a:pt x="205054" y="6288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AFFE9D-EA1B-4B14-8111-6106042ECF34}">
      <dsp:nvSpPr>
        <dsp:cNvPr id="0" name=""/>
        <dsp:cNvSpPr/>
      </dsp:nvSpPr>
      <dsp:spPr>
        <a:xfrm>
          <a:off x="3212116" y="1657164"/>
          <a:ext cx="827054" cy="287076"/>
        </a:xfrm>
        <a:custGeom>
          <a:avLst/>
          <a:gdLst/>
          <a:ahLst/>
          <a:cxnLst/>
          <a:rect l="0" t="0" r="0" b="0"/>
          <a:pathLst>
            <a:path>
              <a:moveTo>
                <a:pt x="827054" y="0"/>
              </a:moveTo>
              <a:lnTo>
                <a:pt x="827054" y="143538"/>
              </a:lnTo>
              <a:lnTo>
                <a:pt x="0" y="143538"/>
              </a:lnTo>
              <a:lnTo>
                <a:pt x="0" y="28707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0AFADD-39D8-40CC-A6DA-171055D0486F}">
      <dsp:nvSpPr>
        <dsp:cNvPr id="0" name=""/>
        <dsp:cNvSpPr/>
      </dsp:nvSpPr>
      <dsp:spPr>
        <a:xfrm>
          <a:off x="3993450" y="686571"/>
          <a:ext cx="91440" cy="287076"/>
        </a:xfrm>
        <a:custGeom>
          <a:avLst/>
          <a:gdLst/>
          <a:ahLst/>
          <a:cxnLst/>
          <a:rect l="0" t="0" r="0" b="0"/>
          <a:pathLst>
            <a:path>
              <a:moveTo>
                <a:pt x="45720" y="0"/>
              </a:moveTo>
              <a:lnTo>
                <a:pt x="45720" y="287076"/>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72245D-4372-434A-BB9A-2A1A3AE0ED1A}">
      <dsp:nvSpPr>
        <dsp:cNvPr id="0" name=""/>
        <dsp:cNvSpPr/>
      </dsp:nvSpPr>
      <dsp:spPr>
        <a:xfrm>
          <a:off x="3355654" y="3055"/>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Project Risks</a:t>
          </a:r>
        </a:p>
      </dsp:txBody>
      <dsp:txXfrm>
        <a:off x="3355654" y="3055"/>
        <a:ext cx="1367032" cy="683516"/>
      </dsp:txXfrm>
    </dsp:sp>
    <dsp:sp modelId="{8618FC9D-CBD3-4C5C-90A5-C5D04AF71090}">
      <dsp:nvSpPr>
        <dsp:cNvPr id="0" name=""/>
        <dsp:cNvSpPr/>
      </dsp:nvSpPr>
      <dsp:spPr>
        <a:xfrm>
          <a:off x="3355654" y="973648"/>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Individual risks </a:t>
          </a:r>
        </a:p>
      </dsp:txBody>
      <dsp:txXfrm>
        <a:off x="3355654" y="973648"/>
        <a:ext cx="1367032" cy="683516"/>
      </dsp:txXfrm>
    </dsp:sp>
    <dsp:sp modelId="{040F55A2-A88D-4B9C-97D1-30CD6F718694}">
      <dsp:nvSpPr>
        <dsp:cNvPr id="0" name=""/>
        <dsp:cNvSpPr/>
      </dsp:nvSpPr>
      <dsp:spPr>
        <a:xfrm>
          <a:off x="2528599" y="1944241"/>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Risk Plan</a:t>
          </a:r>
        </a:p>
      </dsp:txBody>
      <dsp:txXfrm>
        <a:off x="2528599" y="1944241"/>
        <a:ext cx="1367032" cy="683516"/>
      </dsp:txXfrm>
    </dsp:sp>
    <dsp:sp modelId="{CEC6DCD5-420E-4D3C-9718-8D11F5C8A46A}">
      <dsp:nvSpPr>
        <dsp:cNvPr id="0" name=""/>
        <dsp:cNvSpPr/>
      </dsp:nvSpPr>
      <dsp:spPr>
        <a:xfrm>
          <a:off x="2870357" y="2914835"/>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Table </a:t>
          </a:r>
        </a:p>
      </dsp:txBody>
      <dsp:txXfrm>
        <a:off x="2870357" y="2914835"/>
        <a:ext cx="1367032" cy="683516"/>
      </dsp:txXfrm>
    </dsp:sp>
    <dsp:sp modelId="{AFCE42E6-68B5-482D-9EAF-2157A9AEB666}">
      <dsp:nvSpPr>
        <dsp:cNvPr id="0" name=""/>
        <dsp:cNvSpPr/>
      </dsp:nvSpPr>
      <dsp:spPr>
        <a:xfrm>
          <a:off x="2870357" y="3885428"/>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Explanation </a:t>
          </a:r>
        </a:p>
      </dsp:txBody>
      <dsp:txXfrm>
        <a:off x="2870357" y="3885428"/>
        <a:ext cx="1367032" cy="683516"/>
      </dsp:txXfrm>
    </dsp:sp>
    <dsp:sp modelId="{D3C374F4-545F-45F6-B903-315FE9A781CD}">
      <dsp:nvSpPr>
        <dsp:cNvPr id="0" name=""/>
        <dsp:cNvSpPr/>
      </dsp:nvSpPr>
      <dsp:spPr>
        <a:xfrm>
          <a:off x="4182709" y="1944241"/>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Risk Control</a:t>
          </a:r>
        </a:p>
      </dsp:txBody>
      <dsp:txXfrm>
        <a:off x="4182709" y="1944241"/>
        <a:ext cx="1367032" cy="683516"/>
      </dsp:txXfrm>
    </dsp:sp>
    <dsp:sp modelId="{FF11C1DB-F4DF-47B1-AA2E-8A94BB5E201C}">
      <dsp:nvSpPr>
        <dsp:cNvPr id="0" name=""/>
        <dsp:cNvSpPr/>
      </dsp:nvSpPr>
      <dsp:spPr>
        <a:xfrm>
          <a:off x="4524467" y="2914835"/>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Table</a:t>
          </a:r>
        </a:p>
      </dsp:txBody>
      <dsp:txXfrm>
        <a:off x="4524467" y="2914835"/>
        <a:ext cx="1367032" cy="683516"/>
      </dsp:txXfrm>
    </dsp:sp>
    <dsp:sp modelId="{3EE88DEB-CB2C-4CAE-8F1C-FF3E49CF2414}">
      <dsp:nvSpPr>
        <dsp:cNvPr id="0" name=""/>
        <dsp:cNvSpPr/>
      </dsp:nvSpPr>
      <dsp:spPr>
        <a:xfrm>
          <a:off x="4524467" y="3885428"/>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Explanation</a:t>
          </a:r>
        </a:p>
      </dsp:txBody>
      <dsp:txXfrm>
        <a:off x="4524467" y="3885428"/>
        <a:ext cx="1367032" cy="683516"/>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12E22-A466-47B5-9C18-3DD199F03279}">
      <dsp:nvSpPr>
        <dsp:cNvPr id="0" name=""/>
        <dsp:cNvSpPr/>
      </dsp:nvSpPr>
      <dsp:spPr>
        <a:xfrm>
          <a:off x="4210050" y="2627758"/>
          <a:ext cx="143538" cy="1599428"/>
        </a:xfrm>
        <a:custGeom>
          <a:avLst/>
          <a:gdLst/>
          <a:ahLst/>
          <a:cxnLst/>
          <a:rect l="0" t="0" r="0" b="0"/>
          <a:pathLst>
            <a:path>
              <a:moveTo>
                <a:pt x="0" y="0"/>
              </a:moveTo>
              <a:lnTo>
                <a:pt x="0" y="1599428"/>
              </a:lnTo>
              <a:lnTo>
                <a:pt x="143538" y="15994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EAA670-3CDF-4D9E-8E5F-0DEFB19D030C}">
      <dsp:nvSpPr>
        <dsp:cNvPr id="0" name=""/>
        <dsp:cNvSpPr/>
      </dsp:nvSpPr>
      <dsp:spPr>
        <a:xfrm>
          <a:off x="4066511" y="2627758"/>
          <a:ext cx="143538" cy="1599428"/>
        </a:xfrm>
        <a:custGeom>
          <a:avLst/>
          <a:gdLst/>
          <a:ahLst/>
          <a:cxnLst/>
          <a:rect l="0" t="0" r="0" b="0"/>
          <a:pathLst>
            <a:path>
              <a:moveTo>
                <a:pt x="143538" y="0"/>
              </a:moveTo>
              <a:lnTo>
                <a:pt x="143538" y="1599428"/>
              </a:lnTo>
              <a:lnTo>
                <a:pt x="0" y="15994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C0A48A-4A1F-4C52-AEE9-538C5D292E3E}">
      <dsp:nvSpPr>
        <dsp:cNvPr id="0" name=""/>
        <dsp:cNvSpPr/>
      </dsp:nvSpPr>
      <dsp:spPr>
        <a:xfrm>
          <a:off x="4210050" y="2627758"/>
          <a:ext cx="143538" cy="628835"/>
        </a:xfrm>
        <a:custGeom>
          <a:avLst/>
          <a:gdLst/>
          <a:ahLst/>
          <a:cxnLst/>
          <a:rect l="0" t="0" r="0" b="0"/>
          <a:pathLst>
            <a:path>
              <a:moveTo>
                <a:pt x="0" y="0"/>
              </a:moveTo>
              <a:lnTo>
                <a:pt x="0" y="628835"/>
              </a:lnTo>
              <a:lnTo>
                <a:pt x="143538" y="6288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411ADD-CAD8-4F82-9C95-C5D5342C6A46}">
      <dsp:nvSpPr>
        <dsp:cNvPr id="0" name=""/>
        <dsp:cNvSpPr/>
      </dsp:nvSpPr>
      <dsp:spPr>
        <a:xfrm>
          <a:off x="4066511" y="2627758"/>
          <a:ext cx="143538" cy="628835"/>
        </a:xfrm>
        <a:custGeom>
          <a:avLst/>
          <a:gdLst/>
          <a:ahLst/>
          <a:cxnLst/>
          <a:rect l="0" t="0" r="0" b="0"/>
          <a:pathLst>
            <a:path>
              <a:moveTo>
                <a:pt x="143538" y="0"/>
              </a:moveTo>
              <a:lnTo>
                <a:pt x="143538" y="628835"/>
              </a:lnTo>
              <a:lnTo>
                <a:pt x="0" y="6288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9AA671-528B-4D3A-9D0D-42D687C9F718}">
      <dsp:nvSpPr>
        <dsp:cNvPr id="0" name=""/>
        <dsp:cNvSpPr/>
      </dsp:nvSpPr>
      <dsp:spPr>
        <a:xfrm>
          <a:off x="4164330" y="1657164"/>
          <a:ext cx="91440" cy="287076"/>
        </a:xfrm>
        <a:custGeom>
          <a:avLst/>
          <a:gdLst/>
          <a:ahLst/>
          <a:cxnLst/>
          <a:rect l="0" t="0" r="0" b="0"/>
          <a:pathLst>
            <a:path>
              <a:moveTo>
                <a:pt x="45720" y="0"/>
              </a:moveTo>
              <a:lnTo>
                <a:pt x="45720" y="28707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C79E91-1013-43AE-8CCD-1DD8394449B0}">
      <dsp:nvSpPr>
        <dsp:cNvPr id="0" name=""/>
        <dsp:cNvSpPr/>
      </dsp:nvSpPr>
      <dsp:spPr>
        <a:xfrm>
          <a:off x="4164330" y="686571"/>
          <a:ext cx="91440" cy="287076"/>
        </a:xfrm>
        <a:custGeom>
          <a:avLst/>
          <a:gdLst/>
          <a:ahLst/>
          <a:cxnLst/>
          <a:rect l="0" t="0" r="0" b="0"/>
          <a:pathLst>
            <a:path>
              <a:moveTo>
                <a:pt x="45720" y="0"/>
              </a:moveTo>
              <a:lnTo>
                <a:pt x="45720" y="287076"/>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0B6FA3-5597-4A7A-9C4C-57A22F021A6E}">
      <dsp:nvSpPr>
        <dsp:cNvPr id="0" name=""/>
        <dsp:cNvSpPr/>
      </dsp:nvSpPr>
      <dsp:spPr>
        <a:xfrm>
          <a:off x="3526533" y="3055"/>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noProof="0" dirty="0"/>
            <a:t>Project Risk</a:t>
          </a:r>
        </a:p>
      </dsp:txBody>
      <dsp:txXfrm>
        <a:off x="3526533" y="3055"/>
        <a:ext cx="1367032" cy="683516"/>
      </dsp:txXfrm>
    </dsp:sp>
    <dsp:sp modelId="{9F73FDCC-FFDE-4275-9F07-08D963E9E8CB}">
      <dsp:nvSpPr>
        <dsp:cNvPr id="0" name=""/>
        <dsp:cNvSpPr/>
      </dsp:nvSpPr>
      <dsp:spPr>
        <a:xfrm>
          <a:off x="3526533" y="973648"/>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b="1" kern="1200" noProof="0" dirty="0"/>
            <a:t>Global  risks </a:t>
          </a:r>
        </a:p>
      </dsp:txBody>
      <dsp:txXfrm>
        <a:off x="3526533" y="973648"/>
        <a:ext cx="1367032" cy="683516"/>
      </dsp:txXfrm>
    </dsp:sp>
    <dsp:sp modelId="{1174F5C9-E11C-409B-8B53-6937A18CCA28}">
      <dsp:nvSpPr>
        <dsp:cNvPr id="0" name=""/>
        <dsp:cNvSpPr/>
      </dsp:nvSpPr>
      <dsp:spPr>
        <a:xfrm>
          <a:off x="3526533" y="1944241"/>
          <a:ext cx="1367032" cy="68351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noProof="0" dirty="0">
              <a:solidFill>
                <a:schemeClr val="tx1"/>
              </a:solidFill>
            </a:rPr>
            <a:t>Risk Variables</a:t>
          </a:r>
          <a:endParaRPr lang="en-US" sz="2200" kern="1200" noProof="0" dirty="0"/>
        </a:p>
      </dsp:txBody>
      <dsp:txXfrm>
        <a:off x="3526533" y="1944241"/>
        <a:ext cx="1367032" cy="683516"/>
      </dsp:txXfrm>
    </dsp:sp>
    <dsp:sp modelId="{92B4228C-AFE1-4F9E-825A-1ECBEE14D5D3}">
      <dsp:nvSpPr>
        <dsp:cNvPr id="0" name=""/>
        <dsp:cNvSpPr/>
      </dsp:nvSpPr>
      <dsp:spPr>
        <a:xfrm>
          <a:off x="2699478" y="2914835"/>
          <a:ext cx="1367032" cy="683516"/>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977900">
            <a:lnSpc>
              <a:spcPct val="90000"/>
            </a:lnSpc>
            <a:spcBef>
              <a:spcPct val="0"/>
            </a:spcBef>
            <a:spcAft>
              <a:spcPct val="35000"/>
            </a:spcAft>
            <a:buNone/>
          </a:pPr>
          <a:r>
            <a:rPr lang="en-US" sz="2200" kern="1200" noProof="0" dirty="0">
              <a:solidFill>
                <a:schemeClr val="tx1"/>
              </a:solidFill>
            </a:rPr>
            <a:t> </a:t>
          </a:r>
          <a:r>
            <a:rPr lang="en-US" sz="2200" kern="1200" noProof="0" dirty="0">
              <a:solidFill>
                <a:srgbClr val="000000"/>
              </a:solidFill>
              <a:latin typeface="Times New Roman"/>
              <a:ea typeface="+mn-ea"/>
              <a:cs typeface="+mn-cs"/>
            </a:rPr>
            <a:t>Innovation</a:t>
          </a:r>
        </a:p>
      </dsp:txBody>
      <dsp:txXfrm>
        <a:off x="2699478" y="2914835"/>
        <a:ext cx="1367032" cy="683516"/>
      </dsp:txXfrm>
    </dsp:sp>
    <dsp:sp modelId="{B6D5EA2D-0263-4A16-BA82-7E350B4454E9}">
      <dsp:nvSpPr>
        <dsp:cNvPr id="0" name=""/>
        <dsp:cNvSpPr/>
      </dsp:nvSpPr>
      <dsp:spPr>
        <a:xfrm>
          <a:off x="4353588" y="2914835"/>
          <a:ext cx="1367032" cy="683516"/>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977900">
            <a:lnSpc>
              <a:spcPct val="90000"/>
            </a:lnSpc>
            <a:spcBef>
              <a:spcPct val="0"/>
            </a:spcBef>
            <a:spcAft>
              <a:spcPct val="35000"/>
            </a:spcAft>
            <a:buNone/>
          </a:pPr>
          <a:r>
            <a:rPr lang="en-US" sz="2200" kern="1200" noProof="0" dirty="0">
              <a:solidFill>
                <a:srgbClr val="000000"/>
              </a:solidFill>
              <a:latin typeface="Times New Roman"/>
              <a:ea typeface="+mn-ea"/>
              <a:cs typeface="+mn-cs"/>
            </a:rPr>
            <a:t>Size</a:t>
          </a:r>
        </a:p>
      </dsp:txBody>
      <dsp:txXfrm>
        <a:off x="4353588" y="2914835"/>
        <a:ext cx="1367032" cy="683516"/>
      </dsp:txXfrm>
    </dsp:sp>
    <dsp:sp modelId="{62A21B24-75E2-4784-B7AC-A2533271CA38}">
      <dsp:nvSpPr>
        <dsp:cNvPr id="0" name=""/>
        <dsp:cNvSpPr/>
      </dsp:nvSpPr>
      <dsp:spPr>
        <a:xfrm>
          <a:off x="2699478" y="3885428"/>
          <a:ext cx="1367032" cy="683516"/>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977900">
            <a:lnSpc>
              <a:spcPct val="90000"/>
            </a:lnSpc>
            <a:spcBef>
              <a:spcPct val="0"/>
            </a:spcBef>
            <a:spcAft>
              <a:spcPct val="35000"/>
            </a:spcAft>
            <a:buNone/>
          </a:pPr>
          <a:r>
            <a:rPr lang="en-US" sz="2200" kern="1200" noProof="0" dirty="0">
              <a:solidFill>
                <a:srgbClr val="000000"/>
              </a:solidFill>
              <a:latin typeface="Times New Roman"/>
              <a:ea typeface="+mn-ea"/>
              <a:cs typeface="+mn-cs"/>
            </a:rPr>
            <a:t>Uncertainty</a:t>
          </a:r>
        </a:p>
      </dsp:txBody>
      <dsp:txXfrm>
        <a:off x="2699478" y="3885428"/>
        <a:ext cx="1367032" cy="683516"/>
      </dsp:txXfrm>
    </dsp:sp>
    <dsp:sp modelId="{DEE2600D-55F1-493F-8E96-53C8D203305E}">
      <dsp:nvSpPr>
        <dsp:cNvPr id="0" name=""/>
        <dsp:cNvSpPr/>
      </dsp:nvSpPr>
      <dsp:spPr>
        <a:xfrm>
          <a:off x="4353588" y="3885428"/>
          <a:ext cx="1367032" cy="683516"/>
        </a:xfrm>
        <a:prstGeom prst="rect">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977900">
            <a:lnSpc>
              <a:spcPct val="90000"/>
            </a:lnSpc>
            <a:spcBef>
              <a:spcPct val="0"/>
            </a:spcBef>
            <a:spcAft>
              <a:spcPct val="35000"/>
            </a:spcAft>
            <a:buNone/>
          </a:pPr>
          <a:r>
            <a:rPr lang="en-US" sz="2200" kern="1200" noProof="0" dirty="0">
              <a:solidFill>
                <a:schemeClr val="tx1"/>
              </a:solidFill>
            </a:rPr>
            <a:t>Risk </a:t>
          </a:r>
          <a:r>
            <a:rPr lang="en-US" sz="2200" kern="1200" noProof="0" dirty="0">
              <a:solidFill>
                <a:srgbClr val="000000"/>
              </a:solidFill>
              <a:latin typeface="Times New Roman"/>
              <a:ea typeface="+mn-ea"/>
              <a:cs typeface="+mn-cs"/>
            </a:rPr>
            <a:t>Profile</a:t>
          </a:r>
          <a:r>
            <a:rPr lang="en-US" sz="2200" b="1" kern="1200" noProof="0" dirty="0">
              <a:solidFill>
                <a:schemeClr val="tx1"/>
              </a:solidFill>
              <a:latin typeface="Times New Roman" pitchFamily="18" charset="0"/>
              <a:cs typeface="Times New Roman" pitchFamily="18" charset="0"/>
            </a:rPr>
            <a:t> </a:t>
          </a:r>
          <a:endParaRPr lang="en-US" sz="2200" kern="1200" noProof="0" dirty="0">
            <a:solidFill>
              <a:schemeClr val="tx1"/>
            </a:solidFill>
            <a:cs typeface="Times New Roman" pitchFamily="18" charset="0"/>
          </a:endParaRPr>
        </a:p>
      </dsp:txBody>
      <dsp:txXfrm>
        <a:off x="4353588" y="3885428"/>
        <a:ext cx="1367032" cy="68351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515690" y="1515690"/>
          <a:ext cx="4402667" cy="1371286"/>
        </a:xfrm>
        <a:prstGeom prst="flowChartManualOperation">
          <a:avLst/>
        </a:prstGeom>
        <a:solidFill>
          <a:schemeClr val="bg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91281" bIns="0" numCol="1" spcCol="1270" anchor="t" anchorCtr="0">
          <a:noAutofit/>
        </a:bodyPr>
        <a:lstStyle/>
        <a:p>
          <a:pPr marL="0" lvl="0" indent="0" algn="l" defTabSz="622300">
            <a:lnSpc>
              <a:spcPct val="90000"/>
            </a:lnSpc>
            <a:spcBef>
              <a:spcPct val="0"/>
            </a:spcBef>
            <a:spcAft>
              <a:spcPct val="35000"/>
            </a:spcAft>
            <a:buNone/>
          </a:pPr>
          <a:r>
            <a:rPr lang="en-US" sz="1400" kern="1200" noProof="0" dirty="0">
              <a:solidFill>
                <a:schemeClr val="tx1"/>
              </a:solidFill>
            </a:rPr>
            <a:t>Innovation Technology</a:t>
          </a:r>
        </a:p>
        <a:p>
          <a:pPr marL="57150" lvl="1" indent="-57150" algn="l" defTabSz="488950">
            <a:lnSpc>
              <a:spcPct val="90000"/>
            </a:lnSpc>
            <a:spcBef>
              <a:spcPct val="0"/>
            </a:spcBef>
            <a:spcAft>
              <a:spcPct val="15000"/>
            </a:spcAft>
            <a:buChar char="•"/>
          </a:pPr>
          <a:r>
            <a:rPr lang="en-US" sz="1100" kern="1200" noProof="0" dirty="0">
              <a:solidFill>
                <a:schemeClr val="tx1"/>
              </a:solidFill>
            </a:rPr>
            <a:t>Score:3</a:t>
          </a:r>
          <a:r>
            <a:rPr lang="en-US" sz="1100" b="1" kern="1200" noProof="0" dirty="0">
              <a:solidFill>
                <a:schemeClr val="tx1"/>
              </a:solidFill>
            </a:rPr>
            <a:t> (Low)</a:t>
          </a:r>
        </a:p>
        <a:p>
          <a:pPr marL="57150" lvl="1" indent="-57150" algn="l" defTabSz="488950">
            <a:lnSpc>
              <a:spcPct val="90000"/>
            </a:lnSpc>
            <a:spcBef>
              <a:spcPct val="0"/>
            </a:spcBef>
            <a:spcAft>
              <a:spcPct val="15000"/>
            </a:spcAft>
            <a:buChar char="•"/>
          </a:pPr>
          <a:r>
            <a:rPr lang="en-US" sz="1100" kern="1200" noProof="0" dirty="0">
              <a:solidFill>
                <a:schemeClr val="tx1"/>
              </a:solidFill>
            </a:rPr>
            <a:t>Explanation:  Servers, Payment Devices etc. are already on the market, then they do not lead a high innovation. However, new technologies and the existing ones should be integrated .</a:t>
          </a:r>
        </a:p>
      </dsp:txBody>
      <dsp:txXfrm rot="5400000">
        <a:off x="0" y="880533"/>
        <a:ext cx="1371286" cy="2641601"/>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515690" y="1515690"/>
          <a:ext cx="4402667" cy="1371286"/>
        </a:xfrm>
        <a:prstGeom prst="flowChartManualOperation">
          <a:avLst/>
        </a:prstGeom>
        <a:solidFill>
          <a:schemeClr val="bg1">
            <a:lumMod val="75000"/>
          </a:schemeClr>
        </a:solidFill>
        <a:ln w="25400" cap="flat" cmpd="sng" algn="ctr">
          <a:solidFill>
            <a:schemeClr val="bg1">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91281" bIns="0" numCol="1" spcCol="1270" anchor="t" anchorCtr="0">
          <a:noAutofit/>
        </a:bodyPr>
        <a:lstStyle/>
        <a:p>
          <a:pPr marL="0" lvl="0" indent="0" algn="l" defTabSz="622300">
            <a:lnSpc>
              <a:spcPct val="90000"/>
            </a:lnSpc>
            <a:spcBef>
              <a:spcPct val="0"/>
            </a:spcBef>
            <a:spcAft>
              <a:spcPct val="35000"/>
            </a:spcAft>
            <a:buNone/>
          </a:pPr>
          <a:r>
            <a:rPr lang="en-US" sz="1400" kern="1200" noProof="0" dirty="0">
              <a:solidFill>
                <a:schemeClr val="tx1"/>
              </a:solidFill>
            </a:rPr>
            <a:t>Information/ execution architecture  </a:t>
          </a:r>
        </a:p>
        <a:p>
          <a:pPr marL="57150" lvl="1" indent="-57150" algn="l" defTabSz="488950">
            <a:lnSpc>
              <a:spcPct val="90000"/>
            </a:lnSpc>
            <a:spcBef>
              <a:spcPct val="0"/>
            </a:spcBef>
            <a:spcAft>
              <a:spcPct val="15000"/>
            </a:spcAft>
            <a:buChar char="•"/>
          </a:pPr>
          <a:r>
            <a:rPr lang="en-US" sz="1100" kern="1200" noProof="0" dirty="0">
              <a:solidFill>
                <a:schemeClr val="tx1"/>
              </a:solidFill>
            </a:rPr>
            <a:t>Score:8</a:t>
          </a:r>
          <a:r>
            <a:rPr lang="en-US" sz="1100" b="1" kern="1200" noProof="0" dirty="0">
              <a:solidFill>
                <a:schemeClr val="tx1"/>
              </a:solidFill>
            </a:rPr>
            <a:t>(Average</a:t>
          </a:r>
          <a:r>
            <a:rPr lang="en-US" sz="1100" kern="1200" noProof="0" dirty="0">
              <a:solidFill>
                <a:schemeClr val="tx1"/>
              </a:solidFill>
            </a:rPr>
            <a:t>)</a:t>
          </a:r>
        </a:p>
        <a:p>
          <a:pPr marL="57150" lvl="1" indent="-57150" algn="l" defTabSz="488950">
            <a:lnSpc>
              <a:spcPct val="90000"/>
            </a:lnSpc>
            <a:spcBef>
              <a:spcPct val="0"/>
            </a:spcBef>
            <a:spcAft>
              <a:spcPct val="15000"/>
            </a:spcAft>
            <a:buChar char="•"/>
          </a:pPr>
          <a:r>
            <a:rPr lang="en-US" sz="1100" kern="1200" noProof="0" dirty="0">
              <a:solidFill>
                <a:schemeClr val="tx1"/>
              </a:solidFill>
            </a:rPr>
            <a:t>Explanation: Centralized database, Multichannel communication, will create a complex system (extranet)  It implies an average innovation.</a:t>
          </a:r>
        </a:p>
      </dsp:txBody>
      <dsp:txXfrm rot="5400000">
        <a:off x="0" y="880533"/>
        <a:ext cx="1371286" cy="2641601"/>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515690" y="1515690"/>
          <a:ext cx="4402667" cy="1371286"/>
        </a:xfrm>
        <a:prstGeom prst="flowChartManualOperation">
          <a:avLst/>
        </a:prstGeom>
        <a:solidFill>
          <a:schemeClr val="bg1">
            <a:lumMod val="75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91281" bIns="0" numCol="1" spcCol="1270" anchor="t" anchorCtr="0">
          <a:noAutofit/>
        </a:bodyPr>
        <a:lstStyle/>
        <a:p>
          <a:pPr marL="0" lvl="0" indent="0" algn="l" defTabSz="622300">
            <a:lnSpc>
              <a:spcPct val="90000"/>
            </a:lnSpc>
            <a:spcBef>
              <a:spcPct val="0"/>
            </a:spcBef>
            <a:spcAft>
              <a:spcPct val="35000"/>
            </a:spcAft>
            <a:buNone/>
          </a:pPr>
          <a:r>
            <a:rPr lang="en-US" sz="1400" kern="1200" noProof="0" dirty="0">
              <a:solidFill>
                <a:schemeClr val="tx1"/>
              </a:solidFill>
            </a:rPr>
            <a:t>Domain / technology experience of IT professionals </a:t>
          </a:r>
        </a:p>
        <a:p>
          <a:pPr marL="57150" lvl="1" indent="-57150" algn="l" defTabSz="488950">
            <a:lnSpc>
              <a:spcPct val="90000"/>
            </a:lnSpc>
            <a:spcBef>
              <a:spcPct val="0"/>
            </a:spcBef>
            <a:spcAft>
              <a:spcPct val="15000"/>
            </a:spcAft>
            <a:buChar char="•"/>
          </a:pPr>
          <a:r>
            <a:rPr lang="en-US" sz="1100" kern="1200" noProof="0" dirty="0">
              <a:solidFill>
                <a:schemeClr val="tx1"/>
              </a:solidFill>
            </a:rPr>
            <a:t>Score :</a:t>
          </a:r>
          <a:r>
            <a:rPr lang="en-US" sz="1100" b="1" kern="1200" noProof="0" dirty="0">
              <a:solidFill>
                <a:schemeClr val="tx1"/>
              </a:solidFill>
            </a:rPr>
            <a:t>10 (Limited)</a:t>
          </a:r>
        </a:p>
        <a:p>
          <a:pPr marL="57150" lvl="1" indent="-57150" algn="l" defTabSz="488950">
            <a:lnSpc>
              <a:spcPct val="90000"/>
            </a:lnSpc>
            <a:spcBef>
              <a:spcPct val="0"/>
            </a:spcBef>
            <a:spcAft>
              <a:spcPct val="15000"/>
            </a:spcAft>
            <a:buChar char="•"/>
          </a:pPr>
          <a:r>
            <a:rPr lang="en-US" sz="1100" kern="1200" noProof="0" dirty="0">
              <a:solidFill>
                <a:schemeClr val="tx1"/>
              </a:solidFill>
            </a:rPr>
            <a:t>Explanation: IT relies on interviewing healthcare professionals, but they do not have specific experience on health care.</a:t>
          </a:r>
        </a:p>
      </dsp:txBody>
      <dsp:txXfrm rot="5400000">
        <a:off x="0" y="880533"/>
        <a:ext cx="1371286" cy="2641601"/>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515690" y="1515690"/>
          <a:ext cx="4402667" cy="1371286"/>
        </a:xfrm>
        <a:prstGeom prst="flowChartManualOperation">
          <a:avLst/>
        </a:prstGeom>
        <a:solidFill>
          <a:schemeClr val="bg1">
            <a:lumMod val="75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0" tIns="0" rIns="109141" bIns="0" numCol="1" spcCol="1270" anchor="t" anchorCtr="0">
          <a:noAutofit/>
        </a:bodyPr>
        <a:lstStyle/>
        <a:p>
          <a:pPr marL="0" lvl="0" indent="0" algn="l" defTabSz="755650">
            <a:lnSpc>
              <a:spcPct val="90000"/>
            </a:lnSpc>
            <a:spcBef>
              <a:spcPct val="0"/>
            </a:spcBef>
            <a:spcAft>
              <a:spcPct val="35000"/>
            </a:spcAft>
            <a:buNone/>
          </a:pPr>
          <a:r>
            <a:rPr lang="en-US" sz="1700" kern="1200" noProof="0" dirty="0">
              <a:solidFill>
                <a:schemeClr val="tx1"/>
              </a:solidFill>
            </a:rPr>
            <a:t>Total Innovation</a:t>
          </a:r>
        </a:p>
        <a:p>
          <a:pPr marL="114300" lvl="1" indent="-114300" algn="l" defTabSz="577850">
            <a:lnSpc>
              <a:spcPct val="90000"/>
            </a:lnSpc>
            <a:spcBef>
              <a:spcPct val="0"/>
            </a:spcBef>
            <a:spcAft>
              <a:spcPct val="15000"/>
            </a:spcAft>
            <a:buChar char="•"/>
          </a:pPr>
          <a:r>
            <a:rPr lang="en-US" sz="1300" kern="1200" noProof="0" dirty="0">
              <a:solidFill>
                <a:schemeClr val="tx1"/>
              </a:solidFill>
            </a:rPr>
            <a:t>Total Sore=21</a:t>
          </a:r>
        </a:p>
        <a:p>
          <a:pPr marL="114300" lvl="1" indent="-114300" algn="l" defTabSz="577850">
            <a:lnSpc>
              <a:spcPct val="90000"/>
            </a:lnSpc>
            <a:spcBef>
              <a:spcPct val="0"/>
            </a:spcBef>
            <a:spcAft>
              <a:spcPct val="15000"/>
            </a:spcAft>
            <a:buChar char="•"/>
          </a:pPr>
          <a:r>
            <a:rPr lang="en-US" sz="1300" kern="1200" noProof="0" dirty="0">
              <a:solidFill>
                <a:schemeClr val="tx1"/>
              </a:solidFill>
            </a:rPr>
            <a:t>Explanation: Even without any new technologies the risk is high because we change the way information flows in the system</a:t>
          </a:r>
        </a:p>
      </dsp:txBody>
      <dsp:txXfrm rot="5400000">
        <a:off x="0" y="880533"/>
        <a:ext cx="1371286" cy="2641601"/>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252411" y="1253338"/>
          <a:ext cx="4402667" cy="1895990"/>
        </a:xfrm>
        <a:prstGeom prst="flowChartManualOperation">
          <a:avLst/>
        </a:prstGeom>
        <a:solidFill>
          <a:schemeClr val="bg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kern="1200" noProof="0" dirty="0">
              <a:solidFill>
                <a:schemeClr val="tx1"/>
              </a:solidFill>
            </a:rPr>
            <a:t>Project effort (Full Time Equivalent)</a:t>
          </a:r>
        </a:p>
        <a:p>
          <a:pPr marL="114300" lvl="1" indent="-114300" algn="l" defTabSz="533400">
            <a:lnSpc>
              <a:spcPct val="90000"/>
            </a:lnSpc>
            <a:spcBef>
              <a:spcPct val="0"/>
            </a:spcBef>
            <a:spcAft>
              <a:spcPct val="15000"/>
            </a:spcAft>
            <a:buChar char="•"/>
          </a:pPr>
          <a:r>
            <a:rPr lang="en-US" sz="1200" kern="1200" noProof="0" dirty="0">
              <a:solidFill>
                <a:schemeClr val="tx1"/>
              </a:solidFill>
            </a:rPr>
            <a:t>Score: Large: around 30 FTEs</a:t>
          </a:r>
          <a:endParaRPr lang="en-US" sz="1200" b="1" kern="1200" noProof="0" dirty="0">
            <a:solidFill>
              <a:schemeClr val="tx1"/>
            </a:solidFill>
          </a:endParaRPr>
        </a:p>
        <a:p>
          <a:pPr marL="114300" lvl="1" indent="-114300" algn="l" defTabSz="533400">
            <a:lnSpc>
              <a:spcPct val="90000"/>
            </a:lnSpc>
            <a:spcBef>
              <a:spcPct val="0"/>
            </a:spcBef>
            <a:spcAft>
              <a:spcPct val="15000"/>
            </a:spcAft>
            <a:buChar char="•"/>
          </a:pPr>
          <a:r>
            <a:rPr lang="en-US" sz="1200" b="0" kern="1200" noProof="0" dirty="0">
              <a:solidFill>
                <a:schemeClr val="tx1"/>
              </a:solidFill>
            </a:rPr>
            <a:t>Explanation: We assume project lasts 3 years (150 weeks) and each work week includes 40 hours. We assume an average team of 10 people and  a fulltime project manage</a:t>
          </a:r>
          <a:r>
            <a:rPr lang="en-US" sz="1200" kern="1200" noProof="0" dirty="0">
              <a:solidFill>
                <a:schemeClr val="tx1"/>
              </a:solidFill>
            </a:rPr>
            <a:t>ment</a:t>
          </a:r>
          <a:r>
            <a:rPr lang="en-US" sz="1200" b="0" kern="1200" noProof="0" dirty="0">
              <a:solidFill>
                <a:schemeClr val="tx1"/>
              </a:solidFill>
            </a:rPr>
            <a:t> of 2 people. </a:t>
          </a:r>
        </a:p>
      </dsp:txBody>
      <dsp:txXfrm rot="5400000">
        <a:off x="927" y="880533"/>
        <a:ext cx="1895990" cy="2641601"/>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466051" y="1466051"/>
          <a:ext cx="4402667" cy="1470563"/>
        </a:xfrm>
        <a:prstGeom prst="flowChartManualOperation">
          <a:avLst/>
        </a:prstGeom>
        <a:solidFill>
          <a:schemeClr val="bg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5094" bIns="0" numCol="1" spcCol="1270" anchor="t" anchorCtr="0">
          <a:noAutofit/>
        </a:bodyPr>
        <a:lstStyle/>
        <a:p>
          <a:pPr marL="0" lvl="0" indent="0" algn="l" defTabSz="800100">
            <a:lnSpc>
              <a:spcPct val="90000"/>
            </a:lnSpc>
            <a:spcBef>
              <a:spcPct val="0"/>
            </a:spcBef>
            <a:spcAft>
              <a:spcPct val="35000"/>
            </a:spcAft>
            <a:buNone/>
          </a:pPr>
          <a:r>
            <a:rPr lang="en-US" sz="1800" kern="1200" noProof="0" dirty="0">
              <a:solidFill>
                <a:schemeClr val="tx1"/>
              </a:solidFill>
            </a:rPr>
            <a:t>Number of end users</a:t>
          </a:r>
        </a:p>
        <a:p>
          <a:pPr marL="114300" lvl="1" indent="-114300" algn="l" defTabSz="622300">
            <a:lnSpc>
              <a:spcPct val="90000"/>
            </a:lnSpc>
            <a:spcBef>
              <a:spcPct val="0"/>
            </a:spcBef>
            <a:spcAft>
              <a:spcPct val="15000"/>
            </a:spcAft>
            <a:buChar char="•"/>
          </a:pPr>
          <a:r>
            <a:rPr lang="en-US" sz="1400" kern="1200" noProof="0" dirty="0">
              <a:solidFill>
                <a:schemeClr val="tx1"/>
              </a:solidFill>
            </a:rPr>
            <a:t>Score: Very Large: over 200: 10 </a:t>
          </a:r>
        </a:p>
        <a:p>
          <a:pPr marL="114300" lvl="1" indent="-114300" algn="l" defTabSz="622300">
            <a:lnSpc>
              <a:spcPct val="90000"/>
            </a:lnSpc>
            <a:spcBef>
              <a:spcPct val="0"/>
            </a:spcBef>
            <a:spcAft>
              <a:spcPct val="15000"/>
            </a:spcAft>
            <a:buChar char="•"/>
          </a:pPr>
          <a:r>
            <a:rPr lang="en-US" sz="1400" kern="1200" noProof="0" dirty="0">
              <a:solidFill>
                <a:schemeClr val="tx1"/>
              </a:solidFill>
            </a:rPr>
            <a:t>Explanation: We assume that 60% of the patients and all medical staff use the system. Hence 60% of 10 M = 6M </a:t>
          </a:r>
        </a:p>
      </dsp:txBody>
      <dsp:txXfrm rot="5400000">
        <a:off x="1" y="880532"/>
        <a:ext cx="1470563" cy="2641601"/>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404490" y="1404490"/>
          <a:ext cx="4402667" cy="1593686"/>
        </a:xfrm>
        <a:prstGeom prst="flowChartManualOperation">
          <a:avLst/>
        </a:prstGeom>
        <a:solidFill>
          <a:schemeClr val="bg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5094" bIns="0" numCol="1" spcCol="1270" anchor="t" anchorCtr="0">
          <a:noAutofit/>
        </a:bodyPr>
        <a:lstStyle/>
        <a:p>
          <a:pPr marL="0" lvl="0" indent="0" algn="l" defTabSz="800100">
            <a:lnSpc>
              <a:spcPct val="90000"/>
            </a:lnSpc>
            <a:spcBef>
              <a:spcPct val="0"/>
            </a:spcBef>
            <a:spcAft>
              <a:spcPct val="35000"/>
            </a:spcAft>
            <a:buNone/>
          </a:pPr>
          <a:r>
            <a:rPr lang="en-US" sz="1800" kern="1200" noProof="0" dirty="0">
              <a:solidFill>
                <a:schemeClr val="tx1"/>
              </a:solidFill>
            </a:rPr>
            <a:t>Organizational span</a:t>
          </a:r>
        </a:p>
        <a:p>
          <a:pPr marL="114300" lvl="1" indent="-114300" algn="l" defTabSz="622300">
            <a:lnSpc>
              <a:spcPct val="90000"/>
            </a:lnSpc>
            <a:spcBef>
              <a:spcPct val="0"/>
            </a:spcBef>
            <a:spcAft>
              <a:spcPct val="15000"/>
            </a:spcAft>
            <a:buChar char="•"/>
          </a:pPr>
          <a:r>
            <a:rPr lang="en-US" sz="1400" kern="1200" noProof="0" dirty="0">
              <a:solidFill>
                <a:schemeClr val="tx1"/>
              </a:solidFill>
            </a:rPr>
            <a:t>Score:High:10</a:t>
          </a:r>
          <a:endParaRPr lang="en-US" sz="1400" b="1" kern="1200" noProof="0" dirty="0">
            <a:solidFill>
              <a:schemeClr val="tx1"/>
            </a:solidFill>
          </a:endParaRPr>
        </a:p>
        <a:p>
          <a:pPr marL="114300" lvl="1" indent="-114300" algn="l" defTabSz="622300">
            <a:lnSpc>
              <a:spcPct val="90000"/>
            </a:lnSpc>
            <a:spcBef>
              <a:spcPct val="0"/>
            </a:spcBef>
            <a:spcAft>
              <a:spcPct val="15000"/>
            </a:spcAft>
            <a:buChar char="•"/>
          </a:pPr>
          <a:r>
            <a:rPr lang="en-US" sz="1400" kern="1200" noProof="0" dirty="0">
              <a:solidFill>
                <a:schemeClr val="tx1"/>
              </a:solidFill>
            </a:rPr>
            <a:t>Explanation: Health care services cross different departments as </a:t>
          </a:r>
          <a:r>
            <a:rPr lang="en-US" sz="1400" kern="1200" noProof="0" dirty="0" err="1">
              <a:solidFill>
                <a:schemeClr val="tx1"/>
              </a:solidFill>
            </a:rPr>
            <a:t>gp</a:t>
          </a:r>
          <a:r>
            <a:rPr lang="en-US" sz="1400" kern="1200" noProof="0" dirty="0">
              <a:solidFill>
                <a:schemeClr val="tx1"/>
              </a:solidFill>
            </a:rPr>
            <a:t>, lab, hospitals.</a:t>
          </a:r>
        </a:p>
      </dsp:txBody>
      <dsp:txXfrm rot="5400000">
        <a:off x="0" y="880533"/>
        <a:ext cx="1593686" cy="2641601"/>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515690" y="1515690"/>
          <a:ext cx="4402667" cy="1371286"/>
        </a:xfrm>
        <a:prstGeom prst="flowChartManualOperation">
          <a:avLst/>
        </a:prstGeom>
        <a:solidFill>
          <a:schemeClr val="bg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4859" bIns="0" numCol="1" spcCol="1270" anchor="t" anchorCtr="0">
          <a:noAutofit/>
        </a:bodyPr>
        <a:lstStyle/>
        <a:p>
          <a:pPr marL="0" lvl="0" indent="0" algn="l" defTabSz="1022350">
            <a:lnSpc>
              <a:spcPct val="90000"/>
            </a:lnSpc>
            <a:spcBef>
              <a:spcPct val="0"/>
            </a:spcBef>
            <a:spcAft>
              <a:spcPct val="35000"/>
            </a:spcAft>
            <a:buNone/>
          </a:pPr>
          <a:r>
            <a:rPr lang="en-US" sz="2300" kern="1200" noProof="0" dirty="0">
              <a:solidFill>
                <a:schemeClr val="tx1"/>
              </a:solidFill>
            </a:rPr>
            <a:t>Total Size</a:t>
          </a:r>
        </a:p>
        <a:p>
          <a:pPr marL="171450" lvl="1" indent="-171450" algn="l" defTabSz="800100">
            <a:lnSpc>
              <a:spcPct val="90000"/>
            </a:lnSpc>
            <a:spcBef>
              <a:spcPct val="0"/>
            </a:spcBef>
            <a:spcAft>
              <a:spcPct val="15000"/>
            </a:spcAft>
            <a:buChar char="•"/>
          </a:pPr>
          <a:r>
            <a:rPr lang="en-US" sz="1800" kern="1200" noProof="0" dirty="0">
              <a:solidFill>
                <a:schemeClr val="tx1"/>
              </a:solidFill>
            </a:rPr>
            <a:t>Total Score=24</a:t>
          </a:r>
        </a:p>
      </dsp:txBody>
      <dsp:txXfrm rot="5400000">
        <a:off x="0" y="880533"/>
        <a:ext cx="1371286" cy="2641601"/>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342419" y="1342419"/>
          <a:ext cx="4402667" cy="1717827"/>
        </a:xfrm>
        <a:prstGeom prst="flowChartManualOperati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39700" bIns="0" numCol="1" spcCol="1270" anchor="t" anchorCtr="0">
          <a:noAutofit/>
        </a:bodyPr>
        <a:lstStyle/>
        <a:p>
          <a:pPr marL="0" lvl="0" indent="0" algn="l" defTabSz="977900">
            <a:lnSpc>
              <a:spcPct val="90000"/>
            </a:lnSpc>
            <a:spcBef>
              <a:spcPct val="0"/>
            </a:spcBef>
            <a:spcAft>
              <a:spcPct val="35000"/>
            </a:spcAft>
            <a:buNone/>
          </a:pPr>
          <a:r>
            <a:rPr lang="en-US" sz="2200" kern="1200" noProof="0" dirty="0">
              <a:solidFill>
                <a:schemeClr val="tx1"/>
              </a:solidFill>
            </a:rPr>
            <a:t>Structure of procedures </a:t>
          </a:r>
        </a:p>
        <a:p>
          <a:pPr marL="0" lvl="0" indent="0" algn="l" defTabSz="977900">
            <a:lnSpc>
              <a:spcPct val="90000"/>
            </a:lnSpc>
            <a:spcBef>
              <a:spcPct val="0"/>
            </a:spcBef>
            <a:spcAft>
              <a:spcPct val="35000"/>
            </a:spcAft>
            <a:buNone/>
          </a:pPr>
          <a:r>
            <a:rPr lang="en-US" sz="2000" kern="1200" noProof="0" dirty="0">
              <a:solidFill>
                <a:schemeClr val="tx1"/>
              </a:solidFill>
            </a:rPr>
            <a:t>Score: Average :5</a:t>
          </a:r>
        </a:p>
        <a:p>
          <a:pPr marL="114300" lvl="1" indent="-114300" algn="l" defTabSz="622300">
            <a:lnSpc>
              <a:spcPct val="90000"/>
            </a:lnSpc>
            <a:spcBef>
              <a:spcPct val="0"/>
            </a:spcBef>
            <a:spcAft>
              <a:spcPct val="15000"/>
            </a:spcAft>
            <a:buChar char="•"/>
          </a:pPr>
          <a:r>
            <a:rPr lang="en-US" sz="1400" b="0" kern="1200" noProof="0" dirty="0">
              <a:solidFill>
                <a:schemeClr val="tx1"/>
              </a:solidFill>
            </a:rPr>
            <a:t>Explanation: The structure of the procedure in health care is clear. The patients go to GP then to lab.</a:t>
          </a:r>
        </a:p>
      </dsp:txBody>
      <dsp:txXfrm rot="5400000">
        <a:off x="1" y="880532"/>
        <a:ext cx="1717827" cy="2641601"/>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427257" y="1428013"/>
          <a:ext cx="4402667" cy="1546639"/>
        </a:xfrm>
        <a:prstGeom prst="flowChartManualOperati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en-US" sz="2000" kern="1200" noProof="0" dirty="0">
              <a:solidFill>
                <a:schemeClr val="tx1"/>
              </a:solidFill>
            </a:rPr>
            <a:t>Business process innovation (% of change in activities):</a:t>
          </a:r>
        </a:p>
        <a:p>
          <a:pPr marL="114300" lvl="1" indent="-114300" algn="l" defTabSz="533400">
            <a:lnSpc>
              <a:spcPct val="90000"/>
            </a:lnSpc>
            <a:spcBef>
              <a:spcPct val="0"/>
            </a:spcBef>
            <a:spcAft>
              <a:spcPct val="15000"/>
            </a:spcAft>
            <a:buChar char="•"/>
          </a:pPr>
          <a:r>
            <a:rPr lang="en-US" sz="1200" kern="1200" noProof="0" dirty="0">
              <a:solidFill>
                <a:schemeClr val="tx1"/>
              </a:solidFill>
            </a:rPr>
            <a:t>Score: over 50% : high 10</a:t>
          </a:r>
        </a:p>
        <a:p>
          <a:pPr marL="114300" lvl="1" indent="-114300" algn="l" defTabSz="533400">
            <a:lnSpc>
              <a:spcPct val="90000"/>
            </a:lnSpc>
            <a:spcBef>
              <a:spcPct val="0"/>
            </a:spcBef>
            <a:spcAft>
              <a:spcPct val="15000"/>
            </a:spcAft>
            <a:buChar char="•"/>
          </a:pPr>
          <a:r>
            <a:rPr lang="en-US" sz="1200" kern="1200" noProof="0" dirty="0">
              <a:solidFill>
                <a:schemeClr val="tx1"/>
              </a:solidFill>
            </a:rPr>
            <a:t>Explanation: The process is shorter and information flow changes. </a:t>
          </a:r>
        </a:p>
      </dsp:txBody>
      <dsp:txXfrm rot="5400000">
        <a:off x="757" y="880532"/>
        <a:ext cx="1546639" cy="2641601"/>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515690" y="1515690"/>
          <a:ext cx="4402667" cy="1371286"/>
        </a:xfrm>
        <a:prstGeom prst="flowChartManualOperation">
          <a:avLst/>
        </a:prstGeom>
        <a:solidFill>
          <a:schemeClr val="bg1">
            <a:lumMod val="65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5094" bIns="0" numCol="1" spcCol="1270" anchor="t" anchorCtr="0">
          <a:noAutofit/>
        </a:bodyPr>
        <a:lstStyle/>
        <a:p>
          <a:pPr marL="0" lvl="0" indent="0" algn="l" defTabSz="800100">
            <a:lnSpc>
              <a:spcPct val="90000"/>
            </a:lnSpc>
            <a:spcBef>
              <a:spcPct val="0"/>
            </a:spcBef>
            <a:spcAft>
              <a:spcPct val="35000"/>
            </a:spcAft>
            <a:buNone/>
          </a:pPr>
          <a:r>
            <a:rPr lang="en-US" sz="1800" kern="1200" noProof="0" dirty="0">
              <a:solidFill>
                <a:schemeClr val="tx1"/>
              </a:solidFill>
            </a:rPr>
            <a:t>IT awareness / change readiness of users</a:t>
          </a:r>
        </a:p>
        <a:p>
          <a:pPr marL="114300" lvl="1" indent="-114300" algn="l" defTabSz="622300">
            <a:lnSpc>
              <a:spcPct val="90000"/>
            </a:lnSpc>
            <a:spcBef>
              <a:spcPct val="0"/>
            </a:spcBef>
            <a:spcAft>
              <a:spcPct val="15000"/>
            </a:spcAft>
            <a:buChar char="•"/>
          </a:pPr>
          <a:r>
            <a:rPr lang="en-US" sz="1400" kern="1200" noProof="0" dirty="0">
              <a:solidFill>
                <a:schemeClr val="tx1"/>
              </a:solidFill>
            </a:rPr>
            <a:t>Score : Low : 10</a:t>
          </a:r>
          <a:endParaRPr lang="en-US" sz="1400" b="1" kern="1200" noProof="0" dirty="0">
            <a:solidFill>
              <a:schemeClr val="tx1"/>
            </a:solidFill>
          </a:endParaRPr>
        </a:p>
        <a:p>
          <a:pPr marL="114300" lvl="1" indent="-114300" algn="l" defTabSz="622300">
            <a:lnSpc>
              <a:spcPct val="90000"/>
            </a:lnSpc>
            <a:spcBef>
              <a:spcPct val="0"/>
            </a:spcBef>
            <a:spcAft>
              <a:spcPct val="15000"/>
            </a:spcAft>
            <a:buChar char="•"/>
          </a:pPr>
          <a:r>
            <a:rPr lang="en-US" sz="1400" kern="1200" noProof="0" dirty="0">
              <a:solidFill>
                <a:schemeClr val="tx1"/>
              </a:solidFill>
            </a:rPr>
            <a:t>Explanation: citizens and doctors </a:t>
          </a:r>
          <a:r>
            <a:rPr lang="en-US" sz="1400" kern="1200" noProof="0" dirty="0" err="1">
              <a:solidFill>
                <a:schemeClr val="tx1"/>
              </a:solidFill>
            </a:rPr>
            <a:t>aare</a:t>
          </a:r>
          <a:r>
            <a:rPr lang="en-US" sz="1400" kern="1200" noProof="0" dirty="0">
              <a:solidFill>
                <a:schemeClr val="tx1"/>
              </a:solidFill>
            </a:rPr>
            <a:t> not computer proficient</a:t>
          </a:r>
        </a:p>
      </dsp:txBody>
      <dsp:txXfrm rot="5400000">
        <a:off x="0" y="880533"/>
        <a:ext cx="1371286" cy="2641601"/>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6E0B8-ED04-4D9E-989B-8CA56B3A57D8}">
      <dsp:nvSpPr>
        <dsp:cNvPr id="0" name=""/>
        <dsp:cNvSpPr/>
      </dsp:nvSpPr>
      <dsp:spPr>
        <a:xfrm rot="16200000">
          <a:off x="-1515690" y="1515690"/>
          <a:ext cx="4402667" cy="1371286"/>
        </a:xfrm>
        <a:prstGeom prst="flowChartManualOperati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4859" bIns="0" numCol="1" spcCol="1270" anchor="t" anchorCtr="0">
          <a:noAutofit/>
        </a:bodyPr>
        <a:lstStyle/>
        <a:p>
          <a:pPr marL="0" lvl="0" indent="0" algn="l" defTabSz="1022350">
            <a:lnSpc>
              <a:spcPct val="90000"/>
            </a:lnSpc>
            <a:spcBef>
              <a:spcPct val="0"/>
            </a:spcBef>
            <a:spcAft>
              <a:spcPct val="35000"/>
            </a:spcAft>
            <a:buNone/>
          </a:pPr>
          <a:r>
            <a:rPr lang="en-US" sz="2300" kern="1200" noProof="0" dirty="0">
              <a:solidFill>
                <a:schemeClr val="tx1"/>
              </a:solidFill>
            </a:rPr>
            <a:t>Total Size</a:t>
          </a:r>
        </a:p>
        <a:p>
          <a:pPr marL="171450" lvl="1" indent="-171450" algn="l" defTabSz="800100">
            <a:lnSpc>
              <a:spcPct val="90000"/>
            </a:lnSpc>
            <a:spcBef>
              <a:spcPct val="0"/>
            </a:spcBef>
            <a:spcAft>
              <a:spcPct val="15000"/>
            </a:spcAft>
            <a:buChar char="•"/>
          </a:pPr>
          <a:r>
            <a:rPr lang="en-US" sz="1800" kern="1200" noProof="0" dirty="0">
              <a:solidFill>
                <a:schemeClr val="tx1"/>
              </a:solidFill>
            </a:rPr>
            <a:t>Total Score=25</a:t>
          </a:r>
        </a:p>
      </dsp:txBody>
      <dsp:txXfrm rot="5400000">
        <a:off x="0" y="880533"/>
        <a:ext cx="1371286" cy="2641601"/>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9DB13-5D63-4F31-839B-19EAC3F20697}">
      <dsp:nvSpPr>
        <dsp:cNvPr id="0" name=""/>
        <dsp:cNvSpPr/>
      </dsp:nvSpPr>
      <dsp:spPr>
        <a:xfrm>
          <a:off x="4086224" y="2402549"/>
          <a:ext cx="3026834" cy="262659"/>
        </a:xfrm>
        <a:custGeom>
          <a:avLst/>
          <a:gdLst/>
          <a:ahLst/>
          <a:cxnLst/>
          <a:rect l="0" t="0" r="0" b="0"/>
          <a:pathLst>
            <a:path>
              <a:moveTo>
                <a:pt x="0" y="0"/>
              </a:moveTo>
              <a:lnTo>
                <a:pt x="0" y="131329"/>
              </a:lnTo>
              <a:lnTo>
                <a:pt x="3026834" y="131329"/>
              </a:lnTo>
              <a:lnTo>
                <a:pt x="3026834" y="2626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7276DC-F41A-4170-81BB-5BA0B7506989}">
      <dsp:nvSpPr>
        <dsp:cNvPr id="0" name=""/>
        <dsp:cNvSpPr/>
      </dsp:nvSpPr>
      <dsp:spPr>
        <a:xfrm>
          <a:off x="4086224" y="2402549"/>
          <a:ext cx="1513417" cy="262659"/>
        </a:xfrm>
        <a:custGeom>
          <a:avLst/>
          <a:gdLst/>
          <a:ahLst/>
          <a:cxnLst/>
          <a:rect l="0" t="0" r="0" b="0"/>
          <a:pathLst>
            <a:path>
              <a:moveTo>
                <a:pt x="0" y="0"/>
              </a:moveTo>
              <a:lnTo>
                <a:pt x="0" y="131329"/>
              </a:lnTo>
              <a:lnTo>
                <a:pt x="1513417" y="131329"/>
              </a:lnTo>
              <a:lnTo>
                <a:pt x="1513417" y="2626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8A2978F-D9BC-46AF-B93E-6534715B9553}">
      <dsp:nvSpPr>
        <dsp:cNvPr id="0" name=""/>
        <dsp:cNvSpPr/>
      </dsp:nvSpPr>
      <dsp:spPr>
        <a:xfrm>
          <a:off x="4040504" y="2402549"/>
          <a:ext cx="91440" cy="262659"/>
        </a:xfrm>
        <a:custGeom>
          <a:avLst/>
          <a:gdLst/>
          <a:ahLst/>
          <a:cxnLst/>
          <a:rect l="0" t="0" r="0" b="0"/>
          <a:pathLst>
            <a:path>
              <a:moveTo>
                <a:pt x="45720" y="0"/>
              </a:moveTo>
              <a:lnTo>
                <a:pt x="45720" y="2626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C417B6-236B-4012-B445-8336FCB72F38}">
      <dsp:nvSpPr>
        <dsp:cNvPr id="0" name=""/>
        <dsp:cNvSpPr/>
      </dsp:nvSpPr>
      <dsp:spPr>
        <a:xfrm>
          <a:off x="2572807" y="2402549"/>
          <a:ext cx="1513417" cy="262659"/>
        </a:xfrm>
        <a:custGeom>
          <a:avLst/>
          <a:gdLst/>
          <a:ahLst/>
          <a:cxnLst/>
          <a:rect l="0" t="0" r="0" b="0"/>
          <a:pathLst>
            <a:path>
              <a:moveTo>
                <a:pt x="1513417" y="0"/>
              </a:moveTo>
              <a:lnTo>
                <a:pt x="1513417" y="131329"/>
              </a:lnTo>
              <a:lnTo>
                <a:pt x="0" y="131329"/>
              </a:lnTo>
              <a:lnTo>
                <a:pt x="0" y="2626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DABA6A-A6AB-427C-9C87-128344FE3AD0}">
      <dsp:nvSpPr>
        <dsp:cNvPr id="0" name=""/>
        <dsp:cNvSpPr/>
      </dsp:nvSpPr>
      <dsp:spPr>
        <a:xfrm>
          <a:off x="1059390" y="2402549"/>
          <a:ext cx="3026834" cy="262659"/>
        </a:xfrm>
        <a:custGeom>
          <a:avLst/>
          <a:gdLst/>
          <a:ahLst/>
          <a:cxnLst/>
          <a:rect l="0" t="0" r="0" b="0"/>
          <a:pathLst>
            <a:path>
              <a:moveTo>
                <a:pt x="3026834" y="0"/>
              </a:moveTo>
              <a:lnTo>
                <a:pt x="3026834" y="131329"/>
              </a:lnTo>
              <a:lnTo>
                <a:pt x="0" y="131329"/>
              </a:lnTo>
              <a:lnTo>
                <a:pt x="0" y="2626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0E7A31-3C50-4FC8-8835-C911C07E3F6A}">
      <dsp:nvSpPr>
        <dsp:cNvPr id="0" name=""/>
        <dsp:cNvSpPr/>
      </dsp:nvSpPr>
      <dsp:spPr>
        <a:xfrm>
          <a:off x="4040504" y="1514510"/>
          <a:ext cx="91440" cy="262659"/>
        </a:xfrm>
        <a:custGeom>
          <a:avLst/>
          <a:gdLst/>
          <a:ahLst/>
          <a:cxnLst/>
          <a:rect l="0" t="0" r="0" b="0"/>
          <a:pathLst>
            <a:path>
              <a:moveTo>
                <a:pt x="45720" y="0"/>
              </a:moveTo>
              <a:lnTo>
                <a:pt x="45720" y="26265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CAFC6A-66C5-4DFE-BA86-6FD926723358}">
      <dsp:nvSpPr>
        <dsp:cNvPr id="0" name=""/>
        <dsp:cNvSpPr/>
      </dsp:nvSpPr>
      <dsp:spPr>
        <a:xfrm>
          <a:off x="4040504" y="626472"/>
          <a:ext cx="91440" cy="262659"/>
        </a:xfrm>
        <a:custGeom>
          <a:avLst/>
          <a:gdLst/>
          <a:ahLst/>
          <a:cxnLst/>
          <a:rect l="0" t="0" r="0" b="0"/>
          <a:pathLst>
            <a:path>
              <a:moveTo>
                <a:pt x="45720" y="0"/>
              </a:moveTo>
              <a:lnTo>
                <a:pt x="45720" y="26265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57A5AE-08E5-4DB6-958B-492BE4B68777}">
      <dsp:nvSpPr>
        <dsp:cNvPr id="0" name=""/>
        <dsp:cNvSpPr/>
      </dsp:nvSpPr>
      <dsp:spPr>
        <a:xfrm>
          <a:off x="3460846" y="1093"/>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Project Risk</a:t>
          </a:r>
        </a:p>
      </dsp:txBody>
      <dsp:txXfrm>
        <a:off x="3460846" y="1093"/>
        <a:ext cx="1250757" cy="625378"/>
      </dsp:txXfrm>
    </dsp:sp>
    <dsp:sp modelId="{7F24E4D1-87DC-46CE-A226-26B4BE0DF99D}">
      <dsp:nvSpPr>
        <dsp:cNvPr id="0" name=""/>
        <dsp:cNvSpPr/>
      </dsp:nvSpPr>
      <dsp:spPr>
        <a:xfrm>
          <a:off x="3460846" y="889131"/>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Global Risk</a:t>
          </a:r>
        </a:p>
      </dsp:txBody>
      <dsp:txXfrm>
        <a:off x="3460846" y="889131"/>
        <a:ext cx="1250757" cy="625378"/>
      </dsp:txXfrm>
    </dsp:sp>
    <dsp:sp modelId="{5EC263B4-03E2-4AC2-BDDA-2DC4731C2DA8}">
      <dsp:nvSpPr>
        <dsp:cNvPr id="0" name=""/>
        <dsp:cNvSpPr/>
      </dsp:nvSpPr>
      <dsp:spPr>
        <a:xfrm>
          <a:off x="3460846" y="1777170"/>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Project Risk mitigation </a:t>
          </a:r>
        </a:p>
      </dsp:txBody>
      <dsp:txXfrm>
        <a:off x="3460846" y="1777170"/>
        <a:ext cx="1250757" cy="625378"/>
      </dsp:txXfrm>
    </dsp:sp>
    <dsp:sp modelId="{5C59AFCE-DB80-4D47-9919-3B18A0639EFA}">
      <dsp:nvSpPr>
        <dsp:cNvPr id="0" name=""/>
        <dsp:cNvSpPr/>
      </dsp:nvSpPr>
      <dsp:spPr>
        <a:xfrm>
          <a:off x="434011" y="2665208"/>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Pilot </a:t>
          </a:r>
        </a:p>
      </dsp:txBody>
      <dsp:txXfrm>
        <a:off x="434011" y="2665208"/>
        <a:ext cx="1250757" cy="625378"/>
      </dsp:txXfrm>
    </dsp:sp>
    <dsp:sp modelId="{CFDD5D1C-09AA-4751-8BEE-AD2D47D35A94}">
      <dsp:nvSpPr>
        <dsp:cNvPr id="0" name=""/>
        <dsp:cNvSpPr/>
      </dsp:nvSpPr>
      <dsp:spPr>
        <a:xfrm>
          <a:off x="1947428" y="2665208"/>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Split</a:t>
          </a:r>
        </a:p>
      </dsp:txBody>
      <dsp:txXfrm>
        <a:off x="1947428" y="2665208"/>
        <a:ext cx="1250757" cy="625378"/>
      </dsp:txXfrm>
    </dsp:sp>
    <dsp:sp modelId="{B90BF905-B4F4-4FCB-A751-560E7AE0BBEC}">
      <dsp:nvSpPr>
        <dsp:cNvPr id="0" name=""/>
        <dsp:cNvSpPr/>
      </dsp:nvSpPr>
      <dsp:spPr>
        <a:xfrm>
          <a:off x="3460846" y="2665208"/>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Manage Risk</a:t>
          </a:r>
        </a:p>
      </dsp:txBody>
      <dsp:txXfrm>
        <a:off x="3460846" y="2665208"/>
        <a:ext cx="1250757" cy="625378"/>
      </dsp:txXfrm>
    </dsp:sp>
    <dsp:sp modelId="{7F94F987-0E6D-48EF-AB78-B525998E6D0A}">
      <dsp:nvSpPr>
        <dsp:cNvPr id="0" name=""/>
        <dsp:cNvSpPr/>
      </dsp:nvSpPr>
      <dsp:spPr>
        <a:xfrm>
          <a:off x="4974263" y="2665208"/>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Downgrade Objectives</a:t>
          </a:r>
        </a:p>
      </dsp:txBody>
      <dsp:txXfrm>
        <a:off x="4974263" y="2665208"/>
        <a:ext cx="1250757" cy="625378"/>
      </dsp:txXfrm>
    </dsp:sp>
    <dsp:sp modelId="{359077A2-2810-49D8-9692-187EA19AF9CB}">
      <dsp:nvSpPr>
        <dsp:cNvPr id="0" name=""/>
        <dsp:cNvSpPr/>
      </dsp:nvSpPr>
      <dsp:spPr>
        <a:xfrm>
          <a:off x="6487680" y="2665208"/>
          <a:ext cx="1250757" cy="625378"/>
        </a:xfrm>
        <a:prstGeom prst="rect">
          <a:avLst/>
        </a:prstGeom>
        <a:solidFill>
          <a:srgbClr val="D34817">
            <a:hueOff val="0"/>
            <a:satOff val="0"/>
            <a:lumOff val="0"/>
            <a:alphaOff val="0"/>
          </a:srgbClr>
        </a:solidFill>
        <a:ln w="127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prstClr val="white"/>
              </a:solidFill>
              <a:latin typeface="Times New Roman"/>
              <a:ea typeface="+mn-ea"/>
              <a:cs typeface="+mn-cs"/>
            </a:rPr>
            <a:t>Information Assurance</a:t>
          </a:r>
        </a:p>
      </dsp:txBody>
      <dsp:txXfrm>
        <a:off x="6487680" y="2665208"/>
        <a:ext cx="1250757" cy="625378"/>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AA545-D288-4810-8416-F0E7E214AEF9}">
      <dsp:nvSpPr>
        <dsp:cNvPr id="0" name=""/>
        <dsp:cNvSpPr/>
      </dsp:nvSpPr>
      <dsp:spPr>
        <a:xfrm rot="16200000">
          <a:off x="-1746384" y="2494856"/>
          <a:ext cx="3943424" cy="341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0868" bIns="0" numCol="1" spcCol="1270" anchor="t" anchorCtr="0">
          <a:noAutofit/>
        </a:bodyPr>
        <a:lstStyle/>
        <a:p>
          <a:pPr marL="0" lvl="0" indent="0" algn="r" defTabSz="1111250">
            <a:lnSpc>
              <a:spcPct val="90000"/>
            </a:lnSpc>
            <a:spcBef>
              <a:spcPct val="0"/>
            </a:spcBef>
            <a:spcAft>
              <a:spcPct val="35000"/>
            </a:spcAft>
            <a:buNone/>
          </a:pPr>
          <a:r>
            <a:rPr lang="en-US" sz="2500" kern="1200" noProof="0" dirty="0">
              <a:solidFill>
                <a:schemeClr val="tx1"/>
              </a:solidFill>
            </a:rPr>
            <a:t>GP</a:t>
          </a:r>
        </a:p>
      </dsp:txBody>
      <dsp:txXfrm>
        <a:off x="-1746384" y="2494856"/>
        <a:ext cx="3943424" cy="341141"/>
      </dsp:txXfrm>
    </dsp:sp>
    <dsp:sp modelId="{0CFCA9BE-DA51-4799-8882-A1C7450D66F1}">
      <dsp:nvSpPr>
        <dsp:cNvPr id="0" name=""/>
        <dsp:cNvSpPr/>
      </dsp:nvSpPr>
      <dsp:spPr>
        <a:xfrm>
          <a:off x="395898" y="1086637"/>
          <a:ext cx="1699245" cy="3157579"/>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00868" rIns="99568" bIns="99568" numCol="1" spcCol="1270" anchor="t" anchorCtr="0">
          <a:noAutofit/>
        </a:bodyPr>
        <a:lstStyle/>
        <a:p>
          <a:pPr marL="114300" lvl="1" indent="-114300" algn="l" defTabSz="622300">
            <a:lnSpc>
              <a:spcPct val="90000"/>
            </a:lnSpc>
            <a:spcBef>
              <a:spcPct val="0"/>
            </a:spcBef>
            <a:spcAft>
              <a:spcPct val="15000"/>
            </a:spcAft>
            <a:buChar char="•"/>
          </a:pPr>
          <a:r>
            <a:rPr lang="en-US" sz="1400" b="1" kern="1200" noProof="0" dirty="0">
              <a:solidFill>
                <a:schemeClr val="tx1"/>
              </a:solidFill>
            </a:rPr>
            <a:t>Activities:</a:t>
          </a:r>
          <a:r>
            <a:rPr lang="en-US" sz="1400" kern="1200" noProof="0" dirty="0">
              <a:solidFill>
                <a:schemeClr val="tx1"/>
              </a:solidFill>
            </a:rPr>
            <a:t> GPs store information about 20 patients with different diseases in the EPR which is accessed.</a:t>
          </a:r>
        </a:p>
        <a:p>
          <a:pPr marL="114300" lvl="1" indent="-114300" algn="l" defTabSz="622300">
            <a:lnSpc>
              <a:spcPct val="90000"/>
            </a:lnSpc>
            <a:spcBef>
              <a:spcPct val="0"/>
            </a:spcBef>
            <a:spcAft>
              <a:spcPct val="15000"/>
            </a:spcAft>
            <a:buChar char="•"/>
          </a:pPr>
          <a:r>
            <a:rPr lang="en-US" sz="1400" b="1" kern="1200" noProof="0" dirty="0">
              <a:solidFill>
                <a:schemeClr val="tx1"/>
              </a:solidFill>
            </a:rPr>
            <a:t>Outcome:</a:t>
          </a:r>
          <a:r>
            <a:rPr lang="en-US" sz="1400" kern="1200" noProof="0" dirty="0">
              <a:solidFill>
                <a:schemeClr val="tx1"/>
              </a:solidFill>
            </a:rPr>
            <a:t> Understand issues by GP computer proficiency. Define  training and  information sharing security problems</a:t>
          </a:r>
        </a:p>
      </dsp:txBody>
      <dsp:txXfrm>
        <a:off x="395898" y="1086637"/>
        <a:ext cx="1699245" cy="3157579"/>
      </dsp:txXfrm>
    </dsp:sp>
    <dsp:sp modelId="{D1F0B7CB-65DD-41E5-AE49-34DA04F9C359}">
      <dsp:nvSpPr>
        <dsp:cNvPr id="0" name=""/>
        <dsp:cNvSpPr/>
      </dsp:nvSpPr>
      <dsp:spPr>
        <a:xfrm>
          <a:off x="231181" y="585064"/>
          <a:ext cx="329433" cy="332032"/>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DFDD68-7FDE-49BD-B98B-DD2BC0ADE3B5}">
      <dsp:nvSpPr>
        <dsp:cNvPr id="0" name=""/>
        <dsp:cNvSpPr/>
      </dsp:nvSpPr>
      <dsp:spPr>
        <a:xfrm rot="16200000">
          <a:off x="735336" y="2494856"/>
          <a:ext cx="3943424" cy="341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0868" bIns="0" numCol="1" spcCol="1270" anchor="t" anchorCtr="0">
          <a:noAutofit/>
        </a:bodyPr>
        <a:lstStyle/>
        <a:p>
          <a:pPr marL="0" lvl="0" indent="0" algn="r" defTabSz="1111250">
            <a:lnSpc>
              <a:spcPct val="90000"/>
            </a:lnSpc>
            <a:spcBef>
              <a:spcPct val="0"/>
            </a:spcBef>
            <a:spcAft>
              <a:spcPct val="35000"/>
            </a:spcAft>
            <a:buNone/>
          </a:pPr>
          <a:r>
            <a:rPr lang="en-US" sz="2500" kern="1200" noProof="0" dirty="0">
              <a:solidFill>
                <a:schemeClr val="tx1"/>
              </a:solidFill>
            </a:rPr>
            <a:t>Call Center</a:t>
          </a:r>
        </a:p>
      </dsp:txBody>
      <dsp:txXfrm>
        <a:off x="735336" y="2494856"/>
        <a:ext cx="3943424" cy="341141"/>
      </dsp:txXfrm>
    </dsp:sp>
    <dsp:sp modelId="{FE45600F-EA7B-4E31-8226-E1EEBA5624FE}">
      <dsp:nvSpPr>
        <dsp:cNvPr id="0" name=""/>
        <dsp:cNvSpPr/>
      </dsp:nvSpPr>
      <dsp:spPr>
        <a:xfrm>
          <a:off x="2877620" y="1086637"/>
          <a:ext cx="1699245" cy="3157579"/>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300868"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noProof="0" dirty="0">
              <a:solidFill>
                <a:schemeClr val="tx1"/>
              </a:solidFill>
            </a:rPr>
            <a:t>Activities:</a:t>
          </a:r>
          <a:r>
            <a:rPr lang="en-US" sz="1600" kern="1200" noProof="0" dirty="0">
              <a:solidFill>
                <a:schemeClr val="tx1"/>
              </a:solidFill>
            </a:rPr>
            <a:t>. The call center shall test the reservation procedure for GP and LAB</a:t>
          </a:r>
        </a:p>
        <a:p>
          <a:pPr marL="171450" lvl="1" indent="-171450" algn="l" defTabSz="711200">
            <a:lnSpc>
              <a:spcPct val="90000"/>
            </a:lnSpc>
            <a:spcBef>
              <a:spcPct val="0"/>
            </a:spcBef>
            <a:spcAft>
              <a:spcPct val="15000"/>
            </a:spcAft>
            <a:buChar char="•"/>
          </a:pPr>
          <a:r>
            <a:rPr lang="en-US" sz="1600" b="1" kern="1200" noProof="0" dirty="0">
              <a:solidFill>
                <a:schemeClr val="tx1"/>
              </a:solidFill>
            </a:rPr>
            <a:t>Outcome:</a:t>
          </a:r>
          <a:r>
            <a:rPr lang="en-US" sz="1600" kern="1200" noProof="0" dirty="0">
              <a:solidFill>
                <a:schemeClr val="tx1"/>
              </a:solidFill>
            </a:rPr>
            <a:t> Feedback on information flow and of call center efficiency. </a:t>
          </a:r>
        </a:p>
      </dsp:txBody>
      <dsp:txXfrm>
        <a:off x="2877620" y="1086637"/>
        <a:ext cx="1699245" cy="3157579"/>
      </dsp:txXfrm>
    </dsp:sp>
    <dsp:sp modelId="{0C76EB6F-E5C9-473F-AA7B-5BB1D8F4673F}">
      <dsp:nvSpPr>
        <dsp:cNvPr id="0" name=""/>
        <dsp:cNvSpPr/>
      </dsp:nvSpPr>
      <dsp:spPr>
        <a:xfrm>
          <a:off x="2712903" y="585064"/>
          <a:ext cx="329433" cy="332032"/>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14FFAE-2DCF-4F83-9FD2-93D6A442091C}">
      <dsp:nvSpPr>
        <dsp:cNvPr id="0" name=""/>
        <dsp:cNvSpPr/>
      </dsp:nvSpPr>
      <dsp:spPr>
        <a:xfrm rot="16200000">
          <a:off x="3217058" y="2492649"/>
          <a:ext cx="3943424" cy="341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0868" bIns="0" numCol="1" spcCol="1270" anchor="t" anchorCtr="0">
          <a:noAutofit/>
        </a:bodyPr>
        <a:lstStyle/>
        <a:p>
          <a:pPr marL="0" lvl="0" indent="0" algn="r" defTabSz="1111250">
            <a:lnSpc>
              <a:spcPct val="90000"/>
            </a:lnSpc>
            <a:spcBef>
              <a:spcPct val="0"/>
            </a:spcBef>
            <a:spcAft>
              <a:spcPct val="35000"/>
            </a:spcAft>
            <a:buNone/>
          </a:pPr>
          <a:r>
            <a:rPr lang="en-US" sz="2500" kern="1200" noProof="0" dirty="0">
              <a:solidFill>
                <a:schemeClr val="tx1"/>
              </a:solidFill>
            </a:rPr>
            <a:t>Patients</a:t>
          </a:r>
        </a:p>
      </dsp:txBody>
      <dsp:txXfrm>
        <a:off x="3217058" y="2492649"/>
        <a:ext cx="3943424" cy="341141"/>
      </dsp:txXfrm>
    </dsp:sp>
    <dsp:sp modelId="{B04B8A0D-E0A6-4E11-82C7-E388A3DC2DBB}">
      <dsp:nvSpPr>
        <dsp:cNvPr id="0" name=""/>
        <dsp:cNvSpPr/>
      </dsp:nvSpPr>
      <dsp:spPr>
        <a:xfrm>
          <a:off x="5343454" y="1041052"/>
          <a:ext cx="1699245" cy="3200956"/>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00868" rIns="99568" bIns="99568" numCol="1" spcCol="1270" anchor="t" anchorCtr="0">
          <a:noAutofit/>
        </a:bodyPr>
        <a:lstStyle/>
        <a:p>
          <a:pPr marL="114300" lvl="1" indent="-114300" algn="l" defTabSz="622300">
            <a:lnSpc>
              <a:spcPct val="90000"/>
            </a:lnSpc>
            <a:spcBef>
              <a:spcPct val="0"/>
            </a:spcBef>
            <a:spcAft>
              <a:spcPct val="15000"/>
            </a:spcAft>
            <a:buChar char="•"/>
          </a:pPr>
          <a:r>
            <a:rPr lang="en-US" sz="1400" b="1" kern="1200" noProof="0" dirty="0">
              <a:solidFill>
                <a:schemeClr val="tx1"/>
              </a:solidFill>
            </a:rPr>
            <a:t>Activities:</a:t>
          </a:r>
          <a:r>
            <a:rPr lang="en-US" sz="1400" kern="1200" noProof="0" dirty="0">
              <a:solidFill>
                <a:schemeClr val="tx1"/>
              </a:solidFill>
            </a:rPr>
            <a:t> A sample of </a:t>
          </a:r>
          <a:r>
            <a:rPr lang="en-US" sz="1400" b="0" i="0" kern="1200" noProof="0" dirty="0">
              <a:solidFill>
                <a:schemeClr val="tx1"/>
              </a:solidFill>
            </a:rPr>
            <a:t> 20 patients book exams. Once results are online they shall check if their UPR is updated. </a:t>
          </a:r>
          <a:endParaRPr lang="en-US" sz="1400" kern="1200" noProof="0" dirty="0">
            <a:solidFill>
              <a:schemeClr val="tx1"/>
            </a:solidFill>
          </a:endParaRPr>
        </a:p>
        <a:p>
          <a:pPr marL="114300" lvl="1" indent="-114300" algn="l" defTabSz="622300">
            <a:lnSpc>
              <a:spcPct val="90000"/>
            </a:lnSpc>
            <a:spcBef>
              <a:spcPct val="0"/>
            </a:spcBef>
            <a:spcAft>
              <a:spcPct val="15000"/>
            </a:spcAft>
            <a:buChar char="•"/>
          </a:pPr>
          <a:r>
            <a:rPr lang="en-US" sz="1400" b="1" i="0" kern="1200" noProof="0" dirty="0">
              <a:solidFill>
                <a:schemeClr val="tx1"/>
              </a:solidFill>
            </a:rPr>
            <a:t>Outcome:</a:t>
          </a:r>
          <a:r>
            <a:rPr lang="en-US" sz="1400" b="0" i="0" kern="1200" noProof="0" dirty="0">
              <a:solidFill>
                <a:schemeClr val="tx1"/>
              </a:solidFill>
            </a:rPr>
            <a:t> Test the ability to use the online system. Define risk mitigation as simpler interface to with virtual assistance.</a:t>
          </a:r>
          <a:endParaRPr lang="en-US" sz="1400" kern="1200" noProof="0" dirty="0">
            <a:solidFill>
              <a:schemeClr val="tx1"/>
            </a:solidFill>
          </a:endParaRPr>
        </a:p>
      </dsp:txBody>
      <dsp:txXfrm>
        <a:off x="5343454" y="1041052"/>
        <a:ext cx="1699245" cy="3200956"/>
      </dsp:txXfrm>
    </dsp:sp>
    <dsp:sp modelId="{A4B77335-945B-4AF2-A6A2-F151D7BFAF21}">
      <dsp:nvSpPr>
        <dsp:cNvPr id="0" name=""/>
        <dsp:cNvSpPr/>
      </dsp:nvSpPr>
      <dsp:spPr>
        <a:xfrm>
          <a:off x="5160565" y="585064"/>
          <a:ext cx="397552" cy="327618"/>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B5D0CE-0134-4BAF-B45B-9E9F748A01A6}">
      <dsp:nvSpPr>
        <dsp:cNvPr id="0" name=""/>
        <dsp:cNvSpPr/>
      </dsp:nvSpPr>
      <dsp:spPr>
        <a:xfrm rot="16200000">
          <a:off x="5698780" y="2477267"/>
          <a:ext cx="3943424" cy="3411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0868" bIns="0" numCol="1" spcCol="1270" anchor="t" anchorCtr="0">
          <a:noAutofit/>
        </a:bodyPr>
        <a:lstStyle/>
        <a:p>
          <a:pPr marL="0" lvl="0" indent="0" algn="r" defTabSz="1111250">
            <a:lnSpc>
              <a:spcPct val="90000"/>
            </a:lnSpc>
            <a:spcBef>
              <a:spcPct val="0"/>
            </a:spcBef>
            <a:spcAft>
              <a:spcPct val="35000"/>
            </a:spcAft>
            <a:buNone/>
          </a:pPr>
          <a:r>
            <a:rPr lang="en-US" sz="2500" kern="1200" noProof="0" dirty="0">
              <a:solidFill>
                <a:schemeClr val="tx1"/>
              </a:solidFill>
            </a:rPr>
            <a:t>LAB</a:t>
          </a:r>
        </a:p>
      </dsp:txBody>
      <dsp:txXfrm>
        <a:off x="5698780" y="2477267"/>
        <a:ext cx="3943424" cy="341141"/>
      </dsp:txXfrm>
    </dsp:sp>
    <dsp:sp modelId="{B146A4EF-B2D8-4FD6-A4FD-2349E5450362}">
      <dsp:nvSpPr>
        <dsp:cNvPr id="0" name=""/>
        <dsp:cNvSpPr/>
      </dsp:nvSpPr>
      <dsp:spPr>
        <a:xfrm>
          <a:off x="7841063" y="1069048"/>
          <a:ext cx="1699245" cy="3157579"/>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300868"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1" i="0" kern="1200" noProof="0" dirty="0">
              <a:solidFill>
                <a:schemeClr val="tx1"/>
              </a:solidFill>
            </a:rPr>
            <a:t>Activities:</a:t>
          </a:r>
          <a:r>
            <a:rPr lang="en-US" sz="1600" b="0" i="0" kern="1200" noProof="0" dirty="0">
              <a:solidFill>
                <a:schemeClr val="tx1"/>
              </a:solidFill>
            </a:rPr>
            <a:t> 2 labs perform exams booked by citizens. After the  exam patient they must update. </a:t>
          </a:r>
          <a:endParaRPr lang="en-US" sz="1600" kern="1200" noProof="0" dirty="0">
            <a:solidFill>
              <a:schemeClr val="tx1"/>
            </a:solidFill>
          </a:endParaRPr>
        </a:p>
        <a:p>
          <a:pPr marL="171450" lvl="1" indent="-171450" algn="l" defTabSz="711200">
            <a:lnSpc>
              <a:spcPct val="90000"/>
            </a:lnSpc>
            <a:spcBef>
              <a:spcPct val="0"/>
            </a:spcBef>
            <a:spcAft>
              <a:spcPct val="15000"/>
            </a:spcAft>
            <a:buChar char="•"/>
          </a:pPr>
          <a:r>
            <a:rPr lang="en-US" sz="1600" b="1" i="0" kern="1200" noProof="0" dirty="0">
              <a:solidFill>
                <a:schemeClr val="tx1"/>
              </a:solidFill>
            </a:rPr>
            <a:t>Outcome:</a:t>
          </a:r>
          <a:r>
            <a:rPr lang="en-US" sz="1600" b="0" i="0" kern="1200" noProof="0" dirty="0">
              <a:solidFill>
                <a:schemeClr val="tx1"/>
              </a:solidFill>
            </a:rPr>
            <a:t> The risk is in information updating</a:t>
          </a:r>
          <a:endParaRPr lang="en-US" sz="1600" kern="1200" noProof="0" dirty="0">
            <a:solidFill>
              <a:schemeClr val="tx1"/>
            </a:solidFill>
          </a:endParaRPr>
        </a:p>
      </dsp:txBody>
      <dsp:txXfrm>
        <a:off x="7841063" y="1069048"/>
        <a:ext cx="1699245" cy="3157579"/>
      </dsp:txXfrm>
    </dsp:sp>
    <dsp:sp modelId="{17092E73-BC25-4F0A-9F3C-9FBAD677CE88}">
      <dsp:nvSpPr>
        <dsp:cNvPr id="0" name=""/>
        <dsp:cNvSpPr/>
      </dsp:nvSpPr>
      <dsp:spPr>
        <a:xfrm>
          <a:off x="7666737" y="585064"/>
          <a:ext cx="348653" cy="296854"/>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03741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idx="2"/>
          </p:nvPr>
        </p:nvSpPr>
        <p:spPr bwMode="auto">
          <a:xfrm>
            <a:off x="746125" y="752475"/>
            <a:ext cx="5367338" cy="3716338"/>
          </a:xfrm>
          <a:prstGeom prst="rect">
            <a:avLst/>
          </a:prstGeom>
          <a:noFill/>
          <a:ln w="12699">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1" name="Rectangle 3"/>
          <p:cNvSpPr>
            <a:spLocks noGrp="1" noChangeArrowheads="1"/>
          </p:cNvSpPr>
          <p:nvPr>
            <p:ph type="body" sz="quarter" idx="3"/>
          </p:nvPr>
        </p:nvSpPr>
        <p:spPr bwMode="auto">
          <a:xfrm>
            <a:off x="912813" y="4722813"/>
            <a:ext cx="5030787" cy="447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913" tIns="44659" rIns="90913" bIns="44659" numCol="1" anchor="t" anchorCtr="0" compatLnSpc="1">
            <a:prstTxWarp prst="textNoShape">
              <a:avLst/>
            </a:prstTxWarp>
          </a:bodyPr>
          <a:lstStyle/>
          <a:p>
            <a:pPr lvl="0"/>
            <a:r>
              <a:rPr lang="it-IT" altLang="it-IT" noProof="0"/>
              <a:t>Click to edit Master text styles</a:t>
            </a:r>
          </a:p>
          <a:p>
            <a:pPr lvl="1"/>
            <a:r>
              <a:rPr lang="it-IT" altLang="it-IT" noProof="0"/>
              <a:t>Second level</a:t>
            </a:r>
          </a:p>
          <a:p>
            <a:pPr lvl="2"/>
            <a:r>
              <a:rPr lang="it-IT" altLang="it-IT" noProof="0"/>
              <a:t>Third level</a:t>
            </a:r>
          </a:p>
          <a:p>
            <a:pPr lvl="3"/>
            <a:r>
              <a:rPr lang="it-IT" altLang="it-IT" noProof="0"/>
              <a:t>Fourth level</a:t>
            </a:r>
          </a:p>
          <a:p>
            <a:pPr lvl="4"/>
            <a:r>
              <a:rPr lang="it-IT" altLang="it-IT" noProof="0"/>
              <a:t>Fifth level</a:t>
            </a:r>
          </a:p>
        </p:txBody>
      </p:sp>
    </p:spTree>
    <p:extLst>
      <p:ext uri="{BB962C8B-B14F-4D97-AF65-F5344CB8AC3E}">
        <p14:creationId xmlns:p14="http://schemas.microsoft.com/office/powerpoint/2010/main" val="23309973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xfrm>
            <a:off x="3884414" y="9447418"/>
            <a:ext cx="2972098" cy="496627"/>
          </a:xfrm>
          <a:prstGeom prst="rect">
            <a:avLst/>
          </a:prstGeom>
          <a:noFill/>
        </p:spPr>
        <p:txBody>
          <a:bodyPr/>
          <a:lstStyle>
            <a:lvl1pPr defTabSz="968375" eaLnBrk="0" hangingPunct="0">
              <a:defRPr sz="1400" b="1">
                <a:solidFill>
                  <a:schemeClr val="bg1"/>
                </a:solidFill>
                <a:latin typeface="Arial" charset="0"/>
              </a:defRPr>
            </a:lvl1pPr>
            <a:lvl2pPr marL="742950" indent="-285750" defTabSz="968375" eaLnBrk="0" hangingPunct="0">
              <a:defRPr sz="1400" b="1">
                <a:solidFill>
                  <a:schemeClr val="bg1"/>
                </a:solidFill>
                <a:latin typeface="Arial" charset="0"/>
              </a:defRPr>
            </a:lvl2pPr>
            <a:lvl3pPr marL="1143000" indent="-228600" defTabSz="968375" eaLnBrk="0" hangingPunct="0">
              <a:defRPr sz="1400" b="1">
                <a:solidFill>
                  <a:schemeClr val="bg1"/>
                </a:solidFill>
                <a:latin typeface="Arial" charset="0"/>
              </a:defRPr>
            </a:lvl3pPr>
            <a:lvl4pPr marL="1600200" indent="-228600" defTabSz="968375" eaLnBrk="0" hangingPunct="0">
              <a:defRPr sz="1400" b="1">
                <a:solidFill>
                  <a:schemeClr val="bg1"/>
                </a:solidFill>
                <a:latin typeface="Arial" charset="0"/>
              </a:defRPr>
            </a:lvl4pPr>
            <a:lvl5pPr marL="2057400" indent="-228600" defTabSz="968375" eaLnBrk="0" hangingPunct="0">
              <a:defRPr sz="1400" b="1">
                <a:solidFill>
                  <a:schemeClr val="bg1"/>
                </a:solidFill>
                <a:latin typeface="Arial" charset="0"/>
              </a:defRPr>
            </a:lvl5pPr>
            <a:lvl6pPr marL="2514600" indent="-228600" algn="ctr" defTabSz="968375" eaLnBrk="0" fontAlgn="base" hangingPunct="0">
              <a:spcBef>
                <a:spcPct val="0"/>
              </a:spcBef>
              <a:spcAft>
                <a:spcPct val="0"/>
              </a:spcAft>
              <a:defRPr sz="1400" b="1">
                <a:solidFill>
                  <a:schemeClr val="bg1"/>
                </a:solidFill>
                <a:latin typeface="Arial" charset="0"/>
              </a:defRPr>
            </a:lvl6pPr>
            <a:lvl7pPr marL="2971800" indent="-228600" algn="ctr" defTabSz="968375" eaLnBrk="0" fontAlgn="base" hangingPunct="0">
              <a:spcBef>
                <a:spcPct val="0"/>
              </a:spcBef>
              <a:spcAft>
                <a:spcPct val="0"/>
              </a:spcAft>
              <a:defRPr sz="1400" b="1">
                <a:solidFill>
                  <a:schemeClr val="bg1"/>
                </a:solidFill>
                <a:latin typeface="Arial" charset="0"/>
              </a:defRPr>
            </a:lvl7pPr>
            <a:lvl8pPr marL="3429000" indent="-228600" algn="ctr" defTabSz="968375" eaLnBrk="0" fontAlgn="base" hangingPunct="0">
              <a:spcBef>
                <a:spcPct val="0"/>
              </a:spcBef>
              <a:spcAft>
                <a:spcPct val="0"/>
              </a:spcAft>
              <a:defRPr sz="1400" b="1">
                <a:solidFill>
                  <a:schemeClr val="bg1"/>
                </a:solidFill>
                <a:latin typeface="Arial" charset="0"/>
              </a:defRPr>
            </a:lvl8pPr>
            <a:lvl9pPr marL="3886200" indent="-228600" algn="ctr" defTabSz="968375" eaLnBrk="0" fontAlgn="base" hangingPunct="0">
              <a:spcBef>
                <a:spcPct val="0"/>
              </a:spcBef>
              <a:spcAft>
                <a:spcPct val="0"/>
              </a:spcAft>
              <a:defRPr sz="1400" b="1">
                <a:solidFill>
                  <a:schemeClr val="bg1"/>
                </a:solidFill>
                <a:latin typeface="Arial" charset="0"/>
              </a:defRPr>
            </a:lvl9pPr>
          </a:lstStyle>
          <a:p>
            <a:pPr eaLnBrk="1" hangingPunct="1"/>
            <a:fld id="{71B830AF-CEFF-46E4-8463-04989385BE59}" type="slidenum">
              <a:rPr lang="it-IT" sz="1300" b="0">
                <a:solidFill>
                  <a:schemeClr val="tx1"/>
                </a:solidFill>
              </a:rPr>
              <a:pPr eaLnBrk="1" hangingPunct="1"/>
              <a:t>4</a:t>
            </a:fld>
            <a:endParaRPr lang="it-IT" sz="1300" b="0">
              <a:solidFill>
                <a:schemeClr val="tx1"/>
              </a:solidFill>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374982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noResize="1"/>
          </p:cNvSpPr>
          <p:nvPr>
            <p:ph type="sldImg"/>
          </p:nvPr>
        </p:nvSpPr>
        <p:spPr>
          <a:xfrm>
            <a:off x="720725" y="750888"/>
            <a:ext cx="5357813" cy="3709987"/>
          </a:xfrm>
          <a:solidFill>
            <a:schemeClr val="accent1"/>
          </a:solidFill>
          <a:ln w="25400">
            <a:solidFill>
              <a:schemeClr val="accent1">
                <a:shade val="50000"/>
              </a:schemeClr>
            </a:solidFill>
          </a:ln>
        </p:spPr>
      </p:sp>
      <p:sp>
        <p:nvSpPr>
          <p:cNvPr id="75779" name="Segnaposto note 2"/>
          <p:cNvSpPr>
            <a:spLocks noGrp="1"/>
          </p:cNvSpPr>
          <p:nvPr>
            <p:ph type="body" sz="quarter" idx="1"/>
          </p:nvPr>
        </p:nvSpPr>
        <p:spPr>
          <a:xfrm>
            <a:off x="904875" y="4713288"/>
            <a:ext cx="4986338"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Clr>
                <a:srgbClr val="000000"/>
              </a:buClr>
              <a:buFont typeface="Times New Roman" pitchFamily="18" charset="0"/>
              <a:buChar char="•"/>
            </a:pPr>
            <a:endParaRPr lang="it-IT" altLang="it-IT"/>
          </a:p>
        </p:txBody>
      </p:sp>
    </p:spTree>
    <p:extLst>
      <p:ext uri="{BB962C8B-B14F-4D97-AF65-F5344CB8AC3E}">
        <p14:creationId xmlns:p14="http://schemas.microsoft.com/office/powerpoint/2010/main" val="3856624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noResize="1"/>
          </p:cNvSpPr>
          <p:nvPr>
            <p:ph type="sldImg"/>
          </p:nvPr>
        </p:nvSpPr>
        <p:spPr>
          <a:xfrm>
            <a:off x="720725" y="750888"/>
            <a:ext cx="5357813" cy="3709987"/>
          </a:xfrm>
          <a:solidFill>
            <a:schemeClr val="accent1"/>
          </a:solidFill>
          <a:ln w="25400">
            <a:solidFill>
              <a:schemeClr val="accent1">
                <a:shade val="50000"/>
              </a:schemeClr>
            </a:solidFill>
          </a:ln>
        </p:spPr>
      </p:sp>
      <p:sp>
        <p:nvSpPr>
          <p:cNvPr id="75779" name="Segnaposto note 2"/>
          <p:cNvSpPr>
            <a:spLocks noGrp="1"/>
          </p:cNvSpPr>
          <p:nvPr>
            <p:ph type="body" sz="quarter" idx="1"/>
          </p:nvPr>
        </p:nvSpPr>
        <p:spPr>
          <a:xfrm>
            <a:off x="904875" y="4713288"/>
            <a:ext cx="4986338"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Clr>
                <a:srgbClr val="000000"/>
              </a:buClr>
              <a:buFont typeface="Times New Roman" pitchFamily="18" charset="0"/>
              <a:buChar char="•"/>
            </a:pPr>
            <a:endParaRPr lang="it-IT" altLang="it-IT"/>
          </a:p>
        </p:txBody>
      </p:sp>
    </p:spTree>
    <p:extLst>
      <p:ext uri="{BB962C8B-B14F-4D97-AF65-F5344CB8AC3E}">
        <p14:creationId xmlns:p14="http://schemas.microsoft.com/office/powerpoint/2010/main" val="1898659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noResize="1"/>
          </p:cNvSpPr>
          <p:nvPr>
            <p:ph type="sldImg"/>
          </p:nvPr>
        </p:nvSpPr>
        <p:spPr>
          <a:xfrm>
            <a:off x="720725" y="750888"/>
            <a:ext cx="5357813" cy="3709987"/>
          </a:xfrm>
          <a:solidFill>
            <a:schemeClr val="accent1"/>
          </a:solidFill>
          <a:ln w="25400">
            <a:solidFill>
              <a:schemeClr val="accent1">
                <a:shade val="50000"/>
              </a:schemeClr>
            </a:solidFill>
          </a:ln>
        </p:spPr>
      </p:sp>
      <p:sp>
        <p:nvSpPr>
          <p:cNvPr id="75779" name="Segnaposto note 2"/>
          <p:cNvSpPr>
            <a:spLocks noGrp="1"/>
          </p:cNvSpPr>
          <p:nvPr>
            <p:ph type="body" sz="quarter" idx="1"/>
          </p:nvPr>
        </p:nvSpPr>
        <p:spPr>
          <a:xfrm>
            <a:off x="904875" y="4713288"/>
            <a:ext cx="4986338"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Clr>
                <a:srgbClr val="000000"/>
              </a:buClr>
              <a:buFont typeface="Times New Roman" pitchFamily="18" charset="0"/>
              <a:buChar char="•"/>
            </a:pPr>
            <a:endParaRPr lang="it-IT" altLang="it-IT"/>
          </a:p>
        </p:txBody>
      </p:sp>
    </p:spTree>
    <p:extLst>
      <p:ext uri="{BB962C8B-B14F-4D97-AF65-F5344CB8AC3E}">
        <p14:creationId xmlns:p14="http://schemas.microsoft.com/office/powerpoint/2010/main" val="2620883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noResize="1"/>
          </p:cNvSpPr>
          <p:nvPr>
            <p:ph type="sldImg"/>
          </p:nvPr>
        </p:nvSpPr>
        <p:spPr>
          <a:xfrm>
            <a:off x="720725" y="750888"/>
            <a:ext cx="5357813" cy="3709987"/>
          </a:xfrm>
          <a:solidFill>
            <a:schemeClr val="accent1"/>
          </a:solidFill>
          <a:ln w="25400">
            <a:solidFill>
              <a:schemeClr val="accent1">
                <a:shade val="50000"/>
              </a:schemeClr>
            </a:solidFill>
          </a:ln>
        </p:spPr>
      </p:sp>
      <p:sp>
        <p:nvSpPr>
          <p:cNvPr id="75779" name="Segnaposto note 2"/>
          <p:cNvSpPr>
            <a:spLocks noGrp="1"/>
          </p:cNvSpPr>
          <p:nvPr>
            <p:ph type="body" sz="quarter" idx="1"/>
          </p:nvPr>
        </p:nvSpPr>
        <p:spPr>
          <a:xfrm>
            <a:off x="904875" y="4713288"/>
            <a:ext cx="4986338"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Clr>
                <a:srgbClr val="000000"/>
              </a:buClr>
              <a:buFont typeface="Times New Roman" pitchFamily="18" charset="0"/>
              <a:buChar char="•"/>
            </a:pPr>
            <a:endParaRPr lang="it-IT" altLang="it-IT"/>
          </a:p>
        </p:txBody>
      </p:sp>
    </p:spTree>
    <p:extLst>
      <p:ext uri="{BB962C8B-B14F-4D97-AF65-F5344CB8AC3E}">
        <p14:creationId xmlns:p14="http://schemas.microsoft.com/office/powerpoint/2010/main" val="2803608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9447213"/>
            <a:ext cx="2971800" cy="496887"/>
          </a:xfrm>
          <a:prstGeom prst="rect">
            <a:avLst/>
          </a:prstGeom>
          <a:ln/>
        </p:spPr>
        <p:txBody>
          <a:bodyPr/>
          <a:lstStyle/>
          <a:p>
            <a:fld id="{D71A01F2-9DF7-4295-A0B9-F7E802A0E233}" type="slidenum">
              <a:rPr lang="it-IT" altLang="en-US"/>
              <a:pPr/>
              <a:t>18</a:t>
            </a:fld>
            <a:endParaRPr lang="it-IT" altLang="en-US"/>
          </a:p>
        </p:txBody>
      </p:sp>
      <p:sp>
        <p:nvSpPr>
          <p:cNvPr id="371714" name="Rectangle 2"/>
          <p:cNvSpPr>
            <a:spLocks noGrp="1" noRot="1" noChangeAspect="1" noChangeArrowheads="1" noTextEdit="1"/>
          </p:cNvSpPr>
          <p:nvPr>
            <p:ph type="sldImg"/>
          </p:nvPr>
        </p:nvSpPr>
        <p:spPr>
          <a:ln/>
        </p:spPr>
      </p:sp>
      <p:sp>
        <p:nvSpPr>
          <p:cNvPr id="371715" name="Rectangle 3"/>
          <p:cNvSpPr>
            <a:spLocks noGrp="1" noChangeArrowheads="1"/>
          </p:cNvSpPr>
          <p:nvPr>
            <p:ph type="body" idx="1"/>
          </p:nvPr>
        </p:nvSpPr>
        <p:spPr/>
        <p:txBody>
          <a:bodyPr/>
          <a:lstStyle/>
          <a:p>
            <a:endParaRPr lang="it-IT" altLang="en-US"/>
          </a:p>
        </p:txBody>
      </p:sp>
    </p:spTree>
    <p:extLst>
      <p:ext uri="{BB962C8B-B14F-4D97-AF65-F5344CB8AC3E}">
        <p14:creationId xmlns:p14="http://schemas.microsoft.com/office/powerpoint/2010/main" val="1306750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9447213"/>
            <a:ext cx="2971800" cy="496887"/>
          </a:xfrm>
          <a:prstGeom prst="rect">
            <a:avLst/>
          </a:prstGeom>
          <a:ln/>
        </p:spPr>
        <p:txBody>
          <a:bodyPr/>
          <a:lstStyle/>
          <a:p>
            <a:fld id="{D71A01F2-9DF7-4295-A0B9-F7E802A0E233}" type="slidenum">
              <a:rPr lang="it-IT" altLang="en-US"/>
              <a:pPr/>
              <a:t>19</a:t>
            </a:fld>
            <a:endParaRPr lang="it-IT" altLang="en-US"/>
          </a:p>
        </p:txBody>
      </p:sp>
      <p:sp>
        <p:nvSpPr>
          <p:cNvPr id="371714" name="Rectangle 2"/>
          <p:cNvSpPr>
            <a:spLocks noGrp="1" noRot="1" noChangeAspect="1" noChangeArrowheads="1" noTextEdit="1"/>
          </p:cNvSpPr>
          <p:nvPr>
            <p:ph type="sldImg"/>
          </p:nvPr>
        </p:nvSpPr>
        <p:spPr>
          <a:ln/>
        </p:spPr>
      </p:sp>
      <p:sp>
        <p:nvSpPr>
          <p:cNvPr id="371715" name="Rectangle 3"/>
          <p:cNvSpPr>
            <a:spLocks noGrp="1" noChangeArrowheads="1"/>
          </p:cNvSpPr>
          <p:nvPr>
            <p:ph type="body" idx="1"/>
          </p:nvPr>
        </p:nvSpPr>
        <p:spPr/>
        <p:txBody>
          <a:bodyPr/>
          <a:lstStyle/>
          <a:p>
            <a:endParaRPr lang="it-IT" altLang="en-US"/>
          </a:p>
        </p:txBody>
      </p:sp>
    </p:spTree>
    <p:extLst>
      <p:ext uri="{BB962C8B-B14F-4D97-AF65-F5344CB8AC3E}">
        <p14:creationId xmlns:p14="http://schemas.microsoft.com/office/powerpoint/2010/main" val="3094222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9447213"/>
            <a:ext cx="2971800" cy="496887"/>
          </a:xfrm>
          <a:prstGeom prst="rect">
            <a:avLst/>
          </a:prstGeom>
          <a:ln/>
        </p:spPr>
        <p:txBody>
          <a:bodyPr/>
          <a:lstStyle/>
          <a:p>
            <a:fld id="{A7E7AB6A-97D0-4EFE-8D02-47243F6EA781}" type="slidenum">
              <a:rPr lang="it-IT" altLang="en-US"/>
              <a:pPr/>
              <a:t>39</a:t>
            </a:fld>
            <a:endParaRPr lang="it-IT" altLang="en-US"/>
          </a:p>
        </p:txBody>
      </p:sp>
      <p:sp>
        <p:nvSpPr>
          <p:cNvPr id="418818" name="Rectangle 2"/>
          <p:cNvSpPr>
            <a:spLocks noGrp="1" noRot="1" noChangeAspect="1" noChangeArrowheads="1" noTextEdit="1"/>
          </p:cNvSpPr>
          <p:nvPr>
            <p:ph type="sldImg"/>
          </p:nvPr>
        </p:nvSpPr>
        <p:spPr>
          <a:xfrm>
            <a:off x="738188" y="746125"/>
            <a:ext cx="5384800" cy="3729038"/>
          </a:xfrm>
          <a:ln/>
        </p:spPr>
      </p:sp>
      <p:sp>
        <p:nvSpPr>
          <p:cNvPr id="418819" name="Rectangle 3"/>
          <p:cNvSpPr>
            <a:spLocks noGrp="1" noChangeArrowheads="1"/>
          </p:cNvSpPr>
          <p:nvPr>
            <p:ph type="body" idx="1"/>
          </p:nvPr>
        </p:nvSpPr>
        <p:spPr>
          <a:xfrm>
            <a:off x="685800" y="4724400"/>
            <a:ext cx="5486400" cy="4475163"/>
          </a:xfrm>
        </p:spPr>
        <p:txBody>
          <a:bodyPr/>
          <a:lstStyle/>
          <a:p>
            <a:endParaRPr lang="it-IT"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9447213"/>
            <a:ext cx="2971800" cy="496887"/>
          </a:xfrm>
          <a:prstGeom prst="rect">
            <a:avLst/>
          </a:prstGeom>
          <a:ln/>
        </p:spPr>
        <p:txBody>
          <a:bodyPr/>
          <a:lstStyle/>
          <a:p>
            <a:fld id="{D71A01F2-9DF7-4295-A0B9-F7E802A0E233}" type="slidenum">
              <a:rPr lang="it-IT" altLang="en-US"/>
              <a:pPr/>
              <a:t>40</a:t>
            </a:fld>
            <a:endParaRPr lang="it-IT" altLang="en-US"/>
          </a:p>
        </p:txBody>
      </p:sp>
      <p:sp>
        <p:nvSpPr>
          <p:cNvPr id="371714" name="Rectangle 2"/>
          <p:cNvSpPr>
            <a:spLocks noGrp="1" noRot="1" noChangeAspect="1" noChangeArrowheads="1" noTextEdit="1"/>
          </p:cNvSpPr>
          <p:nvPr>
            <p:ph type="sldImg"/>
          </p:nvPr>
        </p:nvSpPr>
        <p:spPr>
          <a:ln/>
        </p:spPr>
      </p:sp>
      <p:sp>
        <p:nvSpPr>
          <p:cNvPr id="371715" name="Rectangle 3"/>
          <p:cNvSpPr>
            <a:spLocks noGrp="1" noChangeArrowheads="1"/>
          </p:cNvSpPr>
          <p:nvPr>
            <p:ph type="body" idx="1"/>
          </p:nvPr>
        </p:nvSpPr>
        <p:spPr/>
        <p:txBody>
          <a:bodyPr/>
          <a:lstStyle/>
          <a:p>
            <a:endParaRPr lang="it-IT"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4521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9786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4438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it-IT" dirty="0"/>
          </a:p>
        </p:txBody>
      </p:sp>
      <p:sp>
        <p:nvSpPr>
          <p:cNvPr id="4" name="Segnaposto numero diapositiva 3"/>
          <p:cNvSpPr>
            <a:spLocks noGrp="1"/>
          </p:cNvSpPr>
          <p:nvPr>
            <p:ph type="sldNum" sz="quarter" idx="10"/>
          </p:nvPr>
        </p:nvSpPr>
        <p:spPr>
          <a:xfrm>
            <a:off x="3884613" y="8685213"/>
            <a:ext cx="2971800" cy="457200"/>
          </a:xfrm>
          <a:prstGeom prst="rect">
            <a:avLst/>
          </a:prstGeom>
        </p:spPr>
        <p:txBody>
          <a:bodyPr/>
          <a:lstStyle/>
          <a:p>
            <a:fld id="{7CB46822-9A68-4FDE-94ED-DE52B8A966AB}" type="slidenum">
              <a:rPr lang="it-IT" smtClean="0"/>
              <a:pPr/>
              <a:t>64</a:t>
            </a:fld>
            <a:endParaRPr lang="it-IT"/>
          </a:p>
        </p:txBody>
      </p:sp>
    </p:spTree>
    <p:extLst>
      <p:ext uri="{BB962C8B-B14F-4D97-AF65-F5344CB8AC3E}">
        <p14:creationId xmlns:p14="http://schemas.microsoft.com/office/powerpoint/2010/main" val="28591452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0029809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aphicFrame>
        <p:nvGraphicFramePr>
          <p:cNvPr id="4" name="Object 17"/>
          <p:cNvGraphicFramePr>
            <a:graphicFrameLocks noChangeAspect="1"/>
          </p:cNvGraphicFramePr>
          <p:nvPr userDrawn="1"/>
        </p:nvGraphicFramePr>
        <p:xfrm>
          <a:off x="8915400" y="333375"/>
          <a:ext cx="935038" cy="904875"/>
        </p:xfrm>
        <a:graphic>
          <a:graphicData uri="http://schemas.openxmlformats.org/presentationml/2006/ole">
            <mc:AlternateContent xmlns:mc="http://schemas.openxmlformats.org/markup-compatibility/2006">
              <mc:Choice xmlns:v="urn:schemas-microsoft-com:vml" Requires="v">
                <p:oleObj name="Fotografia di Photo Editor" r:id="rId2" imgW="5028571" imgH="4866667" progId="MSPhotoEd.3">
                  <p:embed/>
                </p:oleObj>
              </mc:Choice>
              <mc:Fallback>
                <p:oleObj name="Fotografia di Photo Editor" r:id="rId2" imgW="5028571" imgH="4866667" progId="MSPhotoEd.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5400" y="333375"/>
                        <a:ext cx="935038"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itolo 1"/>
          <p:cNvSpPr>
            <a:spLocks noGrp="1"/>
          </p:cNvSpPr>
          <p:nvPr>
            <p:ph type="ctrTitle"/>
          </p:nvPr>
        </p:nvSpPr>
        <p:spPr>
          <a:xfrm>
            <a:off x="742950" y="2130425"/>
            <a:ext cx="8420100" cy="1470025"/>
          </a:xfrm>
        </p:spPr>
        <p:txBody>
          <a:bodyPr/>
          <a:lstStyle>
            <a:lvl1pPr>
              <a:defRPr>
                <a:solidFill>
                  <a:srgbClr val="003366"/>
                </a:solidFill>
              </a:defRPr>
            </a:lvl1pPr>
          </a:lstStyle>
          <a:p>
            <a:r>
              <a:rPr lang="it-IT"/>
              <a:t>Fare clic per modificare lo stile del titolo</a:t>
            </a:r>
          </a:p>
        </p:txBody>
      </p:sp>
      <p:sp>
        <p:nvSpPr>
          <p:cNvPr id="3" name="Sottotitolo 2"/>
          <p:cNvSpPr>
            <a:spLocks noGrp="1"/>
          </p:cNvSpPr>
          <p:nvPr>
            <p:ph type="subTitle" idx="1"/>
          </p:nvPr>
        </p:nvSpPr>
        <p:spPr>
          <a:xfrm>
            <a:off x="1485900" y="3886200"/>
            <a:ext cx="6934200" cy="1752600"/>
          </a:xfrm>
        </p:spPr>
        <p:txBody>
          <a:bodyPr/>
          <a:lstStyle>
            <a:lvl1pPr marL="0" indent="0" algn="ctr">
              <a:buNone/>
              <a:defRPr>
                <a:solidFill>
                  <a:srgbClr val="003366"/>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Tree>
    <p:extLst>
      <p:ext uri="{BB962C8B-B14F-4D97-AF65-F5344CB8AC3E}">
        <p14:creationId xmlns:p14="http://schemas.microsoft.com/office/powerpoint/2010/main" val="6029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olo e contenuto">
    <p:spTree>
      <p:nvGrpSpPr>
        <p:cNvPr id="1" name=""/>
        <p:cNvGrpSpPr/>
        <p:nvPr/>
      </p:nvGrpSpPr>
      <p:grpSpPr>
        <a:xfrm>
          <a:off x="0" y="0"/>
          <a:ext cx="0" cy="0"/>
          <a:chOff x="0" y="0"/>
          <a:chExt cx="0" cy="0"/>
        </a:xfrm>
      </p:grpSpPr>
      <p:graphicFrame>
        <p:nvGraphicFramePr>
          <p:cNvPr id="4" name="Object 17"/>
          <p:cNvGraphicFramePr>
            <a:graphicFrameLocks noChangeAspect="1"/>
          </p:cNvGraphicFramePr>
          <p:nvPr userDrawn="1"/>
        </p:nvGraphicFramePr>
        <p:xfrm>
          <a:off x="8915400" y="333375"/>
          <a:ext cx="935038" cy="904875"/>
        </p:xfrm>
        <a:graphic>
          <a:graphicData uri="http://schemas.openxmlformats.org/presentationml/2006/ole">
            <mc:AlternateContent xmlns:mc="http://schemas.openxmlformats.org/markup-compatibility/2006">
              <mc:Choice xmlns:v="urn:schemas-microsoft-com:vml" Requires="v">
                <p:oleObj name="Fotografia di Photo Editor" r:id="rId2" imgW="5028571" imgH="4866667" progId="MSPhotoEd.3">
                  <p:embed/>
                </p:oleObj>
              </mc:Choice>
              <mc:Fallback>
                <p:oleObj name="Fotografia di Photo Editor" r:id="rId2" imgW="5028571" imgH="4866667" progId="MSPhotoEd.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5400" y="333375"/>
                        <a:ext cx="935038"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itolo 1"/>
          <p:cNvSpPr>
            <a:spLocks noGrp="1"/>
          </p:cNvSpPr>
          <p:nvPr>
            <p:ph type="title"/>
          </p:nvPr>
        </p:nvSpPr>
        <p:spPr/>
        <p:txBody>
          <a:bodyPr/>
          <a:lstStyle>
            <a:lvl1pPr>
              <a:defRPr>
                <a:solidFill>
                  <a:srgbClr val="003366"/>
                </a:solidFill>
              </a:defRPr>
            </a:lvl1pPr>
          </a:lstStyle>
          <a:p>
            <a:r>
              <a:rPr lang="it-IT"/>
              <a:t>Fare clic per modificare lo stile del titolo</a:t>
            </a:r>
          </a:p>
        </p:txBody>
      </p:sp>
      <p:sp>
        <p:nvSpPr>
          <p:cNvPr id="3" name="Segnaposto contenuto 2"/>
          <p:cNvSpPr>
            <a:spLocks noGrp="1"/>
          </p:cNvSpPr>
          <p:nvPr>
            <p:ph idx="1"/>
          </p:nvPr>
        </p:nvSpPr>
        <p:spPr/>
        <p:txBody>
          <a:bodyPr/>
          <a:lstStyle>
            <a:lvl1pPr>
              <a:defRPr>
                <a:solidFill>
                  <a:srgbClr val="003366"/>
                </a:solidFill>
              </a:defRPr>
            </a:lvl1pPr>
            <a:lvl2pPr>
              <a:defRPr>
                <a:solidFill>
                  <a:srgbClr val="003366"/>
                </a:solidFill>
              </a:defRPr>
            </a:lvl2pPr>
            <a:lvl3pPr>
              <a:defRPr>
                <a:solidFill>
                  <a:srgbClr val="003366"/>
                </a:solidFill>
              </a:defRPr>
            </a:lvl3pPr>
            <a:lvl4pPr>
              <a:defRPr>
                <a:solidFill>
                  <a:srgbClr val="003366"/>
                </a:solidFill>
              </a:defRPr>
            </a:lvl4pPr>
            <a:lvl5pPr>
              <a:defRPr>
                <a:solidFill>
                  <a:srgbClr val="0033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709993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82638" y="4406900"/>
            <a:ext cx="84201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Rectangle 5"/>
          <p:cNvSpPr>
            <a:spLocks noGrp="1" noChangeArrowheads="1"/>
          </p:cNvSpPr>
          <p:nvPr>
            <p:ph type="sldNum" sz="quarter" idx="10"/>
          </p:nvPr>
        </p:nvSpPr>
        <p:spPr>
          <a:xfrm>
            <a:off x="7162800" y="6324600"/>
            <a:ext cx="2057400" cy="533400"/>
          </a:xfrm>
          <a:prstGeom prst="rect">
            <a:avLst/>
          </a:prstGeom>
          <a:ln/>
        </p:spPr>
        <p:txBody>
          <a:bodyPr/>
          <a:lstStyle>
            <a:lvl1pPr>
              <a:defRPr/>
            </a:lvl1pPr>
          </a:lstStyle>
          <a:p>
            <a:pPr>
              <a:defRPr/>
            </a:pPr>
            <a:fld id="{6715EA67-AD77-413F-9935-ABA9CC97110B}" type="slidenum">
              <a:rPr lang="it-IT" altLang="it-IT"/>
              <a:pPr>
                <a:defRPr/>
              </a:pPr>
              <a:t>‹N›</a:t>
            </a:fld>
            <a:endParaRPr lang="it-IT" altLang="it-IT"/>
          </a:p>
        </p:txBody>
      </p:sp>
      <p:sp>
        <p:nvSpPr>
          <p:cNvPr id="5" name="Rectangle 7"/>
          <p:cNvSpPr>
            <a:spLocks noGrp="1" noChangeArrowheads="1"/>
          </p:cNvSpPr>
          <p:nvPr>
            <p:ph type="ftr" sz="quarter" idx="11"/>
          </p:nvPr>
        </p:nvSpPr>
        <p:spPr>
          <a:xfrm>
            <a:off x="776288" y="6381750"/>
            <a:ext cx="6192837" cy="360363"/>
          </a:xfrm>
          <a:prstGeom prst="rect">
            <a:avLst/>
          </a:prstGeom>
          <a:ln/>
        </p:spPr>
        <p:txBody>
          <a:bodyPr/>
          <a:lstStyle>
            <a:lvl1pPr>
              <a:defRPr/>
            </a:lvl1pPr>
          </a:lstStyle>
          <a:p>
            <a:pPr>
              <a:defRPr/>
            </a:pPr>
            <a:r>
              <a:rPr lang="en-US" altLang="it-IT"/>
              <a:t>2009-10-Gianmario Motta</a:t>
            </a:r>
          </a:p>
        </p:txBody>
      </p:sp>
    </p:spTree>
    <p:extLst>
      <p:ext uri="{BB962C8B-B14F-4D97-AF65-F5344CB8AC3E}">
        <p14:creationId xmlns:p14="http://schemas.microsoft.com/office/powerpoint/2010/main" val="1098660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000066"/>
                </a:solidFill>
              </a:defRPr>
            </a:lvl1pPr>
          </a:lstStyle>
          <a:p>
            <a:r>
              <a:rPr lang="it-IT"/>
              <a:t>Fare clic per modificare lo stile del titolo</a:t>
            </a:r>
          </a:p>
        </p:txBody>
      </p:sp>
      <p:sp>
        <p:nvSpPr>
          <p:cNvPr id="3" name="Segnaposto contenuto 2"/>
          <p:cNvSpPr>
            <a:spLocks noGrp="1"/>
          </p:cNvSpPr>
          <p:nvPr>
            <p:ph sz="half" idx="1"/>
          </p:nvPr>
        </p:nvSpPr>
        <p:spPr>
          <a:xfrm>
            <a:off x="742950" y="1524000"/>
            <a:ext cx="4133850" cy="4572000"/>
          </a:xfrm>
        </p:spPr>
        <p:txBody>
          <a:bodyPr/>
          <a:lstStyle>
            <a:lvl1pPr>
              <a:defRPr sz="2800">
                <a:solidFill>
                  <a:srgbClr val="000066"/>
                </a:solidFill>
              </a:defRPr>
            </a:lvl1pPr>
            <a:lvl2pPr>
              <a:defRPr sz="2400">
                <a:solidFill>
                  <a:srgbClr val="000066"/>
                </a:solidFill>
              </a:defRPr>
            </a:lvl2pPr>
            <a:lvl3pPr>
              <a:defRPr sz="2000">
                <a:solidFill>
                  <a:srgbClr val="000066"/>
                </a:solidFill>
              </a:defRPr>
            </a:lvl3pPr>
            <a:lvl4pPr>
              <a:defRPr sz="1800">
                <a:solidFill>
                  <a:srgbClr val="000066"/>
                </a:solidFill>
              </a:defRPr>
            </a:lvl4pPr>
            <a:lvl5pPr>
              <a:defRPr sz="1800">
                <a:solidFill>
                  <a:srgbClr val="000066"/>
                </a:solidFill>
              </a:defRPr>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5029200" y="1524000"/>
            <a:ext cx="4133850" cy="4572000"/>
          </a:xfrm>
        </p:spPr>
        <p:txBody>
          <a:bodyPr/>
          <a:lstStyle>
            <a:lvl1pPr>
              <a:defRPr sz="2800">
                <a:solidFill>
                  <a:srgbClr val="000066"/>
                </a:solidFill>
              </a:defRPr>
            </a:lvl1pPr>
            <a:lvl2pPr>
              <a:defRPr sz="2400">
                <a:solidFill>
                  <a:srgbClr val="000066"/>
                </a:solidFill>
              </a:defRPr>
            </a:lvl2pPr>
            <a:lvl3pPr>
              <a:defRPr sz="2000">
                <a:solidFill>
                  <a:srgbClr val="000066"/>
                </a:solidFill>
              </a:defRPr>
            </a:lvl3pPr>
            <a:lvl4pPr>
              <a:defRPr sz="1800">
                <a:solidFill>
                  <a:srgbClr val="000066"/>
                </a:solidFill>
              </a:defRPr>
            </a:lvl4pPr>
            <a:lvl5pPr>
              <a:defRPr sz="1800">
                <a:solidFill>
                  <a:srgbClr val="000066"/>
                </a:solidFill>
              </a:defRPr>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55042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95300" y="274638"/>
            <a:ext cx="8915400" cy="1143000"/>
          </a:xfrm>
        </p:spPr>
        <p:txBody>
          <a:bodyPr/>
          <a:lstStyle>
            <a:lvl1pPr>
              <a:defRPr>
                <a:solidFill>
                  <a:srgbClr val="000066"/>
                </a:solidFill>
              </a:defRPr>
            </a:lvl1pPr>
          </a:lstStyle>
          <a:p>
            <a:r>
              <a:rPr lang="it-IT"/>
              <a:t>Fare clic per modificare lo stile del titolo</a:t>
            </a:r>
          </a:p>
        </p:txBody>
      </p:sp>
      <p:sp>
        <p:nvSpPr>
          <p:cNvPr id="3" name="Segnaposto testo 2"/>
          <p:cNvSpPr>
            <a:spLocks noGrp="1"/>
          </p:cNvSpPr>
          <p:nvPr>
            <p:ph type="body" idx="1"/>
          </p:nvPr>
        </p:nvSpPr>
        <p:spPr>
          <a:xfrm>
            <a:off x="495300" y="1535113"/>
            <a:ext cx="4376738" cy="639762"/>
          </a:xfrm>
        </p:spPr>
        <p:txBody>
          <a:bodyPr anchor="b"/>
          <a:lstStyle>
            <a:lvl1pPr marL="0" indent="0">
              <a:buNone/>
              <a:defRPr sz="2400" b="1">
                <a:solidFill>
                  <a:srgbClr val="00006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95300" y="2174875"/>
            <a:ext cx="4376738" cy="3951288"/>
          </a:xfrm>
        </p:spPr>
        <p:txBody>
          <a:bodyPr/>
          <a:lstStyle>
            <a:lvl1pPr>
              <a:defRPr sz="2400">
                <a:solidFill>
                  <a:srgbClr val="000066"/>
                </a:solidFill>
              </a:defRPr>
            </a:lvl1pPr>
            <a:lvl2pPr>
              <a:defRPr sz="2000">
                <a:solidFill>
                  <a:srgbClr val="000066"/>
                </a:solidFill>
              </a:defRPr>
            </a:lvl2pPr>
            <a:lvl3pPr>
              <a:defRPr sz="1800">
                <a:solidFill>
                  <a:srgbClr val="000066"/>
                </a:solidFill>
              </a:defRPr>
            </a:lvl3pPr>
            <a:lvl4pPr>
              <a:defRPr sz="1600">
                <a:solidFill>
                  <a:srgbClr val="000066"/>
                </a:solidFill>
              </a:defRPr>
            </a:lvl4pPr>
            <a:lvl5pPr>
              <a:defRPr sz="1600">
                <a:solidFill>
                  <a:srgbClr val="000066"/>
                </a:solidFill>
              </a:defRPr>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5032375" y="1535113"/>
            <a:ext cx="4378325" cy="639762"/>
          </a:xfrm>
        </p:spPr>
        <p:txBody>
          <a:bodyPr anchor="b"/>
          <a:lstStyle>
            <a:lvl1pPr marL="0" indent="0">
              <a:buNone/>
              <a:defRPr sz="2400" b="1">
                <a:solidFill>
                  <a:srgbClr val="00006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5032375" y="2174875"/>
            <a:ext cx="4378325" cy="3951288"/>
          </a:xfrm>
        </p:spPr>
        <p:txBody>
          <a:bodyPr/>
          <a:lstStyle>
            <a:lvl1pPr>
              <a:defRPr sz="2400">
                <a:solidFill>
                  <a:srgbClr val="000066"/>
                </a:solidFill>
              </a:defRPr>
            </a:lvl1pPr>
            <a:lvl2pPr>
              <a:defRPr sz="2000">
                <a:solidFill>
                  <a:srgbClr val="000066"/>
                </a:solidFill>
              </a:defRPr>
            </a:lvl2pPr>
            <a:lvl3pPr>
              <a:defRPr sz="1800">
                <a:solidFill>
                  <a:srgbClr val="000066"/>
                </a:solidFill>
              </a:defRPr>
            </a:lvl3pPr>
            <a:lvl4pPr>
              <a:defRPr sz="1600">
                <a:solidFill>
                  <a:srgbClr val="000066"/>
                </a:solidFill>
              </a:defRPr>
            </a:lvl4pPr>
            <a:lvl5pPr>
              <a:defRPr sz="1600">
                <a:solidFill>
                  <a:srgbClr val="000066"/>
                </a:solidFill>
              </a:defRPr>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901996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000066"/>
                </a:solidFill>
              </a:defRPr>
            </a:lvl1pPr>
          </a:lstStyle>
          <a:p>
            <a:r>
              <a:rPr lang="it-IT"/>
              <a:t>Fare clic per modificare lo stile del titolo</a:t>
            </a:r>
          </a:p>
        </p:txBody>
      </p:sp>
    </p:spTree>
    <p:extLst>
      <p:ext uri="{BB962C8B-B14F-4D97-AF65-F5344CB8AC3E}">
        <p14:creationId xmlns:p14="http://schemas.microsoft.com/office/powerpoint/2010/main" val="2361496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36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95300" y="273050"/>
            <a:ext cx="3259138" cy="1162050"/>
          </a:xfrm>
        </p:spPr>
        <p:txBody>
          <a:bodyPr anchor="b"/>
          <a:lstStyle>
            <a:lvl1pPr algn="l">
              <a:defRPr sz="2000" b="1">
                <a:solidFill>
                  <a:srgbClr val="000066"/>
                </a:solidFill>
              </a:defRPr>
            </a:lvl1pPr>
          </a:lstStyle>
          <a:p>
            <a:r>
              <a:rPr lang="it-IT"/>
              <a:t>Fare clic per modificare lo stile del titolo</a:t>
            </a:r>
          </a:p>
        </p:txBody>
      </p:sp>
      <p:sp>
        <p:nvSpPr>
          <p:cNvPr id="3" name="Segnaposto contenuto 2"/>
          <p:cNvSpPr>
            <a:spLocks noGrp="1"/>
          </p:cNvSpPr>
          <p:nvPr>
            <p:ph idx="1"/>
          </p:nvPr>
        </p:nvSpPr>
        <p:spPr>
          <a:xfrm>
            <a:off x="3873500" y="273050"/>
            <a:ext cx="5537200" cy="5853113"/>
          </a:xfrm>
        </p:spPr>
        <p:txBody>
          <a:bodyPr/>
          <a:lstStyle>
            <a:lvl1pPr>
              <a:defRPr sz="3200">
                <a:solidFill>
                  <a:srgbClr val="000066"/>
                </a:solidFill>
              </a:defRPr>
            </a:lvl1pPr>
            <a:lvl2pPr>
              <a:defRPr sz="2800">
                <a:solidFill>
                  <a:srgbClr val="000066"/>
                </a:solidFill>
              </a:defRPr>
            </a:lvl2pPr>
            <a:lvl3pPr>
              <a:defRPr sz="2400">
                <a:solidFill>
                  <a:srgbClr val="000066"/>
                </a:solidFill>
              </a:defRPr>
            </a:lvl3pPr>
            <a:lvl4pPr>
              <a:defRPr sz="2000">
                <a:solidFill>
                  <a:srgbClr val="000066"/>
                </a:solidFill>
              </a:defRPr>
            </a:lvl4pPr>
            <a:lvl5pPr>
              <a:defRPr sz="2000">
                <a:solidFill>
                  <a:srgbClr val="000066"/>
                </a:solidFill>
              </a:defRPr>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95300" y="1435100"/>
            <a:ext cx="3259138" cy="4691063"/>
          </a:xfrm>
        </p:spPr>
        <p:txBody>
          <a:bodyPr/>
          <a:lstStyle>
            <a:lvl1pPr marL="0" indent="0">
              <a:buNone/>
              <a:defRPr sz="1400">
                <a:solidFill>
                  <a:srgbClr val="00006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2027007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941513" y="4800600"/>
            <a:ext cx="59436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5"/>
          <p:cNvSpPr>
            <a:spLocks noGrp="1" noChangeArrowheads="1"/>
          </p:cNvSpPr>
          <p:nvPr>
            <p:ph type="sldNum" sz="quarter" idx="10"/>
          </p:nvPr>
        </p:nvSpPr>
        <p:spPr>
          <a:xfrm>
            <a:off x="7162800" y="6324600"/>
            <a:ext cx="2057400" cy="533400"/>
          </a:xfrm>
          <a:prstGeom prst="rect">
            <a:avLst/>
          </a:prstGeom>
          <a:ln/>
        </p:spPr>
        <p:txBody>
          <a:bodyPr/>
          <a:lstStyle>
            <a:lvl1pPr>
              <a:defRPr/>
            </a:lvl1pPr>
          </a:lstStyle>
          <a:p>
            <a:pPr>
              <a:defRPr/>
            </a:pPr>
            <a:fld id="{747FB9F0-C7E1-4EB3-ABFA-DF281AB32272}" type="slidenum">
              <a:rPr lang="it-IT" altLang="it-IT"/>
              <a:pPr>
                <a:defRPr/>
              </a:pPr>
              <a:t>‹N›</a:t>
            </a:fld>
            <a:endParaRPr lang="it-IT" altLang="it-IT"/>
          </a:p>
        </p:txBody>
      </p:sp>
      <p:sp>
        <p:nvSpPr>
          <p:cNvPr id="6" name="Rectangle 7"/>
          <p:cNvSpPr>
            <a:spLocks noGrp="1" noChangeArrowheads="1"/>
          </p:cNvSpPr>
          <p:nvPr>
            <p:ph type="ftr" sz="quarter" idx="11"/>
          </p:nvPr>
        </p:nvSpPr>
        <p:spPr>
          <a:xfrm>
            <a:off x="776288" y="6381750"/>
            <a:ext cx="6192837" cy="360363"/>
          </a:xfrm>
          <a:prstGeom prst="rect">
            <a:avLst/>
          </a:prstGeom>
          <a:ln/>
        </p:spPr>
        <p:txBody>
          <a:bodyPr/>
          <a:lstStyle>
            <a:lvl1pPr>
              <a:defRPr/>
            </a:lvl1pPr>
          </a:lstStyle>
          <a:p>
            <a:pPr>
              <a:defRPr/>
            </a:pPr>
            <a:r>
              <a:rPr lang="en-US" altLang="it-IT"/>
              <a:t>2009-10-Gianmario Motta</a:t>
            </a:r>
          </a:p>
        </p:txBody>
      </p:sp>
    </p:spTree>
    <p:extLst>
      <p:ext uri="{BB962C8B-B14F-4D97-AF65-F5344CB8AC3E}">
        <p14:creationId xmlns:p14="http://schemas.microsoft.com/office/powerpoint/2010/main" val="179164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p:cNvSpPr>
            <a:spLocks noGrp="1" noChangeArrowheads="1"/>
          </p:cNvSpPr>
          <p:nvPr>
            <p:ph type="sldNum" sz="quarter" idx="10"/>
          </p:nvPr>
        </p:nvSpPr>
        <p:spPr>
          <a:xfrm>
            <a:off x="7162800" y="6324600"/>
            <a:ext cx="2057400" cy="533400"/>
          </a:xfrm>
          <a:prstGeom prst="rect">
            <a:avLst/>
          </a:prstGeom>
          <a:ln/>
        </p:spPr>
        <p:txBody>
          <a:bodyPr/>
          <a:lstStyle>
            <a:lvl1pPr>
              <a:defRPr/>
            </a:lvl1pPr>
          </a:lstStyle>
          <a:p>
            <a:pPr>
              <a:defRPr/>
            </a:pPr>
            <a:fld id="{BD504C78-4664-4215-8D7B-DEEDB8940D13}" type="slidenum">
              <a:rPr lang="it-IT" altLang="it-IT"/>
              <a:pPr>
                <a:defRPr/>
              </a:pPr>
              <a:t>‹N›</a:t>
            </a:fld>
            <a:endParaRPr lang="it-IT" altLang="it-IT"/>
          </a:p>
        </p:txBody>
      </p:sp>
      <p:sp>
        <p:nvSpPr>
          <p:cNvPr id="5" name="Rectangle 7"/>
          <p:cNvSpPr>
            <a:spLocks noGrp="1" noChangeArrowheads="1"/>
          </p:cNvSpPr>
          <p:nvPr>
            <p:ph type="ftr" sz="quarter" idx="11"/>
          </p:nvPr>
        </p:nvSpPr>
        <p:spPr>
          <a:xfrm>
            <a:off x="776288" y="6381750"/>
            <a:ext cx="6192837" cy="360363"/>
          </a:xfrm>
          <a:prstGeom prst="rect">
            <a:avLst/>
          </a:prstGeom>
          <a:ln/>
        </p:spPr>
        <p:txBody>
          <a:bodyPr/>
          <a:lstStyle>
            <a:lvl1pPr>
              <a:defRPr/>
            </a:lvl1pPr>
          </a:lstStyle>
          <a:p>
            <a:pPr>
              <a:defRPr/>
            </a:pPr>
            <a:r>
              <a:rPr lang="en-US" altLang="it-IT"/>
              <a:t>2009-10-Gianmario Motta</a:t>
            </a:r>
          </a:p>
        </p:txBody>
      </p:sp>
    </p:spTree>
    <p:extLst>
      <p:ext uri="{BB962C8B-B14F-4D97-AF65-F5344CB8AC3E}">
        <p14:creationId xmlns:p14="http://schemas.microsoft.com/office/powerpoint/2010/main" val="1308515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7058025" y="304800"/>
            <a:ext cx="2105025" cy="5791200"/>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742950" y="304800"/>
            <a:ext cx="6162675" cy="5791200"/>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p:cNvSpPr>
            <a:spLocks noGrp="1" noChangeArrowheads="1"/>
          </p:cNvSpPr>
          <p:nvPr>
            <p:ph type="sldNum" sz="quarter" idx="10"/>
          </p:nvPr>
        </p:nvSpPr>
        <p:spPr>
          <a:xfrm>
            <a:off x="7162800" y="6324600"/>
            <a:ext cx="2057400" cy="533400"/>
          </a:xfrm>
          <a:prstGeom prst="rect">
            <a:avLst/>
          </a:prstGeom>
          <a:ln/>
        </p:spPr>
        <p:txBody>
          <a:bodyPr/>
          <a:lstStyle>
            <a:lvl1pPr>
              <a:defRPr/>
            </a:lvl1pPr>
          </a:lstStyle>
          <a:p>
            <a:pPr>
              <a:defRPr/>
            </a:pPr>
            <a:fld id="{FC7E56F8-79AE-47A4-8A20-D6B7E8F9F0DE}" type="slidenum">
              <a:rPr lang="it-IT" altLang="it-IT"/>
              <a:pPr>
                <a:defRPr/>
              </a:pPr>
              <a:t>‹N›</a:t>
            </a:fld>
            <a:endParaRPr lang="it-IT" altLang="it-IT"/>
          </a:p>
        </p:txBody>
      </p:sp>
      <p:sp>
        <p:nvSpPr>
          <p:cNvPr id="5" name="Rectangle 7"/>
          <p:cNvSpPr>
            <a:spLocks noGrp="1" noChangeArrowheads="1"/>
          </p:cNvSpPr>
          <p:nvPr>
            <p:ph type="ftr" sz="quarter" idx="11"/>
          </p:nvPr>
        </p:nvSpPr>
        <p:spPr>
          <a:xfrm>
            <a:off x="776288" y="6381750"/>
            <a:ext cx="6192837" cy="360363"/>
          </a:xfrm>
          <a:prstGeom prst="rect">
            <a:avLst/>
          </a:prstGeom>
          <a:ln/>
        </p:spPr>
        <p:txBody>
          <a:bodyPr/>
          <a:lstStyle>
            <a:lvl1pPr>
              <a:defRPr/>
            </a:lvl1pPr>
          </a:lstStyle>
          <a:p>
            <a:pPr>
              <a:defRPr/>
            </a:pPr>
            <a:r>
              <a:rPr lang="en-US" altLang="it-IT"/>
              <a:t>2009-10-Gianmario Motta</a:t>
            </a:r>
          </a:p>
        </p:txBody>
      </p:sp>
    </p:spTree>
    <p:extLst>
      <p:ext uri="{BB962C8B-B14F-4D97-AF65-F5344CB8AC3E}">
        <p14:creationId xmlns:p14="http://schemas.microsoft.com/office/powerpoint/2010/main" val="1278641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olo e tabella">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lvl1pPr>
              <a:defRPr>
                <a:solidFill>
                  <a:srgbClr val="000066"/>
                </a:solidFill>
              </a:defRPr>
            </a:lvl1pPr>
          </a:lstStyle>
          <a:p>
            <a:r>
              <a:rPr lang="it-IT"/>
              <a:t>Fare clic per modificare lo stile del titolo</a:t>
            </a:r>
          </a:p>
        </p:txBody>
      </p:sp>
      <p:sp>
        <p:nvSpPr>
          <p:cNvPr id="3" name="Segnaposto tabella 2"/>
          <p:cNvSpPr>
            <a:spLocks noGrp="1"/>
          </p:cNvSpPr>
          <p:nvPr>
            <p:ph type="tbl" idx="1"/>
          </p:nvPr>
        </p:nvSpPr>
        <p:spPr>
          <a:xfrm>
            <a:off x="742950" y="1524000"/>
            <a:ext cx="8420100" cy="4572000"/>
          </a:xfrm>
        </p:spPr>
        <p:txBody>
          <a:bodyPr/>
          <a:lstStyle>
            <a:lvl1pPr>
              <a:defRPr>
                <a:solidFill>
                  <a:srgbClr val="000066"/>
                </a:solidFill>
              </a:defRPr>
            </a:lvl1pPr>
          </a:lstStyle>
          <a:p>
            <a:pPr lvl="0"/>
            <a:endParaRPr lang="it-IT" noProof="0"/>
          </a:p>
        </p:txBody>
      </p:sp>
    </p:spTree>
    <p:extLst>
      <p:ext uri="{BB962C8B-B14F-4D97-AF65-F5344CB8AC3E}">
        <p14:creationId xmlns:p14="http://schemas.microsoft.com/office/powerpoint/2010/main" val="35286321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Titolo e contenuto sopra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p>
        </p:txBody>
      </p:sp>
      <p:sp>
        <p:nvSpPr>
          <p:cNvPr id="3" name="Segnaposto contenuto 2"/>
          <p:cNvSpPr>
            <a:spLocks noGrp="1"/>
          </p:cNvSpPr>
          <p:nvPr>
            <p:ph sz="half" idx="1"/>
          </p:nvPr>
        </p:nvSpPr>
        <p:spPr>
          <a:xfrm>
            <a:off x="742950" y="1524000"/>
            <a:ext cx="842010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742950" y="3886200"/>
            <a:ext cx="842010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524368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OverTx" preserve="1">
  <p:cSld name="Titolo e contenuto sopra testo 2">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lvl1pPr>
              <a:defRPr>
                <a:solidFill>
                  <a:srgbClr val="000066"/>
                </a:solidFill>
              </a:defRPr>
            </a:lvl1pPr>
          </a:lstStyle>
          <a:p>
            <a:r>
              <a:rPr lang="it-IT"/>
              <a:t>Fare clic per modificare lo stile del titolo</a:t>
            </a:r>
          </a:p>
        </p:txBody>
      </p:sp>
      <p:sp>
        <p:nvSpPr>
          <p:cNvPr id="3" name="Segnaposto contenuto 2"/>
          <p:cNvSpPr>
            <a:spLocks noGrp="1"/>
          </p:cNvSpPr>
          <p:nvPr>
            <p:ph sz="quarter" idx="1"/>
          </p:nvPr>
        </p:nvSpPr>
        <p:spPr>
          <a:xfrm>
            <a:off x="742950" y="15240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quarter" idx="2"/>
          </p:nvPr>
        </p:nvSpPr>
        <p:spPr>
          <a:xfrm>
            <a:off x="5029200" y="15240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half" idx="3"/>
          </p:nvPr>
        </p:nvSpPr>
        <p:spPr>
          <a:xfrm>
            <a:off x="742950" y="3886200"/>
            <a:ext cx="842010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944343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reserve="1">
  <p:cSld name="Titolo, contenuto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lvl1pPr>
              <a:defRPr>
                <a:solidFill>
                  <a:srgbClr val="000066"/>
                </a:solidFill>
              </a:defRPr>
            </a:lvl1pPr>
          </a:lstStyle>
          <a:p>
            <a:r>
              <a:rPr lang="it-IT"/>
              <a:t>Fare clic per modificare lo stile del titolo</a:t>
            </a:r>
          </a:p>
        </p:txBody>
      </p:sp>
      <p:sp>
        <p:nvSpPr>
          <p:cNvPr id="3" name="Segnaposto contenuto 2"/>
          <p:cNvSpPr>
            <a:spLocks noGrp="1"/>
          </p:cNvSpPr>
          <p:nvPr>
            <p:ph sz="half" idx="1"/>
          </p:nvPr>
        </p:nvSpPr>
        <p:spPr>
          <a:xfrm>
            <a:off x="742950" y="1524000"/>
            <a:ext cx="4133850" cy="45720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5029200" y="1524000"/>
            <a:ext cx="4133850" cy="45720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437069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reserve="1">
  <p:cSld name="Titolo, test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lvl1pPr>
              <a:defRPr>
                <a:solidFill>
                  <a:srgbClr val="000066"/>
                </a:solidFill>
              </a:defRPr>
            </a:lvl1pPr>
          </a:lstStyle>
          <a:p>
            <a:r>
              <a:rPr lang="it-IT"/>
              <a:t>Fare clic per modificare lo stile del titolo</a:t>
            </a:r>
          </a:p>
        </p:txBody>
      </p:sp>
      <p:sp>
        <p:nvSpPr>
          <p:cNvPr id="3" name="Segnaposto testo 2"/>
          <p:cNvSpPr>
            <a:spLocks noGrp="1"/>
          </p:cNvSpPr>
          <p:nvPr>
            <p:ph type="body" sz="half" idx="1"/>
          </p:nvPr>
        </p:nvSpPr>
        <p:spPr>
          <a:xfrm>
            <a:off x="742950" y="1524000"/>
            <a:ext cx="4133850" cy="45720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5029200" y="1524000"/>
            <a:ext cx="4133850" cy="45720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2176886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AndTx" preserve="1">
  <p:cSld name="Titolo, contenuto 2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lvl1pPr>
              <a:defRPr>
                <a:solidFill>
                  <a:srgbClr val="000066"/>
                </a:solidFill>
              </a:defRPr>
            </a:lvl1pPr>
          </a:lstStyle>
          <a:p>
            <a:r>
              <a:rPr lang="it-IT"/>
              <a:t>Fare clic per modificare lo stile del titolo</a:t>
            </a:r>
          </a:p>
        </p:txBody>
      </p:sp>
      <p:sp>
        <p:nvSpPr>
          <p:cNvPr id="3" name="Segnaposto contenuto 2"/>
          <p:cNvSpPr>
            <a:spLocks noGrp="1"/>
          </p:cNvSpPr>
          <p:nvPr>
            <p:ph sz="quarter" idx="1"/>
          </p:nvPr>
        </p:nvSpPr>
        <p:spPr>
          <a:xfrm>
            <a:off x="742950" y="15240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quarter" idx="2"/>
          </p:nvPr>
        </p:nvSpPr>
        <p:spPr>
          <a:xfrm>
            <a:off x="742950" y="38862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half" idx="3"/>
          </p:nvPr>
        </p:nvSpPr>
        <p:spPr>
          <a:xfrm>
            <a:off x="5029200" y="1524000"/>
            <a:ext cx="4133850" cy="45720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902935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Tx" preserve="1">
  <p:cSld name="1_Titolo, contenuto 2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lvl1pPr>
              <a:defRPr>
                <a:solidFill>
                  <a:srgbClr val="000066"/>
                </a:solidFill>
              </a:defRPr>
            </a:lvl1pPr>
          </a:lstStyle>
          <a:p>
            <a:r>
              <a:rPr lang="it-IT"/>
              <a:t>Fare clic per modificare lo stile del titolo</a:t>
            </a:r>
          </a:p>
        </p:txBody>
      </p:sp>
      <p:sp>
        <p:nvSpPr>
          <p:cNvPr id="3" name="Segnaposto contenuto 2"/>
          <p:cNvSpPr>
            <a:spLocks noGrp="1"/>
          </p:cNvSpPr>
          <p:nvPr>
            <p:ph sz="quarter" idx="1"/>
          </p:nvPr>
        </p:nvSpPr>
        <p:spPr>
          <a:xfrm>
            <a:off x="5097016" y="17526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quarter" idx="2"/>
          </p:nvPr>
        </p:nvSpPr>
        <p:spPr>
          <a:xfrm>
            <a:off x="5097016" y="41148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half" idx="3"/>
          </p:nvPr>
        </p:nvSpPr>
        <p:spPr>
          <a:xfrm>
            <a:off x="742950" y="1752600"/>
            <a:ext cx="4133850" cy="45720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938918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olo, contenuto 2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lvl1pPr>
              <a:defRPr>
                <a:solidFill>
                  <a:srgbClr val="000066"/>
                </a:solidFill>
              </a:defRPr>
            </a:lvl1pPr>
          </a:lstStyle>
          <a:p>
            <a:r>
              <a:rPr lang="it-IT"/>
              <a:t>Fare clic per modificare lo stile del titolo</a:t>
            </a:r>
          </a:p>
        </p:txBody>
      </p:sp>
      <p:sp>
        <p:nvSpPr>
          <p:cNvPr id="3" name="Segnaposto contenuto 2"/>
          <p:cNvSpPr>
            <a:spLocks noGrp="1"/>
          </p:cNvSpPr>
          <p:nvPr>
            <p:ph sz="quarter" idx="1"/>
          </p:nvPr>
        </p:nvSpPr>
        <p:spPr>
          <a:xfrm>
            <a:off x="5097016" y="17526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quarter" idx="2"/>
          </p:nvPr>
        </p:nvSpPr>
        <p:spPr>
          <a:xfrm>
            <a:off x="5097016" y="41148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contenuto 2"/>
          <p:cNvSpPr>
            <a:spLocks noGrp="1"/>
          </p:cNvSpPr>
          <p:nvPr>
            <p:ph sz="quarter" idx="10"/>
          </p:nvPr>
        </p:nvSpPr>
        <p:spPr>
          <a:xfrm>
            <a:off x="742950" y="17526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contenuto 3"/>
          <p:cNvSpPr>
            <a:spLocks noGrp="1"/>
          </p:cNvSpPr>
          <p:nvPr>
            <p:ph sz="quarter" idx="11"/>
          </p:nvPr>
        </p:nvSpPr>
        <p:spPr>
          <a:xfrm>
            <a:off x="742950" y="4114800"/>
            <a:ext cx="4133850" cy="2209800"/>
          </a:xfrm>
        </p:spPr>
        <p:txBody>
          <a:bodyPr/>
          <a:lstStyle>
            <a:lvl1pPr>
              <a:defRPr>
                <a:solidFill>
                  <a:srgbClr val="000066"/>
                </a:solidFill>
              </a:defRPr>
            </a:lvl1pPr>
            <a:lvl2pPr>
              <a:defRPr>
                <a:solidFill>
                  <a:srgbClr val="000066"/>
                </a:solidFill>
              </a:defRPr>
            </a:lvl2pPr>
            <a:lvl3pPr>
              <a:defRPr>
                <a:solidFill>
                  <a:srgbClr val="000066"/>
                </a:solidFill>
              </a:defRPr>
            </a:lvl3pPr>
            <a:lvl4pPr>
              <a:defRPr>
                <a:solidFill>
                  <a:srgbClr val="000066"/>
                </a:solidFill>
              </a:defRPr>
            </a:lvl4pPr>
            <a:lvl5pPr>
              <a:defRPr>
                <a:solidFill>
                  <a:srgbClr val="000066"/>
                </a:solidFill>
              </a:defRPr>
            </a:lvl5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923610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742950" y="304800"/>
            <a:ext cx="81708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it-IT" altLang="it-IT"/>
              <a:t>Click to edit Master title style</a:t>
            </a:r>
          </a:p>
        </p:txBody>
      </p:sp>
      <p:sp>
        <p:nvSpPr>
          <p:cNvPr id="7171" name="Rectangle 3"/>
          <p:cNvSpPr>
            <a:spLocks noGrp="1" noChangeArrowheads="1"/>
          </p:cNvSpPr>
          <p:nvPr>
            <p:ph type="body" idx="1"/>
          </p:nvPr>
        </p:nvSpPr>
        <p:spPr bwMode="auto">
          <a:xfrm>
            <a:off x="742950" y="1524000"/>
            <a:ext cx="84201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it-IT" altLang="it-IT"/>
              <a:t>Click to edit Master text styles</a:t>
            </a:r>
          </a:p>
          <a:p>
            <a:pPr lvl="1"/>
            <a:r>
              <a:rPr lang="it-IT" altLang="it-IT"/>
              <a:t>Second level</a:t>
            </a:r>
          </a:p>
          <a:p>
            <a:pPr lvl="2"/>
            <a:r>
              <a:rPr lang="it-IT" altLang="it-IT"/>
              <a:t>Third level</a:t>
            </a:r>
          </a:p>
          <a:p>
            <a:pPr lvl="3"/>
            <a:r>
              <a:rPr lang="it-IT" altLang="it-IT"/>
              <a:t>Fourth level</a:t>
            </a:r>
          </a:p>
          <a:p>
            <a:pPr lvl="4"/>
            <a:r>
              <a:rPr lang="it-IT" altLang="it-IT"/>
              <a:t>Fifth level</a:t>
            </a:r>
          </a:p>
        </p:txBody>
      </p:sp>
      <p:graphicFrame>
        <p:nvGraphicFramePr>
          <p:cNvPr id="7174" name="Object 17"/>
          <p:cNvGraphicFramePr>
            <a:graphicFrameLocks noChangeAspect="1"/>
          </p:cNvGraphicFramePr>
          <p:nvPr userDrawn="1"/>
        </p:nvGraphicFramePr>
        <p:xfrm>
          <a:off x="8915400" y="333375"/>
          <a:ext cx="935038" cy="904875"/>
        </p:xfrm>
        <a:graphic>
          <a:graphicData uri="http://schemas.openxmlformats.org/presentationml/2006/ole">
            <mc:AlternateContent xmlns:mc="http://schemas.openxmlformats.org/markup-compatibility/2006">
              <mc:Choice xmlns:v="urn:schemas-microsoft-com:vml" Requires="v">
                <p:oleObj name="Fotografia di Photo Editor" r:id="rId21" imgW="5028571" imgH="4866667" progId="MSPhotoEd.3">
                  <p:embed/>
                </p:oleObj>
              </mc:Choice>
              <mc:Fallback>
                <p:oleObj name="Fotografia di Photo Editor" r:id="rId21" imgW="5028571" imgH="4866667" progId="MSPhotoEd.3">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915400" y="333375"/>
                        <a:ext cx="935038"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2" r:id="rId1"/>
    <p:sldLayoutId id="2147483703"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4" r:id="rId18"/>
    <p:sldLayoutId id="2147483705" r:id="rId19"/>
  </p:sldLayoutIdLst>
  <p:hf hdr="0" dt="0"/>
  <p:txStyles>
    <p:titleStyle>
      <a:lvl1pPr algn="ctr" rtl="0" eaLnBrk="0" fontAlgn="base" hangingPunct="0">
        <a:spcBef>
          <a:spcPct val="0"/>
        </a:spcBef>
        <a:spcAft>
          <a:spcPct val="0"/>
        </a:spcAft>
        <a:defRPr sz="3200">
          <a:solidFill>
            <a:srgbClr val="000066"/>
          </a:solidFill>
          <a:latin typeface="+mj-lt"/>
          <a:ea typeface="+mj-ea"/>
          <a:cs typeface="+mj-cs"/>
        </a:defRPr>
      </a:lvl1pPr>
      <a:lvl2pPr algn="ctr" rtl="0" eaLnBrk="0" fontAlgn="base" hangingPunct="0">
        <a:spcBef>
          <a:spcPct val="0"/>
        </a:spcBef>
        <a:spcAft>
          <a:spcPct val="0"/>
        </a:spcAft>
        <a:defRPr sz="3200">
          <a:solidFill>
            <a:schemeClr val="accent2"/>
          </a:solidFill>
          <a:latin typeface="Times New Roman" pitchFamily="18" charset="0"/>
        </a:defRPr>
      </a:lvl2pPr>
      <a:lvl3pPr algn="ctr" rtl="0" eaLnBrk="0" fontAlgn="base" hangingPunct="0">
        <a:spcBef>
          <a:spcPct val="0"/>
        </a:spcBef>
        <a:spcAft>
          <a:spcPct val="0"/>
        </a:spcAft>
        <a:defRPr sz="3200">
          <a:solidFill>
            <a:schemeClr val="accent2"/>
          </a:solidFill>
          <a:latin typeface="Times New Roman" pitchFamily="18" charset="0"/>
        </a:defRPr>
      </a:lvl3pPr>
      <a:lvl4pPr algn="ctr" rtl="0" eaLnBrk="0" fontAlgn="base" hangingPunct="0">
        <a:spcBef>
          <a:spcPct val="0"/>
        </a:spcBef>
        <a:spcAft>
          <a:spcPct val="0"/>
        </a:spcAft>
        <a:defRPr sz="3200">
          <a:solidFill>
            <a:schemeClr val="accent2"/>
          </a:solidFill>
          <a:latin typeface="Times New Roman" pitchFamily="18" charset="0"/>
        </a:defRPr>
      </a:lvl4pPr>
      <a:lvl5pPr algn="ctr" rtl="0" eaLnBrk="0" fontAlgn="base" hangingPunct="0">
        <a:spcBef>
          <a:spcPct val="0"/>
        </a:spcBef>
        <a:spcAft>
          <a:spcPct val="0"/>
        </a:spcAft>
        <a:defRPr sz="3200">
          <a:solidFill>
            <a:schemeClr val="accent2"/>
          </a:solidFill>
          <a:latin typeface="Times New Roman" pitchFamily="18" charset="0"/>
        </a:defRPr>
      </a:lvl5pPr>
      <a:lvl6pPr marL="457200" algn="ctr" rtl="0" eaLnBrk="0" fontAlgn="base" hangingPunct="0">
        <a:spcBef>
          <a:spcPct val="0"/>
        </a:spcBef>
        <a:spcAft>
          <a:spcPct val="0"/>
        </a:spcAft>
        <a:defRPr sz="3200">
          <a:solidFill>
            <a:schemeClr val="accent2"/>
          </a:solidFill>
          <a:latin typeface="Times New Roman" pitchFamily="18" charset="0"/>
        </a:defRPr>
      </a:lvl6pPr>
      <a:lvl7pPr marL="914400" algn="ctr" rtl="0" eaLnBrk="0" fontAlgn="base" hangingPunct="0">
        <a:spcBef>
          <a:spcPct val="0"/>
        </a:spcBef>
        <a:spcAft>
          <a:spcPct val="0"/>
        </a:spcAft>
        <a:defRPr sz="3200">
          <a:solidFill>
            <a:schemeClr val="accent2"/>
          </a:solidFill>
          <a:latin typeface="Times New Roman" pitchFamily="18" charset="0"/>
        </a:defRPr>
      </a:lvl7pPr>
      <a:lvl8pPr marL="1371600" algn="ctr" rtl="0" eaLnBrk="0" fontAlgn="base" hangingPunct="0">
        <a:spcBef>
          <a:spcPct val="0"/>
        </a:spcBef>
        <a:spcAft>
          <a:spcPct val="0"/>
        </a:spcAft>
        <a:defRPr sz="3200">
          <a:solidFill>
            <a:schemeClr val="accent2"/>
          </a:solidFill>
          <a:latin typeface="Times New Roman" pitchFamily="18" charset="0"/>
        </a:defRPr>
      </a:lvl8pPr>
      <a:lvl9pPr marL="1828800" algn="ctr" rtl="0" eaLnBrk="0" fontAlgn="base" hangingPunct="0">
        <a:spcBef>
          <a:spcPct val="0"/>
        </a:spcBef>
        <a:spcAft>
          <a:spcPct val="0"/>
        </a:spcAft>
        <a:defRPr sz="32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SzPct val="100000"/>
        <a:buChar char="•"/>
        <a:defRPr sz="2400">
          <a:solidFill>
            <a:srgbClr val="000066"/>
          </a:solidFill>
          <a:latin typeface="+mn-lt"/>
          <a:ea typeface="+mn-ea"/>
          <a:cs typeface="+mn-cs"/>
        </a:defRPr>
      </a:lvl1pPr>
      <a:lvl2pPr marL="742950" indent="-285750" algn="l" rtl="0" eaLnBrk="0" fontAlgn="base" hangingPunct="0">
        <a:spcBef>
          <a:spcPct val="20000"/>
        </a:spcBef>
        <a:spcAft>
          <a:spcPct val="0"/>
        </a:spcAft>
        <a:buSzPct val="100000"/>
        <a:buChar char="–"/>
        <a:defRPr sz="2000">
          <a:solidFill>
            <a:srgbClr val="000066"/>
          </a:solidFill>
          <a:latin typeface="+mn-lt"/>
        </a:defRPr>
      </a:lvl2pPr>
      <a:lvl3pPr marL="1143000" indent="-228600" algn="l" rtl="0" eaLnBrk="0" fontAlgn="base" hangingPunct="0">
        <a:spcBef>
          <a:spcPct val="20000"/>
        </a:spcBef>
        <a:spcAft>
          <a:spcPct val="0"/>
        </a:spcAft>
        <a:buSzPct val="100000"/>
        <a:buChar char="•"/>
        <a:defRPr>
          <a:solidFill>
            <a:srgbClr val="000066"/>
          </a:solidFill>
          <a:latin typeface="+mn-lt"/>
        </a:defRPr>
      </a:lvl3pPr>
      <a:lvl4pPr marL="1600200" indent="-228600" algn="l" rtl="0" eaLnBrk="0" fontAlgn="base" hangingPunct="0">
        <a:spcBef>
          <a:spcPct val="20000"/>
        </a:spcBef>
        <a:spcAft>
          <a:spcPct val="0"/>
        </a:spcAft>
        <a:buSzPct val="100000"/>
        <a:buChar char="–"/>
        <a:defRPr sz="1600">
          <a:solidFill>
            <a:srgbClr val="000066"/>
          </a:solidFill>
          <a:latin typeface="+mn-lt"/>
        </a:defRPr>
      </a:lvl4pPr>
      <a:lvl5pPr marL="2057400" indent="-228600" algn="l" rtl="0" eaLnBrk="0" fontAlgn="base" hangingPunct="0">
        <a:spcBef>
          <a:spcPct val="20000"/>
        </a:spcBef>
        <a:spcAft>
          <a:spcPct val="0"/>
        </a:spcAft>
        <a:buSzPct val="100000"/>
        <a:buChar char="»"/>
        <a:defRPr sz="1600">
          <a:solidFill>
            <a:srgbClr val="000066"/>
          </a:solidFill>
          <a:latin typeface="+mn-lt"/>
        </a:defRPr>
      </a:lvl5pPr>
      <a:lvl6pPr marL="2514600" indent="-228600" algn="l" rtl="0" eaLnBrk="0" fontAlgn="base" hangingPunct="0">
        <a:spcBef>
          <a:spcPct val="20000"/>
        </a:spcBef>
        <a:spcAft>
          <a:spcPct val="0"/>
        </a:spcAft>
        <a:buSzPct val="100000"/>
        <a:buChar char="»"/>
        <a:defRPr sz="1600">
          <a:solidFill>
            <a:schemeClr val="accent2"/>
          </a:solidFill>
          <a:latin typeface="+mn-lt"/>
        </a:defRPr>
      </a:lvl6pPr>
      <a:lvl7pPr marL="2971800" indent="-228600" algn="l" rtl="0" eaLnBrk="0" fontAlgn="base" hangingPunct="0">
        <a:spcBef>
          <a:spcPct val="20000"/>
        </a:spcBef>
        <a:spcAft>
          <a:spcPct val="0"/>
        </a:spcAft>
        <a:buSzPct val="100000"/>
        <a:buChar char="»"/>
        <a:defRPr sz="1600">
          <a:solidFill>
            <a:schemeClr val="accent2"/>
          </a:solidFill>
          <a:latin typeface="+mn-lt"/>
        </a:defRPr>
      </a:lvl7pPr>
      <a:lvl8pPr marL="3429000" indent="-228600" algn="l" rtl="0" eaLnBrk="0" fontAlgn="base" hangingPunct="0">
        <a:spcBef>
          <a:spcPct val="20000"/>
        </a:spcBef>
        <a:spcAft>
          <a:spcPct val="0"/>
        </a:spcAft>
        <a:buSzPct val="100000"/>
        <a:buChar char="»"/>
        <a:defRPr sz="1600">
          <a:solidFill>
            <a:schemeClr val="accent2"/>
          </a:solidFill>
          <a:latin typeface="+mn-lt"/>
        </a:defRPr>
      </a:lvl8pPr>
      <a:lvl9pPr marL="3886200" indent="-228600" algn="l" rtl="0" eaLnBrk="0" fontAlgn="base" hangingPunct="0">
        <a:spcBef>
          <a:spcPct val="20000"/>
        </a:spcBef>
        <a:spcAft>
          <a:spcPct val="0"/>
        </a:spcAft>
        <a:buSzPct val="100000"/>
        <a:buChar char="»"/>
        <a:defRPr sz="1600">
          <a:solidFill>
            <a:schemeClr val="accent2"/>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15.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5.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5.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5.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5.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15.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1.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15.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34.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15.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8.xml.rels><?xml version="1.0" encoding="UTF-8" standalone="yes"?>
<Relationships xmlns="http://schemas.openxmlformats.org/package/2006/relationships"><Relationship Id="rId8" Type="http://schemas.openxmlformats.org/officeDocument/2006/relationships/diagramLayout" Target="../diagrams/layout25.xml"/><Relationship Id="rId3" Type="http://schemas.openxmlformats.org/officeDocument/2006/relationships/diagramLayout" Target="../diagrams/layout24.xml"/><Relationship Id="rId7" Type="http://schemas.openxmlformats.org/officeDocument/2006/relationships/diagramData" Target="../diagrams/data25.xml"/><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11" Type="http://schemas.microsoft.com/office/2007/relationships/diagramDrawing" Target="../diagrams/drawing25.xml"/><Relationship Id="rId5" Type="http://schemas.openxmlformats.org/officeDocument/2006/relationships/diagramColors" Target="../diagrams/colors24.xml"/><Relationship Id="rId10" Type="http://schemas.openxmlformats.org/officeDocument/2006/relationships/diagramColors" Target="../diagrams/colors25.xml"/><Relationship Id="rId4" Type="http://schemas.openxmlformats.org/officeDocument/2006/relationships/diagramQuickStyle" Target="../diagrams/quickStyle24.xml"/><Relationship Id="rId9" Type="http://schemas.openxmlformats.org/officeDocument/2006/relationships/diagramQuickStyle" Target="../diagrams/quickStyle2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4.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4.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4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8" Type="http://schemas.openxmlformats.org/officeDocument/2006/relationships/diagramLayout" Target="../diagrams/layout30.xml"/><Relationship Id="rId3" Type="http://schemas.openxmlformats.org/officeDocument/2006/relationships/diagramLayout" Target="../diagrams/layout29.xml"/><Relationship Id="rId7" Type="http://schemas.openxmlformats.org/officeDocument/2006/relationships/diagramData" Target="../diagrams/data30.xml"/><Relationship Id="rId2" Type="http://schemas.openxmlformats.org/officeDocument/2006/relationships/diagramData" Target="../diagrams/data29.xml"/><Relationship Id="rId1" Type="http://schemas.openxmlformats.org/officeDocument/2006/relationships/slideLayout" Target="../slideLayouts/slideLayout4.xml"/><Relationship Id="rId6" Type="http://schemas.microsoft.com/office/2007/relationships/diagramDrawing" Target="../diagrams/drawing29.xml"/><Relationship Id="rId11" Type="http://schemas.microsoft.com/office/2007/relationships/diagramDrawing" Target="../diagrams/drawing30.xml"/><Relationship Id="rId5" Type="http://schemas.openxmlformats.org/officeDocument/2006/relationships/diagramColors" Target="../diagrams/colors29.xml"/><Relationship Id="rId10" Type="http://schemas.openxmlformats.org/officeDocument/2006/relationships/diagramColors" Target="../diagrams/colors30.xml"/><Relationship Id="rId4" Type="http://schemas.openxmlformats.org/officeDocument/2006/relationships/diagramQuickStyle" Target="../diagrams/quickStyle29.xml"/><Relationship Id="rId9" Type="http://schemas.openxmlformats.org/officeDocument/2006/relationships/diagramQuickStyle" Target="../diagrams/quickStyle3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8" Type="http://schemas.openxmlformats.org/officeDocument/2006/relationships/diagramData" Target="../diagrams/data36.xml"/><Relationship Id="rId13" Type="http://schemas.openxmlformats.org/officeDocument/2006/relationships/diagramData" Target="../diagrams/data37.xml"/><Relationship Id="rId18" Type="http://schemas.openxmlformats.org/officeDocument/2006/relationships/diagramData" Target="../diagrams/data38.xml"/><Relationship Id="rId3" Type="http://schemas.openxmlformats.org/officeDocument/2006/relationships/diagramData" Target="../diagrams/data35.xml"/><Relationship Id="rId21" Type="http://schemas.openxmlformats.org/officeDocument/2006/relationships/diagramColors" Target="../diagrams/colors38.xml"/><Relationship Id="rId7" Type="http://schemas.microsoft.com/office/2007/relationships/diagramDrawing" Target="../diagrams/drawing35.xml"/><Relationship Id="rId12" Type="http://schemas.microsoft.com/office/2007/relationships/diagramDrawing" Target="../diagrams/drawing36.xml"/><Relationship Id="rId17" Type="http://schemas.microsoft.com/office/2007/relationships/diagramDrawing" Target="../diagrams/drawing37.xml"/><Relationship Id="rId2" Type="http://schemas.openxmlformats.org/officeDocument/2006/relationships/notesSlide" Target="../notesSlides/notesSlide10.xml"/><Relationship Id="rId16" Type="http://schemas.openxmlformats.org/officeDocument/2006/relationships/diagramColors" Target="../diagrams/colors37.xml"/><Relationship Id="rId20" Type="http://schemas.openxmlformats.org/officeDocument/2006/relationships/diagramQuickStyle" Target="../diagrams/quickStyle38.xml"/><Relationship Id="rId1" Type="http://schemas.openxmlformats.org/officeDocument/2006/relationships/slideLayout" Target="../slideLayouts/slideLayout4.xml"/><Relationship Id="rId6" Type="http://schemas.openxmlformats.org/officeDocument/2006/relationships/diagramColors" Target="../diagrams/colors35.xml"/><Relationship Id="rId11" Type="http://schemas.openxmlformats.org/officeDocument/2006/relationships/diagramColors" Target="../diagrams/colors36.xml"/><Relationship Id="rId5" Type="http://schemas.openxmlformats.org/officeDocument/2006/relationships/diagramQuickStyle" Target="../diagrams/quickStyle35.xml"/><Relationship Id="rId15" Type="http://schemas.openxmlformats.org/officeDocument/2006/relationships/diagramQuickStyle" Target="../diagrams/quickStyle37.xml"/><Relationship Id="rId10" Type="http://schemas.openxmlformats.org/officeDocument/2006/relationships/diagramQuickStyle" Target="../diagrams/quickStyle36.xml"/><Relationship Id="rId19" Type="http://schemas.openxmlformats.org/officeDocument/2006/relationships/diagramLayout" Target="../diagrams/layout38.xml"/><Relationship Id="rId4" Type="http://schemas.openxmlformats.org/officeDocument/2006/relationships/diagramLayout" Target="../diagrams/layout35.xml"/><Relationship Id="rId9" Type="http://schemas.openxmlformats.org/officeDocument/2006/relationships/diagramLayout" Target="../diagrams/layout36.xml"/><Relationship Id="rId14" Type="http://schemas.openxmlformats.org/officeDocument/2006/relationships/diagramLayout" Target="../diagrams/layout37.xml"/><Relationship Id="rId22" Type="http://schemas.microsoft.com/office/2007/relationships/diagramDrawing" Target="../diagrams/drawing38.xml"/></Relationships>
</file>

<file path=ppt/slides/_rels/slide62.xml.rels><?xml version="1.0" encoding="UTF-8" standalone="yes"?>
<Relationships xmlns="http://schemas.openxmlformats.org/package/2006/relationships"><Relationship Id="rId8" Type="http://schemas.openxmlformats.org/officeDocument/2006/relationships/diagramData" Target="../diagrams/data40.xml"/><Relationship Id="rId13" Type="http://schemas.openxmlformats.org/officeDocument/2006/relationships/diagramData" Target="../diagrams/data41.xml"/><Relationship Id="rId18" Type="http://schemas.openxmlformats.org/officeDocument/2006/relationships/diagramData" Target="../diagrams/data42.xml"/><Relationship Id="rId3" Type="http://schemas.openxmlformats.org/officeDocument/2006/relationships/diagramData" Target="../diagrams/data39.xml"/><Relationship Id="rId21" Type="http://schemas.openxmlformats.org/officeDocument/2006/relationships/diagramColors" Target="../diagrams/colors42.xml"/><Relationship Id="rId7" Type="http://schemas.microsoft.com/office/2007/relationships/diagramDrawing" Target="../diagrams/drawing39.xml"/><Relationship Id="rId12" Type="http://schemas.microsoft.com/office/2007/relationships/diagramDrawing" Target="../diagrams/drawing40.xml"/><Relationship Id="rId17" Type="http://schemas.microsoft.com/office/2007/relationships/diagramDrawing" Target="../diagrams/drawing41.xml"/><Relationship Id="rId2" Type="http://schemas.openxmlformats.org/officeDocument/2006/relationships/notesSlide" Target="../notesSlides/notesSlide11.xml"/><Relationship Id="rId16" Type="http://schemas.openxmlformats.org/officeDocument/2006/relationships/diagramColors" Target="../diagrams/colors41.xml"/><Relationship Id="rId20" Type="http://schemas.openxmlformats.org/officeDocument/2006/relationships/diagramQuickStyle" Target="../diagrams/quickStyle42.xml"/><Relationship Id="rId1" Type="http://schemas.openxmlformats.org/officeDocument/2006/relationships/slideLayout" Target="../slideLayouts/slideLayout4.xml"/><Relationship Id="rId6" Type="http://schemas.openxmlformats.org/officeDocument/2006/relationships/diagramColors" Target="../diagrams/colors39.xml"/><Relationship Id="rId11" Type="http://schemas.openxmlformats.org/officeDocument/2006/relationships/diagramColors" Target="../diagrams/colors40.xml"/><Relationship Id="rId5" Type="http://schemas.openxmlformats.org/officeDocument/2006/relationships/diagramQuickStyle" Target="../diagrams/quickStyle39.xml"/><Relationship Id="rId15" Type="http://schemas.openxmlformats.org/officeDocument/2006/relationships/diagramQuickStyle" Target="../diagrams/quickStyle41.xml"/><Relationship Id="rId10" Type="http://schemas.openxmlformats.org/officeDocument/2006/relationships/diagramQuickStyle" Target="../diagrams/quickStyle40.xml"/><Relationship Id="rId19" Type="http://schemas.openxmlformats.org/officeDocument/2006/relationships/diagramLayout" Target="../diagrams/layout42.xml"/><Relationship Id="rId4" Type="http://schemas.openxmlformats.org/officeDocument/2006/relationships/diagramLayout" Target="../diagrams/layout39.xml"/><Relationship Id="rId9" Type="http://schemas.openxmlformats.org/officeDocument/2006/relationships/diagramLayout" Target="../diagrams/layout40.xml"/><Relationship Id="rId14" Type="http://schemas.openxmlformats.org/officeDocument/2006/relationships/diagramLayout" Target="../diagrams/layout41.xml"/><Relationship Id="rId22" Type="http://schemas.microsoft.com/office/2007/relationships/diagramDrawing" Target="../diagrams/drawing42.xml"/></Relationships>
</file>

<file path=ppt/slides/_rels/slide63.xml.rels><?xml version="1.0" encoding="UTF-8" standalone="yes"?>
<Relationships xmlns="http://schemas.openxmlformats.org/package/2006/relationships"><Relationship Id="rId8" Type="http://schemas.openxmlformats.org/officeDocument/2006/relationships/diagramData" Target="../diagrams/data44.xml"/><Relationship Id="rId13" Type="http://schemas.openxmlformats.org/officeDocument/2006/relationships/diagramData" Target="../diagrams/data45.xml"/><Relationship Id="rId18" Type="http://schemas.openxmlformats.org/officeDocument/2006/relationships/diagramData" Target="../diagrams/data46.xml"/><Relationship Id="rId3" Type="http://schemas.openxmlformats.org/officeDocument/2006/relationships/diagramData" Target="../diagrams/data43.xml"/><Relationship Id="rId21" Type="http://schemas.openxmlformats.org/officeDocument/2006/relationships/diagramColors" Target="../diagrams/colors46.xml"/><Relationship Id="rId7" Type="http://schemas.microsoft.com/office/2007/relationships/diagramDrawing" Target="../diagrams/drawing43.xml"/><Relationship Id="rId12" Type="http://schemas.microsoft.com/office/2007/relationships/diagramDrawing" Target="../diagrams/drawing44.xml"/><Relationship Id="rId17" Type="http://schemas.microsoft.com/office/2007/relationships/diagramDrawing" Target="../diagrams/drawing45.xml"/><Relationship Id="rId2" Type="http://schemas.openxmlformats.org/officeDocument/2006/relationships/notesSlide" Target="../notesSlides/notesSlide12.xml"/><Relationship Id="rId16" Type="http://schemas.openxmlformats.org/officeDocument/2006/relationships/diagramColors" Target="../diagrams/colors45.xml"/><Relationship Id="rId20" Type="http://schemas.openxmlformats.org/officeDocument/2006/relationships/diagramQuickStyle" Target="../diagrams/quickStyle46.xml"/><Relationship Id="rId1" Type="http://schemas.openxmlformats.org/officeDocument/2006/relationships/slideLayout" Target="../slideLayouts/slideLayout4.xml"/><Relationship Id="rId6" Type="http://schemas.openxmlformats.org/officeDocument/2006/relationships/diagramColors" Target="../diagrams/colors43.xml"/><Relationship Id="rId11" Type="http://schemas.openxmlformats.org/officeDocument/2006/relationships/diagramColors" Target="../diagrams/colors44.xml"/><Relationship Id="rId5" Type="http://schemas.openxmlformats.org/officeDocument/2006/relationships/diagramQuickStyle" Target="../diagrams/quickStyle43.xml"/><Relationship Id="rId15" Type="http://schemas.openxmlformats.org/officeDocument/2006/relationships/diagramQuickStyle" Target="../diagrams/quickStyle45.xml"/><Relationship Id="rId10" Type="http://schemas.openxmlformats.org/officeDocument/2006/relationships/diagramQuickStyle" Target="../diagrams/quickStyle44.xml"/><Relationship Id="rId19" Type="http://schemas.openxmlformats.org/officeDocument/2006/relationships/diagramLayout" Target="../diagrams/layout46.xml"/><Relationship Id="rId4" Type="http://schemas.openxmlformats.org/officeDocument/2006/relationships/diagramLayout" Target="../diagrams/layout43.xml"/><Relationship Id="rId9" Type="http://schemas.openxmlformats.org/officeDocument/2006/relationships/diagramLayout" Target="../diagrams/layout44.xml"/><Relationship Id="rId14" Type="http://schemas.openxmlformats.org/officeDocument/2006/relationships/diagramLayout" Target="../diagrams/layout45.xml"/><Relationship Id="rId22" Type="http://schemas.microsoft.com/office/2007/relationships/diagramDrawing" Target="../diagrams/drawing46.xml"/></Relationships>
</file>

<file path=ppt/slides/_rels/slide6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47.xml"/><Relationship Id="rId7" Type="http://schemas.microsoft.com/office/2007/relationships/diagramDrawing" Target="../diagrams/drawing4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47.xml"/><Relationship Id="rId5" Type="http://schemas.openxmlformats.org/officeDocument/2006/relationships/diagramQuickStyle" Target="../diagrams/quickStyle47.xml"/><Relationship Id="rId4" Type="http://schemas.openxmlformats.org/officeDocument/2006/relationships/diagramLayout" Target="../diagrams/layout47.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776536" y="2130425"/>
            <a:ext cx="8386514" cy="1470025"/>
          </a:xfrm>
        </p:spPr>
        <p:txBody>
          <a:bodyPr/>
          <a:lstStyle/>
          <a:p>
            <a:r>
              <a:rPr lang="en-US" b="1" noProof="0" dirty="0"/>
              <a:t>PROJECT RISK</a:t>
            </a:r>
            <a:br>
              <a:rPr lang="en-US" b="1" noProof="0" dirty="0"/>
            </a:br>
            <a:r>
              <a:rPr lang="en-US" sz="2400" i="1" noProof="0" dirty="0"/>
              <a:t>R 250817</a:t>
            </a:r>
            <a:endParaRPr lang="en-US" i="1" noProof="0" dirty="0"/>
          </a:p>
        </p:txBody>
      </p:sp>
      <p:sp>
        <p:nvSpPr>
          <p:cNvPr id="10243" name="Rectangle 3"/>
          <p:cNvSpPr>
            <a:spLocks noGrp="1" noChangeArrowheads="1"/>
          </p:cNvSpPr>
          <p:nvPr>
            <p:ph type="subTitle" idx="1"/>
          </p:nvPr>
        </p:nvSpPr>
        <p:spPr>
          <a:xfrm>
            <a:off x="1485900" y="3861048"/>
            <a:ext cx="6934200" cy="2135088"/>
          </a:xfrm>
        </p:spPr>
        <p:txBody>
          <a:bodyPr>
            <a:normAutofit lnSpcReduction="10000"/>
          </a:bodyPr>
          <a:lstStyle/>
          <a:p>
            <a:pPr eaLnBrk="1" hangingPunct="1"/>
            <a:r>
              <a:rPr lang="en-US" noProof="0" dirty="0"/>
              <a:t>INTRODUCTION: PROJECT FAILURES </a:t>
            </a:r>
          </a:p>
          <a:p>
            <a:pPr eaLnBrk="1" hangingPunct="1"/>
            <a:r>
              <a:rPr lang="en-US" noProof="0" dirty="0"/>
              <a:t>PROJECT RISK MANAGEMENT</a:t>
            </a:r>
          </a:p>
          <a:p>
            <a:pPr eaLnBrk="1" hangingPunct="1"/>
            <a:r>
              <a:rPr lang="en-US" noProof="0" dirty="0"/>
              <a:t>PROJECT GLOBAL RISK SCORING</a:t>
            </a:r>
          </a:p>
          <a:p>
            <a:pPr eaLnBrk="1" hangingPunct="1"/>
            <a:r>
              <a:rPr lang="en-US" noProof="0" dirty="0"/>
              <a:t>REVIEW QUESTIONS</a:t>
            </a:r>
          </a:p>
          <a:p>
            <a:pPr eaLnBrk="1" hangingPunct="1"/>
            <a:r>
              <a:rPr lang="en-US" noProof="0" dirty="0"/>
              <a:t>ASSIGNMENT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pPr eaLnBrk="1" hangingPunct="1"/>
            <a:r>
              <a:rPr lang="en-US" noProof="0" dirty="0"/>
              <a:t>INTRODUCTION: PROJECT FAILURES </a:t>
            </a:r>
          </a:p>
        </p:txBody>
      </p:sp>
      <p:sp>
        <p:nvSpPr>
          <p:cNvPr id="10243" name="Rectangle 3"/>
          <p:cNvSpPr>
            <a:spLocks noGrp="1" noChangeArrowheads="1"/>
          </p:cNvSpPr>
          <p:nvPr>
            <p:ph type="subTitle" idx="1"/>
          </p:nvPr>
        </p:nvSpPr>
        <p:spPr>
          <a:xfrm>
            <a:off x="1485900" y="3861048"/>
            <a:ext cx="6934200" cy="2135088"/>
          </a:xfrm>
        </p:spPr>
        <p:txBody>
          <a:bodyPr>
            <a:normAutofit/>
          </a:bodyPr>
          <a:lstStyle/>
          <a:p>
            <a:pPr eaLnBrk="1" hangingPunct="1"/>
            <a:r>
              <a:rPr lang="en-US" b="1" noProof="0" dirty="0"/>
              <a:t>Failure grid and failure factors</a:t>
            </a:r>
          </a:p>
          <a:p>
            <a:pPr eaLnBrk="1" hangingPunct="1"/>
            <a:r>
              <a:rPr lang="en-US" noProof="0" dirty="0"/>
              <a:t>Failure case studies</a:t>
            </a:r>
          </a:p>
          <a:p>
            <a:pPr eaLnBrk="1" hangingPunct="1"/>
            <a:r>
              <a:rPr lang="en-US" noProof="0" dirty="0"/>
              <a:t>Success factors</a:t>
            </a:r>
          </a:p>
        </p:txBody>
      </p:sp>
    </p:spTree>
    <p:extLst>
      <p:ext uri="{BB962C8B-B14F-4D97-AF65-F5344CB8AC3E}">
        <p14:creationId xmlns:p14="http://schemas.microsoft.com/office/powerpoint/2010/main" val="3254568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Project risk areas</a:t>
            </a:r>
          </a:p>
        </p:txBody>
      </p:sp>
      <p:sp>
        <p:nvSpPr>
          <p:cNvPr id="3" name="Segnaposto contenuto 2"/>
          <p:cNvSpPr>
            <a:spLocks noGrp="1"/>
          </p:cNvSpPr>
          <p:nvPr>
            <p:ph sz="half" idx="1"/>
          </p:nvPr>
        </p:nvSpPr>
        <p:spPr>
          <a:xfrm>
            <a:off x="145134" y="1599152"/>
            <a:ext cx="4133850" cy="4572000"/>
          </a:xfrm>
        </p:spPr>
        <p:txBody>
          <a:bodyPr>
            <a:normAutofit fontScale="62500" lnSpcReduction="20000"/>
          </a:bodyPr>
          <a:lstStyle/>
          <a:p>
            <a:r>
              <a:rPr lang="en-US" noProof="0" dirty="0"/>
              <a:t>In our vision, risk indicates the likelihood of not obtaining an expected  result (= failure likelihood)</a:t>
            </a:r>
          </a:p>
          <a:p>
            <a:r>
              <a:rPr lang="en-US" noProof="0" dirty="0"/>
              <a:t>Projects are inherently risky because they are dealing with uncertainty </a:t>
            </a:r>
          </a:p>
          <a:p>
            <a:r>
              <a:rPr lang="en-US" noProof="0" dirty="0"/>
              <a:t>Project Risk affects various areas:</a:t>
            </a:r>
          </a:p>
          <a:p>
            <a:pPr marL="914400" lvl="1" indent="-457200">
              <a:buFont typeface="+mj-lt"/>
              <a:buAutoNum type="arabicPeriod"/>
            </a:pPr>
            <a:r>
              <a:rPr lang="en-US" noProof="0" dirty="0"/>
              <a:t>Time: the project lasts longer than planned </a:t>
            </a:r>
          </a:p>
          <a:p>
            <a:pPr marL="914400" lvl="1" indent="-457200">
              <a:buFont typeface="+mj-lt"/>
              <a:buAutoNum type="arabicPeriod"/>
            </a:pPr>
            <a:r>
              <a:rPr lang="en-US" noProof="0" dirty="0"/>
              <a:t>Budget: the project costs more than planned  </a:t>
            </a:r>
          </a:p>
          <a:p>
            <a:pPr marL="914400" lvl="1" indent="-457200">
              <a:buFont typeface="+mj-lt"/>
              <a:buAutoNum type="arabicPeriod"/>
            </a:pPr>
            <a:r>
              <a:rPr lang="en-US" noProof="0" dirty="0"/>
              <a:t>Outcome: the project outcomes do not fulfill requirements </a:t>
            </a:r>
          </a:p>
          <a:p>
            <a:r>
              <a:rPr lang="en-US" noProof="0" dirty="0"/>
              <a:t>The risk gravity GR may be expressed as GR = I*P</a:t>
            </a:r>
          </a:p>
          <a:p>
            <a:pPr lvl="1"/>
            <a:r>
              <a:rPr lang="en-US" noProof="0" dirty="0"/>
              <a:t>I = Impact (on Time, Budget, Outcome)</a:t>
            </a:r>
          </a:p>
          <a:p>
            <a:pPr lvl="1"/>
            <a:r>
              <a:rPr lang="en-US" noProof="0" dirty="0"/>
              <a:t>P = Likelihood of the risk</a:t>
            </a:r>
          </a:p>
          <a:p>
            <a:r>
              <a:rPr lang="en-US" noProof="0" dirty="0"/>
              <a:t>Risks, depending on their gravity, can be mitigated, managed, or neglected</a:t>
            </a:r>
          </a:p>
          <a:p>
            <a:pPr lvl="1"/>
            <a:endParaRPr lang="en-US" noProof="0" dirty="0"/>
          </a:p>
        </p:txBody>
      </p:sp>
      <p:graphicFrame>
        <p:nvGraphicFramePr>
          <p:cNvPr id="7" name="Segnaposto contenuto 5">
            <a:extLst>
              <a:ext uri="{FF2B5EF4-FFF2-40B4-BE49-F238E27FC236}">
                <a16:creationId xmlns:a16="http://schemas.microsoft.com/office/drawing/2014/main" id="{E50C9B35-02CC-4F5E-8664-50B35E9C9AED}"/>
              </a:ext>
            </a:extLst>
          </p:cNvPr>
          <p:cNvGraphicFramePr>
            <a:graphicFrameLocks/>
          </p:cNvGraphicFramePr>
          <p:nvPr>
            <p:extLst>
              <p:ext uri="{D42A27DB-BD31-4B8C-83A1-F6EECF244321}">
                <p14:modId xmlns:p14="http://schemas.microsoft.com/office/powerpoint/2010/main" val="3897673766"/>
              </p:ext>
            </p:extLst>
          </p:nvPr>
        </p:nvGraphicFramePr>
        <p:xfrm>
          <a:off x="4874998" y="1245569"/>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asellaDiTesto 7">
            <a:extLst>
              <a:ext uri="{FF2B5EF4-FFF2-40B4-BE49-F238E27FC236}">
                <a16:creationId xmlns:a16="http://schemas.microsoft.com/office/drawing/2014/main" id="{B2C8F4B0-6E33-478A-9FA0-B6871C655950}"/>
              </a:ext>
            </a:extLst>
          </p:cNvPr>
          <p:cNvSpPr txBox="1"/>
          <p:nvPr/>
        </p:nvSpPr>
        <p:spPr>
          <a:xfrm>
            <a:off x="8903254" y="4302697"/>
            <a:ext cx="734496" cy="400110"/>
          </a:xfrm>
          <a:prstGeom prst="rect">
            <a:avLst/>
          </a:prstGeom>
          <a:noFill/>
        </p:spPr>
        <p:txBody>
          <a:bodyPr wrap="none" rtlCol="0">
            <a:spAutoFit/>
          </a:bodyPr>
          <a:lstStyle/>
          <a:p>
            <a:r>
              <a:rPr lang="en-US" noProof="0" dirty="0"/>
              <a:t>Low </a:t>
            </a:r>
          </a:p>
        </p:txBody>
      </p:sp>
      <p:sp>
        <p:nvSpPr>
          <p:cNvPr id="9" name="CasellaDiTesto 8">
            <a:extLst>
              <a:ext uri="{FF2B5EF4-FFF2-40B4-BE49-F238E27FC236}">
                <a16:creationId xmlns:a16="http://schemas.microsoft.com/office/drawing/2014/main" id="{8C30ADF1-FA06-4210-8E28-6A8B23A31F84}"/>
              </a:ext>
            </a:extLst>
          </p:cNvPr>
          <p:cNvSpPr txBox="1"/>
          <p:nvPr/>
        </p:nvSpPr>
        <p:spPr>
          <a:xfrm>
            <a:off x="8903254" y="2286473"/>
            <a:ext cx="788999" cy="400110"/>
          </a:xfrm>
          <a:prstGeom prst="rect">
            <a:avLst/>
          </a:prstGeom>
          <a:noFill/>
        </p:spPr>
        <p:txBody>
          <a:bodyPr wrap="none" rtlCol="0">
            <a:spAutoFit/>
          </a:bodyPr>
          <a:lstStyle/>
          <a:p>
            <a:r>
              <a:rPr lang="en-US" noProof="0" dirty="0"/>
              <a:t>High </a:t>
            </a:r>
          </a:p>
        </p:txBody>
      </p:sp>
      <p:sp>
        <p:nvSpPr>
          <p:cNvPr id="10" name="CasellaDiTesto 9">
            <a:extLst>
              <a:ext uri="{FF2B5EF4-FFF2-40B4-BE49-F238E27FC236}">
                <a16:creationId xmlns:a16="http://schemas.microsoft.com/office/drawing/2014/main" id="{E9A0D53C-D6BB-4AC9-951C-BD8B4624F6BE}"/>
              </a:ext>
            </a:extLst>
          </p:cNvPr>
          <p:cNvSpPr txBox="1"/>
          <p:nvPr/>
        </p:nvSpPr>
        <p:spPr>
          <a:xfrm>
            <a:off x="5734902" y="5526833"/>
            <a:ext cx="670376" cy="400110"/>
          </a:xfrm>
          <a:prstGeom prst="rect">
            <a:avLst/>
          </a:prstGeom>
          <a:noFill/>
        </p:spPr>
        <p:txBody>
          <a:bodyPr wrap="none" rtlCol="0">
            <a:spAutoFit/>
          </a:bodyPr>
          <a:lstStyle/>
          <a:p>
            <a:r>
              <a:rPr lang="en-US" noProof="0" dirty="0"/>
              <a:t>Low</a:t>
            </a:r>
          </a:p>
        </p:txBody>
      </p:sp>
      <p:sp>
        <p:nvSpPr>
          <p:cNvPr id="11" name="CasellaDiTesto 10">
            <a:extLst>
              <a:ext uri="{FF2B5EF4-FFF2-40B4-BE49-F238E27FC236}">
                <a16:creationId xmlns:a16="http://schemas.microsoft.com/office/drawing/2014/main" id="{B38E460E-8A47-4047-AE21-329C0E37B521}"/>
              </a:ext>
            </a:extLst>
          </p:cNvPr>
          <p:cNvSpPr txBox="1"/>
          <p:nvPr/>
        </p:nvSpPr>
        <p:spPr>
          <a:xfrm>
            <a:off x="7463094" y="5526833"/>
            <a:ext cx="788999" cy="400110"/>
          </a:xfrm>
          <a:prstGeom prst="rect">
            <a:avLst/>
          </a:prstGeom>
          <a:noFill/>
        </p:spPr>
        <p:txBody>
          <a:bodyPr wrap="none" rtlCol="0">
            <a:spAutoFit/>
          </a:bodyPr>
          <a:lstStyle/>
          <a:p>
            <a:r>
              <a:rPr lang="en-US" noProof="0" dirty="0"/>
              <a:t>High </a:t>
            </a:r>
          </a:p>
        </p:txBody>
      </p:sp>
      <p:sp>
        <p:nvSpPr>
          <p:cNvPr id="12" name="CasellaDiTesto 11">
            <a:extLst>
              <a:ext uri="{FF2B5EF4-FFF2-40B4-BE49-F238E27FC236}">
                <a16:creationId xmlns:a16="http://schemas.microsoft.com/office/drawing/2014/main" id="{13E4BFE6-EA4F-4D84-AD70-FBFAE4FD3B58}"/>
              </a:ext>
            </a:extLst>
          </p:cNvPr>
          <p:cNvSpPr txBox="1"/>
          <p:nvPr/>
        </p:nvSpPr>
        <p:spPr>
          <a:xfrm>
            <a:off x="5357747" y="1245569"/>
            <a:ext cx="3168352" cy="400110"/>
          </a:xfrm>
          <a:prstGeom prst="rect">
            <a:avLst/>
          </a:prstGeom>
          <a:solidFill>
            <a:schemeClr val="bg1"/>
          </a:solidFill>
        </p:spPr>
        <p:txBody>
          <a:bodyPr wrap="square" rtlCol="0">
            <a:spAutoFit/>
          </a:bodyPr>
          <a:lstStyle/>
          <a:p>
            <a:pPr algn="ctr"/>
            <a:r>
              <a:rPr lang="en-US" noProof="0" dirty="0"/>
              <a:t>Risk Impact</a:t>
            </a:r>
          </a:p>
        </p:txBody>
      </p:sp>
      <p:sp>
        <p:nvSpPr>
          <p:cNvPr id="13" name="CasellaDiTesto 12">
            <a:extLst>
              <a:ext uri="{FF2B5EF4-FFF2-40B4-BE49-F238E27FC236}">
                <a16:creationId xmlns:a16="http://schemas.microsoft.com/office/drawing/2014/main" id="{BD39DD9D-5248-4613-8EF9-B4EDAE82AEBF}"/>
              </a:ext>
            </a:extLst>
          </p:cNvPr>
          <p:cNvSpPr txBox="1"/>
          <p:nvPr/>
        </p:nvSpPr>
        <p:spPr>
          <a:xfrm rot="16200000">
            <a:off x="2596771" y="3331514"/>
            <a:ext cx="3960440" cy="400110"/>
          </a:xfrm>
          <a:prstGeom prst="rect">
            <a:avLst/>
          </a:prstGeom>
          <a:solidFill>
            <a:schemeClr val="bg1"/>
          </a:solidFill>
        </p:spPr>
        <p:txBody>
          <a:bodyPr wrap="square" rtlCol="0">
            <a:spAutoFit/>
          </a:bodyPr>
          <a:lstStyle/>
          <a:p>
            <a:pPr algn="ctr"/>
            <a:r>
              <a:rPr lang="en-US" noProof="0" dirty="0"/>
              <a:t>Risk </a:t>
            </a:r>
            <a:r>
              <a:rPr lang="en-US" noProof="0" dirty="0" err="1"/>
              <a:t>ikelihood</a:t>
            </a:r>
            <a:endParaRPr lang="en-US" noProof="0" dirty="0"/>
          </a:p>
        </p:txBody>
      </p:sp>
    </p:spTree>
    <p:extLst>
      <p:ext uri="{BB962C8B-B14F-4D97-AF65-F5344CB8AC3E}">
        <p14:creationId xmlns:p14="http://schemas.microsoft.com/office/powerpoint/2010/main" val="54427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p:txBody>
          <a:bodyPr/>
          <a:lstStyle/>
          <a:p>
            <a:pPr eaLnBrk="1" hangingPunct="1"/>
            <a:r>
              <a:rPr lang="en-US" noProof="0" dirty="0"/>
              <a:t>Failure grid</a:t>
            </a:r>
          </a:p>
        </p:txBody>
      </p:sp>
      <p:graphicFrame>
        <p:nvGraphicFramePr>
          <p:cNvPr id="6" name="Segnaposto contenuto 5"/>
          <p:cNvGraphicFramePr>
            <a:graphicFrameLocks noGrp="1"/>
          </p:cNvGraphicFramePr>
          <p:nvPr>
            <p:ph sz="half" idx="2"/>
            <p:extLst>
              <p:ext uri="{D42A27DB-BD31-4B8C-83A1-F6EECF244321}">
                <p14:modId xmlns:p14="http://schemas.microsoft.com/office/powerpoint/2010/main" val="2875933839"/>
              </p:ext>
            </p:extLst>
          </p:nvPr>
        </p:nvGraphicFramePr>
        <p:xfrm>
          <a:off x="5486726" y="1876762"/>
          <a:ext cx="3752058" cy="3960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asellaDiTesto 6"/>
          <p:cNvSpPr txBox="1"/>
          <p:nvPr/>
        </p:nvSpPr>
        <p:spPr>
          <a:xfrm>
            <a:off x="8949104" y="4630688"/>
            <a:ext cx="734496" cy="400110"/>
          </a:xfrm>
          <a:prstGeom prst="rect">
            <a:avLst/>
          </a:prstGeom>
          <a:noFill/>
        </p:spPr>
        <p:txBody>
          <a:bodyPr wrap="none" rtlCol="0">
            <a:spAutoFit/>
          </a:bodyPr>
          <a:lstStyle/>
          <a:p>
            <a:r>
              <a:rPr lang="en-US" noProof="0" dirty="0"/>
              <a:t>Low </a:t>
            </a:r>
          </a:p>
        </p:txBody>
      </p:sp>
      <p:sp>
        <p:nvSpPr>
          <p:cNvPr id="10" name="CasellaDiTesto 9"/>
          <p:cNvSpPr txBox="1"/>
          <p:nvPr/>
        </p:nvSpPr>
        <p:spPr>
          <a:xfrm>
            <a:off x="8949104" y="2614464"/>
            <a:ext cx="788999" cy="400110"/>
          </a:xfrm>
          <a:prstGeom prst="rect">
            <a:avLst/>
          </a:prstGeom>
          <a:noFill/>
        </p:spPr>
        <p:txBody>
          <a:bodyPr wrap="none" rtlCol="0">
            <a:spAutoFit/>
          </a:bodyPr>
          <a:lstStyle/>
          <a:p>
            <a:r>
              <a:rPr lang="en-US" noProof="0" dirty="0"/>
              <a:t>High </a:t>
            </a:r>
          </a:p>
        </p:txBody>
      </p:sp>
      <p:sp>
        <p:nvSpPr>
          <p:cNvPr id="11" name="CasellaDiTesto 10"/>
          <p:cNvSpPr txBox="1"/>
          <p:nvPr/>
        </p:nvSpPr>
        <p:spPr>
          <a:xfrm>
            <a:off x="6140792" y="5549170"/>
            <a:ext cx="670376" cy="400110"/>
          </a:xfrm>
          <a:prstGeom prst="rect">
            <a:avLst/>
          </a:prstGeom>
          <a:noFill/>
        </p:spPr>
        <p:txBody>
          <a:bodyPr wrap="none" rtlCol="0">
            <a:spAutoFit/>
          </a:bodyPr>
          <a:lstStyle/>
          <a:p>
            <a:r>
              <a:rPr lang="en-US" noProof="0" dirty="0"/>
              <a:t>Low</a:t>
            </a:r>
          </a:p>
        </p:txBody>
      </p:sp>
      <p:sp>
        <p:nvSpPr>
          <p:cNvPr id="12" name="CasellaDiTesto 11"/>
          <p:cNvSpPr txBox="1"/>
          <p:nvPr/>
        </p:nvSpPr>
        <p:spPr>
          <a:xfrm>
            <a:off x="7868984" y="5549170"/>
            <a:ext cx="788999" cy="400110"/>
          </a:xfrm>
          <a:prstGeom prst="rect">
            <a:avLst/>
          </a:prstGeom>
          <a:noFill/>
        </p:spPr>
        <p:txBody>
          <a:bodyPr wrap="none" rtlCol="0">
            <a:spAutoFit/>
          </a:bodyPr>
          <a:lstStyle/>
          <a:p>
            <a:r>
              <a:rPr lang="en-US" noProof="0" dirty="0"/>
              <a:t>High </a:t>
            </a:r>
          </a:p>
        </p:txBody>
      </p:sp>
      <p:sp>
        <p:nvSpPr>
          <p:cNvPr id="13" name="CasellaDiTesto 12"/>
          <p:cNvSpPr txBox="1"/>
          <p:nvPr/>
        </p:nvSpPr>
        <p:spPr>
          <a:xfrm>
            <a:off x="5724815" y="1876762"/>
            <a:ext cx="3168352" cy="400110"/>
          </a:xfrm>
          <a:prstGeom prst="rect">
            <a:avLst/>
          </a:prstGeom>
          <a:solidFill>
            <a:schemeClr val="bg1"/>
          </a:solidFill>
        </p:spPr>
        <p:txBody>
          <a:bodyPr wrap="square" rtlCol="0">
            <a:spAutoFit/>
          </a:bodyPr>
          <a:lstStyle/>
          <a:p>
            <a:pPr algn="ctr"/>
            <a:r>
              <a:rPr lang="en-US" noProof="0" dirty="0"/>
              <a:t>Performance on Outcome</a:t>
            </a:r>
          </a:p>
        </p:txBody>
      </p:sp>
      <p:sp>
        <p:nvSpPr>
          <p:cNvPr id="14" name="CasellaDiTesto 13"/>
          <p:cNvSpPr txBox="1"/>
          <p:nvPr/>
        </p:nvSpPr>
        <p:spPr>
          <a:xfrm rot="16200000">
            <a:off x="3532875" y="3712967"/>
            <a:ext cx="3960440" cy="400110"/>
          </a:xfrm>
          <a:prstGeom prst="rect">
            <a:avLst/>
          </a:prstGeom>
          <a:solidFill>
            <a:schemeClr val="bg1"/>
          </a:solidFill>
        </p:spPr>
        <p:txBody>
          <a:bodyPr wrap="square" rtlCol="0">
            <a:spAutoFit/>
          </a:bodyPr>
          <a:lstStyle/>
          <a:p>
            <a:pPr algn="ctr"/>
            <a:r>
              <a:rPr lang="en-US" noProof="0" dirty="0"/>
              <a:t>Performance on Time &amp; Cost </a:t>
            </a:r>
          </a:p>
        </p:txBody>
      </p:sp>
      <p:sp>
        <p:nvSpPr>
          <p:cNvPr id="22" name="Segnaposto contenuto 2">
            <a:extLst>
              <a:ext uri="{FF2B5EF4-FFF2-40B4-BE49-F238E27FC236}">
                <a16:creationId xmlns:a16="http://schemas.microsoft.com/office/drawing/2014/main" id="{85117498-001A-443E-BCB1-68AA10E7751D}"/>
              </a:ext>
            </a:extLst>
          </p:cNvPr>
          <p:cNvSpPr>
            <a:spLocks noGrp="1"/>
          </p:cNvSpPr>
          <p:nvPr>
            <p:ph sz="half" idx="1"/>
          </p:nvPr>
        </p:nvSpPr>
        <p:spPr>
          <a:xfrm>
            <a:off x="742950" y="1524000"/>
            <a:ext cx="4133850" cy="4572000"/>
          </a:xfrm>
        </p:spPr>
        <p:txBody>
          <a:bodyPr anchor="ctr">
            <a:normAutofit fontScale="62500" lnSpcReduction="20000"/>
          </a:bodyPr>
          <a:lstStyle/>
          <a:p>
            <a:endParaRPr lang="en-US" noProof="0" dirty="0"/>
          </a:p>
          <a:p>
            <a:r>
              <a:rPr lang="en-US" noProof="0" dirty="0"/>
              <a:t>Project failure can impact Time, Budget, Outcome </a:t>
            </a:r>
          </a:p>
          <a:p>
            <a:r>
              <a:rPr lang="en-US" noProof="0" dirty="0"/>
              <a:t>The grid shows project failure areas and common causes</a:t>
            </a:r>
          </a:p>
          <a:p>
            <a:r>
              <a:rPr lang="en-US" noProof="0" dirty="0"/>
              <a:t>Actually, most project miscarry: </a:t>
            </a:r>
          </a:p>
          <a:p>
            <a:pPr lvl="1"/>
            <a:r>
              <a:rPr lang="en-US" noProof="0" dirty="0"/>
              <a:t>Budget overrun 70-200%</a:t>
            </a:r>
          </a:p>
          <a:p>
            <a:pPr lvl="1"/>
            <a:r>
              <a:rPr lang="en-US" noProof="0" dirty="0"/>
              <a:t>Delayed schedule</a:t>
            </a:r>
          </a:p>
          <a:p>
            <a:pPr lvl="1"/>
            <a:r>
              <a:rPr lang="en-US" noProof="0" dirty="0"/>
              <a:t>Project rejection </a:t>
            </a:r>
          </a:p>
          <a:p>
            <a:pPr lvl="1"/>
            <a:r>
              <a:rPr lang="en-US" noProof="0" dirty="0"/>
              <a:t>Unmet expectations</a:t>
            </a:r>
          </a:p>
          <a:p>
            <a:r>
              <a:rPr lang="en-US" noProof="0" dirty="0"/>
              <a:t>In my experience, 1 out of 3 projects is successful by meeting outcome expectations despite overrunning budget and/or time</a:t>
            </a:r>
          </a:p>
          <a:p>
            <a:r>
              <a:rPr lang="en-US" noProof="0" dirty="0"/>
              <a:t>A project on time and budget that fully meets expectations is an exception</a:t>
            </a:r>
          </a:p>
          <a:p>
            <a:pPr lvl="1"/>
            <a:endParaRPr lang="en-US" noProof="0" dirty="0"/>
          </a:p>
        </p:txBody>
      </p:sp>
    </p:spTree>
    <p:extLst>
      <p:ext uri="{BB962C8B-B14F-4D97-AF65-F5344CB8AC3E}">
        <p14:creationId xmlns:p14="http://schemas.microsoft.com/office/powerpoint/2010/main" val="122950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olo 1"/>
          <p:cNvSpPr>
            <a:spLocks noGrp="1"/>
          </p:cNvSpPr>
          <p:nvPr>
            <p:ph type="title"/>
          </p:nvPr>
        </p:nvSpPr>
        <p:spPr/>
        <p:txBody>
          <a:bodyPr/>
          <a:lstStyle/>
          <a:p>
            <a:r>
              <a:rPr lang="en-US" noProof="0" dirty="0"/>
              <a:t>Risk in projects</a:t>
            </a:r>
          </a:p>
        </p:txBody>
      </p:sp>
      <p:sp>
        <p:nvSpPr>
          <p:cNvPr id="48131" name="Segnaposto contenuto 2"/>
          <p:cNvSpPr>
            <a:spLocks noGrp="1"/>
          </p:cNvSpPr>
          <p:nvPr>
            <p:ph idx="1"/>
          </p:nvPr>
        </p:nvSpPr>
        <p:spPr/>
        <p:txBody>
          <a:bodyPr>
            <a:normAutofit/>
          </a:bodyPr>
          <a:lstStyle/>
          <a:p>
            <a:r>
              <a:rPr lang="en-US" noProof="0" dirty="0"/>
              <a:t>Failure and mishaps can stem from various factors</a:t>
            </a:r>
          </a:p>
          <a:p>
            <a:pPr lvl="1"/>
            <a:r>
              <a:rPr lang="en-US" noProof="0" dirty="0"/>
              <a:t>Project innovation: inability to get results </a:t>
            </a:r>
          </a:p>
          <a:p>
            <a:pPr lvl="1"/>
            <a:r>
              <a:rPr lang="en-US" noProof="0" dirty="0"/>
              <a:t>Size: loss of control and budget/time explosion </a:t>
            </a:r>
          </a:p>
          <a:p>
            <a:pPr lvl="1"/>
            <a:r>
              <a:rPr lang="en-US" noProof="0" dirty="0"/>
              <a:t>Business change refusal: </a:t>
            </a:r>
          </a:p>
          <a:p>
            <a:pPr lvl="2"/>
            <a:r>
              <a:rPr lang="en-US" noProof="0" dirty="0"/>
              <a:t>An intensive business change may affect user behavior, organization structure (centralization), jobs, procedures  </a:t>
            </a:r>
          </a:p>
          <a:p>
            <a:pPr lvl="2"/>
            <a:r>
              <a:rPr lang="en-US" noProof="0" dirty="0"/>
              <a:t>People often do not like to change their habits or work practice (unless they foresee a substantial enhancement) </a:t>
            </a:r>
          </a:p>
          <a:p>
            <a:pPr lvl="1"/>
            <a:r>
              <a:rPr lang="en-US" noProof="0" dirty="0"/>
              <a:t>Poor project management:</a:t>
            </a:r>
          </a:p>
          <a:p>
            <a:pPr lvl="2"/>
            <a:r>
              <a:rPr lang="en-US" noProof="0" dirty="0"/>
              <a:t>Missing plans and control</a:t>
            </a:r>
          </a:p>
          <a:p>
            <a:pPr lvl="2"/>
            <a:r>
              <a:rPr lang="en-US" noProof="0" dirty="0"/>
              <a:t>Poor risk analysis </a:t>
            </a:r>
          </a:p>
          <a:p>
            <a:pPr lvl="2"/>
            <a:r>
              <a:rPr lang="en-US" noProof="0" dirty="0"/>
              <a:t>Missing methodology </a:t>
            </a:r>
          </a:p>
          <a:p>
            <a:r>
              <a:rPr lang="en-US" noProof="0" dirty="0"/>
              <a:t>We list here some cases of project failure</a:t>
            </a:r>
          </a:p>
          <a:p>
            <a:pPr lvl="2"/>
            <a:endParaRPr lang="en-US" noProof="0" dirty="0"/>
          </a:p>
        </p:txBody>
      </p:sp>
    </p:spTree>
    <p:extLst>
      <p:ext uri="{BB962C8B-B14F-4D97-AF65-F5344CB8AC3E}">
        <p14:creationId xmlns:p14="http://schemas.microsoft.com/office/powerpoint/2010/main" val="3556982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pPr eaLnBrk="1" hangingPunct="1"/>
            <a:r>
              <a:rPr lang="en-US" noProof="0" dirty="0"/>
              <a:t>INTRODUCTION: PROJECT FAILURES </a:t>
            </a:r>
          </a:p>
        </p:txBody>
      </p:sp>
      <p:sp>
        <p:nvSpPr>
          <p:cNvPr id="10243" name="Rectangle 3"/>
          <p:cNvSpPr>
            <a:spLocks noGrp="1" noChangeArrowheads="1"/>
          </p:cNvSpPr>
          <p:nvPr>
            <p:ph type="subTitle" idx="1"/>
          </p:nvPr>
        </p:nvSpPr>
        <p:spPr>
          <a:xfrm>
            <a:off x="1485900" y="3861048"/>
            <a:ext cx="6934200" cy="2135088"/>
          </a:xfrm>
        </p:spPr>
        <p:txBody>
          <a:bodyPr>
            <a:normAutofit/>
          </a:bodyPr>
          <a:lstStyle/>
          <a:p>
            <a:pPr eaLnBrk="1" hangingPunct="1"/>
            <a:r>
              <a:rPr lang="en-US" noProof="0" dirty="0"/>
              <a:t>Failure grid and failure factors</a:t>
            </a:r>
          </a:p>
          <a:p>
            <a:pPr eaLnBrk="1" hangingPunct="1"/>
            <a:r>
              <a:rPr lang="en-US" b="1" noProof="0" dirty="0"/>
              <a:t>Failure case studies</a:t>
            </a:r>
          </a:p>
          <a:p>
            <a:pPr eaLnBrk="1" hangingPunct="1"/>
            <a:r>
              <a:rPr lang="en-US" noProof="0" dirty="0"/>
              <a:t>Success factors</a:t>
            </a:r>
          </a:p>
        </p:txBody>
      </p:sp>
    </p:spTree>
    <p:extLst>
      <p:ext uri="{BB962C8B-B14F-4D97-AF65-F5344CB8AC3E}">
        <p14:creationId xmlns:p14="http://schemas.microsoft.com/office/powerpoint/2010/main" val="2423836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olo 1"/>
          <p:cNvSpPr>
            <a:spLocks noGrp="1"/>
          </p:cNvSpPr>
          <p:nvPr>
            <p:ph type="title"/>
          </p:nvPr>
        </p:nvSpPr>
        <p:spPr/>
        <p:txBody>
          <a:bodyPr/>
          <a:lstStyle/>
          <a:p>
            <a:pPr>
              <a:buClr>
                <a:srgbClr val="3333CC"/>
              </a:buClr>
              <a:buFont typeface="Times New Roman" pitchFamily="18" charset="0"/>
              <a:buNone/>
            </a:pPr>
            <a:r>
              <a:rPr lang="en-US" noProof="0" dirty="0"/>
              <a:t>Project failure case studies </a:t>
            </a:r>
            <a:endParaRPr lang="en-US" i="1" noProof="0" dirty="0"/>
          </a:p>
        </p:txBody>
      </p:sp>
      <p:graphicFrame>
        <p:nvGraphicFramePr>
          <p:cNvPr id="10" name="Segnaposto contenuto 8"/>
          <p:cNvGraphicFramePr>
            <a:graphicFrameLocks noGrp="1"/>
          </p:cNvGraphicFramePr>
          <p:nvPr>
            <p:extLst>
              <p:ext uri="{D42A27DB-BD31-4B8C-83A1-F6EECF244321}">
                <p14:modId xmlns:p14="http://schemas.microsoft.com/office/powerpoint/2010/main" val="4053879749"/>
              </p:ext>
            </p:extLst>
          </p:nvPr>
        </p:nvGraphicFramePr>
        <p:xfrm>
          <a:off x="272480" y="1304764"/>
          <a:ext cx="9433048" cy="5133526"/>
        </p:xfrm>
        <a:graphic>
          <a:graphicData uri="http://schemas.openxmlformats.org/drawingml/2006/table">
            <a:tbl>
              <a:tblPr/>
              <a:tblGrid>
                <a:gridCol w="1086966">
                  <a:extLst>
                    <a:ext uri="{9D8B030D-6E8A-4147-A177-3AD203B41FA5}">
                      <a16:colId xmlns:a16="http://schemas.microsoft.com/office/drawing/2014/main" val="20000"/>
                    </a:ext>
                  </a:extLst>
                </a:gridCol>
                <a:gridCol w="1520876">
                  <a:extLst>
                    <a:ext uri="{9D8B030D-6E8A-4147-A177-3AD203B41FA5}">
                      <a16:colId xmlns:a16="http://schemas.microsoft.com/office/drawing/2014/main" val="20001"/>
                    </a:ext>
                  </a:extLst>
                </a:gridCol>
                <a:gridCol w="1364729">
                  <a:extLst>
                    <a:ext uri="{9D8B030D-6E8A-4147-A177-3AD203B41FA5}">
                      <a16:colId xmlns:a16="http://schemas.microsoft.com/office/drawing/2014/main" val="20002"/>
                    </a:ext>
                  </a:extLst>
                </a:gridCol>
                <a:gridCol w="1364729">
                  <a:extLst>
                    <a:ext uri="{9D8B030D-6E8A-4147-A177-3AD203B41FA5}">
                      <a16:colId xmlns:a16="http://schemas.microsoft.com/office/drawing/2014/main" val="20003"/>
                    </a:ext>
                  </a:extLst>
                </a:gridCol>
                <a:gridCol w="1366291">
                  <a:extLst>
                    <a:ext uri="{9D8B030D-6E8A-4147-A177-3AD203B41FA5}">
                      <a16:colId xmlns:a16="http://schemas.microsoft.com/office/drawing/2014/main" val="20004"/>
                    </a:ext>
                  </a:extLst>
                </a:gridCol>
                <a:gridCol w="1097618">
                  <a:extLst>
                    <a:ext uri="{9D8B030D-6E8A-4147-A177-3AD203B41FA5}">
                      <a16:colId xmlns:a16="http://schemas.microsoft.com/office/drawing/2014/main" val="20005"/>
                    </a:ext>
                  </a:extLst>
                </a:gridCol>
                <a:gridCol w="1631839">
                  <a:extLst>
                    <a:ext uri="{9D8B030D-6E8A-4147-A177-3AD203B41FA5}">
                      <a16:colId xmlns:a16="http://schemas.microsoft.com/office/drawing/2014/main" val="20006"/>
                    </a:ext>
                  </a:extLst>
                </a:gridCol>
              </a:tblGrid>
              <a:tr h="361290">
                <a:tc rowSpan="2">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dirty="0">
                          <a:ln>
                            <a:noFill/>
                          </a:ln>
                          <a:solidFill>
                            <a:schemeClr val="tx1"/>
                          </a:solidFill>
                          <a:effectLst/>
                          <a:latin typeface="Lucida Sans" pitchFamily="34" charset="0"/>
                          <a:cs typeface="Arial" charset="0"/>
                        </a:rPr>
                        <a:t>Case </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2">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dirty="0">
                          <a:ln>
                            <a:noFill/>
                          </a:ln>
                          <a:solidFill>
                            <a:schemeClr val="tx1"/>
                          </a:solidFill>
                          <a:effectLst/>
                          <a:latin typeface="Lucida Sans" pitchFamily="34" charset="0"/>
                          <a:cs typeface="Arial" charset="0"/>
                        </a:rPr>
                        <a:t>User</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4">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dirty="0">
                          <a:ln>
                            <a:noFill/>
                          </a:ln>
                          <a:solidFill>
                            <a:schemeClr val="tx1"/>
                          </a:solidFill>
                          <a:effectLst/>
                          <a:latin typeface="Lucida Sans" pitchFamily="34" charset="0"/>
                          <a:cs typeface="Arial" charset="0"/>
                        </a:rPr>
                        <a:t>System integrator</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noProof="0" dirty="0">
                          <a:ln>
                            <a:noFill/>
                          </a:ln>
                          <a:solidFill>
                            <a:schemeClr val="tx1"/>
                          </a:solidFill>
                          <a:effectLst/>
                          <a:latin typeface="Lucida Sans" pitchFamily="34" charset="0"/>
                          <a:cs typeface="Arial" charset="0"/>
                        </a:rPr>
                        <a:t>Outcome </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546720">
                <a:tc vMerge="1">
                  <a:txBody>
                    <a:bodyPr/>
                    <a:lstStyle/>
                    <a:p>
                      <a:endParaRPr lang="en-US"/>
                    </a:p>
                  </a:txBody>
                  <a:tcPr/>
                </a:tc>
                <a:tc vMerge="1">
                  <a:txBody>
                    <a:bodyPr/>
                    <a:lstStyle/>
                    <a:p>
                      <a:endParaRPr lang="en-US"/>
                    </a:p>
                  </a:txBody>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noProof="0" dirty="0">
                          <a:ln>
                            <a:noFill/>
                          </a:ln>
                          <a:solidFill>
                            <a:schemeClr val="tx1"/>
                          </a:solidFill>
                          <a:effectLst/>
                          <a:latin typeface="Lucida Sans" pitchFamily="34" charset="0"/>
                          <a:cs typeface="Arial" charset="0"/>
                        </a:rPr>
                        <a:t>Project management </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noProof="0" dirty="0">
                          <a:ln>
                            <a:noFill/>
                          </a:ln>
                          <a:solidFill>
                            <a:schemeClr val="tx1"/>
                          </a:solidFill>
                          <a:effectLst/>
                          <a:latin typeface="Lucida Sans" pitchFamily="34" charset="0"/>
                          <a:cs typeface="Arial" charset="0"/>
                        </a:rPr>
                        <a:t>Requirements Analysis </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noProof="0" dirty="0">
                          <a:ln>
                            <a:noFill/>
                          </a:ln>
                          <a:solidFill>
                            <a:schemeClr val="tx1"/>
                          </a:solidFill>
                          <a:effectLst/>
                          <a:latin typeface="Lucida Sans" pitchFamily="34" charset="0"/>
                          <a:cs typeface="Arial" charset="0"/>
                        </a:rPr>
                        <a:t>Software Technology </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noProof="0" dirty="0">
                          <a:ln>
                            <a:noFill/>
                          </a:ln>
                          <a:solidFill>
                            <a:schemeClr val="tx1"/>
                          </a:solidFill>
                          <a:effectLst/>
                          <a:latin typeface="Lucida Sans" pitchFamily="34" charset="0"/>
                          <a:cs typeface="Arial" charset="0"/>
                        </a:rPr>
                        <a:t>Deployment &amp; Technology</a:t>
                      </a:r>
                    </a:p>
                  </a:txBody>
                  <a:tcPr marL="99060" marR="99060" marT="41788" marB="417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en-US"/>
                    </a:p>
                  </a:txBody>
                  <a:tcPr/>
                </a:tc>
                <a:extLst>
                  <a:ext uri="{0D108BD9-81ED-4DB2-BD59-A6C34878D82A}">
                    <a16:rowId xmlns:a16="http://schemas.microsoft.com/office/drawing/2014/main" val="10001"/>
                  </a:ext>
                </a:extLst>
              </a:tr>
              <a:tr h="1224834">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Fashion / Sport MNC (ERP system)</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Low commitment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Unfamiliar with ERP projects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Poor project management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No User Test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No regression test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No risk analysis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Poor domain knowledge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No analysis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No knowledge of the platform options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OK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BUSINESS DEADLOCK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Project terminated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917579">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Industrial Machinery MNC (ERP system)</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Low commitment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Pennywise approach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OK</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Poor domain knowledge and rushed analysis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Fair knowledge of platform options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Wrong analysis of  processing load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cap="none" normalizeH="0" baseline="0" noProof="0" dirty="0">
                          <a:ln>
                            <a:noFill/>
                          </a:ln>
                          <a:solidFill>
                            <a:schemeClr val="tx1"/>
                          </a:solidFill>
                          <a:effectLst/>
                          <a:latin typeface="Lucida Sans" pitchFamily="34" charset="0"/>
                          <a:cs typeface="Arial" charset="0"/>
                        </a:rPr>
                        <a:t>SYTEM DEADLOCK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Project resumed with new suppliers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91849">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Furniture Medium Company (ERP system)</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Low commitment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Unfamiliar with ERP projects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Poor to absent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No domain knowledge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Poor analysis</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OK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OK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SYSTEM ABORTED Project terminated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121551">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Telecom  (Accounting System))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Fair commitment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Familiar with large projects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Unfamiliar with ERP platforms</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OK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Over- customization pushed by the user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OK</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OK </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00000"/>
                        </a:spcBef>
                        <a:buFont typeface="Wingdings" pitchFamily="2" charset="2"/>
                        <a:defRPr sz="1400">
                          <a:solidFill>
                            <a:srgbClr val="003E74"/>
                          </a:solidFill>
                          <a:latin typeface="Lucida Sans" pitchFamily="34" charset="0"/>
                          <a:cs typeface="Arial" charset="0"/>
                        </a:defRPr>
                      </a:lvl1pPr>
                      <a:lvl2pPr marL="742950" indent="-285750" eaLnBrk="0" hangingPunct="0">
                        <a:spcBef>
                          <a:spcPct val="25000"/>
                        </a:spcBef>
                        <a:buFont typeface="Lucida Sans" pitchFamily="34" charset="0"/>
                        <a:defRPr sz="1400">
                          <a:solidFill>
                            <a:srgbClr val="003E74"/>
                          </a:solidFill>
                          <a:latin typeface="Lucida Sans" pitchFamily="34" charset="0"/>
                          <a:cs typeface="Arial" charset="0"/>
                        </a:defRPr>
                      </a:lvl2pPr>
                      <a:lvl3pPr marL="1143000" indent="-228600" eaLnBrk="0" hangingPunct="0">
                        <a:spcBef>
                          <a:spcPct val="15000"/>
                        </a:spcBef>
                        <a:defRPr sz="1400">
                          <a:solidFill>
                            <a:srgbClr val="003E74"/>
                          </a:solidFill>
                          <a:latin typeface="Lucida Sans" pitchFamily="34" charset="0"/>
                          <a:cs typeface="Arial" charset="0"/>
                        </a:defRPr>
                      </a:lvl3pPr>
                      <a:lvl4pPr marL="1600200" indent="-228600" eaLnBrk="0" hangingPunct="0">
                        <a:buFont typeface="Lucida Sans" pitchFamily="34" charset="0"/>
                        <a:defRPr sz="1400">
                          <a:solidFill>
                            <a:srgbClr val="003E74"/>
                          </a:solidFill>
                          <a:latin typeface="Lucida Sans" pitchFamily="34" charset="0"/>
                          <a:cs typeface="Arial" charset="0"/>
                        </a:defRPr>
                      </a:lvl4pPr>
                      <a:lvl5pPr marL="2057400" indent="-228600" eaLnBrk="0" hangingPunct="0">
                        <a:buFont typeface="Lucida Sans" pitchFamily="34" charset="0"/>
                        <a:defRPr sz="1400">
                          <a:solidFill>
                            <a:srgbClr val="003E74"/>
                          </a:solidFill>
                          <a:latin typeface="Lucida Sans" pitchFamily="34" charset="0"/>
                          <a:cs typeface="Arial" charset="0"/>
                        </a:defRPr>
                      </a:lvl5pPr>
                      <a:lvl6pPr marL="25146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6pPr>
                      <a:lvl7pPr marL="29718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7pPr>
                      <a:lvl8pPr marL="34290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8pPr>
                      <a:lvl9pPr marL="3886200" indent="-228600" eaLnBrk="0" fontAlgn="base" hangingPunct="0">
                        <a:spcBef>
                          <a:spcPct val="0"/>
                        </a:spcBef>
                        <a:spcAft>
                          <a:spcPct val="0"/>
                        </a:spcAft>
                        <a:buFont typeface="Lucida Sans" pitchFamily="34" charset="0"/>
                        <a:defRPr sz="1400">
                          <a:solidFill>
                            <a:srgbClr val="003E74"/>
                          </a:solidFill>
                          <a:latin typeface="Lucida Sans" pitchFamily="34" charset="0"/>
                          <a:cs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noProof="0" dirty="0">
                          <a:ln>
                            <a:noFill/>
                          </a:ln>
                          <a:solidFill>
                            <a:schemeClr val="tx1"/>
                          </a:solidFill>
                          <a:effectLst/>
                          <a:latin typeface="Lucida Sans" pitchFamily="34" charset="0"/>
                          <a:cs typeface="Arial" charset="0"/>
                        </a:rPr>
                        <a:t>System re-factored with standard features</a:t>
                      </a:r>
                    </a:p>
                  </a:txBody>
                  <a:tcPr marL="99060" marR="99060" marT="41788" marB="417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3775564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olo 1"/>
          <p:cNvSpPr>
            <a:spLocks noGrp="1"/>
          </p:cNvSpPr>
          <p:nvPr>
            <p:ph type="title"/>
          </p:nvPr>
        </p:nvSpPr>
        <p:spPr/>
        <p:txBody>
          <a:bodyPr/>
          <a:lstStyle/>
          <a:p>
            <a:pPr>
              <a:buClr>
                <a:srgbClr val="3333CC"/>
              </a:buClr>
              <a:buFont typeface="Times New Roman" pitchFamily="18" charset="0"/>
              <a:buNone/>
            </a:pPr>
            <a:r>
              <a:rPr lang="en-US" noProof="0" dirty="0"/>
              <a:t>The Fashion Project: the sales order lifecycle</a:t>
            </a:r>
            <a:endParaRPr lang="en-US" i="1" noProof="0" dirty="0"/>
          </a:p>
        </p:txBody>
      </p:sp>
      <p:graphicFrame>
        <p:nvGraphicFramePr>
          <p:cNvPr id="3" name="Segnaposto contenuto 2">
            <a:extLst>
              <a:ext uri="{FF2B5EF4-FFF2-40B4-BE49-F238E27FC236}">
                <a16:creationId xmlns:a16="http://schemas.microsoft.com/office/drawing/2014/main" id="{C543D628-7DA3-415B-A865-64F79D4A8953}"/>
              </a:ext>
            </a:extLst>
          </p:cNvPr>
          <p:cNvGraphicFramePr>
            <a:graphicFrameLocks noGrp="1"/>
          </p:cNvGraphicFramePr>
          <p:nvPr>
            <p:ph sz="half" idx="1"/>
            <p:extLst>
              <p:ext uri="{D42A27DB-BD31-4B8C-83A1-F6EECF244321}">
                <p14:modId xmlns:p14="http://schemas.microsoft.com/office/powerpoint/2010/main" val="1591743981"/>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egnaposto contenuto 3">
            <a:extLst>
              <a:ext uri="{FF2B5EF4-FFF2-40B4-BE49-F238E27FC236}">
                <a16:creationId xmlns:a16="http://schemas.microsoft.com/office/drawing/2014/main" id="{DE455649-0DA9-40F2-B3D2-478B8471017E}"/>
              </a:ext>
            </a:extLst>
          </p:cNvPr>
          <p:cNvSpPr>
            <a:spLocks noGrp="1"/>
          </p:cNvSpPr>
          <p:nvPr>
            <p:ph sz="half" idx="2"/>
          </p:nvPr>
        </p:nvSpPr>
        <p:spPr/>
        <p:txBody>
          <a:bodyPr anchor="ctr">
            <a:normAutofit fontScale="92500" lnSpcReduction="10000"/>
          </a:bodyPr>
          <a:lstStyle/>
          <a:p>
            <a:r>
              <a:rPr lang="en-US" noProof="0" dirty="0"/>
              <a:t>In clothing industry, the company designs and sells the product, manufactured by third-party factories </a:t>
            </a:r>
          </a:p>
          <a:p>
            <a:r>
              <a:rPr lang="en-US" noProof="0" dirty="0"/>
              <a:t>In customer orders (from shops) each item is identified by the triple Model-Size-Color</a:t>
            </a:r>
          </a:p>
          <a:p>
            <a:r>
              <a:rPr lang="en-US" noProof="0" dirty="0"/>
              <a:t>Therefore, the order template is a grid, with  colors in columns sizes in rows (or vice versa) </a:t>
            </a:r>
          </a:p>
        </p:txBody>
      </p:sp>
    </p:spTree>
    <p:extLst>
      <p:ext uri="{BB962C8B-B14F-4D97-AF65-F5344CB8AC3E}">
        <p14:creationId xmlns:p14="http://schemas.microsoft.com/office/powerpoint/2010/main" val="267059056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olo 1"/>
          <p:cNvSpPr>
            <a:spLocks noGrp="1"/>
          </p:cNvSpPr>
          <p:nvPr>
            <p:ph type="title"/>
          </p:nvPr>
        </p:nvSpPr>
        <p:spPr/>
        <p:txBody>
          <a:bodyPr>
            <a:normAutofit/>
          </a:bodyPr>
          <a:lstStyle/>
          <a:p>
            <a:r>
              <a:rPr lang="en-US" noProof="0" dirty="0"/>
              <a:t>The Fashion Project: the sale order grid</a:t>
            </a:r>
          </a:p>
        </p:txBody>
      </p:sp>
      <p:graphicFrame>
        <p:nvGraphicFramePr>
          <p:cNvPr id="8" name="Segnaposto contenuto 7">
            <a:extLst>
              <a:ext uri="{FF2B5EF4-FFF2-40B4-BE49-F238E27FC236}">
                <a16:creationId xmlns:a16="http://schemas.microsoft.com/office/drawing/2014/main" id="{2E6AF9CA-F38C-472D-9692-D4BF87C2F1AC}"/>
              </a:ext>
            </a:extLst>
          </p:cNvPr>
          <p:cNvGraphicFramePr>
            <a:graphicFrameLocks noGrp="1"/>
          </p:cNvGraphicFramePr>
          <p:nvPr>
            <p:ph idx="1"/>
            <p:extLst>
              <p:ext uri="{D42A27DB-BD31-4B8C-83A1-F6EECF244321}">
                <p14:modId xmlns:p14="http://schemas.microsoft.com/office/powerpoint/2010/main" val="3325075345"/>
              </p:ext>
            </p:extLst>
          </p:nvPr>
        </p:nvGraphicFramePr>
        <p:xfrm>
          <a:off x="1784648" y="1501140"/>
          <a:ext cx="6696743" cy="5052060"/>
        </p:xfrm>
        <a:graphic>
          <a:graphicData uri="http://schemas.openxmlformats.org/drawingml/2006/table">
            <a:tbl>
              <a:tblPr>
                <a:tableStyleId>{F5AB1C69-6EDB-4FF4-983F-18BD219EF322}</a:tableStyleId>
              </a:tblPr>
              <a:tblGrid>
                <a:gridCol w="459581">
                  <a:extLst>
                    <a:ext uri="{9D8B030D-6E8A-4147-A177-3AD203B41FA5}">
                      <a16:colId xmlns:a16="http://schemas.microsoft.com/office/drawing/2014/main" val="534771765"/>
                    </a:ext>
                  </a:extLst>
                </a:gridCol>
                <a:gridCol w="761514">
                  <a:extLst>
                    <a:ext uri="{9D8B030D-6E8A-4147-A177-3AD203B41FA5}">
                      <a16:colId xmlns:a16="http://schemas.microsoft.com/office/drawing/2014/main" val="533120099"/>
                    </a:ext>
                  </a:extLst>
                </a:gridCol>
                <a:gridCol w="822633">
                  <a:extLst>
                    <a:ext uri="{9D8B030D-6E8A-4147-A177-3AD203B41FA5}">
                      <a16:colId xmlns:a16="http://schemas.microsoft.com/office/drawing/2014/main" val="3088879590"/>
                    </a:ext>
                  </a:extLst>
                </a:gridCol>
                <a:gridCol w="822633">
                  <a:extLst>
                    <a:ext uri="{9D8B030D-6E8A-4147-A177-3AD203B41FA5}">
                      <a16:colId xmlns:a16="http://schemas.microsoft.com/office/drawing/2014/main" val="3611892353"/>
                    </a:ext>
                  </a:extLst>
                </a:gridCol>
                <a:gridCol w="822633">
                  <a:extLst>
                    <a:ext uri="{9D8B030D-6E8A-4147-A177-3AD203B41FA5}">
                      <a16:colId xmlns:a16="http://schemas.microsoft.com/office/drawing/2014/main" val="1525057434"/>
                    </a:ext>
                  </a:extLst>
                </a:gridCol>
                <a:gridCol w="1233948">
                  <a:extLst>
                    <a:ext uri="{9D8B030D-6E8A-4147-A177-3AD203B41FA5}">
                      <a16:colId xmlns:a16="http://schemas.microsoft.com/office/drawing/2014/main" val="3356523719"/>
                    </a:ext>
                  </a:extLst>
                </a:gridCol>
                <a:gridCol w="526369">
                  <a:extLst>
                    <a:ext uri="{9D8B030D-6E8A-4147-A177-3AD203B41FA5}">
                      <a16:colId xmlns:a16="http://schemas.microsoft.com/office/drawing/2014/main" val="2514106910"/>
                    </a:ext>
                  </a:extLst>
                </a:gridCol>
                <a:gridCol w="1247432">
                  <a:extLst>
                    <a:ext uri="{9D8B030D-6E8A-4147-A177-3AD203B41FA5}">
                      <a16:colId xmlns:a16="http://schemas.microsoft.com/office/drawing/2014/main" val="2763465348"/>
                    </a:ext>
                  </a:extLst>
                </a:gridCol>
              </a:tblGrid>
              <a:tr h="190500">
                <a:tc gridSpan="2">
                  <a:txBody>
                    <a:bodyPr/>
                    <a:lstStyle/>
                    <a:p>
                      <a:pPr algn="ctr" fontAlgn="b"/>
                      <a:r>
                        <a:rPr lang="en-US" sz="1800" u="none" strike="noStrike" noProof="0" dirty="0">
                          <a:effectLst/>
                        </a:rPr>
                        <a:t>Customer  #</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tc>
                <a:tc gridSpan="3">
                  <a:txBody>
                    <a:bodyPr/>
                    <a:lstStyle/>
                    <a:p>
                      <a:pPr algn="ctr" fontAlgn="b"/>
                      <a:r>
                        <a:rPr lang="en-US" sz="1800" i="1" u="none" strike="noStrike" noProof="0" dirty="0">
                          <a:effectLst/>
                        </a:rPr>
                        <a:t>Customer name &amp; address</a:t>
                      </a:r>
                      <a:endParaRPr lang="en-US" sz="1800" b="1" i="1"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34772474"/>
                  </a:ext>
                </a:extLst>
              </a:tr>
              <a:tr h="190500">
                <a:tc gridSpan="2">
                  <a:txBody>
                    <a:bodyPr/>
                    <a:lstStyle/>
                    <a:p>
                      <a:pPr algn="ctr" fontAlgn="b"/>
                      <a:r>
                        <a:rPr lang="en-US" sz="1800" u="none" strike="noStrike" noProof="0" dirty="0">
                          <a:effectLst/>
                        </a:rPr>
                        <a:t>Order #</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tc>
                <a:tc gridSpan="3">
                  <a:txBody>
                    <a:bodyPr/>
                    <a:lstStyle/>
                    <a:p>
                      <a:pPr algn="ctr" fontAlgn="b"/>
                      <a:r>
                        <a:rPr lang="en-US" sz="1800" i="1" u="none" strike="noStrike" noProof="0" dirty="0">
                          <a:effectLst/>
                        </a:rPr>
                        <a:t>Delivery date</a:t>
                      </a:r>
                      <a:endParaRPr lang="en-US" sz="1800" b="1" i="1"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70990581"/>
                  </a:ext>
                </a:extLst>
              </a:tr>
              <a:tr h="190500">
                <a:tc gridSpan="2">
                  <a:txBody>
                    <a:bodyPr/>
                    <a:lstStyle/>
                    <a:p>
                      <a:pPr algn="ctr" fontAlgn="b"/>
                      <a:r>
                        <a:rPr lang="en-US" sz="1800" u="none" strike="noStrike" noProof="0" dirty="0">
                          <a:effectLst/>
                        </a:rPr>
                        <a:t>Item #</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tc>
                <a:tc gridSpan="3">
                  <a:txBody>
                    <a:bodyPr/>
                    <a:lstStyle/>
                    <a:p>
                      <a:pPr algn="ctr" fontAlgn="b"/>
                      <a:r>
                        <a:rPr lang="en-US" sz="1800" i="1" u="none" strike="noStrike" noProof="0" dirty="0">
                          <a:effectLst/>
                        </a:rPr>
                        <a:t>Item description </a:t>
                      </a:r>
                      <a:endParaRPr lang="en-US" sz="1800" b="1" i="1"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41877356"/>
                  </a:ext>
                </a:extLst>
              </a:tr>
              <a:tr h="184150">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0676053"/>
                  </a:ext>
                </a:extLst>
              </a:tr>
              <a:tr h="184150">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R w="12700" cap="flat" cmpd="sng" algn="ctr">
                      <a:solidFill>
                        <a:schemeClr val="tx1"/>
                      </a:solidFill>
                      <a:prstDash val="solid"/>
                      <a:round/>
                      <a:headEnd type="none" w="med" len="med"/>
                      <a:tailEnd type="none" w="med" len="med"/>
                    </a:lnR>
                  </a:tcPr>
                </a:tc>
                <a:tc gridSpan="3">
                  <a:txBody>
                    <a:bodyPr/>
                    <a:lstStyle/>
                    <a:p>
                      <a:pPr algn="ctr" fontAlgn="b"/>
                      <a:r>
                        <a:rPr lang="en-US" sz="1800" u="none" strike="noStrike" noProof="0" dirty="0">
                          <a:effectLst/>
                        </a:rPr>
                        <a:t>Transaction : REMIX</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97809490"/>
                  </a:ext>
                </a:extLst>
              </a:tr>
              <a:tr h="184150">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6985043"/>
                  </a:ext>
                </a:extLst>
              </a:tr>
              <a:tr h="184150">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1800" u="none" strike="noStrike" noProof="0" dirty="0">
                          <a:effectLst/>
                        </a:rPr>
                        <a:t>BLUE </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noProof="0" dirty="0">
                          <a:effectLst/>
                        </a:rPr>
                        <a:t>RED</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noProof="0" dirty="0">
                          <a:effectLst/>
                        </a:rPr>
                        <a:t>GREEN</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noProof="0" dirty="0">
                          <a:effectLst/>
                        </a:rPr>
                        <a:t>WHITE</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noProof="0" dirty="0">
                          <a:effectLst/>
                        </a:rPr>
                        <a:t>BLACK </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7637304"/>
                  </a:ext>
                </a:extLst>
              </a:tr>
              <a:tr h="184150">
                <a:tc>
                  <a:txBody>
                    <a:bodyPr/>
                    <a:lstStyle/>
                    <a:p>
                      <a:pPr algn="ctr" fontAlgn="b"/>
                      <a:r>
                        <a:rPr lang="en-US" sz="1800" u="none" strike="noStrike" noProof="0" dirty="0">
                          <a:effectLst/>
                        </a:rPr>
                        <a:t>32</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5</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5</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15</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55</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638788"/>
                  </a:ext>
                </a:extLst>
              </a:tr>
              <a:tr h="184150">
                <a:tc>
                  <a:txBody>
                    <a:bodyPr/>
                    <a:lstStyle/>
                    <a:p>
                      <a:pPr algn="ctr" fontAlgn="b"/>
                      <a:r>
                        <a:rPr lang="en-US" sz="1800" u="none" strike="noStrike" noProof="0" dirty="0">
                          <a:effectLst/>
                        </a:rPr>
                        <a:t>34</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6</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12</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6</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18</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24</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66</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8390004"/>
                  </a:ext>
                </a:extLst>
              </a:tr>
              <a:tr h="184150">
                <a:tc>
                  <a:txBody>
                    <a:bodyPr/>
                    <a:lstStyle/>
                    <a:p>
                      <a:pPr algn="ctr" fontAlgn="b"/>
                      <a:r>
                        <a:rPr lang="en-US" sz="1800" u="none" strike="noStrike" noProof="0" dirty="0">
                          <a:effectLst/>
                        </a:rPr>
                        <a:t>36</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30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40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110</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88267"/>
                  </a:ext>
                </a:extLst>
              </a:tr>
              <a:tr h="184150">
                <a:tc>
                  <a:txBody>
                    <a:bodyPr/>
                    <a:lstStyle/>
                    <a:p>
                      <a:pPr algn="ctr" fontAlgn="b"/>
                      <a:r>
                        <a:rPr lang="en-US" sz="1800" u="none" strike="noStrike" noProof="0" dirty="0">
                          <a:effectLst/>
                        </a:rPr>
                        <a:t>38</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12</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24</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12</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36</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48</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132</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7419246"/>
                  </a:ext>
                </a:extLst>
              </a:tr>
              <a:tr h="184150">
                <a:tc>
                  <a:txBody>
                    <a:bodyPr/>
                    <a:lstStyle/>
                    <a:p>
                      <a:pPr algn="ctr" fontAlgn="b"/>
                      <a:r>
                        <a:rPr lang="en-US" sz="1800" u="none" strike="noStrike" noProof="0" dirty="0">
                          <a:effectLst/>
                        </a:rPr>
                        <a:t>40</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8</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16</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8</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24</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32</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88</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628879"/>
                  </a:ext>
                </a:extLst>
              </a:tr>
              <a:tr h="184150">
                <a:tc>
                  <a:txBody>
                    <a:bodyPr/>
                    <a:lstStyle/>
                    <a:p>
                      <a:pPr algn="ctr" fontAlgn="b"/>
                      <a:r>
                        <a:rPr lang="en-US" sz="1800" u="none" strike="noStrike" noProof="0" dirty="0">
                          <a:effectLst/>
                        </a:rPr>
                        <a:t>42</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7</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14</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7</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21</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28</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77</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6823308"/>
                  </a:ext>
                </a:extLst>
              </a:tr>
              <a:tr h="184150">
                <a:tc>
                  <a:txBody>
                    <a:bodyPr/>
                    <a:lstStyle/>
                    <a:p>
                      <a:pPr algn="ctr" fontAlgn="b"/>
                      <a:r>
                        <a:rPr lang="en-US" sz="1800" u="none" strike="noStrike" noProof="0" dirty="0">
                          <a:effectLst/>
                        </a:rPr>
                        <a:t>44</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5</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5</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15</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20</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55</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5344188"/>
                  </a:ext>
                </a:extLst>
              </a:tr>
              <a:tr h="184150">
                <a:tc>
                  <a:txBody>
                    <a:bodyPr/>
                    <a:lstStyle/>
                    <a:p>
                      <a:pPr algn="ctr" fontAlgn="b"/>
                      <a:r>
                        <a:rPr lang="en-US" sz="1800" u="none" strike="noStrike" noProof="0" dirty="0">
                          <a:effectLst/>
                        </a:rPr>
                        <a:t>46</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4</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8</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4</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12</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16</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44</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975900"/>
                  </a:ext>
                </a:extLst>
              </a:tr>
              <a:tr h="184150">
                <a:tc>
                  <a:txBody>
                    <a:bodyPr/>
                    <a:lstStyle/>
                    <a:p>
                      <a:pPr algn="ctr" fontAlgn="b"/>
                      <a:r>
                        <a:rPr lang="en-US" sz="1800" u="none" strike="noStrike" noProof="0" dirty="0">
                          <a:effectLst/>
                        </a:rPr>
                        <a:t>48</a:t>
                      </a:r>
                      <a:endParaRPr lang="en-US" sz="1800" b="1"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4</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2</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6</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800" u="none" strike="noStrike" noProof="0" dirty="0">
                          <a:effectLst/>
                        </a:rPr>
                        <a:t>8</a:t>
                      </a:r>
                      <a:endParaRPr lang="en-US" sz="1800" b="0"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22</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049745"/>
                  </a:ext>
                </a:extLst>
              </a:tr>
              <a:tr h="151090">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436490"/>
                  </a:ext>
                </a:extLst>
              </a:tr>
              <a:tr h="190500">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solidFill>
                            <a:schemeClr val="accent6">
                              <a:lumMod val="50000"/>
                            </a:schemeClr>
                          </a:solidFill>
                          <a:effectLst/>
                        </a:rPr>
                        <a:t>59</a:t>
                      </a:r>
                      <a:endParaRPr lang="en-US" sz="1800" b="1" i="0" u="none" strike="noStrike" noProof="0" dirty="0">
                        <a:solidFill>
                          <a:schemeClr val="accent6">
                            <a:lumMod val="5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u="none" strike="noStrike" noProof="0" dirty="0">
                          <a:solidFill>
                            <a:schemeClr val="accent6">
                              <a:lumMod val="50000"/>
                            </a:schemeClr>
                          </a:solidFill>
                          <a:effectLst/>
                        </a:rPr>
                        <a:t>118</a:t>
                      </a:r>
                      <a:endParaRPr lang="en-US" sz="1800" b="1" i="0" u="none" strike="noStrike" noProof="0" dirty="0">
                        <a:solidFill>
                          <a:schemeClr val="accent6">
                            <a:lumMod val="5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u="none" strike="noStrike" noProof="0" dirty="0">
                          <a:solidFill>
                            <a:schemeClr val="accent6">
                              <a:lumMod val="50000"/>
                            </a:schemeClr>
                          </a:solidFill>
                          <a:effectLst/>
                        </a:rPr>
                        <a:t>59</a:t>
                      </a:r>
                      <a:endParaRPr lang="en-US" sz="1800" b="1" i="0" u="none" strike="noStrike" noProof="0" dirty="0">
                        <a:solidFill>
                          <a:schemeClr val="accent6">
                            <a:lumMod val="5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u="none" strike="noStrike" noProof="0" dirty="0">
                          <a:solidFill>
                            <a:schemeClr val="accent6">
                              <a:lumMod val="50000"/>
                            </a:schemeClr>
                          </a:solidFill>
                          <a:effectLst/>
                        </a:rPr>
                        <a:t>177</a:t>
                      </a:r>
                      <a:endParaRPr lang="en-US" sz="1800" b="1" i="0" u="none" strike="noStrike" noProof="0" dirty="0">
                        <a:solidFill>
                          <a:schemeClr val="accent6">
                            <a:lumMod val="5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800" b="1" u="none" strike="noStrike" noProof="0" dirty="0">
                          <a:solidFill>
                            <a:schemeClr val="accent6">
                              <a:lumMod val="50000"/>
                            </a:schemeClr>
                          </a:solidFill>
                          <a:effectLst/>
                        </a:rPr>
                        <a:t>236</a:t>
                      </a:r>
                      <a:endParaRPr lang="en-US" sz="1800" b="1" i="0" u="none" strike="noStrike" noProof="0" dirty="0">
                        <a:solidFill>
                          <a:schemeClr val="accent6">
                            <a:lumMod val="50000"/>
                          </a:schemeClr>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800" b="0" i="0" u="none" strike="noStrike" noProof="0"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ctr"/>
                      <a:r>
                        <a:rPr lang="en-US" sz="1800" b="1" u="none" strike="noStrike" noProof="0" dirty="0">
                          <a:effectLst/>
                        </a:rPr>
                        <a:t>649</a:t>
                      </a:r>
                      <a:endParaRPr lang="en-US" sz="1800" b="1" i="0" u="none" strike="noStrike" noProof="0"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3093700"/>
                  </a:ext>
                </a:extLst>
              </a:tr>
            </a:tbl>
          </a:graphicData>
        </a:graphic>
      </p:graphicFrame>
      <p:sp>
        <p:nvSpPr>
          <p:cNvPr id="10" name="Fumetto: rettangolo con angoli arrotondati 9">
            <a:extLst>
              <a:ext uri="{FF2B5EF4-FFF2-40B4-BE49-F238E27FC236}">
                <a16:creationId xmlns:a16="http://schemas.microsoft.com/office/drawing/2014/main" id="{4BB35350-48DA-490D-8383-ECBA0968605F}"/>
              </a:ext>
            </a:extLst>
          </p:cNvPr>
          <p:cNvSpPr/>
          <p:nvPr/>
        </p:nvSpPr>
        <p:spPr bwMode="auto">
          <a:xfrm>
            <a:off x="230911" y="4653136"/>
            <a:ext cx="1409721" cy="720080"/>
          </a:xfrm>
          <a:prstGeom prst="wedgeRoundRectCallout">
            <a:avLst>
              <a:gd name="adj1" fmla="val 60526"/>
              <a:gd name="adj2" fmla="val 65380"/>
              <a:gd name="adj3" fmla="val 16667"/>
            </a:avLst>
          </a:prstGeom>
          <a:no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noProof="0" dirty="0"/>
              <a:t>Cloth Size </a:t>
            </a:r>
          </a:p>
        </p:txBody>
      </p:sp>
      <p:sp>
        <p:nvSpPr>
          <p:cNvPr id="12" name="Fumetto: rettangolo con angoli arrotondati 11">
            <a:extLst>
              <a:ext uri="{FF2B5EF4-FFF2-40B4-BE49-F238E27FC236}">
                <a16:creationId xmlns:a16="http://schemas.microsoft.com/office/drawing/2014/main" id="{119AE932-09AB-4864-8A31-9DDF76A9EB83}"/>
              </a:ext>
            </a:extLst>
          </p:cNvPr>
          <p:cNvSpPr/>
          <p:nvPr/>
        </p:nvSpPr>
        <p:spPr bwMode="auto">
          <a:xfrm>
            <a:off x="7473280" y="2204863"/>
            <a:ext cx="1584176" cy="818099"/>
          </a:xfrm>
          <a:prstGeom prst="wedgeRoundRectCallout">
            <a:avLst>
              <a:gd name="adj1" fmla="val -108788"/>
              <a:gd name="adj2" fmla="val 68836"/>
              <a:gd name="adj3" fmla="val 16667"/>
            </a:avLst>
          </a:prstGeom>
          <a:no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noProof="0" dirty="0"/>
              <a:t>Cloth Color </a:t>
            </a:r>
          </a:p>
        </p:txBody>
      </p:sp>
      <p:sp>
        <p:nvSpPr>
          <p:cNvPr id="13" name="Fumetto: rettangolo con angoli arrotondati 12">
            <a:extLst>
              <a:ext uri="{FF2B5EF4-FFF2-40B4-BE49-F238E27FC236}">
                <a16:creationId xmlns:a16="http://schemas.microsoft.com/office/drawing/2014/main" id="{58872C6A-0B64-4D84-8453-51BE5E9B38DA}"/>
              </a:ext>
            </a:extLst>
          </p:cNvPr>
          <p:cNvSpPr/>
          <p:nvPr/>
        </p:nvSpPr>
        <p:spPr bwMode="auto">
          <a:xfrm>
            <a:off x="230911" y="2060848"/>
            <a:ext cx="1296144" cy="1235360"/>
          </a:xfrm>
          <a:prstGeom prst="wedgeRoundRectCallout">
            <a:avLst>
              <a:gd name="adj1" fmla="val 103527"/>
              <a:gd name="adj2" fmla="val 17581"/>
              <a:gd name="adj3" fmla="val 16667"/>
            </a:avLst>
          </a:prstGeom>
          <a:no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400" noProof="0" dirty="0"/>
              <a:t>T</a:t>
            </a:r>
            <a:r>
              <a:rPr kumimoji="0" lang="en-US" sz="1400" b="1" i="0" u="none" strike="noStrike" cap="none" normalizeH="0" baseline="0" noProof="0" dirty="0">
                <a:ln>
                  <a:noFill/>
                </a:ln>
                <a:solidFill>
                  <a:schemeClr val="tx1"/>
                </a:solidFill>
                <a:effectLst/>
                <a:latin typeface="Times New Roman" pitchFamily="18" charset="0"/>
              </a:rPr>
              <a:t>ransaction type: remix, new order, return, etc.</a:t>
            </a:r>
          </a:p>
        </p:txBody>
      </p:sp>
      <p:sp>
        <p:nvSpPr>
          <p:cNvPr id="14" name="Fumetto: rettangolo con angoli arrotondati 13">
            <a:extLst>
              <a:ext uri="{FF2B5EF4-FFF2-40B4-BE49-F238E27FC236}">
                <a16:creationId xmlns:a16="http://schemas.microsoft.com/office/drawing/2014/main" id="{1CC0A78B-0ADD-4CF9-B578-68D90CEE630D}"/>
              </a:ext>
            </a:extLst>
          </p:cNvPr>
          <p:cNvSpPr/>
          <p:nvPr/>
        </p:nvSpPr>
        <p:spPr bwMode="auto">
          <a:xfrm>
            <a:off x="6465168" y="1242749"/>
            <a:ext cx="2520280" cy="818099"/>
          </a:xfrm>
          <a:prstGeom prst="wedgeRoundRectCallout">
            <a:avLst>
              <a:gd name="adj1" fmla="val -102173"/>
              <a:gd name="adj2" fmla="val -356"/>
              <a:gd name="adj3" fmla="val 16667"/>
            </a:avLst>
          </a:prstGeom>
          <a:no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noProof="0" dirty="0"/>
              <a:t>Transaction scope: customer and item</a:t>
            </a:r>
          </a:p>
        </p:txBody>
      </p:sp>
    </p:spTree>
    <p:extLst>
      <p:ext uri="{BB962C8B-B14F-4D97-AF65-F5344CB8AC3E}">
        <p14:creationId xmlns:p14="http://schemas.microsoft.com/office/powerpoint/2010/main" val="4068057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olo 1"/>
          <p:cNvSpPr>
            <a:spLocks noGrp="1"/>
          </p:cNvSpPr>
          <p:nvPr>
            <p:ph type="title"/>
          </p:nvPr>
        </p:nvSpPr>
        <p:spPr/>
        <p:txBody>
          <a:bodyPr/>
          <a:lstStyle/>
          <a:p>
            <a:pPr>
              <a:buClr>
                <a:srgbClr val="3333CC"/>
              </a:buClr>
              <a:buFont typeface="Times New Roman" pitchFamily="18" charset="0"/>
              <a:buNone/>
            </a:pPr>
            <a:r>
              <a:rPr lang="en-US" noProof="0" dirty="0"/>
              <a:t>The Fashion Project: the single sale order</a:t>
            </a:r>
            <a:endParaRPr lang="en-US" i="1" noProof="0" dirty="0"/>
          </a:p>
        </p:txBody>
      </p:sp>
      <p:graphicFrame>
        <p:nvGraphicFramePr>
          <p:cNvPr id="3" name="Segnaposto contenuto 2">
            <a:extLst>
              <a:ext uri="{FF2B5EF4-FFF2-40B4-BE49-F238E27FC236}">
                <a16:creationId xmlns:a16="http://schemas.microsoft.com/office/drawing/2014/main" id="{C543D628-7DA3-415B-A865-64F79D4A8953}"/>
              </a:ext>
            </a:extLst>
          </p:cNvPr>
          <p:cNvGraphicFramePr>
            <a:graphicFrameLocks noGrp="1"/>
          </p:cNvGraphicFramePr>
          <p:nvPr>
            <p:ph sz="half" idx="1"/>
            <p:extLst>
              <p:ext uri="{D42A27DB-BD31-4B8C-83A1-F6EECF244321}">
                <p14:modId xmlns:p14="http://schemas.microsoft.com/office/powerpoint/2010/main" val="1800579476"/>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egnaposto contenuto 3">
            <a:extLst>
              <a:ext uri="{FF2B5EF4-FFF2-40B4-BE49-F238E27FC236}">
                <a16:creationId xmlns:a16="http://schemas.microsoft.com/office/drawing/2014/main" id="{DE455649-0DA9-40F2-B3D2-478B8471017E}"/>
              </a:ext>
            </a:extLst>
          </p:cNvPr>
          <p:cNvSpPr>
            <a:spLocks noGrp="1"/>
          </p:cNvSpPr>
          <p:nvPr>
            <p:ph sz="half" idx="2"/>
          </p:nvPr>
        </p:nvSpPr>
        <p:spPr/>
        <p:txBody>
          <a:bodyPr anchor="ctr">
            <a:normAutofit lnSpcReduction="10000"/>
          </a:bodyPr>
          <a:lstStyle/>
          <a:p>
            <a:r>
              <a:rPr lang="en-US" noProof="0" dirty="0"/>
              <a:t>The project proposed a single screen with a  series of selections </a:t>
            </a:r>
          </a:p>
          <a:p>
            <a:r>
              <a:rPr lang="en-US" noProof="0" dirty="0"/>
              <a:t>For each individual order, the salesclerk should enter </a:t>
            </a:r>
            <a:r>
              <a:rPr lang="en-US" b="1" u="sng" noProof="0" dirty="0"/>
              <a:t>1</a:t>
            </a:r>
            <a:r>
              <a:rPr lang="en-US" noProof="0" dirty="0"/>
              <a:t> size and </a:t>
            </a:r>
            <a:r>
              <a:rPr lang="en-US" b="1" u="sng" noProof="0" dirty="0"/>
              <a:t>M</a:t>
            </a:r>
            <a:r>
              <a:rPr lang="en-US" noProof="0" dirty="0"/>
              <a:t> colors thus multiplying the time needed</a:t>
            </a:r>
          </a:p>
          <a:p>
            <a:r>
              <a:rPr lang="en-US" noProof="0" dirty="0"/>
              <a:t>An order of 10 colors was10 times longer. </a:t>
            </a:r>
          </a:p>
        </p:txBody>
      </p:sp>
    </p:spTree>
    <p:extLst>
      <p:ext uri="{BB962C8B-B14F-4D97-AF65-F5344CB8AC3E}">
        <p14:creationId xmlns:p14="http://schemas.microsoft.com/office/powerpoint/2010/main" val="372210548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olo 1"/>
          <p:cNvSpPr>
            <a:spLocks noGrp="1"/>
          </p:cNvSpPr>
          <p:nvPr>
            <p:ph type="title"/>
          </p:nvPr>
        </p:nvSpPr>
        <p:spPr/>
        <p:txBody>
          <a:bodyPr/>
          <a:lstStyle/>
          <a:p>
            <a:pPr>
              <a:buClr>
                <a:srgbClr val="3333CC"/>
              </a:buClr>
              <a:buFont typeface="Times New Roman" pitchFamily="18" charset="0"/>
              <a:buNone/>
            </a:pPr>
            <a:r>
              <a:rPr lang="en-US" noProof="0" dirty="0"/>
              <a:t>The Fashion Project: a diagnosis</a:t>
            </a:r>
            <a:endParaRPr lang="en-US" i="1" noProof="0" dirty="0"/>
          </a:p>
        </p:txBody>
      </p:sp>
      <p:sp>
        <p:nvSpPr>
          <p:cNvPr id="7" name="Segnaposto contenuto 6">
            <a:extLst>
              <a:ext uri="{FF2B5EF4-FFF2-40B4-BE49-F238E27FC236}">
                <a16:creationId xmlns:a16="http://schemas.microsoft.com/office/drawing/2014/main" id="{8B83C48A-0C67-4311-8F0D-821D99EBE2E4}"/>
              </a:ext>
            </a:extLst>
          </p:cNvPr>
          <p:cNvSpPr>
            <a:spLocks noGrp="1"/>
          </p:cNvSpPr>
          <p:nvPr>
            <p:ph idx="1"/>
          </p:nvPr>
        </p:nvSpPr>
        <p:spPr/>
        <p:txBody>
          <a:bodyPr anchor="ctr">
            <a:normAutofit/>
          </a:bodyPr>
          <a:lstStyle/>
          <a:p>
            <a:r>
              <a:rPr lang="en-US" noProof="0" dirty="0"/>
              <a:t>The single sales order template blocked the sales office</a:t>
            </a:r>
          </a:p>
          <a:p>
            <a:r>
              <a:rPr lang="en-US" noProof="0" dirty="0"/>
              <a:t>The disaster happened because of poor analysis and project mis-management.</a:t>
            </a:r>
          </a:p>
          <a:p>
            <a:r>
              <a:rPr lang="en-US" noProof="0" dirty="0"/>
              <a:t>That disaster could have been avoided either by an agile  approach or project checkpoints - analysis validation, prototype, user test – that would have spotted the wrong design.</a:t>
            </a:r>
          </a:p>
          <a:p>
            <a:r>
              <a:rPr lang="en-US" noProof="0" dirty="0"/>
              <a:t>The subsequent tables, which summarize the project history and map the project on PMBOK knowledge areas. </a:t>
            </a:r>
          </a:p>
        </p:txBody>
      </p:sp>
    </p:spTree>
    <p:extLst>
      <p:ext uri="{BB962C8B-B14F-4D97-AF65-F5344CB8AC3E}">
        <p14:creationId xmlns:p14="http://schemas.microsoft.com/office/powerpoint/2010/main" val="425683523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olo 1"/>
          <p:cNvSpPr>
            <a:spLocks noGrp="1"/>
          </p:cNvSpPr>
          <p:nvPr>
            <p:ph type="title"/>
          </p:nvPr>
        </p:nvSpPr>
        <p:spPr/>
        <p:txBody>
          <a:bodyPr>
            <a:normAutofit/>
          </a:bodyPr>
          <a:lstStyle/>
          <a:p>
            <a:r>
              <a:rPr lang="en-US" noProof="0" dirty="0"/>
              <a:t>The Fashion Project story</a:t>
            </a:r>
          </a:p>
        </p:txBody>
      </p:sp>
      <p:graphicFrame>
        <p:nvGraphicFramePr>
          <p:cNvPr id="2" name="Segnaposto contenuto 1">
            <a:extLst>
              <a:ext uri="{FF2B5EF4-FFF2-40B4-BE49-F238E27FC236}">
                <a16:creationId xmlns:a16="http://schemas.microsoft.com/office/drawing/2014/main" id="{801E86FF-51F8-4B5A-BF99-2F5A76292274}"/>
              </a:ext>
            </a:extLst>
          </p:cNvPr>
          <p:cNvGraphicFramePr>
            <a:graphicFrameLocks noGrp="1"/>
          </p:cNvGraphicFramePr>
          <p:nvPr>
            <p:ph idx="1"/>
            <p:extLst>
              <p:ext uri="{D42A27DB-BD31-4B8C-83A1-F6EECF244321}">
                <p14:modId xmlns:p14="http://schemas.microsoft.com/office/powerpoint/2010/main" val="4130341718"/>
              </p:ext>
            </p:extLst>
          </p:nvPr>
        </p:nvGraphicFramePr>
        <p:xfrm>
          <a:off x="776536" y="1484784"/>
          <a:ext cx="8568951" cy="4419600"/>
        </p:xfrm>
        <a:graphic>
          <a:graphicData uri="http://schemas.openxmlformats.org/drawingml/2006/table">
            <a:tbl>
              <a:tblPr firstRow="1" bandRow="1">
                <a:tableStyleId>{F5AB1C69-6EDB-4FF4-983F-18BD219EF322}</a:tableStyleId>
              </a:tblPr>
              <a:tblGrid>
                <a:gridCol w="1829845">
                  <a:extLst>
                    <a:ext uri="{9D8B030D-6E8A-4147-A177-3AD203B41FA5}">
                      <a16:colId xmlns:a16="http://schemas.microsoft.com/office/drawing/2014/main" val="2200825035"/>
                    </a:ext>
                  </a:extLst>
                </a:gridCol>
                <a:gridCol w="3210715">
                  <a:extLst>
                    <a:ext uri="{9D8B030D-6E8A-4147-A177-3AD203B41FA5}">
                      <a16:colId xmlns:a16="http://schemas.microsoft.com/office/drawing/2014/main" val="1528853104"/>
                    </a:ext>
                  </a:extLst>
                </a:gridCol>
                <a:gridCol w="3528391">
                  <a:extLst>
                    <a:ext uri="{9D8B030D-6E8A-4147-A177-3AD203B41FA5}">
                      <a16:colId xmlns:a16="http://schemas.microsoft.com/office/drawing/2014/main" val="674606886"/>
                    </a:ext>
                  </a:extLst>
                </a:gridCol>
              </a:tblGrid>
              <a:tr h="288032">
                <a:tc>
                  <a:txBody>
                    <a:bodyPr/>
                    <a:lstStyle/>
                    <a:p>
                      <a:pPr algn="ctr"/>
                      <a:r>
                        <a:rPr lang="en-US" sz="1600" noProof="0" dirty="0">
                          <a:solidFill>
                            <a:schemeClr val="tx1"/>
                          </a:solidFill>
                        </a:rPr>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noProof="0" dirty="0">
                          <a:solidFill>
                            <a:schemeClr val="tx1"/>
                          </a:solidFill>
                        </a:rPr>
                        <a:t>ACTION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noProof="0" dirty="0">
                          <a:solidFill>
                            <a:schemeClr val="tx1"/>
                          </a:solidFill>
                        </a:rPr>
                        <a:t>COMMENT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39954827"/>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effectLst/>
                          <a:uLnTx/>
                          <a:uFillTx/>
                        </a:rPr>
                        <a:t>Year 1- May</a:t>
                      </a:r>
                      <a:endParaRPr kumimoji="0" lang="en-US" sz="1600" b="0" i="0" u="none" strike="noStrike" kern="120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User as-is analysis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Limited, no modelling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86507589"/>
                  </a:ext>
                </a:extLst>
              </a:tr>
              <a:tr h="572616">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effectLst/>
                          <a:uLnTx/>
                          <a:uFillTx/>
                        </a:rPr>
                        <a:t>Year 1- September </a:t>
                      </a:r>
                      <a:endParaRPr kumimoji="0" lang="en-US" sz="1600" b="0"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User selects project partner and app platform; contract 600K EUR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Too low price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21426922"/>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effectLst/>
                          <a:uLnTx/>
                          <a:uFillTx/>
                        </a:rPr>
                        <a:t>Year-1 November  </a:t>
                      </a:r>
                      <a:endParaRPr kumimoji="0" lang="en-US" sz="1600" b="0"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Project launch and hardware selection; Project is sub-contracted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solidFill>
                            <a:schemeClr val="bg1"/>
                          </a:solidFill>
                        </a:rPr>
                        <a:t>Team without domain experience and platform knowledge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05178822"/>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effectLst/>
                          <a:uLnTx/>
                          <a:uFillTx/>
                        </a:rPr>
                        <a:t>Year 1 Dec - Year2 May</a:t>
                      </a:r>
                      <a:endParaRPr kumimoji="0" lang="en-US" sz="1600" b="0"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Analysis + Customization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solidFill>
                            <a:schemeClr val="bg1"/>
                          </a:solidFill>
                        </a:rPr>
                        <a:t>Business processes and rules not analyzed; grid-based order processing ignored; fashion orders plug-in replaced  by a custom development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613793365"/>
                  </a:ext>
                </a:extLst>
              </a:tr>
              <a:tr h="477336">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effectLst/>
                          <a:uLnTx/>
                          <a:uFillTx/>
                        </a:rPr>
                        <a:t>Year 2 –PILOT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ysClr val="windowText" lastClr="000000"/>
                          </a:solidFill>
                          <a:effectLst/>
                          <a:uLnTx/>
                          <a:uFillTx/>
                        </a:rPr>
                        <a:t>June (10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A partial demo is presented and tested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sz="1600" b="0" kern="1200" noProof="0" dirty="0">
                          <a:solidFill>
                            <a:schemeClr val="bg1"/>
                          </a:solidFill>
                          <a:latin typeface="+mn-lt"/>
                          <a:ea typeface="+mn-ea"/>
                          <a:cs typeface="+mn-cs"/>
                        </a:rPr>
                        <a:t>No user test to save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041558847"/>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effectLst/>
                          <a:uLnTx/>
                          <a:uFillTx/>
                        </a:rPr>
                        <a:t>Year 2- June/July RELEASE &amp; TERMINATION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t>Sales blocked due to the order fulfillment (10X slower) </a:t>
                      </a:r>
                    </a:p>
                    <a:p>
                      <a:r>
                        <a:rPr lang="en-US" sz="1600" b="0" noProof="0" dirty="0"/>
                        <a:t>Various severe bugs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noProof="0" dirty="0">
                          <a:solidFill>
                            <a:schemeClr val="bg1"/>
                          </a:solidFill>
                        </a:rPr>
                        <a:t>No parallel system running </a:t>
                      </a:r>
                    </a:p>
                    <a:p>
                      <a:pPr marL="0" algn="l" defTabSz="914400" rtl="0" eaLnBrk="1" latinLnBrk="0" hangingPunct="1"/>
                      <a:r>
                        <a:rPr lang="en-US" sz="1600" b="0" kern="1200" noProof="0" dirty="0">
                          <a:solidFill>
                            <a:schemeClr val="bg1"/>
                          </a:solidFill>
                          <a:latin typeface="+mn-lt"/>
                          <a:ea typeface="+mn-ea"/>
                          <a:cs typeface="+mn-cs"/>
                        </a:rPr>
                        <a:t>User recalls personnel from vacations and resumes the old system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166417944"/>
                  </a:ext>
                </a:extLst>
              </a:tr>
            </a:tbl>
          </a:graphicData>
        </a:graphic>
      </p:graphicFrame>
    </p:spTree>
    <p:extLst>
      <p:ext uri="{BB962C8B-B14F-4D97-AF65-F5344CB8AC3E}">
        <p14:creationId xmlns:p14="http://schemas.microsoft.com/office/powerpoint/2010/main" val="3546526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olo 1"/>
          <p:cNvSpPr>
            <a:spLocks noGrp="1"/>
          </p:cNvSpPr>
          <p:nvPr>
            <p:ph type="title"/>
          </p:nvPr>
        </p:nvSpPr>
        <p:spPr/>
        <p:txBody>
          <a:bodyPr>
            <a:normAutofit/>
          </a:bodyPr>
          <a:lstStyle/>
          <a:p>
            <a:r>
              <a:rPr lang="en-US" noProof="0" dirty="0"/>
              <a:t>The Fashion Project mapped on PMBOK areas</a:t>
            </a:r>
          </a:p>
        </p:txBody>
      </p:sp>
      <p:graphicFrame>
        <p:nvGraphicFramePr>
          <p:cNvPr id="2" name="Segnaposto contenuto 1">
            <a:extLst>
              <a:ext uri="{FF2B5EF4-FFF2-40B4-BE49-F238E27FC236}">
                <a16:creationId xmlns:a16="http://schemas.microsoft.com/office/drawing/2014/main" id="{801E86FF-51F8-4B5A-BF99-2F5A76292274}"/>
              </a:ext>
            </a:extLst>
          </p:cNvPr>
          <p:cNvGraphicFramePr>
            <a:graphicFrameLocks noGrp="1"/>
          </p:cNvGraphicFramePr>
          <p:nvPr>
            <p:ph idx="1"/>
            <p:extLst>
              <p:ext uri="{D42A27DB-BD31-4B8C-83A1-F6EECF244321}">
                <p14:modId xmlns:p14="http://schemas.microsoft.com/office/powerpoint/2010/main" val="4024044363"/>
              </p:ext>
            </p:extLst>
          </p:nvPr>
        </p:nvGraphicFramePr>
        <p:xfrm>
          <a:off x="776535" y="1484784"/>
          <a:ext cx="8352929" cy="5212080"/>
        </p:xfrm>
        <a:graphic>
          <a:graphicData uri="http://schemas.openxmlformats.org/drawingml/2006/table">
            <a:tbl>
              <a:tblPr firstRow="1" bandRow="1">
                <a:tableStyleId>{F5AB1C69-6EDB-4FF4-983F-18BD219EF322}</a:tableStyleId>
              </a:tblPr>
              <a:tblGrid>
                <a:gridCol w="2761919">
                  <a:extLst>
                    <a:ext uri="{9D8B030D-6E8A-4147-A177-3AD203B41FA5}">
                      <a16:colId xmlns:a16="http://schemas.microsoft.com/office/drawing/2014/main" val="2200825035"/>
                    </a:ext>
                  </a:extLst>
                </a:gridCol>
                <a:gridCol w="2795505">
                  <a:extLst>
                    <a:ext uri="{9D8B030D-6E8A-4147-A177-3AD203B41FA5}">
                      <a16:colId xmlns:a16="http://schemas.microsoft.com/office/drawing/2014/main" val="1528853104"/>
                    </a:ext>
                  </a:extLst>
                </a:gridCol>
                <a:gridCol w="2795505">
                  <a:extLst>
                    <a:ext uri="{9D8B030D-6E8A-4147-A177-3AD203B41FA5}">
                      <a16:colId xmlns:a16="http://schemas.microsoft.com/office/drawing/2014/main" val="674606886"/>
                    </a:ext>
                  </a:extLst>
                </a:gridCol>
              </a:tblGrid>
              <a:tr h="457200">
                <a:tc>
                  <a:txBody>
                    <a:bodyPr/>
                    <a:lstStyle/>
                    <a:p>
                      <a:pPr algn="ctr"/>
                      <a:r>
                        <a:rPr lang="en-US" noProof="0" dirty="0">
                          <a:solidFill>
                            <a:schemeClr val="tx1"/>
                          </a:solidFill>
                        </a:rPr>
                        <a:t>PMBOK 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noProof="0" dirty="0">
                          <a:solidFill>
                            <a:schemeClr val="tx1"/>
                          </a:solidFill>
                        </a:rPr>
                        <a:t>PERFORMANCE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noProof="0" dirty="0">
                          <a:solidFill>
                            <a:schemeClr val="tx1"/>
                          </a:solidFill>
                        </a:rPr>
                        <a:t>SEVERITY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39954827"/>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effectLst/>
                          <a:uLnTx/>
                          <a:uFillTx/>
                        </a:rPr>
                        <a:t>Integration </a:t>
                      </a:r>
                      <a:endParaRPr kumimoji="0" lang="en-US" sz="1800" b="1" i="0" u="none" strike="noStrike" kern="120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noProof="0" dirty="0"/>
                        <a:t>Not really managed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86507589"/>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Scope </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noProof="0" dirty="0"/>
                        <a:t>User requirements analysis and scoping not made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821426922"/>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Time</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noProof="0" dirty="0"/>
                        <a:t>No re-planning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05178822"/>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Cost</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u="sng" noProof="0" dirty="0"/>
                        <a:t>Downsized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613793365"/>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Quality</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noProof="0" dirty="0"/>
                        <a:t>Not managed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041558847"/>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HR</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u="sng" noProof="0" dirty="0"/>
                        <a:t>Inexperienced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166417944"/>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Communications</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noProof="0" dirty="0"/>
                        <a:t>Not managed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96090057"/>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Risk</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noProof="0" dirty="0"/>
                        <a:t>Not performed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781928235"/>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Procurement</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noProof="0" dirty="0"/>
                        <a:t>Squeezed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342849462"/>
                  </a:ext>
                </a:extLst>
              </a:tr>
              <a:tr h="45720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u="none" strike="noStrike" kern="0" cap="none" spc="0" normalizeH="0" baseline="0" noProof="0" dirty="0">
                          <a:ln>
                            <a:noFill/>
                          </a:ln>
                          <a:effectLst/>
                          <a:uLnTx/>
                          <a:uFillTx/>
                        </a:rPr>
                        <a:t>Stakeholder</a:t>
                      </a:r>
                      <a:endParaRPr kumimoji="0" lang="en-US" sz="1800" b="1" i="0" u="none" strike="noStrike" kern="0" cap="none" spc="0" normalizeH="0" baseline="0" noProof="0" dirty="0">
                        <a:ln>
                          <a:noFill/>
                        </a:ln>
                        <a:solidFill>
                          <a:sysClr val="windowText" lastClr="000000"/>
                        </a:solidFill>
                        <a:effectLst/>
                        <a:uLnTx/>
                        <a:uFillTx/>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u="sng" noProof="0" dirty="0"/>
                        <a:t>Not engaged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b="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046165325"/>
                  </a:ext>
                </a:extLst>
              </a:tr>
            </a:tbl>
          </a:graphicData>
        </a:graphic>
      </p:graphicFrame>
    </p:spTree>
    <p:extLst>
      <p:ext uri="{BB962C8B-B14F-4D97-AF65-F5344CB8AC3E}">
        <p14:creationId xmlns:p14="http://schemas.microsoft.com/office/powerpoint/2010/main" val="3717894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pPr eaLnBrk="1" hangingPunct="1"/>
            <a:r>
              <a:rPr lang="en-US" noProof="0" dirty="0"/>
              <a:t>INTRODUCTION: PROJECT FAILURES </a:t>
            </a:r>
          </a:p>
        </p:txBody>
      </p:sp>
      <p:sp>
        <p:nvSpPr>
          <p:cNvPr id="10243" name="Rectangle 3"/>
          <p:cNvSpPr>
            <a:spLocks noGrp="1" noChangeArrowheads="1"/>
          </p:cNvSpPr>
          <p:nvPr>
            <p:ph type="subTitle" idx="1"/>
          </p:nvPr>
        </p:nvSpPr>
        <p:spPr>
          <a:xfrm>
            <a:off x="1485900" y="3861048"/>
            <a:ext cx="6934200" cy="2135088"/>
          </a:xfrm>
        </p:spPr>
        <p:txBody>
          <a:bodyPr>
            <a:normAutofit/>
          </a:bodyPr>
          <a:lstStyle/>
          <a:p>
            <a:pPr eaLnBrk="1" hangingPunct="1"/>
            <a:r>
              <a:rPr lang="en-US" noProof="0" dirty="0"/>
              <a:t>Failure grid and failure factors</a:t>
            </a:r>
          </a:p>
          <a:p>
            <a:pPr eaLnBrk="1" hangingPunct="1"/>
            <a:r>
              <a:rPr lang="en-US" noProof="0" dirty="0"/>
              <a:t>Failure case studies</a:t>
            </a:r>
          </a:p>
          <a:p>
            <a:pPr eaLnBrk="1" hangingPunct="1"/>
            <a:r>
              <a:rPr lang="en-US" b="1" noProof="0" dirty="0"/>
              <a:t>Success factors</a:t>
            </a:r>
          </a:p>
        </p:txBody>
      </p:sp>
    </p:spTree>
    <p:extLst>
      <p:ext uri="{BB962C8B-B14F-4D97-AF65-F5344CB8AC3E}">
        <p14:creationId xmlns:p14="http://schemas.microsoft.com/office/powerpoint/2010/main" val="541966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C8F7B3-4A67-418E-B501-9E5EE226823C}"/>
              </a:ext>
            </a:extLst>
          </p:cNvPr>
          <p:cNvSpPr>
            <a:spLocks noGrp="1"/>
          </p:cNvSpPr>
          <p:nvPr>
            <p:ph type="title"/>
          </p:nvPr>
        </p:nvSpPr>
        <p:spPr/>
        <p:txBody>
          <a:bodyPr/>
          <a:lstStyle/>
          <a:p>
            <a:r>
              <a:rPr lang="en-US" noProof="0" dirty="0"/>
              <a:t>How can a project be successful? </a:t>
            </a:r>
            <a:br>
              <a:rPr lang="en-US" noProof="0" dirty="0"/>
            </a:br>
            <a:r>
              <a:rPr lang="en-US" noProof="0" dirty="0"/>
              <a:t>Critical Success Factors</a:t>
            </a:r>
          </a:p>
        </p:txBody>
      </p:sp>
      <p:sp>
        <p:nvSpPr>
          <p:cNvPr id="5" name="Segnaposto contenuto 4">
            <a:extLst>
              <a:ext uri="{FF2B5EF4-FFF2-40B4-BE49-F238E27FC236}">
                <a16:creationId xmlns:a16="http://schemas.microsoft.com/office/drawing/2014/main" id="{508F502E-5C66-44C6-A281-17A959B33356}"/>
              </a:ext>
            </a:extLst>
          </p:cNvPr>
          <p:cNvSpPr>
            <a:spLocks noGrp="1"/>
          </p:cNvSpPr>
          <p:nvPr>
            <p:ph idx="1"/>
          </p:nvPr>
        </p:nvSpPr>
        <p:spPr/>
        <p:txBody>
          <a:bodyPr anchor="ctr">
            <a:normAutofit/>
          </a:bodyPr>
          <a:lstStyle/>
          <a:p>
            <a:r>
              <a:rPr lang="en-US" sz="2800" noProof="0" dirty="0"/>
              <a:t>System integrator: </a:t>
            </a:r>
          </a:p>
          <a:p>
            <a:pPr lvl="1"/>
            <a:r>
              <a:rPr lang="en-US" sz="2400" noProof="0" dirty="0"/>
              <a:t>PROJECT MANAGEMENT</a:t>
            </a:r>
          </a:p>
          <a:p>
            <a:pPr lvl="1"/>
            <a:r>
              <a:rPr lang="en-US" sz="2600" noProof="0" dirty="0"/>
              <a:t>EXPERIENCE on PLATFORM and SOFTWARE DEVELOPMENT </a:t>
            </a:r>
          </a:p>
          <a:p>
            <a:pPr lvl="1"/>
            <a:r>
              <a:rPr lang="en-US" sz="2600" noProof="0" dirty="0"/>
              <a:t>EXPERIENCE on DOMAIN</a:t>
            </a:r>
          </a:p>
          <a:p>
            <a:r>
              <a:rPr lang="en-US" sz="2800" noProof="0" dirty="0"/>
              <a:t>Software platform: </a:t>
            </a:r>
          </a:p>
          <a:p>
            <a:pPr lvl="1"/>
            <a:r>
              <a:rPr lang="en-US" sz="2400" noProof="0" dirty="0"/>
              <a:t>DEPENDABILITY / SUITABILITY for organization’s industry and size </a:t>
            </a:r>
          </a:p>
          <a:p>
            <a:r>
              <a:rPr lang="en-US" sz="2800" noProof="0" dirty="0"/>
              <a:t>User organization: </a:t>
            </a:r>
          </a:p>
          <a:p>
            <a:pPr lvl="1"/>
            <a:r>
              <a:rPr lang="en-US" sz="2400" noProof="0" dirty="0"/>
              <a:t>COMMITMENT to CHANGE </a:t>
            </a:r>
          </a:p>
        </p:txBody>
      </p:sp>
    </p:spTree>
    <p:extLst>
      <p:ext uri="{BB962C8B-B14F-4D97-AF65-F5344CB8AC3E}">
        <p14:creationId xmlns:p14="http://schemas.microsoft.com/office/powerpoint/2010/main" val="2290046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r>
              <a:rPr lang="en-US" b="1" noProof="0" dirty="0"/>
              <a:t>PROJECT RISKS</a:t>
            </a:r>
            <a:endParaRPr lang="en-US" i="1" noProof="0" dirty="0"/>
          </a:p>
        </p:txBody>
      </p:sp>
      <p:sp>
        <p:nvSpPr>
          <p:cNvPr id="10" name="Rectangle 3">
            <a:extLst>
              <a:ext uri="{FF2B5EF4-FFF2-40B4-BE49-F238E27FC236}">
                <a16:creationId xmlns:a16="http://schemas.microsoft.com/office/drawing/2014/main" id="{62EFDC55-4A0D-46B6-A55B-8BD0683D2B25}"/>
              </a:ext>
            </a:extLst>
          </p:cNvPr>
          <p:cNvSpPr>
            <a:spLocks noGrp="1" noChangeArrowheads="1"/>
          </p:cNvSpPr>
          <p:nvPr>
            <p:ph type="subTitle" idx="1"/>
          </p:nvPr>
        </p:nvSpPr>
        <p:spPr>
          <a:xfrm>
            <a:off x="1485900" y="3886200"/>
            <a:ext cx="6934200" cy="2135088"/>
          </a:xfrm>
        </p:spPr>
        <p:txBody>
          <a:bodyPr>
            <a:normAutofit fontScale="92500"/>
          </a:bodyPr>
          <a:lstStyle/>
          <a:p>
            <a:pPr eaLnBrk="1" hangingPunct="1"/>
            <a:r>
              <a:rPr lang="en-US" noProof="0" dirty="0"/>
              <a:t>INTRODUCTION: PROJECT FAILURES  </a:t>
            </a:r>
          </a:p>
          <a:p>
            <a:pPr eaLnBrk="1" hangingPunct="1"/>
            <a:r>
              <a:rPr lang="en-US" b="1" noProof="0" dirty="0"/>
              <a:t>INDIVIDUAL PROJECT RISKS MANAGEMENT</a:t>
            </a:r>
          </a:p>
          <a:p>
            <a:pPr eaLnBrk="1" hangingPunct="1"/>
            <a:r>
              <a:rPr lang="en-US" noProof="0" dirty="0"/>
              <a:t>PROJECT GLOBAL RISK ANALYSIS</a:t>
            </a:r>
          </a:p>
          <a:p>
            <a:pPr eaLnBrk="1" hangingPunct="1"/>
            <a:r>
              <a:rPr lang="en-US" noProof="0" dirty="0"/>
              <a:t>REVIEW QUESTIONS</a:t>
            </a:r>
          </a:p>
          <a:p>
            <a:pPr eaLnBrk="1" hangingPunct="1"/>
            <a:r>
              <a:rPr lang="en-US" noProof="0" dirty="0"/>
              <a:t>ASSIGNMENT </a:t>
            </a:r>
          </a:p>
        </p:txBody>
      </p:sp>
    </p:spTree>
    <p:extLst>
      <p:ext uri="{BB962C8B-B14F-4D97-AF65-F5344CB8AC3E}">
        <p14:creationId xmlns:p14="http://schemas.microsoft.com/office/powerpoint/2010/main" val="1504198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Risk Analysis perspectives </a:t>
            </a:r>
          </a:p>
        </p:txBody>
      </p:sp>
      <p:sp>
        <p:nvSpPr>
          <p:cNvPr id="7" name="Segnaposto testo 5"/>
          <p:cNvSpPr>
            <a:spLocks noGrp="1"/>
          </p:cNvSpPr>
          <p:nvPr>
            <p:ph idx="1"/>
          </p:nvPr>
        </p:nvSpPr>
        <p:spPr/>
        <p:txBody>
          <a:bodyPr anchor="ctr">
            <a:normAutofit lnSpcReduction="10000"/>
          </a:bodyPr>
          <a:lstStyle/>
          <a:p>
            <a:r>
              <a:rPr lang="en-US" noProof="0" dirty="0"/>
              <a:t>Project risks cannot be eliminated  </a:t>
            </a:r>
          </a:p>
          <a:p>
            <a:r>
              <a:rPr lang="en-US" noProof="0" dirty="0"/>
              <a:t>Hence, the project manager should identify, assess and  control risk </a:t>
            </a:r>
          </a:p>
          <a:p>
            <a:r>
              <a:rPr lang="en-US" noProof="0" dirty="0"/>
              <a:t>The risk of a project shall be considered from multiple complementary perspectives </a:t>
            </a:r>
            <a:endParaRPr lang="en-US" sz="2000" noProof="0" dirty="0"/>
          </a:p>
          <a:p>
            <a:pPr lvl="1"/>
            <a:r>
              <a:rPr lang="en-US" sz="1800" noProof="0" dirty="0"/>
              <a:t>INDIVIDUAL RISKS, stemming from events or opportunities encountered in the project life, e.g., supplier failure </a:t>
            </a:r>
          </a:p>
          <a:p>
            <a:pPr lvl="1"/>
            <a:r>
              <a:rPr lang="en-US" sz="1800" noProof="0" dirty="0"/>
              <a:t>GLOBAL RISK stemming from project innovation, requirements uncertainty, size  </a:t>
            </a:r>
          </a:p>
          <a:p>
            <a:r>
              <a:rPr lang="en-US" sz="2000" noProof="0" dirty="0"/>
              <a:t>Such perspectives are supported, respectively, by </a:t>
            </a:r>
          </a:p>
          <a:p>
            <a:pPr lvl="1"/>
            <a:r>
              <a:rPr lang="en-US" sz="1800" noProof="0" dirty="0"/>
              <a:t>PMBOK that provides a comprehensive approach to manage individual risks </a:t>
            </a:r>
            <a:r>
              <a:rPr lang="en-US" sz="1800" b="1" noProof="0" dirty="0"/>
              <a:t>throughout the project lifecycle  </a:t>
            </a:r>
          </a:p>
          <a:p>
            <a:pPr lvl="1"/>
            <a:r>
              <a:rPr lang="en-US" sz="1800" noProof="0" dirty="0"/>
              <a:t>PROJECT GLOBAL RISK ANALYSIS that assesses the overall risk of the project </a:t>
            </a:r>
            <a:r>
              <a:rPr lang="en-US" sz="1800" b="1" noProof="0" dirty="0"/>
              <a:t>before a project starts</a:t>
            </a:r>
            <a:r>
              <a:rPr lang="en-US" sz="1800" noProof="0" dirty="0"/>
              <a:t> </a:t>
            </a:r>
          </a:p>
        </p:txBody>
      </p:sp>
    </p:spTree>
    <p:extLst>
      <p:ext uri="{BB962C8B-B14F-4D97-AF65-F5344CB8AC3E}">
        <p14:creationId xmlns:p14="http://schemas.microsoft.com/office/powerpoint/2010/main" val="173538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normAutofit/>
          </a:bodyPr>
          <a:lstStyle/>
          <a:p>
            <a:r>
              <a:rPr lang="en-US" noProof="0" dirty="0"/>
              <a:t>Framework for Risk Management (PMBOK)</a:t>
            </a:r>
          </a:p>
        </p:txBody>
      </p:sp>
      <p:sp>
        <p:nvSpPr>
          <p:cNvPr id="2" name="Ovale 1">
            <a:extLst>
              <a:ext uri="{FF2B5EF4-FFF2-40B4-BE49-F238E27FC236}">
                <a16:creationId xmlns:a16="http://schemas.microsoft.com/office/drawing/2014/main" id="{5C241A25-20DD-4B73-AC91-560EEE776661}"/>
              </a:ext>
            </a:extLst>
          </p:cNvPr>
          <p:cNvSpPr/>
          <p:nvPr/>
        </p:nvSpPr>
        <p:spPr bwMode="auto">
          <a:xfrm>
            <a:off x="776536" y="2514091"/>
            <a:ext cx="1224136" cy="1224136"/>
          </a:xfrm>
          <a:prstGeom prst="ellipse">
            <a:avLst/>
          </a:prstGeom>
          <a:solidFill>
            <a:schemeClr val="bg1"/>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noProof="0" dirty="0">
                <a:ln>
                  <a:noFill/>
                </a:ln>
                <a:solidFill>
                  <a:schemeClr val="accent6">
                    <a:lumMod val="50000"/>
                  </a:schemeClr>
                </a:solidFill>
                <a:effectLst/>
                <a:latin typeface="Times New Roman" pitchFamily="18" charset="0"/>
              </a:rPr>
              <a:t>1</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noProof="0" dirty="0">
                <a:ln>
                  <a:noFill/>
                </a:ln>
                <a:solidFill>
                  <a:schemeClr val="accent6">
                    <a:lumMod val="50000"/>
                  </a:schemeClr>
                </a:solidFill>
                <a:effectLst/>
                <a:latin typeface="Times New Roman" pitchFamily="18" charset="0"/>
              </a:rPr>
              <a:t>Product</a:t>
            </a:r>
          </a:p>
        </p:txBody>
      </p:sp>
      <p:sp>
        <p:nvSpPr>
          <p:cNvPr id="5" name="Ovale 4">
            <a:extLst>
              <a:ext uri="{FF2B5EF4-FFF2-40B4-BE49-F238E27FC236}">
                <a16:creationId xmlns:a16="http://schemas.microsoft.com/office/drawing/2014/main" id="{3E4C88B8-073A-44D1-A92D-FA70F4612018}"/>
              </a:ext>
            </a:extLst>
          </p:cNvPr>
          <p:cNvSpPr/>
          <p:nvPr/>
        </p:nvSpPr>
        <p:spPr bwMode="auto">
          <a:xfrm>
            <a:off x="2144688" y="2514091"/>
            <a:ext cx="1224136" cy="1224136"/>
          </a:xfrm>
          <a:prstGeom prst="ellipse">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2</a:t>
            </a:r>
          </a:p>
          <a:p>
            <a:pPr algn="ctr"/>
            <a:r>
              <a:rPr lang="en-US" sz="1400" b="0" noProof="0" dirty="0">
                <a:solidFill>
                  <a:schemeClr val="accent6">
                    <a:lumMod val="50000"/>
                  </a:schemeClr>
                </a:solidFill>
              </a:rPr>
              <a:t>Demand </a:t>
            </a:r>
          </a:p>
        </p:txBody>
      </p:sp>
      <p:sp>
        <p:nvSpPr>
          <p:cNvPr id="6" name="Ovale 5">
            <a:extLst>
              <a:ext uri="{FF2B5EF4-FFF2-40B4-BE49-F238E27FC236}">
                <a16:creationId xmlns:a16="http://schemas.microsoft.com/office/drawing/2014/main" id="{DD67A69E-0734-485F-915F-7D5E160E536F}"/>
              </a:ext>
            </a:extLst>
          </p:cNvPr>
          <p:cNvSpPr/>
          <p:nvPr/>
        </p:nvSpPr>
        <p:spPr bwMode="auto">
          <a:xfrm>
            <a:off x="3512840" y="2514091"/>
            <a:ext cx="1224136" cy="1224136"/>
          </a:xfrm>
          <a:prstGeom prst="ellipse">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3</a:t>
            </a:r>
          </a:p>
          <a:p>
            <a:pPr algn="ctr"/>
            <a:r>
              <a:rPr lang="en-US" sz="1400" b="0" noProof="0" dirty="0">
                <a:solidFill>
                  <a:schemeClr val="accent6">
                    <a:lumMod val="50000"/>
                  </a:schemeClr>
                </a:solidFill>
              </a:rPr>
              <a:t>Planning &amp; Control </a:t>
            </a:r>
          </a:p>
        </p:txBody>
      </p:sp>
      <p:sp>
        <p:nvSpPr>
          <p:cNvPr id="7" name="Ovale 6">
            <a:extLst>
              <a:ext uri="{FF2B5EF4-FFF2-40B4-BE49-F238E27FC236}">
                <a16:creationId xmlns:a16="http://schemas.microsoft.com/office/drawing/2014/main" id="{E712E485-387D-4FA5-A660-3BDD0065AC39}"/>
              </a:ext>
            </a:extLst>
          </p:cNvPr>
          <p:cNvSpPr/>
          <p:nvPr/>
        </p:nvSpPr>
        <p:spPr bwMode="auto">
          <a:xfrm>
            <a:off x="4880992" y="2514091"/>
            <a:ext cx="1224136" cy="1224136"/>
          </a:xfrm>
          <a:prstGeom prst="ellipse">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4</a:t>
            </a:r>
          </a:p>
          <a:p>
            <a:pPr algn="ctr"/>
            <a:r>
              <a:rPr lang="en-US" sz="1400" b="0" noProof="0" dirty="0">
                <a:solidFill>
                  <a:schemeClr val="accent6">
                    <a:lumMod val="50000"/>
                  </a:schemeClr>
                </a:solidFill>
              </a:rPr>
              <a:t>Project Team </a:t>
            </a:r>
          </a:p>
        </p:txBody>
      </p:sp>
      <p:sp>
        <p:nvSpPr>
          <p:cNvPr id="8" name="Ovale 7">
            <a:extLst>
              <a:ext uri="{FF2B5EF4-FFF2-40B4-BE49-F238E27FC236}">
                <a16:creationId xmlns:a16="http://schemas.microsoft.com/office/drawing/2014/main" id="{23DA6A24-3EFC-4BD1-B044-84FC1B766FCF}"/>
              </a:ext>
            </a:extLst>
          </p:cNvPr>
          <p:cNvSpPr/>
          <p:nvPr/>
        </p:nvSpPr>
        <p:spPr bwMode="auto">
          <a:xfrm>
            <a:off x="6249144" y="2514091"/>
            <a:ext cx="1224136" cy="1224136"/>
          </a:xfrm>
          <a:prstGeom prst="ellipse">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5</a:t>
            </a:r>
          </a:p>
          <a:p>
            <a:pPr algn="ctr"/>
            <a:r>
              <a:rPr lang="en-US" sz="1400" b="0" noProof="0" dirty="0">
                <a:solidFill>
                  <a:schemeClr val="accent6">
                    <a:lumMod val="50000"/>
                  </a:schemeClr>
                </a:solidFill>
              </a:rPr>
              <a:t>Techno-logy </a:t>
            </a:r>
          </a:p>
        </p:txBody>
      </p:sp>
      <p:sp>
        <p:nvSpPr>
          <p:cNvPr id="9" name="Ovale 8">
            <a:extLst>
              <a:ext uri="{FF2B5EF4-FFF2-40B4-BE49-F238E27FC236}">
                <a16:creationId xmlns:a16="http://schemas.microsoft.com/office/drawing/2014/main" id="{9C10B930-9AD8-49B2-BEA5-DC723F374C55}"/>
              </a:ext>
            </a:extLst>
          </p:cNvPr>
          <p:cNvSpPr/>
          <p:nvPr/>
        </p:nvSpPr>
        <p:spPr bwMode="auto">
          <a:xfrm>
            <a:off x="7617296" y="2514091"/>
            <a:ext cx="1224136" cy="1224136"/>
          </a:xfrm>
          <a:prstGeom prst="ellipse">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6</a:t>
            </a:r>
          </a:p>
          <a:p>
            <a:pPr algn="ctr"/>
            <a:r>
              <a:rPr lang="en-US" sz="1400" b="0" noProof="0" dirty="0">
                <a:solidFill>
                  <a:schemeClr val="accent6">
                    <a:lumMod val="50000"/>
                  </a:schemeClr>
                </a:solidFill>
              </a:rPr>
              <a:t>User </a:t>
            </a:r>
          </a:p>
        </p:txBody>
      </p:sp>
      <p:sp>
        <p:nvSpPr>
          <p:cNvPr id="19" name="Rettangolo 18">
            <a:extLst>
              <a:ext uri="{FF2B5EF4-FFF2-40B4-BE49-F238E27FC236}">
                <a16:creationId xmlns:a16="http://schemas.microsoft.com/office/drawing/2014/main" id="{05E0B32D-48C9-477E-805B-37A774C6B70E}"/>
              </a:ext>
            </a:extLst>
          </p:cNvPr>
          <p:cNvSpPr/>
          <p:nvPr/>
        </p:nvSpPr>
        <p:spPr bwMode="auto">
          <a:xfrm>
            <a:off x="784678" y="4263479"/>
            <a:ext cx="1584170" cy="936104"/>
          </a:xfrm>
          <a:prstGeom prst="rect">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Identification</a:t>
            </a:r>
          </a:p>
        </p:txBody>
      </p:sp>
      <p:sp>
        <p:nvSpPr>
          <p:cNvPr id="25" name="Rettangolo 24">
            <a:extLst>
              <a:ext uri="{FF2B5EF4-FFF2-40B4-BE49-F238E27FC236}">
                <a16:creationId xmlns:a16="http://schemas.microsoft.com/office/drawing/2014/main" id="{D31B6B9E-06A1-4EB1-A264-14B6DAB8B349}"/>
              </a:ext>
            </a:extLst>
          </p:cNvPr>
          <p:cNvSpPr/>
          <p:nvPr/>
        </p:nvSpPr>
        <p:spPr bwMode="auto">
          <a:xfrm>
            <a:off x="2384822" y="4263479"/>
            <a:ext cx="1584170" cy="936104"/>
          </a:xfrm>
          <a:prstGeom prst="rect">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Qualitative  Analysis</a:t>
            </a:r>
          </a:p>
        </p:txBody>
      </p:sp>
      <p:sp>
        <p:nvSpPr>
          <p:cNvPr id="26" name="Rettangolo 25">
            <a:extLst>
              <a:ext uri="{FF2B5EF4-FFF2-40B4-BE49-F238E27FC236}">
                <a16:creationId xmlns:a16="http://schemas.microsoft.com/office/drawing/2014/main" id="{1E6B0092-1656-42CE-9E37-B9735B222868}"/>
              </a:ext>
            </a:extLst>
          </p:cNvPr>
          <p:cNvSpPr/>
          <p:nvPr/>
        </p:nvSpPr>
        <p:spPr bwMode="auto">
          <a:xfrm>
            <a:off x="3984966" y="4263479"/>
            <a:ext cx="1584170" cy="936104"/>
          </a:xfrm>
          <a:prstGeom prst="rect">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Quantitative  Analysis </a:t>
            </a:r>
          </a:p>
        </p:txBody>
      </p:sp>
      <p:sp>
        <p:nvSpPr>
          <p:cNvPr id="27" name="Rettangolo 26">
            <a:extLst>
              <a:ext uri="{FF2B5EF4-FFF2-40B4-BE49-F238E27FC236}">
                <a16:creationId xmlns:a16="http://schemas.microsoft.com/office/drawing/2014/main" id="{DF79EE3C-A25D-427E-B6A8-B73C49525E8E}"/>
              </a:ext>
            </a:extLst>
          </p:cNvPr>
          <p:cNvSpPr/>
          <p:nvPr/>
        </p:nvSpPr>
        <p:spPr bwMode="auto">
          <a:xfrm>
            <a:off x="5585110" y="4263479"/>
            <a:ext cx="1584170" cy="936104"/>
          </a:xfrm>
          <a:prstGeom prst="rect">
            <a:avLst/>
          </a:prstGeom>
          <a:solidFill>
            <a:schemeClr val="bg1"/>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b="0" noProof="0" dirty="0">
                <a:solidFill>
                  <a:schemeClr val="accent6">
                    <a:lumMod val="50000"/>
                  </a:schemeClr>
                </a:solidFill>
              </a:rPr>
              <a:t>Decision on risks: </a:t>
            </a:r>
          </a:p>
          <a:p>
            <a:pPr marL="285750" indent="-285750">
              <a:buFont typeface="Arial" panose="020B0604020202020204" pitchFamily="34" charset="0"/>
              <a:buChar char="•"/>
            </a:pPr>
            <a:r>
              <a:rPr lang="en-US" sz="1400" b="0" noProof="0" dirty="0">
                <a:solidFill>
                  <a:schemeClr val="accent6">
                    <a:lumMod val="50000"/>
                  </a:schemeClr>
                </a:solidFill>
              </a:rPr>
              <a:t>Mitigate </a:t>
            </a:r>
          </a:p>
          <a:p>
            <a:pPr marL="285750" indent="-285750">
              <a:buFont typeface="Arial" panose="020B0604020202020204" pitchFamily="34" charset="0"/>
              <a:buChar char="•"/>
            </a:pPr>
            <a:r>
              <a:rPr lang="en-US" sz="1400" b="0" noProof="0" dirty="0">
                <a:solidFill>
                  <a:schemeClr val="accent6">
                    <a:lumMod val="50000"/>
                  </a:schemeClr>
                </a:solidFill>
              </a:rPr>
              <a:t>Manage</a:t>
            </a:r>
          </a:p>
          <a:p>
            <a:pPr marL="285750" indent="-285750">
              <a:buFont typeface="Arial" panose="020B0604020202020204" pitchFamily="34" charset="0"/>
              <a:buChar char="•"/>
            </a:pPr>
            <a:r>
              <a:rPr lang="en-US" sz="1400" b="0" noProof="0" dirty="0">
                <a:solidFill>
                  <a:schemeClr val="accent6">
                    <a:lumMod val="50000"/>
                  </a:schemeClr>
                </a:solidFill>
              </a:rPr>
              <a:t>Accept </a:t>
            </a:r>
          </a:p>
        </p:txBody>
      </p:sp>
      <p:sp>
        <p:nvSpPr>
          <p:cNvPr id="28" name="Rettangolo 27">
            <a:extLst>
              <a:ext uri="{FF2B5EF4-FFF2-40B4-BE49-F238E27FC236}">
                <a16:creationId xmlns:a16="http://schemas.microsoft.com/office/drawing/2014/main" id="{D9DA4001-B88B-4CAD-A466-9126083C55F1}"/>
              </a:ext>
            </a:extLst>
          </p:cNvPr>
          <p:cNvSpPr/>
          <p:nvPr/>
        </p:nvSpPr>
        <p:spPr bwMode="auto">
          <a:xfrm>
            <a:off x="7185254" y="4263479"/>
            <a:ext cx="1584170" cy="936104"/>
          </a:xfrm>
          <a:prstGeom prst="rect">
            <a:avLst/>
          </a:prstGeom>
          <a:solidFill>
            <a:schemeClr val="bg1">
              <a:lumMod val="85000"/>
            </a:schemeClr>
          </a:solidFill>
          <a:ln w="12699"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0" noProof="0" dirty="0">
                <a:solidFill>
                  <a:schemeClr val="accent6">
                    <a:lumMod val="50000"/>
                  </a:schemeClr>
                </a:solidFill>
              </a:rPr>
              <a:t>On-going Management </a:t>
            </a:r>
          </a:p>
        </p:txBody>
      </p:sp>
      <p:sp>
        <p:nvSpPr>
          <p:cNvPr id="24" name="Rettangolo 23">
            <a:extLst>
              <a:ext uri="{FF2B5EF4-FFF2-40B4-BE49-F238E27FC236}">
                <a16:creationId xmlns:a16="http://schemas.microsoft.com/office/drawing/2014/main" id="{50ADC144-9449-4506-AAE0-3E5D5A5338E1}"/>
              </a:ext>
            </a:extLst>
          </p:cNvPr>
          <p:cNvSpPr/>
          <p:nvPr/>
        </p:nvSpPr>
        <p:spPr bwMode="auto">
          <a:xfrm>
            <a:off x="344489" y="3975447"/>
            <a:ext cx="8928992" cy="1829817"/>
          </a:xfrm>
          <a:prstGeom prst="rect">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noProof="0" dirty="0">
              <a:ln>
                <a:noFill/>
              </a:ln>
              <a:solidFill>
                <a:schemeClr val="tx1"/>
              </a:solidFill>
              <a:effectLst/>
              <a:latin typeface="Times New Roman" pitchFamily="18" charset="0"/>
            </a:endParaRPr>
          </a:p>
        </p:txBody>
      </p:sp>
      <p:sp>
        <p:nvSpPr>
          <p:cNvPr id="30" name="CasellaDiTesto 29">
            <a:extLst>
              <a:ext uri="{FF2B5EF4-FFF2-40B4-BE49-F238E27FC236}">
                <a16:creationId xmlns:a16="http://schemas.microsoft.com/office/drawing/2014/main" id="{FBA6B9A4-0C3C-4D6B-B026-E28AC22F8488}"/>
              </a:ext>
            </a:extLst>
          </p:cNvPr>
          <p:cNvSpPr txBox="1"/>
          <p:nvPr/>
        </p:nvSpPr>
        <p:spPr>
          <a:xfrm>
            <a:off x="3512840" y="5271591"/>
            <a:ext cx="3141437" cy="461665"/>
          </a:xfrm>
          <a:prstGeom prst="rect">
            <a:avLst/>
          </a:prstGeom>
          <a:noFill/>
        </p:spPr>
        <p:txBody>
          <a:bodyPr wrap="none" rtlCol="0">
            <a:spAutoFit/>
          </a:bodyPr>
          <a:lstStyle/>
          <a:p>
            <a:r>
              <a:rPr lang="en-US" sz="2400" noProof="0" dirty="0">
                <a:solidFill>
                  <a:schemeClr val="accent6">
                    <a:lumMod val="50000"/>
                  </a:schemeClr>
                </a:solidFill>
              </a:rPr>
              <a:t>Project Risk Lifecycle </a:t>
            </a:r>
          </a:p>
        </p:txBody>
      </p:sp>
      <p:sp>
        <p:nvSpPr>
          <p:cNvPr id="32" name="CasellaDiTesto 31">
            <a:extLst>
              <a:ext uri="{FF2B5EF4-FFF2-40B4-BE49-F238E27FC236}">
                <a16:creationId xmlns:a16="http://schemas.microsoft.com/office/drawing/2014/main" id="{1E96C2D3-541F-4577-B434-3A0A05D4308A}"/>
              </a:ext>
            </a:extLst>
          </p:cNvPr>
          <p:cNvSpPr txBox="1"/>
          <p:nvPr/>
        </p:nvSpPr>
        <p:spPr>
          <a:xfrm>
            <a:off x="3459671" y="1959223"/>
            <a:ext cx="2634760" cy="461665"/>
          </a:xfrm>
          <a:prstGeom prst="rect">
            <a:avLst/>
          </a:prstGeom>
          <a:noFill/>
        </p:spPr>
        <p:txBody>
          <a:bodyPr wrap="none" rtlCol="0">
            <a:spAutoFit/>
          </a:bodyPr>
          <a:lstStyle/>
          <a:p>
            <a:r>
              <a:rPr lang="en-US" sz="2400" noProof="0" dirty="0">
                <a:solidFill>
                  <a:schemeClr val="accent6">
                    <a:lumMod val="50000"/>
                  </a:schemeClr>
                </a:solidFill>
              </a:rPr>
              <a:t>Project Risk Areas</a:t>
            </a:r>
          </a:p>
        </p:txBody>
      </p:sp>
      <p:sp>
        <p:nvSpPr>
          <p:cNvPr id="3" name="Rettangolo 2">
            <a:extLst>
              <a:ext uri="{FF2B5EF4-FFF2-40B4-BE49-F238E27FC236}">
                <a16:creationId xmlns:a16="http://schemas.microsoft.com/office/drawing/2014/main" id="{A82724F0-660C-4A00-9A0F-14C6C286E72B}"/>
              </a:ext>
            </a:extLst>
          </p:cNvPr>
          <p:cNvSpPr/>
          <p:nvPr/>
        </p:nvSpPr>
        <p:spPr bwMode="auto">
          <a:xfrm>
            <a:off x="344485" y="1844824"/>
            <a:ext cx="8928991" cy="1973833"/>
          </a:xfrm>
          <a:prstGeom prst="rect">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noProof="0" dirty="0"/>
          </a:p>
        </p:txBody>
      </p:sp>
    </p:spTree>
    <p:extLst>
      <p:ext uri="{BB962C8B-B14F-4D97-AF65-F5344CB8AC3E}">
        <p14:creationId xmlns:p14="http://schemas.microsoft.com/office/powerpoint/2010/main" val="1189125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normAutofit/>
          </a:bodyPr>
          <a:lstStyle/>
          <a:p>
            <a:r>
              <a:rPr lang="en-US" noProof="0" dirty="0"/>
              <a:t>Framework for Risk Management (PMBOK)</a:t>
            </a:r>
          </a:p>
        </p:txBody>
      </p:sp>
      <p:graphicFrame>
        <p:nvGraphicFramePr>
          <p:cNvPr id="10" name="Tabella 10">
            <a:extLst>
              <a:ext uri="{FF2B5EF4-FFF2-40B4-BE49-F238E27FC236}">
                <a16:creationId xmlns:a16="http://schemas.microsoft.com/office/drawing/2014/main" id="{A777F42D-528E-BAAE-EB05-493E53B01D39}"/>
              </a:ext>
            </a:extLst>
          </p:cNvPr>
          <p:cNvGraphicFramePr>
            <a:graphicFrameLocks noGrp="1"/>
          </p:cNvGraphicFramePr>
          <p:nvPr>
            <p:ph sz="half" idx="1"/>
            <p:extLst>
              <p:ext uri="{D42A27DB-BD31-4B8C-83A1-F6EECF244321}">
                <p14:modId xmlns:p14="http://schemas.microsoft.com/office/powerpoint/2010/main" val="4103602526"/>
              </p:ext>
            </p:extLst>
          </p:nvPr>
        </p:nvGraphicFramePr>
        <p:xfrm>
          <a:off x="416496" y="1268760"/>
          <a:ext cx="9233363" cy="4022806"/>
        </p:xfrm>
        <a:graphic>
          <a:graphicData uri="http://schemas.openxmlformats.org/drawingml/2006/table">
            <a:tbl>
              <a:tblPr firstRow="1" bandRow="1">
                <a:tableStyleId>{073A0DAA-6AF3-43AB-8588-CEC1D06C72B9}</a:tableStyleId>
              </a:tblPr>
              <a:tblGrid>
                <a:gridCol w="1968569">
                  <a:extLst>
                    <a:ext uri="{9D8B030D-6E8A-4147-A177-3AD203B41FA5}">
                      <a16:colId xmlns:a16="http://schemas.microsoft.com/office/drawing/2014/main" val="2266048881"/>
                    </a:ext>
                  </a:extLst>
                </a:gridCol>
                <a:gridCol w="1210799">
                  <a:extLst>
                    <a:ext uri="{9D8B030D-6E8A-4147-A177-3AD203B41FA5}">
                      <a16:colId xmlns:a16="http://schemas.microsoft.com/office/drawing/2014/main" val="1449565412"/>
                    </a:ext>
                  </a:extLst>
                </a:gridCol>
                <a:gridCol w="1210799">
                  <a:extLst>
                    <a:ext uri="{9D8B030D-6E8A-4147-A177-3AD203B41FA5}">
                      <a16:colId xmlns:a16="http://schemas.microsoft.com/office/drawing/2014/main" val="2744581093"/>
                    </a:ext>
                  </a:extLst>
                </a:gridCol>
                <a:gridCol w="1210799">
                  <a:extLst>
                    <a:ext uri="{9D8B030D-6E8A-4147-A177-3AD203B41FA5}">
                      <a16:colId xmlns:a16="http://schemas.microsoft.com/office/drawing/2014/main" val="2825324868"/>
                    </a:ext>
                  </a:extLst>
                </a:gridCol>
                <a:gridCol w="1210799">
                  <a:extLst>
                    <a:ext uri="{9D8B030D-6E8A-4147-A177-3AD203B41FA5}">
                      <a16:colId xmlns:a16="http://schemas.microsoft.com/office/drawing/2014/main" val="46784948"/>
                    </a:ext>
                  </a:extLst>
                </a:gridCol>
                <a:gridCol w="1210799">
                  <a:extLst>
                    <a:ext uri="{9D8B030D-6E8A-4147-A177-3AD203B41FA5}">
                      <a16:colId xmlns:a16="http://schemas.microsoft.com/office/drawing/2014/main" val="2531549996"/>
                    </a:ext>
                  </a:extLst>
                </a:gridCol>
                <a:gridCol w="1210799">
                  <a:extLst>
                    <a:ext uri="{9D8B030D-6E8A-4147-A177-3AD203B41FA5}">
                      <a16:colId xmlns:a16="http://schemas.microsoft.com/office/drawing/2014/main" val="57213460"/>
                    </a:ext>
                  </a:extLst>
                </a:gridCol>
              </a:tblGrid>
              <a:tr h="722777">
                <a:tc>
                  <a:txBody>
                    <a:bodyPr/>
                    <a:lstStyle/>
                    <a:p>
                      <a:endParaRPr lang="en-US" sz="1400" noProof="0" dirty="0"/>
                    </a:p>
                  </a:txBody>
                  <a:tcPr>
                    <a:lnB w="12700" cap="flat" cmpd="sng" algn="ctr">
                      <a:solidFill>
                        <a:schemeClr val="tx1"/>
                      </a:solidFill>
                      <a:prstDash val="solid"/>
                      <a:round/>
                      <a:headEnd type="none" w="med" len="med"/>
                      <a:tailEnd type="none" w="med" len="med"/>
                    </a:lnB>
                  </a:tcPr>
                </a:tc>
                <a:tc>
                  <a:txBody>
                    <a:bodyPr/>
                    <a:lstStyle/>
                    <a:p>
                      <a:pPr algn="ctr"/>
                      <a:r>
                        <a:rPr lang="en-US" sz="1600" noProof="0" dirty="0"/>
                        <a:t>1 Product</a:t>
                      </a:r>
                    </a:p>
                  </a:txBody>
                  <a:tcPr>
                    <a:lnB w="12700" cap="flat" cmpd="sng" algn="ctr">
                      <a:solidFill>
                        <a:schemeClr val="tx1"/>
                      </a:solidFill>
                      <a:prstDash val="solid"/>
                      <a:round/>
                      <a:headEnd type="none" w="med" len="med"/>
                      <a:tailEnd type="none" w="med" len="med"/>
                    </a:lnB>
                  </a:tcPr>
                </a:tc>
                <a:tc>
                  <a:txBody>
                    <a:bodyPr/>
                    <a:lstStyle/>
                    <a:p>
                      <a:pPr algn="ctr"/>
                      <a:r>
                        <a:rPr lang="en-US" sz="1600" noProof="0" dirty="0"/>
                        <a:t>2 Demand </a:t>
                      </a:r>
                    </a:p>
                  </a:txBody>
                  <a:tcPr>
                    <a:lnB w="12700" cap="flat" cmpd="sng" algn="ctr">
                      <a:solidFill>
                        <a:schemeClr val="tx1"/>
                      </a:solidFill>
                      <a:prstDash val="solid"/>
                      <a:round/>
                      <a:headEnd type="none" w="med" len="med"/>
                      <a:tailEnd type="none" w="med" len="med"/>
                    </a:lnB>
                  </a:tcPr>
                </a:tc>
                <a:tc>
                  <a:txBody>
                    <a:bodyPr/>
                    <a:lstStyle/>
                    <a:p>
                      <a:pPr algn="ctr"/>
                      <a:r>
                        <a:rPr lang="en-US" sz="1600" noProof="0" dirty="0"/>
                        <a:t>3 Planning &amp; Control</a:t>
                      </a:r>
                    </a:p>
                  </a:txBody>
                  <a:tcPr>
                    <a:lnB w="12700" cap="flat" cmpd="sng" algn="ctr">
                      <a:solidFill>
                        <a:schemeClr val="tx1"/>
                      </a:solidFill>
                      <a:prstDash val="solid"/>
                      <a:round/>
                      <a:headEnd type="none" w="med" len="med"/>
                      <a:tailEnd type="none" w="med" len="med"/>
                    </a:lnB>
                  </a:tcPr>
                </a:tc>
                <a:tc>
                  <a:txBody>
                    <a:bodyPr/>
                    <a:lstStyle/>
                    <a:p>
                      <a:pPr algn="ctr"/>
                      <a:r>
                        <a:rPr lang="en-US" sz="1600" noProof="0" dirty="0"/>
                        <a:t>4 Project  team </a:t>
                      </a:r>
                    </a:p>
                  </a:txBody>
                  <a:tcPr>
                    <a:lnB w="12700" cap="flat" cmpd="sng" algn="ctr">
                      <a:solidFill>
                        <a:schemeClr val="tx1"/>
                      </a:solidFill>
                      <a:prstDash val="solid"/>
                      <a:round/>
                      <a:headEnd type="none" w="med" len="med"/>
                      <a:tailEnd type="none" w="med" len="med"/>
                    </a:lnB>
                  </a:tcPr>
                </a:tc>
                <a:tc>
                  <a:txBody>
                    <a:bodyPr/>
                    <a:lstStyle/>
                    <a:p>
                      <a:pPr algn="ctr"/>
                      <a:r>
                        <a:rPr lang="en-US" sz="1600" noProof="0" dirty="0"/>
                        <a:t>5 Technology </a:t>
                      </a:r>
                    </a:p>
                  </a:txBody>
                  <a:tcPr>
                    <a:lnB w="12700" cap="flat" cmpd="sng" algn="ctr">
                      <a:solidFill>
                        <a:schemeClr val="tx1"/>
                      </a:solidFill>
                      <a:prstDash val="solid"/>
                      <a:round/>
                      <a:headEnd type="none" w="med" len="med"/>
                      <a:tailEnd type="none" w="med" len="med"/>
                    </a:lnB>
                  </a:tcPr>
                </a:tc>
                <a:tc>
                  <a:txBody>
                    <a:bodyPr/>
                    <a:lstStyle/>
                    <a:p>
                      <a:pPr algn="ctr"/>
                      <a:r>
                        <a:rPr lang="en-US" sz="1600" noProof="0" dirty="0"/>
                        <a:t>6  User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607512"/>
                  </a:ext>
                </a:extLst>
              </a:tr>
              <a:tr h="701663">
                <a:tc>
                  <a:txBody>
                    <a:bodyPr/>
                    <a:lstStyle/>
                    <a:p>
                      <a:pPr algn="l"/>
                      <a:r>
                        <a:rPr lang="en-US" sz="1800" noProof="0" dirty="0"/>
                        <a:t>Identification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9459895"/>
                  </a:ext>
                </a:extLst>
              </a:tr>
              <a:tr h="704833">
                <a:tc>
                  <a:txBody>
                    <a:bodyPr/>
                    <a:lstStyle/>
                    <a:p>
                      <a:pPr algn="l"/>
                      <a:r>
                        <a:rPr lang="en-US" sz="1800" noProof="0" dirty="0"/>
                        <a:t>Quantitative analysis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315383"/>
                  </a:ext>
                </a:extLst>
              </a:tr>
              <a:tr h="517281">
                <a:tc>
                  <a:txBody>
                    <a:bodyPr/>
                    <a:lstStyle/>
                    <a:p>
                      <a:pPr algn="l"/>
                      <a:r>
                        <a:rPr lang="en-US" sz="1800" noProof="0" dirty="0"/>
                        <a:t>Qualitative analysis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1776944"/>
                  </a:ext>
                </a:extLst>
              </a:tr>
              <a:tr h="613373">
                <a:tc>
                  <a:txBody>
                    <a:bodyPr/>
                    <a:lstStyle/>
                    <a:p>
                      <a:pPr algn="l"/>
                      <a:r>
                        <a:rPr lang="en-US" sz="1800" noProof="0" dirty="0"/>
                        <a:t>Decision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26449252"/>
                  </a:ext>
                </a:extLst>
              </a:tr>
              <a:tr h="517281">
                <a:tc>
                  <a:txBody>
                    <a:bodyPr/>
                    <a:lstStyle/>
                    <a:p>
                      <a:pPr algn="l"/>
                      <a:r>
                        <a:rPr lang="en-US" sz="1800" b="1" noProof="0" dirty="0"/>
                        <a:t>Ongoing  management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endParaRPr lang="en-US" sz="16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6513131"/>
                  </a:ext>
                </a:extLst>
              </a:tr>
            </a:tbl>
          </a:graphicData>
        </a:graphic>
      </p:graphicFrame>
      <p:sp>
        <p:nvSpPr>
          <p:cNvPr id="11" name="Segnaposto testo 10">
            <a:extLst>
              <a:ext uri="{FF2B5EF4-FFF2-40B4-BE49-F238E27FC236}">
                <a16:creationId xmlns:a16="http://schemas.microsoft.com/office/drawing/2014/main" id="{0264AB8C-3CF9-4A75-CBDA-FB67B90C8237}"/>
              </a:ext>
            </a:extLst>
          </p:cNvPr>
          <p:cNvSpPr>
            <a:spLocks noGrp="1"/>
          </p:cNvSpPr>
          <p:nvPr>
            <p:ph type="body" sz="half" idx="2"/>
          </p:nvPr>
        </p:nvSpPr>
        <p:spPr>
          <a:xfrm>
            <a:off x="416496" y="5445224"/>
            <a:ext cx="9233363" cy="1107976"/>
          </a:xfrm>
        </p:spPr>
        <p:txBody>
          <a:bodyPr anchor="ctr">
            <a:normAutofit/>
          </a:bodyPr>
          <a:lstStyle/>
          <a:p>
            <a:r>
              <a:rPr lang="en-US" sz="2000" i="1" noProof="0" dirty="0"/>
              <a:t>PMBOK suggests 6 risk areas of the project (columns)</a:t>
            </a:r>
          </a:p>
          <a:p>
            <a:r>
              <a:rPr lang="en-US" sz="2000" i="1" noProof="0" dirty="0"/>
              <a:t>Project risk areas should be processed by a sequence of analyses and managed </a:t>
            </a:r>
            <a:r>
              <a:rPr lang="en-US" sz="2000" b="1" i="1" u="sng" noProof="0" dirty="0"/>
              <a:t>DURING</a:t>
            </a:r>
            <a:r>
              <a:rPr lang="en-US" sz="2000" i="1" noProof="0" dirty="0"/>
              <a:t> the  project (ongoing management)</a:t>
            </a:r>
          </a:p>
        </p:txBody>
      </p:sp>
    </p:spTree>
    <p:extLst>
      <p:ext uri="{BB962C8B-B14F-4D97-AF65-F5344CB8AC3E}">
        <p14:creationId xmlns:p14="http://schemas.microsoft.com/office/powerpoint/2010/main" val="37384780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PMBOK: Risk Management</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2016094377"/>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testo 4"/>
          <p:cNvSpPr>
            <a:spLocks noGrp="1"/>
          </p:cNvSpPr>
          <p:nvPr>
            <p:ph type="body" sz="half" idx="2"/>
          </p:nvPr>
        </p:nvSpPr>
        <p:spPr/>
        <p:txBody>
          <a:bodyPr anchor="ctr">
            <a:normAutofit/>
          </a:bodyPr>
          <a:lstStyle/>
          <a:p>
            <a:r>
              <a:rPr lang="en-US" noProof="0" dirty="0"/>
              <a:t>We here illustrate  risk management as described in PMBOK edition 5 </a:t>
            </a:r>
          </a:p>
          <a:p>
            <a:r>
              <a:rPr lang="en-US" noProof="0" dirty="0"/>
              <a:t>Edition 6 has slightly enhanced edition 5 by adding an overview of global project risk and by introducing the risk response  implementation process and risk monitoring (see)</a:t>
            </a:r>
          </a:p>
        </p:txBody>
      </p:sp>
    </p:spTree>
    <p:extLst>
      <p:ext uri="{BB962C8B-B14F-4D97-AF65-F5344CB8AC3E}">
        <p14:creationId xmlns:p14="http://schemas.microsoft.com/office/powerpoint/2010/main" val="3319719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PMBOK: Risk Management: edition 5 versus 6</a:t>
            </a:r>
          </a:p>
        </p:txBody>
      </p:sp>
      <p:graphicFrame>
        <p:nvGraphicFramePr>
          <p:cNvPr id="10" name="Segnaposto contenuto 3">
            <a:extLst>
              <a:ext uri="{FF2B5EF4-FFF2-40B4-BE49-F238E27FC236}">
                <a16:creationId xmlns:a16="http://schemas.microsoft.com/office/drawing/2014/main" id="{AF9FD5CF-8921-48EF-829B-6AC7D14C43E9}"/>
              </a:ext>
            </a:extLst>
          </p:cNvPr>
          <p:cNvGraphicFramePr>
            <a:graphicFrameLocks noGrp="1"/>
          </p:cNvGraphicFramePr>
          <p:nvPr>
            <p:ph sz="half" idx="1"/>
            <p:extLst>
              <p:ext uri="{D42A27DB-BD31-4B8C-83A1-F6EECF244321}">
                <p14:modId xmlns:p14="http://schemas.microsoft.com/office/powerpoint/2010/main" val="776210370"/>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7" name="Segnaposto contenuto 3">
            <a:extLst>
              <a:ext uri="{FF2B5EF4-FFF2-40B4-BE49-F238E27FC236}">
                <a16:creationId xmlns:a16="http://schemas.microsoft.com/office/drawing/2014/main" id="{B4708A6E-E032-4533-9FBD-09C34BF564BA}"/>
              </a:ext>
            </a:extLst>
          </p:cNvPr>
          <p:cNvGraphicFramePr>
            <a:graphicFrameLocks noGrp="1"/>
          </p:cNvGraphicFramePr>
          <p:nvPr>
            <p:ph sz="half" idx="1"/>
            <p:extLst>
              <p:ext uri="{D42A27DB-BD31-4B8C-83A1-F6EECF244321}">
                <p14:modId xmlns:p14="http://schemas.microsoft.com/office/powerpoint/2010/main" val="3844665227"/>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89334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Risk: 1. Plan Risk Management (edition 5) </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4275728251"/>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testo 4"/>
          <p:cNvSpPr>
            <a:spLocks noGrp="1"/>
          </p:cNvSpPr>
          <p:nvPr>
            <p:ph type="body" sz="half" idx="2"/>
          </p:nvPr>
        </p:nvSpPr>
        <p:spPr/>
        <p:txBody>
          <a:bodyPr anchor="ctr">
            <a:normAutofit fontScale="85000" lnSpcReduction="10000"/>
          </a:bodyPr>
          <a:lstStyle/>
          <a:p>
            <a:r>
              <a:rPr lang="en-US" noProof="0" dirty="0"/>
              <a:t>It defines how to conduct risk management activities for a project. </a:t>
            </a:r>
          </a:p>
          <a:p>
            <a:r>
              <a:rPr lang="en-US" noProof="0" dirty="0"/>
              <a:t>The risk management plan is vital to communicate with and obtain agreement and support from all stakeholders </a:t>
            </a:r>
          </a:p>
          <a:p>
            <a:r>
              <a:rPr lang="en-US" noProof="0" dirty="0"/>
              <a:t>Careful and explicit planning enhances the probability of success for risk management processes. </a:t>
            </a:r>
          </a:p>
          <a:p>
            <a:r>
              <a:rPr lang="en-US" noProof="0" dirty="0"/>
              <a:t>Plan Risk Management should begin when a project is conceived and should be completed early during project planning.</a:t>
            </a:r>
          </a:p>
        </p:txBody>
      </p:sp>
    </p:spTree>
    <p:extLst>
      <p:ext uri="{BB962C8B-B14F-4D97-AF65-F5344CB8AC3E}">
        <p14:creationId xmlns:p14="http://schemas.microsoft.com/office/powerpoint/2010/main" val="320125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noProof="0" dirty="0"/>
              <a:t>Risk: 1. Plan Risk Management (edition 5) </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2899802098"/>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Segnaposto contenuto 5"/>
          <p:cNvGraphicFramePr>
            <a:graphicFrameLocks noGrp="1"/>
          </p:cNvGraphicFramePr>
          <p:nvPr>
            <p:ph sz="half" idx="2"/>
            <p:extLst>
              <p:ext uri="{D42A27DB-BD31-4B8C-83A1-F6EECF244321}">
                <p14:modId xmlns:p14="http://schemas.microsoft.com/office/powerpoint/2010/main" val="132346153"/>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36953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Risk: 2. Identify Risks (edition 5) </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546535309"/>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testo 4"/>
          <p:cNvSpPr>
            <a:spLocks noGrp="1"/>
          </p:cNvSpPr>
          <p:nvPr>
            <p:ph type="body" sz="half" idx="2"/>
          </p:nvPr>
        </p:nvSpPr>
        <p:spPr/>
        <p:txBody>
          <a:bodyPr anchor="ctr">
            <a:normAutofit fontScale="92500"/>
          </a:bodyPr>
          <a:lstStyle/>
          <a:p>
            <a:r>
              <a:rPr lang="en-US" noProof="0" dirty="0"/>
              <a:t>It determines which risks may affect the project and documents their characteristics.</a:t>
            </a:r>
          </a:p>
          <a:p>
            <a:r>
              <a:rPr lang="en-US" noProof="0" dirty="0"/>
              <a:t>Identifying risks is an iterative process, because risks may evolve or become known as the project progresses. </a:t>
            </a:r>
          </a:p>
          <a:p>
            <a:r>
              <a:rPr lang="en-US" noProof="0" dirty="0"/>
              <a:t>The risk statement should support the ability to compare the relative effect of one risk against others on the project. </a:t>
            </a:r>
          </a:p>
        </p:txBody>
      </p:sp>
    </p:spTree>
    <p:extLst>
      <p:ext uri="{BB962C8B-B14F-4D97-AF65-F5344CB8AC3E}">
        <p14:creationId xmlns:p14="http://schemas.microsoft.com/office/powerpoint/2010/main" val="2850284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noProof="0" dirty="0"/>
              <a:t>Risk: 2. Identify Risks (edition 5) </a:t>
            </a:r>
          </a:p>
        </p:txBody>
      </p:sp>
      <p:graphicFrame>
        <p:nvGraphicFramePr>
          <p:cNvPr id="6" name="Segnaposto contenuto 5"/>
          <p:cNvGraphicFramePr>
            <a:graphicFrameLocks noGrp="1"/>
          </p:cNvGraphicFramePr>
          <p:nvPr>
            <p:ph sz="half" idx="2"/>
            <p:extLst>
              <p:ext uri="{D42A27DB-BD31-4B8C-83A1-F6EECF244321}">
                <p14:modId xmlns:p14="http://schemas.microsoft.com/office/powerpoint/2010/main" val="3382206047"/>
              </p:ext>
            </p:extLst>
          </p:nvPr>
        </p:nvGraphicFramePr>
        <p:xfrm>
          <a:off x="5029200" y="1219200"/>
          <a:ext cx="4460304" cy="5522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Segnaposto contenuto 3"/>
          <p:cNvGraphicFramePr>
            <a:graphicFrameLocks noGrp="1"/>
          </p:cNvGraphicFramePr>
          <p:nvPr>
            <p:ph sz="half" idx="1"/>
            <p:extLst>
              <p:ext uri="{D42A27DB-BD31-4B8C-83A1-F6EECF244321}">
                <p14:modId xmlns:p14="http://schemas.microsoft.com/office/powerpoint/2010/main" val="1111440062"/>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68444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a:extLst>
              <a:ext uri="{FF2B5EF4-FFF2-40B4-BE49-F238E27FC236}">
                <a16:creationId xmlns:a16="http://schemas.microsoft.com/office/drawing/2014/main" id="{C62EBF85-A063-420A-BC2C-C424419610B0}"/>
              </a:ext>
            </a:extLst>
          </p:cNvPr>
          <p:cNvSpPr>
            <a:spLocks noGrp="1"/>
          </p:cNvSpPr>
          <p:nvPr>
            <p:ph type="title"/>
          </p:nvPr>
        </p:nvSpPr>
        <p:spPr/>
        <p:txBody>
          <a:bodyPr/>
          <a:lstStyle/>
          <a:p>
            <a:r>
              <a:rPr lang="en-US" noProof="0" dirty="0"/>
              <a:t>Risk: 2. Identify Risks</a:t>
            </a:r>
          </a:p>
        </p:txBody>
      </p:sp>
      <p:graphicFrame>
        <p:nvGraphicFramePr>
          <p:cNvPr id="14" name="Segnaposto tabella 13">
            <a:extLst>
              <a:ext uri="{FF2B5EF4-FFF2-40B4-BE49-F238E27FC236}">
                <a16:creationId xmlns:a16="http://schemas.microsoft.com/office/drawing/2014/main" id="{5396E8A1-0C66-4F99-BBF9-18756E3E7F98}"/>
              </a:ext>
            </a:extLst>
          </p:cNvPr>
          <p:cNvGraphicFramePr>
            <a:graphicFrameLocks noGrp="1"/>
          </p:cNvGraphicFramePr>
          <p:nvPr>
            <p:ph type="tbl" idx="1"/>
            <p:extLst>
              <p:ext uri="{D42A27DB-BD31-4B8C-83A1-F6EECF244321}">
                <p14:modId xmlns:p14="http://schemas.microsoft.com/office/powerpoint/2010/main" val="2488548520"/>
              </p:ext>
            </p:extLst>
          </p:nvPr>
        </p:nvGraphicFramePr>
        <p:xfrm>
          <a:off x="742950" y="1524000"/>
          <a:ext cx="8314506" cy="4363720"/>
        </p:xfrm>
        <a:graphic>
          <a:graphicData uri="http://schemas.openxmlformats.org/drawingml/2006/table">
            <a:tbl>
              <a:tblPr firstRow="1" bandRow="1">
                <a:tableStyleId>{F5AB1C69-6EDB-4FF4-983F-18BD219EF322}</a:tableStyleId>
              </a:tblPr>
              <a:tblGrid>
                <a:gridCol w="1589137">
                  <a:extLst>
                    <a:ext uri="{9D8B030D-6E8A-4147-A177-3AD203B41FA5}">
                      <a16:colId xmlns:a16="http://schemas.microsoft.com/office/drawing/2014/main" val="3355614435"/>
                    </a:ext>
                  </a:extLst>
                </a:gridCol>
                <a:gridCol w="4293680">
                  <a:extLst>
                    <a:ext uri="{9D8B030D-6E8A-4147-A177-3AD203B41FA5}">
                      <a16:colId xmlns:a16="http://schemas.microsoft.com/office/drawing/2014/main" val="2006319371"/>
                    </a:ext>
                  </a:extLst>
                </a:gridCol>
                <a:gridCol w="2431689">
                  <a:extLst>
                    <a:ext uri="{9D8B030D-6E8A-4147-A177-3AD203B41FA5}">
                      <a16:colId xmlns:a16="http://schemas.microsoft.com/office/drawing/2014/main" val="1186400032"/>
                    </a:ext>
                  </a:extLst>
                </a:gridCol>
              </a:tblGrid>
              <a:tr h="338048">
                <a:tc>
                  <a:txBody>
                    <a:bodyPr/>
                    <a:lstStyle/>
                    <a:p>
                      <a:pPr algn="ctr"/>
                      <a:r>
                        <a:rPr lang="en-US" noProof="0" dirty="0">
                          <a:solidFill>
                            <a:schemeClr val="tx1"/>
                          </a:solidFill>
                        </a:rPr>
                        <a:t>Risk 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solidFill>
                            <a:schemeClr val="tx1"/>
                          </a:solidFill>
                        </a:rPr>
                        <a:t>Risks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solidFill>
                            <a:schemeClr val="tx1"/>
                          </a:solidFill>
                        </a:rPr>
                        <a:t>Responsibility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458931"/>
                  </a:ext>
                </a:extLst>
              </a:tr>
              <a:tr h="370840">
                <a:tc>
                  <a:txBody>
                    <a:bodyPr/>
                    <a:lstStyle/>
                    <a:p>
                      <a:r>
                        <a:rPr lang="en-US" sz="1600" kern="1200" noProof="0" dirty="0">
                          <a:solidFill>
                            <a:schemeClr val="accent6">
                              <a:lumMod val="50000"/>
                            </a:schemeClr>
                          </a:solidFill>
                          <a:latin typeface="+mn-lt"/>
                          <a:ea typeface="+mn-ea"/>
                          <a:cs typeface="+mn-cs"/>
                        </a:rPr>
                        <a:t>1. 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lt"/>
                        <a:buAutoNum type="arabicPeriod"/>
                      </a:pPr>
                      <a:r>
                        <a:rPr lang="en-US" sz="1600" noProof="0" dirty="0">
                          <a:solidFill>
                            <a:schemeClr val="accent6">
                              <a:lumMod val="50000"/>
                            </a:schemeClr>
                          </a:solidFill>
                        </a:rPr>
                        <a:t>Estimating project/product size dependability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kern="1200" noProof="0" dirty="0">
                          <a:solidFill>
                            <a:schemeClr val="accent6">
                              <a:lumMod val="50000"/>
                            </a:schemeClr>
                          </a:solidFill>
                          <a:latin typeface="+mn-lt"/>
                          <a:ea typeface="+mn-ea"/>
                          <a:cs typeface="+mn-cs"/>
                        </a:rPr>
                        <a:t>Project Manager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844026"/>
                  </a:ext>
                </a:extLst>
              </a:tr>
              <a:tr h="513328">
                <a:tc>
                  <a:txBody>
                    <a:bodyPr/>
                    <a:lstStyle/>
                    <a:p>
                      <a:r>
                        <a:rPr lang="en-US" sz="1600" kern="1200" noProof="0" dirty="0">
                          <a:solidFill>
                            <a:schemeClr val="accent6">
                              <a:lumMod val="50000"/>
                            </a:schemeClr>
                          </a:solidFill>
                          <a:latin typeface="+mn-lt"/>
                          <a:ea typeface="+mn-ea"/>
                          <a:cs typeface="+mn-cs"/>
                        </a:rPr>
                        <a:t>2. Demand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lt"/>
                        <a:buAutoNum type="arabicPeriod"/>
                      </a:pPr>
                      <a:r>
                        <a:rPr lang="en-US" sz="1600" kern="1200" noProof="0" dirty="0">
                          <a:solidFill>
                            <a:schemeClr val="accent6">
                              <a:lumMod val="50000"/>
                            </a:schemeClr>
                          </a:solidFill>
                          <a:latin typeface="+mn-lt"/>
                          <a:ea typeface="+mn-ea"/>
                          <a:cs typeface="+mn-cs"/>
                        </a:rPr>
                        <a:t>Requirements unclear </a:t>
                      </a:r>
                    </a:p>
                    <a:p>
                      <a:pPr marL="342900" indent="-342900">
                        <a:buFont typeface="+mj-lt"/>
                        <a:buAutoNum type="arabicPeriod"/>
                      </a:pPr>
                      <a:r>
                        <a:rPr lang="en-US" sz="1600" kern="1200" noProof="0" dirty="0">
                          <a:solidFill>
                            <a:schemeClr val="accent6">
                              <a:lumMod val="50000"/>
                            </a:schemeClr>
                          </a:solidFill>
                          <a:latin typeface="+mn-lt"/>
                          <a:ea typeface="+mn-ea"/>
                          <a:cs typeface="+mn-cs"/>
                        </a:rPr>
                        <a:t>Requirements change </a:t>
                      </a:r>
                    </a:p>
                    <a:p>
                      <a:pPr marL="342900" indent="-342900">
                        <a:buFont typeface="+mj-lt"/>
                        <a:buAutoNum type="arabicPeriod"/>
                      </a:pPr>
                      <a:r>
                        <a:rPr lang="en-US" sz="1600" kern="1200" noProof="0" dirty="0">
                          <a:solidFill>
                            <a:schemeClr val="accent6">
                              <a:lumMod val="50000"/>
                            </a:schemeClr>
                          </a:solidFill>
                          <a:latin typeface="+mn-lt"/>
                          <a:ea typeface="+mn-ea"/>
                          <a:cs typeface="+mn-cs"/>
                        </a:rPr>
                        <a:t>Patient flow underestimated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kern="1200" noProof="0" dirty="0">
                          <a:solidFill>
                            <a:schemeClr val="accent6">
                              <a:lumMod val="50000"/>
                            </a:schemeClr>
                          </a:solidFill>
                          <a:latin typeface="+mn-lt"/>
                          <a:ea typeface="+mn-ea"/>
                          <a:cs typeface="+mn-cs"/>
                        </a:rPr>
                        <a:t>Region’s HC delegate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324174"/>
                  </a:ext>
                </a:extLst>
              </a:tr>
              <a:tr h="370840">
                <a:tc>
                  <a:txBody>
                    <a:bodyPr/>
                    <a:lstStyle/>
                    <a:p>
                      <a:r>
                        <a:rPr lang="en-US" sz="1600" kern="1200" noProof="0" dirty="0">
                          <a:solidFill>
                            <a:schemeClr val="accent6">
                              <a:lumMod val="50000"/>
                            </a:schemeClr>
                          </a:solidFill>
                          <a:latin typeface="+mn-lt"/>
                          <a:ea typeface="+mn-ea"/>
                          <a:cs typeface="+mn-cs"/>
                        </a:rPr>
                        <a:t>3. Planning  &amp;  Control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lt"/>
                        <a:buAutoNum type="arabicPeriod"/>
                      </a:pPr>
                      <a:r>
                        <a:rPr lang="en-US" sz="1600" kern="1200" noProof="0" dirty="0">
                          <a:solidFill>
                            <a:schemeClr val="accent6">
                              <a:lumMod val="50000"/>
                            </a:schemeClr>
                          </a:solidFill>
                          <a:latin typeface="+mn-lt"/>
                          <a:ea typeface="+mn-ea"/>
                          <a:cs typeface="+mn-cs"/>
                        </a:rPr>
                        <a:t>Project Resources underestimated </a:t>
                      </a:r>
                    </a:p>
                    <a:p>
                      <a:pPr marL="342900" indent="-342900">
                        <a:buFont typeface="+mj-lt"/>
                        <a:buAutoNum type="arabicPeriod"/>
                      </a:pPr>
                      <a:r>
                        <a:rPr lang="en-US" sz="1600" kern="1200" noProof="0" dirty="0">
                          <a:solidFill>
                            <a:schemeClr val="accent6">
                              <a:lumMod val="50000"/>
                            </a:schemeClr>
                          </a:solidFill>
                          <a:latin typeface="+mn-lt"/>
                          <a:ea typeface="+mn-ea"/>
                          <a:cs typeface="+mn-cs"/>
                        </a:rPr>
                        <a:t>Time underestimated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kern="1200" noProof="0" dirty="0">
                          <a:solidFill>
                            <a:schemeClr val="accent6">
                              <a:lumMod val="50000"/>
                            </a:schemeClr>
                          </a:solidFill>
                          <a:latin typeface="+mn-lt"/>
                          <a:ea typeface="+mn-ea"/>
                          <a:cs typeface="+mn-cs"/>
                        </a:rPr>
                        <a:t>Project Manager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0698803"/>
                  </a:ext>
                </a:extLst>
              </a:tr>
              <a:tr h="457304">
                <a:tc>
                  <a:txBody>
                    <a:bodyPr/>
                    <a:lstStyle/>
                    <a:p>
                      <a:r>
                        <a:rPr lang="en-US" sz="1600" kern="1200" noProof="0" dirty="0">
                          <a:solidFill>
                            <a:schemeClr val="accent6">
                              <a:lumMod val="50000"/>
                            </a:schemeClr>
                          </a:solidFill>
                          <a:latin typeface="+mn-lt"/>
                          <a:ea typeface="+mn-ea"/>
                          <a:cs typeface="+mn-cs"/>
                        </a:rPr>
                        <a:t>4.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lt"/>
                        <a:buAutoNum type="arabicPeriod"/>
                      </a:pPr>
                      <a:r>
                        <a:rPr lang="en-US" sz="1600" kern="1200" noProof="0" dirty="0">
                          <a:solidFill>
                            <a:schemeClr val="accent6">
                              <a:lumMod val="50000"/>
                            </a:schemeClr>
                          </a:solidFill>
                          <a:latin typeface="+mn-lt"/>
                          <a:ea typeface="+mn-ea"/>
                          <a:cs typeface="+mn-cs"/>
                        </a:rPr>
                        <a:t>Team turnover </a:t>
                      </a:r>
                    </a:p>
                    <a:p>
                      <a:pPr marL="342900" indent="-342900">
                        <a:buFont typeface="+mj-lt"/>
                        <a:buAutoNum type="arabicPeriod"/>
                      </a:pPr>
                      <a:r>
                        <a:rPr lang="en-US" sz="1600" kern="1200" noProof="0" dirty="0">
                          <a:solidFill>
                            <a:schemeClr val="accent6">
                              <a:lumMod val="50000"/>
                            </a:schemeClr>
                          </a:solidFill>
                          <a:latin typeface="+mn-lt"/>
                          <a:ea typeface="+mn-ea"/>
                          <a:cs typeface="+mn-cs"/>
                        </a:rPr>
                        <a:t>Long hiring 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kern="1200" noProof="0" dirty="0">
                          <a:solidFill>
                            <a:schemeClr val="accent6">
                              <a:lumMod val="50000"/>
                            </a:schemeClr>
                          </a:solidFill>
                          <a:latin typeface="+mn-lt"/>
                          <a:ea typeface="+mn-ea"/>
                          <a:cs typeface="+mn-cs"/>
                        </a:rPr>
                        <a:t>HR  Department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0307278"/>
                  </a:ext>
                </a:extLst>
              </a:tr>
              <a:tr h="370840">
                <a:tc>
                  <a:txBody>
                    <a:bodyPr/>
                    <a:lstStyle/>
                    <a:p>
                      <a:r>
                        <a:rPr lang="en-US" sz="1600" kern="1200" noProof="0" dirty="0">
                          <a:solidFill>
                            <a:schemeClr val="accent6">
                              <a:lumMod val="50000"/>
                            </a:schemeClr>
                          </a:solidFill>
                          <a:latin typeface="+mn-lt"/>
                          <a:ea typeface="+mn-ea"/>
                          <a:cs typeface="+mn-cs"/>
                        </a:rPr>
                        <a:t>5. Technology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lt"/>
                        <a:buAutoNum type="arabicPeriod"/>
                      </a:pPr>
                      <a:r>
                        <a:rPr lang="en-US" sz="1600" kern="1200" noProof="0" dirty="0">
                          <a:solidFill>
                            <a:schemeClr val="accent6">
                              <a:lumMod val="50000"/>
                            </a:schemeClr>
                          </a:solidFill>
                          <a:latin typeface="+mn-lt"/>
                          <a:ea typeface="+mn-ea"/>
                          <a:cs typeface="+mn-cs"/>
                        </a:rPr>
                        <a:t>Unfriendly development environment </a:t>
                      </a:r>
                    </a:p>
                    <a:p>
                      <a:pPr marL="342900" indent="-342900">
                        <a:buFont typeface="+mj-lt"/>
                        <a:buAutoNum type="arabicPeriod"/>
                      </a:pPr>
                      <a:r>
                        <a:rPr lang="en-US" sz="1600" kern="1200" noProof="0" dirty="0">
                          <a:solidFill>
                            <a:schemeClr val="accent6">
                              <a:lumMod val="50000"/>
                            </a:schemeClr>
                          </a:solidFill>
                          <a:latin typeface="+mn-lt"/>
                          <a:ea typeface="+mn-ea"/>
                          <a:cs typeface="+mn-cs"/>
                        </a:rPr>
                        <a:t>Exceeding response time</a:t>
                      </a:r>
                    </a:p>
                    <a:p>
                      <a:pPr marL="342900" indent="-342900">
                        <a:buFont typeface="+mj-lt"/>
                        <a:buAutoNum type="arabicPeriod"/>
                      </a:pPr>
                      <a:r>
                        <a:rPr lang="en-US" sz="1600" kern="1200" noProof="0" dirty="0">
                          <a:solidFill>
                            <a:schemeClr val="accent6">
                              <a:lumMod val="50000"/>
                            </a:schemeClr>
                          </a:solidFill>
                          <a:latin typeface="+mn-lt"/>
                          <a:ea typeface="+mn-ea"/>
                          <a:cs typeface="+mn-cs"/>
                        </a:rPr>
                        <a:t>Data protection </a:t>
                      </a:r>
                    </a:p>
                    <a:p>
                      <a:pPr marL="342900" indent="-342900">
                        <a:buFont typeface="+mj-lt"/>
                        <a:buAutoNum type="arabicPeriod"/>
                      </a:pPr>
                      <a:r>
                        <a:rPr lang="en-US" sz="1600" kern="1200" noProof="0" dirty="0">
                          <a:solidFill>
                            <a:schemeClr val="accent6">
                              <a:lumMod val="50000"/>
                            </a:schemeClr>
                          </a:solidFill>
                          <a:latin typeface="+mn-lt"/>
                          <a:ea typeface="+mn-ea"/>
                          <a:cs typeface="+mn-cs"/>
                        </a:rPr>
                        <a:t>Undersized network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kern="1200" noProof="0" dirty="0">
                          <a:solidFill>
                            <a:schemeClr val="accent6">
                              <a:lumMod val="50000"/>
                            </a:schemeClr>
                          </a:solidFill>
                          <a:latin typeface="+mn-lt"/>
                          <a:ea typeface="+mn-ea"/>
                          <a:cs typeface="+mn-cs"/>
                        </a:rPr>
                        <a:t>IT Department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6083764"/>
                  </a:ext>
                </a:extLst>
              </a:tr>
              <a:tr h="370840">
                <a:tc>
                  <a:txBody>
                    <a:bodyPr/>
                    <a:lstStyle/>
                    <a:p>
                      <a:r>
                        <a:rPr lang="en-US" sz="1600" kern="1200" noProof="0" dirty="0">
                          <a:solidFill>
                            <a:schemeClr val="accent6">
                              <a:lumMod val="50000"/>
                            </a:schemeClr>
                          </a:solidFill>
                          <a:latin typeface="+mn-lt"/>
                          <a:ea typeface="+mn-ea"/>
                          <a:cs typeface="+mn-cs"/>
                        </a:rPr>
                        <a:t>6. User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mj-lt"/>
                        <a:buAutoNum type="arabicPeriod"/>
                      </a:pPr>
                      <a:r>
                        <a:rPr lang="en-US" sz="1600" kern="1200" noProof="0" dirty="0">
                          <a:solidFill>
                            <a:schemeClr val="accent6">
                              <a:lumMod val="50000"/>
                            </a:schemeClr>
                          </a:solidFill>
                          <a:latin typeface="+mn-lt"/>
                          <a:ea typeface="+mn-ea"/>
                          <a:cs typeface="+mn-cs"/>
                        </a:rPr>
                        <a:t>User rejection </a:t>
                      </a:r>
                    </a:p>
                    <a:p>
                      <a:pPr marL="342900" indent="-342900">
                        <a:buFont typeface="+mj-lt"/>
                        <a:buAutoNum type="arabicPeriod"/>
                      </a:pPr>
                      <a:r>
                        <a:rPr lang="en-US" sz="1600" kern="1200" noProof="0" dirty="0">
                          <a:solidFill>
                            <a:schemeClr val="accent6">
                              <a:lumMod val="50000"/>
                            </a:schemeClr>
                          </a:solidFill>
                          <a:latin typeface="+mn-lt"/>
                          <a:ea typeface="+mn-ea"/>
                          <a:cs typeface="+mn-cs"/>
                        </a:rPr>
                        <a:t>Technical support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kern="1200" noProof="0" dirty="0">
                          <a:solidFill>
                            <a:schemeClr val="accent6">
                              <a:lumMod val="50000"/>
                            </a:schemeClr>
                          </a:solidFill>
                          <a:latin typeface="+mn-lt"/>
                          <a:ea typeface="+mn-ea"/>
                          <a:cs typeface="+mn-cs"/>
                        </a:rPr>
                        <a:t>Hospitals and GP guild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3321688"/>
                  </a:ext>
                </a:extLst>
              </a:tr>
            </a:tbl>
          </a:graphicData>
        </a:graphic>
      </p:graphicFrame>
    </p:spTree>
    <p:extLst>
      <p:ext uri="{BB962C8B-B14F-4D97-AF65-F5344CB8AC3E}">
        <p14:creationId xmlns:p14="http://schemas.microsoft.com/office/powerpoint/2010/main" val="1413741096"/>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0"/>
            <a:r>
              <a:rPr lang="en-US" noProof="0" dirty="0"/>
              <a:t>Risk: 3. Qualitative Risk Analysis (edition 5) </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3097766064"/>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testo 4"/>
          <p:cNvSpPr>
            <a:spLocks noGrp="1"/>
          </p:cNvSpPr>
          <p:nvPr>
            <p:ph type="body" sz="half" idx="2"/>
          </p:nvPr>
        </p:nvSpPr>
        <p:spPr>
          <a:xfrm>
            <a:off x="5029200" y="1524000"/>
            <a:ext cx="4460304" cy="4572000"/>
          </a:xfrm>
        </p:spPr>
        <p:txBody>
          <a:bodyPr>
            <a:normAutofit fontScale="85000" lnSpcReduction="20000"/>
          </a:bodyPr>
          <a:lstStyle/>
          <a:p>
            <a:r>
              <a:rPr lang="en-US" noProof="0" dirty="0"/>
              <a:t>It prioritizes risks for by assessing their probability of occurrence and impact.</a:t>
            </a:r>
          </a:p>
          <a:p>
            <a:r>
              <a:rPr lang="en-US" noProof="0" dirty="0"/>
              <a:t>It assesses the weight of risks by</a:t>
            </a:r>
          </a:p>
          <a:p>
            <a:pPr lvl="1"/>
            <a:r>
              <a:rPr lang="en-US" noProof="0" dirty="0"/>
              <a:t>their relative likelihood of occurrence </a:t>
            </a:r>
          </a:p>
          <a:p>
            <a:pPr lvl="1"/>
            <a:r>
              <a:rPr lang="en-US" noProof="0" dirty="0"/>
              <a:t>their impact on project objectives </a:t>
            </a:r>
          </a:p>
          <a:p>
            <a:pPr lvl="1"/>
            <a:r>
              <a:rPr lang="en-US" noProof="0" dirty="0"/>
              <a:t>the time frame for response </a:t>
            </a:r>
          </a:p>
          <a:p>
            <a:pPr lvl="1"/>
            <a:r>
              <a:rPr lang="en-US" noProof="0" dirty="0"/>
              <a:t>the organization’s risk tolerance</a:t>
            </a:r>
          </a:p>
          <a:p>
            <a:pPr lvl="1"/>
            <a:r>
              <a:rPr lang="en-US" noProof="0" dirty="0"/>
              <a:t>etc.</a:t>
            </a:r>
          </a:p>
          <a:p>
            <a:r>
              <a:rPr lang="en-US" noProof="0" dirty="0"/>
              <a:t>An evaluation of the quality of the available information on project risks clarifies the quality of risk assessment</a:t>
            </a:r>
          </a:p>
          <a:p>
            <a:r>
              <a:rPr lang="en-US" noProof="0" dirty="0"/>
              <a:t>The analysis is performed regularly throughout the project life cycle, as defined in the project’s risk management plan. </a:t>
            </a:r>
          </a:p>
        </p:txBody>
      </p:sp>
    </p:spTree>
    <p:extLst>
      <p:ext uri="{BB962C8B-B14F-4D97-AF65-F5344CB8AC3E}">
        <p14:creationId xmlns:p14="http://schemas.microsoft.com/office/powerpoint/2010/main" val="514531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noProof="0" dirty="0"/>
              <a:t>Risk: 3. Perform Qualitative Risk Analysis (edition 5) </a:t>
            </a:r>
          </a:p>
        </p:txBody>
      </p:sp>
      <p:graphicFrame>
        <p:nvGraphicFramePr>
          <p:cNvPr id="6" name="Segnaposto contenuto 5"/>
          <p:cNvGraphicFramePr>
            <a:graphicFrameLocks noGrp="1"/>
          </p:cNvGraphicFramePr>
          <p:nvPr>
            <p:ph sz="half" idx="2"/>
            <p:extLst>
              <p:ext uri="{D42A27DB-BD31-4B8C-83A1-F6EECF244321}">
                <p14:modId xmlns:p14="http://schemas.microsoft.com/office/powerpoint/2010/main" val="723219083"/>
              </p:ext>
            </p:extLst>
          </p:nvPr>
        </p:nvGraphicFramePr>
        <p:xfrm>
          <a:off x="5029200" y="1470991"/>
          <a:ext cx="4133850" cy="5270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Segnaposto contenuto 3"/>
          <p:cNvGraphicFramePr>
            <a:graphicFrameLocks noGrp="1"/>
          </p:cNvGraphicFramePr>
          <p:nvPr>
            <p:ph sz="half" idx="1"/>
            <p:extLst>
              <p:ext uri="{D42A27DB-BD31-4B8C-83A1-F6EECF244321}">
                <p14:modId xmlns:p14="http://schemas.microsoft.com/office/powerpoint/2010/main" val="661394045"/>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12806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16495" y="2115835"/>
            <a:ext cx="3807591" cy="3495463"/>
          </a:xfrm>
          <a:prstGeom prst="rect">
            <a:avLst/>
          </a:prstGeom>
        </p:spPr>
        <p:txBody>
          <a:bodyPr wrap="square" lIns="0" tIns="54429" rIns="0" bIns="54429" rtlCol="0" anchor="ctr">
            <a:spAutoFit/>
          </a:bodyPr>
          <a:lstStyle/>
          <a:p>
            <a:pPr defTabSz="783732" eaLnBrk="1" fontAlgn="auto" hangingPunct="1">
              <a:spcBef>
                <a:spcPts val="0"/>
              </a:spcBef>
              <a:spcAft>
                <a:spcPts val="0"/>
              </a:spcAft>
              <a:defRPr/>
            </a:pPr>
            <a:r>
              <a:rPr lang="en-US" b="0" noProof="0" dirty="0">
                <a:solidFill>
                  <a:srgbClr val="000066"/>
                </a:solidFill>
                <a:latin typeface="+mn-lt"/>
              </a:rPr>
              <a:t>The flow contains a twofold assessment </a:t>
            </a:r>
          </a:p>
          <a:p>
            <a:pPr marL="914400" lvl="1" indent="-457200" defTabSz="783732" eaLnBrk="1" fontAlgn="auto" hangingPunct="1">
              <a:spcBef>
                <a:spcPts val="0"/>
              </a:spcBef>
              <a:spcAft>
                <a:spcPts val="0"/>
              </a:spcAft>
              <a:buAutoNum type="alphaLcParenBoth"/>
              <a:defRPr/>
            </a:pPr>
            <a:r>
              <a:rPr lang="en-US" b="0" noProof="0" dirty="0">
                <a:solidFill>
                  <a:srgbClr val="000066"/>
                </a:solidFill>
                <a:latin typeface="+mn-lt"/>
              </a:rPr>
              <a:t>whether the risk is acceptable </a:t>
            </a:r>
          </a:p>
          <a:p>
            <a:pPr marL="914400" lvl="1" indent="-457200" defTabSz="783732" eaLnBrk="1" fontAlgn="auto" hangingPunct="1">
              <a:spcBef>
                <a:spcPts val="0"/>
              </a:spcBef>
              <a:spcAft>
                <a:spcPts val="0"/>
              </a:spcAft>
              <a:buAutoNum type="alphaLcParenBoth"/>
              <a:defRPr/>
            </a:pPr>
            <a:r>
              <a:rPr lang="en-US" b="0" noProof="0" dirty="0">
                <a:solidFill>
                  <a:srgbClr val="000066"/>
                </a:solidFill>
                <a:latin typeface="+mn-lt"/>
              </a:rPr>
              <a:t>whether the residual risk is acceptable. </a:t>
            </a:r>
          </a:p>
          <a:p>
            <a:pPr defTabSz="783732" eaLnBrk="1" fontAlgn="auto" hangingPunct="1">
              <a:spcBef>
                <a:spcPts val="0"/>
              </a:spcBef>
              <a:spcAft>
                <a:spcPts val="0"/>
              </a:spcAft>
              <a:defRPr/>
            </a:pPr>
            <a:r>
              <a:rPr lang="en-US" b="0" noProof="0" dirty="0">
                <a:solidFill>
                  <a:srgbClr val="000066"/>
                </a:solidFill>
                <a:latin typeface="+mn-lt"/>
              </a:rPr>
              <a:t>A good practice is  preparing counter-measures when defining the project. If you do not, you will be compelled to design and implement then during the project</a:t>
            </a:r>
          </a:p>
        </p:txBody>
      </p:sp>
      <p:pic>
        <p:nvPicPr>
          <p:cNvPr id="5" name="图片 4"/>
          <p:cNvPicPr>
            <a:picLocks noChangeAspect="1"/>
          </p:cNvPicPr>
          <p:nvPr/>
        </p:nvPicPr>
        <p:blipFill>
          <a:blip r:embed="rId2"/>
          <a:stretch>
            <a:fillRect/>
          </a:stretch>
        </p:blipFill>
        <p:spPr>
          <a:xfrm>
            <a:off x="4224087" y="136524"/>
            <a:ext cx="5470932" cy="6416675"/>
          </a:xfrm>
          <a:prstGeom prst="rect">
            <a:avLst/>
          </a:prstGeom>
        </p:spPr>
      </p:pic>
      <p:sp>
        <p:nvSpPr>
          <p:cNvPr id="4" name="Titolo 3">
            <a:extLst>
              <a:ext uri="{FF2B5EF4-FFF2-40B4-BE49-F238E27FC236}">
                <a16:creationId xmlns:a16="http://schemas.microsoft.com/office/drawing/2014/main" id="{A03281F0-8D85-4EEA-9F57-F13CEB5E0442}"/>
              </a:ext>
            </a:extLst>
          </p:cNvPr>
          <p:cNvSpPr>
            <a:spLocks noGrp="1"/>
          </p:cNvSpPr>
          <p:nvPr>
            <p:ph type="title"/>
          </p:nvPr>
        </p:nvSpPr>
        <p:spPr>
          <a:xfrm>
            <a:off x="742951" y="304800"/>
            <a:ext cx="3983828" cy="914400"/>
          </a:xfrm>
        </p:spPr>
        <p:txBody>
          <a:bodyPr/>
          <a:lstStyle/>
          <a:p>
            <a:r>
              <a:rPr lang="en-US" noProof="0" dirty="0"/>
              <a:t>Risk: 3. Qualitative Risk Analysis</a:t>
            </a:r>
          </a:p>
        </p:txBody>
      </p:sp>
      <p:sp>
        <p:nvSpPr>
          <p:cNvPr id="3" name="灯片编号占位符 2"/>
          <p:cNvSpPr>
            <a:spLocks noGrp="1"/>
          </p:cNvSpPr>
          <p:nvPr>
            <p:ph type="sldNum" sz="quarter" idx="12"/>
          </p:nvPr>
        </p:nvSpPr>
        <p:spPr>
          <a:xfrm>
            <a:off x="77724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783732" eaLnBrk="1" fontAlgn="auto" hangingPunct="1">
              <a:spcBef>
                <a:spcPts val="0"/>
              </a:spcBef>
              <a:spcAft>
                <a:spcPts val="0"/>
              </a:spcAft>
              <a:defRPr/>
            </a:pPr>
            <a:fld id="{B6F15528-21DE-4FAA-801E-634DDDAF4B2B}" type="slidenum">
              <a:rPr lang="en-US" noProof="0" smtClean="0">
                <a:solidFill>
                  <a:prstClr val="black">
                    <a:tint val="75000"/>
                  </a:prstClr>
                </a:solidFill>
                <a:latin typeface="Calibri" panose="020F0502020204030204"/>
              </a:rPr>
              <a:pPr algn="r" defTabSz="783732" eaLnBrk="1" fontAlgn="auto" hangingPunct="1">
                <a:spcBef>
                  <a:spcPts val="0"/>
                </a:spcBef>
                <a:spcAft>
                  <a:spcPts val="0"/>
                </a:spcAft>
                <a:defRPr/>
              </a:pPr>
              <a:t>29</a:t>
            </a:fld>
            <a:endParaRPr lang="en-US" sz="1029" b="0" noProof="0" dirty="0">
              <a:solidFill>
                <a:prstClr val="black">
                  <a:tint val="75000"/>
                </a:prstClr>
              </a:solidFill>
              <a:latin typeface="Calibri" panose="020F0502020204030204"/>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0"/>
            <a:r>
              <a:rPr lang="en-US" noProof="0" dirty="0"/>
              <a:t>Risk: 4. Quantitative Risk Analysis (edition 5) </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2070541486"/>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testo 4"/>
          <p:cNvSpPr>
            <a:spLocks noGrp="1"/>
          </p:cNvSpPr>
          <p:nvPr>
            <p:ph type="body" sz="half" idx="2"/>
          </p:nvPr>
        </p:nvSpPr>
        <p:spPr/>
        <p:txBody>
          <a:bodyPr>
            <a:normAutofit fontScale="85000" lnSpcReduction="10000"/>
          </a:bodyPr>
          <a:lstStyle/>
          <a:p>
            <a:r>
              <a:rPr lang="en-US" noProof="0" dirty="0"/>
              <a:t>It numerically analyzes the effect of identified risks on overall project objectives.</a:t>
            </a:r>
          </a:p>
          <a:p>
            <a:r>
              <a:rPr lang="en-US" noProof="0" dirty="0"/>
              <a:t>It generally follows the Perform Qualitative Risk Analysis process. </a:t>
            </a:r>
          </a:p>
          <a:p>
            <a:r>
              <a:rPr lang="en-US" noProof="0" dirty="0"/>
              <a:t>In some cases, data are not sufficient  to develop appropriate models. </a:t>
            </a:r>
          </a:p>
          <a:p>
            <a:r>
              <a:rPr lang="en-US" noProof="0" dirty="0"/>
              <a:t>The project manager should exercise expert judgment to determine the need for and the viability of quantitative risk analysis.</a:t>
            </a:r>
          </a:p>
          <a:p>
            <a:r>
              <a:rPr lang="en-US" noProof="0" dirty="0"/>
              <a:t>The process should be repeated, as needed.</a:t>
            </a:r>
          </a:p>
        </p:txBody>
      </p:sp>
    </p:spTree>
    <p:extLst>
      <p:ext uri="{BB962C8B-B14F-4D97-AF65-F5344CB8AC3E}">
        <p14:creationId xmlns:p14="http://schemas.microsoft.com/office/powerpoint/2010/main" val="3498590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noProof="0" dirty="0"/>
              <a:t>Risk: 4. Perform Quantitative Risk Analysis (edition 5) </a:t>
            </a:r>
          </a:p>
        </p:txBody>
      </p:sp>
      <p:graphicFrame>
        <p:nvGraphicFramePr>
          <p:cNvPr id="6" name="Segnaposto contenuto 5"/>
          <p:cNvGraphicFramePr>
            <a:graphicFrameLocks noGrp="1"/>
          </p:cNvGraphicFramePr>
          <p:nvPr>
            <p:ph sz="half" idx="2"/>
            <p:extLst>
              <p:ext uri="{D42A27DB-BD31-4B8C-83A1-F6EECF244321}">
                <p14:modId xmlns:p14="http://schemas.microsoft.com/office/powerpoint/2010/main" val="2420927152"/>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Segnaposto contenuto 3"/>
          <p:cNvGraphicFramePr>
            <a:graphicFrameLocks noGrp="1"/>
          </p:cNvGraphicFramePr>
          <p:nvPr>
            <p:ph sz="half" idx="1"/>
            <p:extLst>
              <p:ext uri="{D42A27DB-BD31-4B8C-83A1-F6EECF244321}">
                <p14:modId xmlns:p14="http://schemas.microsoft.com/office/powerpoint/2010/main" val="4182303129"/>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09808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1"/>
          <p:cNvSpPr/>
          <p:nvPr/>
        </p:nvSpPr>
        <p:spPr>
          <a:xfrm>
            <a:off x="850239" y="1799137"/>
            <a:ext cx="368727" cy="363237"/>
          </a:xfrm>
          <a:custGeom>
            <a:avLst/>
            <a:gdLst/>
            <a:ahLst/>
            <a:cxnLst/>
            <a:rect l="l" t="t" r="r" b="b"/>
            <a:pathLst>
              <a:path w="430182" h="423776">
                <a:moveTo>
                  <a:pt x="362288" y="199024"/>
                </a:moveTo>
                <a:lnTo>
                  <a:pt x="429913" y="199024"/>
                </a:lnTo>
                <a:cubicBezTo>
                  <a:pt x="427014" y="151290"/>
                  <a:pt x="408509" y="107747"/>
                  <a:pt x="379383" y="73491"/>
                </a:cubicBezTo>
                <a:cubicBezTo>
                  <a:pt x="364906" y="79496"/>
                  <a:pt x="350297" y="84821"/>
                  <a:pt x="335121" y="89210"/>
                </a:cubicBezTo>
                <a:cubicBezTo>
                  <a:pt x="350951" y="122211"/>
                  <a:pt x="360575" y="159431"/>
                  <a:pt x="362288" y="199024"/>
                </a:cubicBezTo>
                <a:moveTo>
                  <a:pt x="225819" y="317618"/>
                </a:moveTo>
                <a:cubicBezTo>
                  <a:pt x="256021" y="318311"/>
                  <a:pt x="285561" y="322238"/>
                  <a:pt x="313879" y="329007"/>
                </a:cubicBezTo>
                <a:cubicBezTo>
                  <a:pt x="329995" y="296744"/>
                  <a:pt x="339789" y="259850"/>
                  <a:pt x="340993" y="220378"/>
                </a:cubicBezTo>
                <a:lnTo>
                  <a:pt x="225819" y="220378"/>
                </a:lnTo>
                <a:lnTo>
                  <a:pt x="225819" y="317618"/>
                </a:lnTo>
                <a:close/>
                <a:moveTo>
                  <a:pt x="279876" y="44172"/>
                </a:moveTo>
                <a:cubicBezTo>
                  <a:pt x="263985" y="26307"/>
                  <a:pt x="245813" y="11346"/>
                  <a:pt x="225819" y="0"/>
                </a:cubicBezTo>
                <a:lnTo>
                  <a:pt x="225819" y="84821"/>
                </a:lnTo>
                <a:cubicBezTo>
                  <a:pt x="252315" y="84204"/>
                  <a:pt x="278181" y="80996"/>
                  <a:pt x="303130" y="75497"/>
                </a:cubicBezTo>
                <a:cubicBezTo>
                  <a:pt x="296221" y="64266"/>
                  <a:pt x="288349" y="53817"/>
                  <a:pt x="279876" y="44172"/>
                </a:cubicBezTo>
                <a:moveTo>
                  <a:pt x="303130" y="348370"/>
                </a:moveTo>
                <a:cubicBezTo>
                  <a:pt x="278181" y="342794"/>
                  <a:pt x="252315" y="339588"/>
                  <a:pt x="225819" y="338912"/>
                </a:cubicBezTo>
                <a:lnTo>
                  <a:pt x="225819" y="423777"/>
                </a:lnTo>
                <a:cubicBezTo>
                  <a:pt x="245813" y="412447"/>
                  <a:pt x="263985" y="397534"/>
                  <a:pt x="279876" y="379621"/>
                </a:cubicBezTo>
                <a:cubicBezTo>
                  <a:pt x="288349" y="369974"/>
                  <a:pt x="296221" y="359526"/>
                  <a:pt x="303130" y="348370"/>
                </a:cubicBezTo>
                <a:moveTo>
                  <a:pt x="362551" y="220378"/>
                </a:moveTo>
                <a:cubicBezTo>
                  <a:pt x="361348" y="261481"/>
                  <a:pt x="351500" y="300380"/>
                  <a:pt x="335121" y="334527"/>
                </a:cubicBezTo>
                <a:cubicBezTo>
                  <a:pt x="350297" y="338969"/>
                  <a:pt x="364906" y="344296"/>
                  <a:pt x="379383" y="350309"/>
                </a:cubicBezTo>
                <a:cubicBezTo>
                  <a:pt x="409545" y="314906"/>
                  <a:pt x="428183" y="269747"/>
                  <a:pt x="430181" y="220378"/>
                </a:cubicBezTo>
                <a:lnTo>
                  <a:pt x="362551" y="220378"/>
                </a:lnTo>
                <a:close/>
                <a:moveTo>
                  <a:pt x="295957" y="393727"/>
                </a:moveTo>
                <a:lnTo>
                  <a:pt x="295957" y="393727"/>
                </a:lnTo>
                <a:cubicBezTo>
                  <a:pt x="287840" y="402867"/>
                  <a:pt x="279068" y="411452"/>
                  <a:pt x="269748" y="419289"/>
                </a:cubicBezTo>
                <a:cubicBezTo>
                  <a:pt x="305541" y="409884"/>
                  <a:pt x="337716" y="391658"/>
                  <a:pt x="363663" y="366844"/>
                </a:cubicBezTo>
                <a:cubicBezTo>
                  <a:pt x="351030" y="361954"/>
                  <a:pt x="338055" y="357519"/>
                  <a:pt x="324802" y="353754"/>
                </a:cubicBezTo>
                <a:cubicBezTo>
                  <a:pt x="316343" y="368231"/>
                  <a:pt x="306723" y="381560"/>
                  <a:pt x="295957" y="393727"/>
                </a:cubicBezTo>
                <a:moveTo>
                  <a:pt x="295957" y="30066"/>
                </a:moveTo>
                <a:lnTo>
                  <a:pt x="295918" y="30066"/>
                </a:lnTo>
                <a:cubicBezTo>
                  <a:pt x="306723" y="42276"/>
                  <a:pt x="316343" y="55637"/>
                  <a:pt x="324802" y="70043"/>
                </a:cubicBezTo>
                <a:cubicBezTo>
                  <a:pt x="338055" y="66273"/>
                  <a:pt x="351030" y="61887"/>
                  <a:pt x="363663" y="56882"/>
                </a:cubicBezTo>
                <a:cubicBezTo>
                  <a:pt x="337716" y="32191"/>
                  <a:pt x="305541" y="13915"/>
                  <a:pt x="269748" y="4577"/>
                </a:cubicBezTo>
                <a:cubicBezTo>
                  <a:pt x="279068" y="12349"/>
                  <a:pt x="287840" y="20926"/>
                  <a:pt x="295957" y="30066"/>
                </a:cubicBezTo>
                <a:moveTo>
                  <a:pt x="313879" y="94845"/>
                </a:moveTo>
                <a:cubicBezTo>
                  <a:pt x="285561" y="101611"/>
                  <a:pt x="256021" y="105480"/>
                  <a:pt x="225819" y="106251"/>
                </a:cubicBezTo>
                <a:lnTo>
                  <a:pt x="225762" y="199024"/>
                </a:lnTo>
                <a:lnTo>
                  <a:pt x="340840" y="199024"/>
                </a:lnTo>
                <a:cubicBezTo>
                  <a:pt x="339074" y="161187"/>
                  <a:pt x="329410" y="125848"/>
                  <a:pt x="313879" y="94845"/>
                </a:cubicBezTo>
                <a:moveTo>
                  <a:pt x="150190" y="44172"/>
                </a:moveTo>
                <a:cubicBezTo>
                  <a:pt x="141757" y="53817"/>
                  <a:pt x="133904" y="64266"/>
                  <a:pt x="126972" y="75497"/>
                </a:cubicBezTo>
                <a:cubicBezTo>
                  <a:pt x="152000" y="80996"/>
                  <a:pt x="177868" y="84204"/>
                  <a:pt x="204341" y="84821"/>
                </a:cubicBezTo>
                <a:lnTo>
                  <a:pt x="204341" y="0"/>
                </a:lnTo>
                <a:cubicBezTo>
                  <a:pt x="184359" y="11346"/>
                  <a:pt x="166043" y="26307"/>
                  <a:pt x="150190" y="44172"/>
                </a:cubicBezTo>
                <a:moveTo>
                  <a:pt x="89316" y="199024"/>
                </a:moveTo>
                <a:lnTo>
                  <a:pt x="204341" y="199024"/>
                </a:lnTo>
                <a:lnTo>
                  <a:pt x="204341" y="106251"/>
                </a:lnTo>
                <a:cubicBezTo>
                  <a:pt x="174081" y="105480"/>
                  <a:pt x="144576" y="101611"/>
                  <a:pt x="116223" y="94845"/>
                </a:cubicBezTo>
                <a:cubicBezTo>
                  <a:pt x="100630" y="125848"/>
                  <a:pt x="91051" y="161187"/>
                  <a:pt x="89316" y="199024"/>
                </a:cubicBezTo>
                <a:moveTo>
                  <a:pt x="95061" y="89341"/>
                </a:moveTo>
                <a:cubicBezTo>
                  <a:pt x="79903" y="84821"/>
                  <a:pt x="65140" y="79496"/>
                  <a:pt x="50777" y="73491"/>
                </a:cubicBezTo>
                <a:cubicBezTo>
                  <a:pt x="21558" y="107747"/>
                  <a:pt x="3088" y="151290"/>
                  <a:pt x="263" y="199024"/>
                </a:cubicBezTo>
                <a:lnTo>
                  <a:pt x="67797" y="199024"/>
                </a:lnTo>
                <a:cubicBezTo>
                  <a:pt x="69589" y="159431"/>
                  <a:pt x="79227" y="122211"/>
                  <a:pt x="95061" y="89341"/>
                </a:cubicBezTo>
                <a:moveTo>
                  <a:pt x="134145" y="30066"/>
                </a:moveTo>
                <a:cubicBezTo>
                  <a:pt x="142319" y="20803"/>
                  <a:pt x="151096" y="12349"/>
                  <a:pt x="160389" y="4577"/>
                </a:cubicBezTo>
                <a:cubicBezTo>
                  <a:pt x="124600" y="13915"/>
                  <a:pt x="92408" y="32191"/>
                  <a:pt x="66422" y="56882"/>
                </a:cubicBezTo>
                <a:cubicBezTo>
                  <a:pt x="79152" y="61887"/>
                  <a:pt x="92048" y="66273"/>
                  <a:pt x="105283" y="70043"/>
                </a:cubicBezTo>
                <a:cubicBezTo>
                  <a:pt x="113755" y="55637"/>
                  <a:pt x="123397" y="42276"/>
                  <a:pt x="134145" y="30066"/>
                </a:cubicBezTo>
                <a:moveTo>
                  <a:pt x="67626" y="220378"/>
                </a:moveTo>
                <a:lnTo>
                  <a:pt x="0" y="220378"/>
                </a:lnTo>
                <a:cubicBezTo>
                  <a:pt x="1954" y="269747"/>
                  <a:pt x="20636" y="314906"/>
                  <a:pt x="50777" y="350357"/>
                </a:cubicBezTo>
                <a:cubicBezTo>
                  <a:pt x="65140" y="344296"/>
                  <a:pt x="79903" y="338969"/>
                  <a:pt x="95061" y="334527"/>
                </a:cubicBezTo>
                <a:cubicBezTo>
                  <a:pt x="78567" y="300380"/>
                  <a:pt x="68834" y="261481"/>
                  <a:pt x="67626" y="220378"/>
                </a:cubicBezTo>
                <a:moveTo>
                  <a:pt x="134145" y="393727"/>
                </a:moveTo>
                <a:cubicBezTo>
                  <a:pt x="123397" y="381560"/>
                  <a:pt x="113755" y="368103"/>
                  <a:pt x="105283" y="353754"/>
                </a:cubicBezTo>
                <a:cubicBezTo>
                  <a:pt x="92048" y="357519"/>
                  <a:pt x="79152" y="361954"/>
                  <a:pt x="66422" y="366844"/>
                </a:cubicBezTo>
                <a:cubicBezTo>
                  <a:pt x="92408" y="391658"/>
                  <a:pt x="124697" y="409884"/>
                  <a:pt x="160389" y="419289"/>
                </a:cubicBezTo>
                <a:cubicBezTo>
                  <a:pt x="151113" y="411452"/>
                  <a:pt x="142319" y="402867"/>
                  <a:pt x="134145" y="393727"/>
                </a:cubicBezTo>
                <a:moveTo>
                  <a:pt x="116223" y="329007"/>
                </a:moveTo>
                <a:cubicBezTo>
                  <a:pt x="144576" y="322238"/>
                  <a:pt x="174081" y="318311"/>
                  <a:pt x="204341" y="317618"/>
                </a:cubicBezTo>
                <a:lnTo>
                  <a:pt x="204341" y="220378"/>
                </a:lnTo>
                <a:lnTo>
                  <a:pt x="89131" y="220378"/>
                </a:lnTo>
                <a:cubicBezTo>
                  <a:pt x="90357" y="259850"/>
                  <a:pt x="100051" y="296744"/>
                  <a:pt x="116223" y="329007"/>
                </a:cubicBezTo>
                <a:moveTo>
                  <a:pt x="150190" y="379621"/>
                </a:moveTo>
                <a:cubicBezTo>
                  <a:pt x="166043" y="397534"/>
                  <a:pt x="184359" y="412447"/>
                  <a:pt x="204341" y="423777"/>
                </a:cubicBezTo>
                <a:lnTo>
                  <a:pt x="204341" y="338912"/>
                </a:lnTo>
                <a:cubicBezTo>
                  <a:pt x="177868" y="339588"/>
                  <a:pt x="152000" y="342794"/>
                  <a:pt x="126972" y="348370"/>
                </a:cubicBezTo>
                <a:cubicBezTo>
                  <a:pt x="133904" y="359526"/>
                  <a:pt x="141757" y="369974"/>
                  <a:pt x="150190" y="379621"/>
                </a:cubicBezTo>
              </a:path>
            </a:pathLst>
          </a:custGeom>
          <a:solidFill>
            <a:srgbClr val="FFFFFF"/>
          </a:solidFill>
        </p:spPr>
        <p:txBody>
          <a:bodyPr/>
          <a:lstStyle/>
          <a:p>
            <a:endParaRPr lang="en-US" noProof="0" dirty="0"/>
          </a:p>
        </p:txBody>
      </p:sp>
      <p:sp>
        <p:nvSpPr>
          <p:cNvPr id="6" name="Titolo 5">
            <a:extLst>
              <a:ext uri="{FF2B5EF4-FFF2-40B4-BE49-F238E27FC236}">
                <a16:creationId xmlns:a16="http://schemas.microsoft.com/office/drawing/2014/main" id="{6C781881-82E3-4125-A87F-315CB3191534}"/>
              </a:ext>
            </a:extLst>
          </p:cNvPr>
          <p:cNvSpPr>
            <a:spLocks noGrp="1"/>
          </p:cNvSpPr>
          <p:nvPr>
            <p:ph type="title"/>
          </p:nvPr>
        </p:nvSpPr>
        <p:spPr/>
        <p:txBody>
          <a:bodyPr/>
          <a:lstStyle/>
          <a:p>
            <a:r>
              <a:rPr lang="en-US" noProof="0" dirty="0"/>
              <a:t>Risk: 4. Perform Quantitative Risk Analysis</a:t>
            </a:r>
            <a:br>
              <a:rPr lang="en-US" noProof="0" dirty="0"/>
            </a:br>
            <a:r>
              <a:rPr lang="en-US" noProof="0" dirty="0"/>
              <a:t>Quantified Risks</a:t>
            </a:r>
          </a:p>
        </p:txBody>
      </p:sp>
      <p:sp>
        <p:nvSpPr>
          <p:cNvPr id="7" name="灯片编号占位符 6"/>
          <p:cNvSpPr>
            <a:spLocks noGrp="1"/>
          </p:cNvSpPr>
          <p:nvPr>
            <p:ph type="sldNum" sz="quarter" idx="12"/>
          </p:nvPr>
        </p:nvSpPr>
        <p:spPr>
          <a:xfrm>
            <a:off x="77724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783732" eaLnBrk="1" fontAlgn="auto" hangingPunct="1">
              <a:spcBef>
                <a:spcPts val="0"/>
              </a:spcBef>
              <a:spcAft>
                <a:spcPts val="0"/>
              </a:spcAft>
              <a:defRPr/>
            </a:pPr>
            <a:fld id="{B6F15528-21DE-4FAA-801E-634DDDAF4B2B}" type="slidenum">
              <a:rPr lang="en-US" noProof="0" smtClean="0">
                <a:solidFill>
                  <a:prstClr val="black">
                    <a:tint val="75000"/>
                  </a:prstClr>
                </a:solidFill>
                <a:latin typeface="Calibri" panose="020F0502020204030204"/>
              </a:rPr>
              <a:pPr algn="r" defTabSz="783732" eaLnBrk="1" fontAlgn="auto" hangingPunct="1">
                <a:spcBef>
                  <a:spcPts val="0"/>
                </a:spcBef>
                <a:spcAft>
                  <a:spcPts val="0"/>
                </a:spcAft>
                <a:defRPr/>
              </a:pPr>
              <a:t>32</a:t>
            </a:fld>
            <a:endParaRPr lang="en-US" sz="1029" b="0" noProof="0" dirty="0">
              <a:solidFill>
                <a:prstClr val="black">
                  <a:tint val="75000"/>
                </a:prstClr>
              </a:solidFill>
              <a:latin typeface="Calibri" panose="020F0502020204030204"/>
            </a:endParaRPr>
          </a:p>
        </p:txBody>
      </p:sp>
      <p:graphicFrame>
        <p:nvGraphicFramePr>
          <p:cNvPr id="9" name="表格 4">
            <a:extLst>
              <a:ext uri="{FF2B5EF4-FFF2-40B4-BE49-F238E27FC236}">
                <a16:creationId xmlns:a16="http://schemas.microsoft.com/office/drawing/2014/main" id="{0102B6A3-72E0-49DF-A3FC-BF3900B518FF}"/>
              </a:ext>
            </a:extLst>
          </p:cNvPr>
          <p:cNvGraphicFramePr>
            <a:graphicFrameLocks noGrp="1"/>
          </p:cNvGraphicFramePr>
          <p:nvPr>
            <p:ph idx="1"/>
            <p:extLst>
              <p:ext uri="{D42A27DB-BD31-4B8C-83A1-F6EECF244321}">
                <p14:modId xmlns:p14="http://schemas.microsoft.com/office/powerpoint/2010/main" val="448386286"/>
              </p:ext>
            </p:extLst>
          </p:nvPr>
        </p:nvGraphicFramePr>
        <p:xfrm>
          <a:off x="920552" y="2027084"/>
          <a:ext cx="7809247" cy="2194004"/>
        </p:xfrm>
        <a:graphic>
          <a:graphicData uri="http://schemas.openxmlformats.org/drawingml/2006/table">
            <a:tbl>
              <a:tblPr firstRow="1" bandRow="1">
                <a:tableStyleId>{F5AB1C69-6EDB-4FF4-983F-18BD219EF322}</a:tableStyleId>
              </a:tblPr>
              <a:tblGrid>
                <a:gridCol w="4248472">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1040495">
                  <a:extLst>
                    <a:ext uri="{9D8B030D-6E8A-4147-A177-3AD203B41FA5}">
                      <a16:colId xmlns:a16="http://schemas.microsoft.com/office/drawing/2014/main" val="20003"/>
                    </a:ext>
                  </a:extLst>
                </a:gridCol>
              </a:tblGrid>
              <a:tr h="326571">
                <a:tc>
                  <a:txBody>
                    <a:bodyPr/>
                    <a:lstStyle/>
                    <a:p>
                      <a:pPr marL="0" algn="ctr" defTabSz="914400" rtl="0" eaLnBrk="1" latinLnBrk="0" hangingPunct="1">
                        <a:buNone/>
                      </a:pPr>
                      <a:r>
                        <a:rPr lang="en-US" sz="1800" kern="1200" noProof="0" dirty="0">
                          <a:solidFill>
                            <a:srgbClr val="002060"/>
                          </a:solidFill>
                          <a:latin typeface="+mn-lt"/>
                          <a:ea typeface="+mn-ea"/>
                          <a:cs typeface="+mn-cs"/>
                        </a:rPr>
                        <a:t>Risk 5 Technology</a:t>
                      </a: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1800" kern="1200" noProof="0" dirty="0">
                          <a:solidFill>
                            <a:srgbClr val="002060"/>
                          </a:solidFill>
                          <a:latin typeface="+mn-lt"/>
                          <a:ea typeface="+mn-ea"/>
                          <a:cs typeface="+mn-cs"/>
                          <a:sym typeface="+mn-ea"/>
                        </a:rPr>
                        <a:t>Impact</a:t>
                      </a:r>
                      <a:endParaRPr lang="en-US" sz="1800" kern="1200" noProof="0" dirty="0">
                        <a:solidFill>
                          <a:srgbClr val="002060"/>
                        </a:solidFill>
                        <a:latin typeface="+mn-lt"/>
                        <a:ea typeface="+mn-ea"/>
                        <a:cs typeface="+mn-cs"/>
                      </a:endParaRP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1800" kern="1200" noProof="0" dirty="0">
                          <a:solidFill>
                            <a:srgbClr val="002060"/>
                          </a:solidFill>
                          <a:latin typeface="+mn-lt"/>
                          <a:ea typeface="+mn-ea"/>
                          <a:cs typeface="+mn-cs"/>
                        </a:rPr>
                        <a:t>Prob</a:t>
                      </a: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1800" kern="1200" noProof="0" dirty="0">
                          <a:solidFill>
                            <a:srgbClr val="002060"/>
                          </a:solidFill>
                          <a:latin typeface="+mn-lt"/>
                          <a:ea typeface="+mn-ea"/>
                          <a:cs typeface="+mn-cs"/>
                        </a:rPr>
                        <a:t>Value</a:t>
                      </a: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6571">
                <a:tc>
                  <a:txBody>
                    <a:bodyPr/>
                    <a:lstStyle/>
                    <a:p>
                      <a:pPr algn="l">
                        <a:buNone/>
                      </a:pPr>
                      <a:r>
                        <a:rPr lang="en-US" sz="1800" kern="1200" noProof="0" dirty="0">
                          <a:solidFill>
                            <a:srgbClr val="002060"/>
                          </a:solidFill>
                          <a:latin typeface="+mn-lt"/>
                          <a:ea typeface="+mn-ea"/>
                          <a:cs typeface="+mn-cs"/>
                        </a:rPr>
                        <a:t>5.1 Unfriendly development environment</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0.05</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0.3</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0.015</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1328">
                <a:tc>
                  <a:txBody>
                    <a:bodyPr/>
                    <a:lstStyle/>
                    <a:p>
                      <a:pPr algn="l">
                        <a:buNone/>
                      </a:pPr>
                      <a:r>
                        <a:rPr lang="en-US" sz="1800" kern="1200" noProof="0" dirty="0">
                          <a:solidFill>
                            <a:srgbClr val="002060"/>
                          </a:solidFill>
                          <a:latin typeface="+mn-lt"/>
                          <a:ea typeface="+mn-ea"/>
                          <a:cs typeface="+mn-cs"/>
                        </a:rPr>
                        <a:t>5.2 Exceeding response time</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0.1</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0.5</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0.05</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algn="l">
                        <a:buNone/>
                      </a:pPr>
                      <a:r>
                        <a:rPr lang="en-US" sz="1800" kern="1200" noProof="0" dirty="0">
                          <a:solidFill>
                            <a:srgbClr val="002060"/>
                          </a:solidFill>
                          <a:latin typeface="+mn-lt"/>
                          <a:ea typeface="+mn-ea"/>
                          <a:cs typeface="+mn-cs"/>
                        </a:rPr>
                        <a:t>5.3  Data protection</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0.4</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0.5</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0.20</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noProof="0" dirty="0">
                          <a:solidFill>
                            <a:srgbClr val="002060"/>
                          </a:solidFill>
                          <a:latin typeface="+mn-lt"/>
                          <a:ea typeface="+mn-ea"/>
                          <a:cs typeface="+mn-cs"/>
                        </a:rPr>
                        <a:t>5.4 </a:t>
                      </a:r>
                      <a:r>
                        <a:rPr lang="en-US" sz="1800" noProof="0" dirty="0">
                          <a:solidFill>
                            <a:schemeClr val="tx1"/>
                          </a:solidFill>
                        </a:rPr>
                        <a:t>Undersized network </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0.2</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0.5</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800" kern="1200" noProof="0" dirty="0">
                          <a:solidFill>
                            <a:srgbClr val="002060"/>
                          </a:solidFill>
                          <a:latin typeface="+mn-lt"/>
                          <a:ea typeface="+mn-ea"/>
                          <a:cs typeface="+mn-cs"/>
                        </a:rPr>
                        <a:t>0.10</a:t>
                      </a:r>
                    </a:p>
                  </a:txBody>
                  <a:tcPr marL="78377" marR="78377" marT="39189" marB="391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 name="Scorrimento orizzontale 1">
            <a:extLst>
              <a:ext uri="{FF2B5EF4-FFF2-40B4-BE49-F238E27FC236}">
                <a16:creationId xmlns:a16="http://schemas.microsoft.com/office/drawing/2014/main" id="{3CF242AF-4356-4866-AD61-1BC94B991CF2}"/>
              </a:ext>
            </a:extLst>
          </p:cNvPr>
          <p:cNvSpPr/>
          <p:nvPr/>
        </p:nvSpPr>
        <p:spPr bwMode="auto">
          <a:xfrm>
            <a:off x="920553" y="4384997"/>
            <a:ext cx="7809246" cy="1800200"/>
          </a:xfrm>
          <a:prstGeom prst="horizontalScroll">
            <a:avLst/>
          </a:prstGeom>
          <a:solidFill>
            <a:schemeClr val="bg1"/>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1" u="none" strike="noStrike" cap="none" normalizeH="0" baseline="0" noProof="0" dirty="0">
                <a:ln>
                  <a:noFill/>
                </a:ln>
                <a:solidFill>
                  <a:schemeClr val="accent6">
                    <a:lumMod val="50000"/>
                  </a:schemeClr>
                </a:solidFill>
                <a:effectLst/>
                <a:latin typeface="Times New Roman" pitchFamily="18" charset="0"/>
              </a:rPr>
              <a:t>We give here an example on the Risk </a:t>
            </a:r>
            <a:r>
              <a:rPr lang="en-US" b="0" i="1" noProof="0" dirty="0">
                <a:solidFill>
                  <a:schemeClr val="accent6">
                    <a:lumMod val="50000"/>
                  </a:schemeClr>
                </a:solidFill>
              </a:rPr>
              <a:t>A</a:t>
            </a:r>
            <a:r>
              <a:rPr kumimoji="0" lang="en-US" sz="2000" b="0" i="1" u="none" strike="noStrike" cap="none" normalizeH="0" baseline="0" noProof="0" dirty="0">
                <a:ln>
                  <a:noFill/>
                </a:ln>
                <a:solidFill>
                  <a:schemeClr val="accent6">
                    <a:lumMod val="50000"/>
                  </a:schemeClr>
                </a:solidFill>
                <a:effectLst/>
                <a:latin typeface="Times New Roman" pitchFamily="18" charset="0"/>
              </a:rPr>
              <a:t>rea 5 Technology</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b="0" i="1" noProof="0" dirty="0">
                <a:solidFill>
                  <a:schemeClr val="accent6">
                    <a:lumMod val="50000"/>
                  </a:schemeClr>
                </a:solidFill>
              </a:rPr>
              <a:t>Gravity (0 to 1) and probability (0 to 1) of each risk element are assessed</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b="0" i="1" noProof="0" dirty="0">
                <a:solidFill>
                  <a:schemeClr val="accent6">
                    <a:lumMod val="50000"/>
                  </a:schemeClr>
                </a:solidFill>
              </a:rPr>
              <a:t>Risk Value is then Value = Impact x Probability </a:t>
            </a:r>
            <a:endParaRPr kumimoji="0" lang="en-US" sz="2000" b="0" i="1" u="none" strike="noStrike" cap="none" normalizeH="0" baseline="0" noProof="0" dirty="0">
              <a:ln>
                <a:noFill/>
              </a:ln>
              <a:solidFill>
                <a:schemeClr val="accent6">
                  <a:lumMod val="50000"/>
                </a:schemeClr>
              </a:solidFill>
              <a:effectLst/>
            </a:endParaRPr>
          </a:p>
        </p:txBody>
      </p:sp>
    </p:spTree>
    <p:custDataLst>
      <p:tags r:id="rId1"/>
    </p:custDataLst>
    <p:extLst>
      <p:ext uri="{BB962C8B-B14F-4D97-AF65-F5344CB8AC3E}">
        <p14:creationId xmlns:p14="http://schemas.microsoft.com/office/powerpoint/2010/main" val="313159411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0"/>
            <a:r>
              <a:rPr lang="en-US" noProof="0" dirty="0"/>
              <a:t>Risk: 5. Plan Risk Responses (edition 5) </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3161305858"/>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testo 4"/>
          <p:cNvSpPr>
            <a:spLocks noGrp="1"/>
          </p:cNvSpPr>
          <p:nvPr>
            <p:ph type="body" sz="half" idx="2"/>
          </p:nvPr>
        </p:nvSpPr>
        <p:spPr/>
        <p:txBody>
          <a:bodyPr>
            <a:normAutofit fontScale="92500" lnSpcReduction="10000"/>
          </a:bodyPr>
          <a:lstStyle/>
          <a:p>
            <a:r>
              <a:rPr lang="en-US" noProof="0" dirty="0"/>
              <a:t>It develops options and actions to enhance opportunities and to reduce threats to project objectives.  </a:t>
            </a:r>
          </a:p>
          <a:p>
            <a:r>
              <a:rPr lang="en-US" noProof="0" dirty="0"/>
              <a:t>Each risk response requires an understanding of the mechanism by which it will address the risk. </a:t>
            </a:r>
          </a:p>
          <a:p>
            <a:r>
              <a:rPr lang="en-US" noProof="0" dirty="0"/>
              <a:t>It includes the identification and assignment of one person (an owner for risk response) to take responsibility for each agreed-to and funded risk response. </a:t>
            </a:r>
          </a:p>
        </p:txBody>
      </p:sp>
    </p:spTree>
    <p:extLst>
      <p:ext uri="{BB962C8B-B14F-4D97-AF65-F5344CB8AC3E}">
        <p14:creationId xmlns:p14="http://schemas.microsoft.com/office/powerpoint/2010/main" val="1623423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noProof="0" dirty="0"/>
              <a:t>Risk: 5. Plan Risk Responses (edition 5) </a:t>
            </a:r>
          </a:p>
        </p:txBody>
      </p:sp>
      <p:graphicFrame>
        <p:nvGraphicFramePr>
          <p:cNvPr id="6" name="Segnaposto contenuto 5"/>
          <p:cNvGraphicFramePr>
            <a:graphicFrameLocks noGrp="1"/>
          </p:cNvGraphicFramePr>
          <p:nvPr>
            <p:ph sz="half" idx="2"/>
            <p:extLst>
              <p:ext uri="{D42A27DB-BD31-4B8C-83A1-F6EECF244321}">
                <p14:modId xmlns:p14="http://schemas.microsoft.com/office/powerpoint/2010/main" val="2259007399"/>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Segnaposto contenuto 3"/>
          <p:cNvGraphicFramePr>
            <a:graphicFrameLocks noGrp="1"/>
          </p:cNvGraphicFramePr>
          <p:nvPr>
            <p:ph sz="half" idx="1"/>
            <p:extLst>
              <p:ext uri="{D42A27DB-BD31-4B8C-83A1-F6EECF244321}">
                <p14:modId xmlns:p14="http://schemas.microsoft.com/office/powerpoint/2010/main" val="2562134707"/>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13323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a:extLst>
              <a:ext uri="{FF2B5EF4-FFF2-40B4-BE49-F238E27FC236}">
                <a16:creationId xmlns:a16="http://schemas.microsoft.com/office/drawing/2014/main" id="{C62EBF85-A063-420A-BC2C-C424419610B0}"/>
              </a:ext>
            </a:extLst>
          </p:cNvPr>
          <p:cNvSpPr>
            <a:spLocks noGrp="1"/>
          </p:cNvSpPr>
          <p:nvPr>
            <p:ph type="title"/>
          </p:nvPr>
        </p:nvSpPr>
        <p:spPr/>
        <p:txBody>
          <a:bodyPr/>
          <a:lstStyle/>
          <a:p>
            <a:r>
              <a:rPr lang="en-US" noProof="0" dirty="0"/>
              <a:t>Risk: 5. Plan Risk Responses (edition 5):</a:t>
            </a:r>
            <a:br>
              <a:rPr lang="en-US" noProof="0" dirty="0"/>
            </a:br>
            <a:r>
              <a:rPr lang="en-US" noProof="0" dirty="0"/>
              <a:t>Risk Response Plan (example) </a:t>
            </a:r>
          </a:p>
        </p:txBody>
      </p:sp>
      <p:graphicFrame>
        <p:nvGraphicFramePr>
          <p:cNvPr id="14" name="Segnaposto tabella 13">
            <a:extLst>
              <a:ext uri="{FF2B5EF4-FFF2-40B4-BE49-F238E27FC236}">
                <a16:creationId xmlns:a16="http://schemas.microsoft.com/office/drawing/2014/main" id="{5396E8A1-0C66-4F99-BBF9-18756E3E7F98}"/>
              </a:ext>
            </a:extLst>
          </p:cNvPr>
          <p:cNvGraphicFramePr>
            <a:graphicFrameLocks noGrp="1"/>
          </p:cNvGraphicFramePr>
          <p:nvPr>
            <p:ph type="tbl" idx="1"/>
            <p:extLst>
              <p:ext uri="{D42A27DB-BD31-4B8C-83A1-F6EECF244321}">
                <p14:modId xmlns:p14="http://schemas.microsoft.com/office/powerpoint/2010/main" val="4098317627"/>
              </p:ext>
            </p:extLst>
          </p:nvPr>
        </p:nvGraphicFramePr>
        <p:xfrm>
          <a:off x="742950" y="1863800"/>
          <a:ext cx="8314506" cy="2621240"/>
        </p:xfrm>
        <a:graphic>
          <a:graphicData uri="http://schemas.openxmlformats.org/drawingml/2006/table">
            <a:tbl>
              <a:tblPr firstRow="1" bandRow="1">
                <a:tableStyleId>{F5AB1C69-6EDB-4FF4-983F-18BD219EF322}</a:tableStyleId>
              </a:tblPr>
              <a:tblGrid>
                <a:gridCol w="3633986">
                  <a:extLst>
                    <a:ext uri="{9D8B030D-6E8A-4147-A177-3AD203B41FA5}">
                      <a16:colId xmlns:a16="http://schemas.microsoft.com/office/drawing/2014/main" val="2006319371"/>
                    </a:ext>
                  </a:extLst>
                </a:gridCol>
                <a:gridCol w="4680520">
                  <a:extLst>
                    <a:ext uri="{9D8B030D-6E8A-4147-A177-3AD203B41FA5}">
                      <a16:colId xmlns:a16="http://schemas.microsoft.com/office/drawing/2014/main" val="1186400032"/>
                    </a:ext>
                  </a:extLst>
                </a:gridCol>
              </a:tblGrid>
              <a:tr h="161240">
                <a:tc>
                  <a:txBody>
                    <a:bodyPr/>
                    <a:lstStyle/>
                    <a:p>
                      <a:pPr algn="ctr"/>
                      <a:r>
                        <a:rPr lang="en-US" sz="2000" noProof="0" dirty="0">
                          <a:solidFill>
                            <a:schemeClr val="accent6">
                              <a:lumMod val="50000"/>
                            </a:schemeClr>
                          </a:solidFill>
                        </a:rPr>
                        <a:t>Risk 5 Technology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solidFill>
                            <a:schemeClr val="accent6">
                              <a:lumMod val="50000"/>
                            </a:schemeClr>
                          </a:solidFill>
                        </a:rPr>
                        <a:t>Response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4589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800" noProof="0" dirty="0">
                          <a:solidFill>
                            <a:schemeClr val="accent6">
                              <a:lumMod val="50000"/>
                            </a:schemeClr>
                          </a:solidFill>
                        </a:rPr>
                        <a:t>5.1. Unfriendly development environment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noProof="0" dirty="0">
                          <a:solidFill>
                            <a:schemeClr val="accent6">
                              <a:lumMod val="50000"/>
                            </a:schemeClr>
                          </a:solidFill>
                          <a:latin typeface="+mn-lt"/>
                          <a:ea typeface="+mn-ea"/>
                          <a:cs typeface="+mn-cs"/>
                        </a:rPr>
                        <a:t>Provide ad hoc rooms with plenty of facilities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1844026"/>
                  </a:ext>
                </a:extLst>
              </a:tr>
              <a:tr h="487536">
                <a:tc>
                  <a:txBody>
                    <a:bodyPr/>
                    <a:lstStyle/>
                    <a:p>
                      <a:pPr marL="0" indent="0">
                        <a:buFont typeface="+mj-lt"/>
                        <a:buNone/>
                      </a:pPr>
                      <a:r>
                        <a:rPr lang="en-US" sz="1800" noProof="0" dirty="0">
                          <a:solidFill>
                            <a:schemeClr val="accent6">
                              <a:lumMod val="50000"/>
                            </a:schemeClr>
                          </a:solidFill>
                        </a:rPr>
                        <a:t>5.2. Exceeding response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noProof="0" dirty="0">
                          <a:solidFill>
                            <a:schemeClr val="accent6">
                              <a:lumMod val="50000"/>
                            </a:schemeClr>
                          </a:solidFill>
                          <a:latin typeface="+mn-lt"/>
                          <a:ea typeface="+mn-ea"/>
                          <a:cs typeface="+mn-cs"/>
                        </a:rPr>
                        <a:t>Scaling test on cloud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324174"/>
                  </a:ext>
                </a:extLst>
              </a:tr>
              <a:tr h="370840">
                <a:tc>
                  <a:txBody>
                    <a:bodyPr/>
                    <a:lstStyle/>
                    <a:p>
                      <a:pPr marL="0" indent="0">
                        <a:buFont typeface="+mj-lt"/>
                        <a:buNone/>
                      </a:pPr>
                      <a:r>
                        <a:rPr lang="en-US" sz="1800" noProof="0" dirty="0">
                          <a:solidFill>
                            <a:schemeClr val="accent6">
                              <a:lumMod val="50000"/>
                            </a:schemeClr>
                          </a:solidFill>
                        </a:rPr>
                        <a:t>5.3. Data  protection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noProof="0" dirty="0">
                          <a:solidFill>
                            <a:schemeClr val="accent6">
                              <a:lumMod val="50000"/>
                            </a:schemeClr>
                          </a:solidFill>
                          <a:latin typeface="+mn-lt"/>
                          <a:ea typeface="+mn-ea"/>
                          <a:cs typeface="+mn-cs"/>
                        </a:rPr>
                        <a:t>Develop ad hoc identification + card + encryption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0698803"/>
                  </a:ext>
                </a:extLst>
              </a:tr>
              <a:tr h="457304">
                <a:tc>
                  <a:txBody>
                    <a:bodyPr/>
                    <a:lstStyle/>
                    <a:p>
                      <a:pPr marL="0" indent="0">
                        <a:buFont typeface="+mj-lt"/>
                        <a:buNone/>
                      </a:pPr>
                      <a:r>
                        <a:rPr lang="en-US" sz="1800" noProof="0" dirty="0">
                          <a:solidFill>
                            <a:schemeClr val="accent6">
                              <a:lumMod val="50000"/>
                            </a:schemeClr>
                          </a:solidFill>
                        </a:rPr>
                        <a:t>5.4. Undersized network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noProof="0" dirty="0">
                          <a:solidFill>
                            <a:schemeClr val="accent6">
                              <a:lumMod val="50000"/>
                            </a:schemeClr>
                          </a:solidFill>
                          <a:latin typeface="+mn-lt"/>
                          <a:ea typeface="+mn-ea"/>
                          <a:cs typeface="+mn-cs"/>
                        </a:rPr>
                        <a:t>Scaling test on cloud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0307278"/>
                  </a:ext>
                </a:extLst>
              </a:tr>
            </a:tbl>
          </a:graphicData>
        </a:graphic>
      </p:graphicFrame>
      <p:sp>
        <p:nvSpPr>
          <p:cNvPr id="4" name="Scorrimento orizzontale 3">
            <a:extLst>
              <a:ext uri="{FF2B5EF4-FFF2-40B4-BE49-F238E27FC236}">
                <a16:creationId xmlns:a16="http://schemas.microsoft.com/office/drawing/2014/main" id="{25832C40-C7FF-4AD4-9DBB-09C33C830D25}"/>
              </a:ext>
            </a:extLst>
          </p:cNvPr>
          <p:cNvSpPr/>
          <p:nvPr/>
        </p:nvSpPr>
        <p:spPr bwMode="auto">
          <a:xfrm>
            <a:off x="742949" y="4659640"/>
            <a:ext cx="8314505" cy="1800200"/>
          </a:xfrm>
          <a:prstGeom prst="horizontalScroll">
            <a:avLst/>
          </a:prstGeom>
          <a:solidFill>
            <a:schemeClr val="bg1"/>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1" u="none" strike="noStrike" cap="none" normalizeH="0" baseline="0" noProof="0" dirty="0">
                <a:ln>
                  <a:noFill/>
                </a:ln>
                <a:solidFill>
                  <a:schemeClr val="accent6">
                    <a:lumMod val="50000"/>
                  </a:schemeClr>
                </a:solidFill>
                <a:effectLst/>
                <a:latin typeface="Times New Roman" pitchFamily="18" charset="0"/>
              </a:rPr>
              <a:t>We give here an example on the Risk </a:t>
            </a:r>
            <a:r>
              <a:rPr lang="en-US" b="0" i="1" noProof="0" dirty="0">
                <a:solidFill>
                  <a:schemeClr val="accent6">
                    <a:lumMod val="50000"/>
                  </a:schemeClr>
                </a:solidFill>
              </a:rPr>
              <a:t>A</a:t>
            </a:r>
            <a:r>
              <a:rPr kumimoji="0" lang="en-US" sz="2000" b="0" i="1" u="none" strike="noStrike" cap="none" normalizeH="0" baseline="0" noProof="0" dirty="0">
                <a:ln>
                  <a:noFill/>
                </a:ln>
                <a:solidFill>
                  <a:schemeClr val="accent6">
                    <a:lumMod val="50000"/>
                  </a:schemeClr>
                </a:solidFill>
                <a:effectLst/>
                <a:latin typeface="Times New Roman" pitchFamily="18" charset="0"/>
              </a:rPr>
              <a:t>rea 5 Technology</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1" u="none" strike="noStrike" cap="none" normalizeH="0" baseline="0" noProof="0" dirty="0">
                <a:ln>
                  <a:noFill/>
                </a:ln>
                <a:solidFill>
                  <a:schemeClr val="accent6">
                    <a:lumMod val="50000"/>
                  </a:schemeClr>
                </a:solidFill>
                <a:effectLst/>
              </a:rPr>
              <a:t>Risks are to be managed by the IT department, as defined in Risk Planning </a:t>
            </a:r>
          </a:p>
        </p:txBody>
      </p:sp>
    </p:spTree>
    <p:extLst>
      <p:ext uri="{BB962C8B-B14F-4D97-AF65-F5344CB8AC3E}">
        <p14:creationId xmlns:p14="http://schemas.microsoft.com/office/powerpoint/2010/main" val="1525183005"/>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0B5E9F03-35EC-4BFE-95B6-7AA76E57FE11}"/>
              </a:ext>
            </a:extLst>
          </p:cNvPr>
          <p:cNvSpPr>
            <a:spLocks noGrp="1"/>
          </p:cNvSpPr>
          <p:nvPr>
            <p:ph type="title"/>
          </p:nvPr>
        </p:nvSpPr>
        <p:spPr/>
        <p:txBody>
          <a:bodyPr/>
          <a:lstStyle/>
          <a:p>
            <a:r>
              <a:rPr lang="en-US" noProof="0" dirty="0"/>
              <a:t>Risk: 5. Plan Risk Responses (edition 5):</a:t>
            </a:r>
            <a:br>
              <a:rPr lang="en-US" noProof="0" dirty="0"/>
            </a:br>
            <a:r>
              <a:rPr lang="en-US" noProof="0" dirty="0"/>
              <a:t>Risk Response Plan (example) </a:t>
            </a:r>
          </a:p>
        </p:txBody>
      </p:sp>
      <p:sp>
        <p:nvSpPr>
          <p:cNvPr id="2" name="灯片编号占位符 1"/>
          <p:cNvSpPr>
            <a:spLocks noGrp="1"/>
          </p:cNvSpPr>
          <p:nvPr>
            <p:ph type="sldNum" sz="quarter" idx="12"/>
          </p:nvPr>
        </p:nvSpPr>
        <p:spPr>
          <a:xfrm>
            <a:off x="77724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783732" eaLnBrk="1" fontAlgn="auto" hangingPunct="1">
              <a:spcBef>
                <a:spcPts val="0"/>
              </a:spcBef>
              <a:spcAft>
                <a:spcPts val="0"/>
              </a:spcAft>
              <a:defRPr/>
            </a:pPr>
            <a:fld id="{B6F15528-21DE-4FAA-801E-634DDDAF4B2B}" type="slidenum">
              <a:rPr lang="en-US" noProof="0" smtClean="0">
                <a:solidFill>
                  <a:prstClr val="black">
                    <a:tint val="75000"/>
                  </a:prstClr>
                </a:solidFill>
                <a:latin typeface="Calibri" panose="020F0502020204030204"/>
              </a:rPr>
              <a:pPr algn="r" defTabSz="783732" eaLnBrk="1" fontAlgn="auto" hangingPunct="1">
                <a:spcBef>
                  <a:spcPts val="0"/>
                </a:spcBef>
                <a:spcAft>
                  <a:spcPts val="0"/>
                </a:spcAft>
                <a:defRPr/>
              </a:pPr>
              <a:t>36</a:t>
            </a:fld>
            <a:endParaRPr lang="en-US" sz="1029" b="0" noProof="0" dirty="0">
              <a:solidFill>
                <a:prstClr val="black">
                  <a:tint val="75000"/>
                </a:prstClr>
              </a:solidFill>
              <a:latin typeface="Calibri" panose="020F0502020204030204"/>
            </a:endParaRPr>
          </a:p>
        </p:txBody>
      </p:sp>
      <p:graphicFrame>
        <p:nvGraphicFramePr>
          <p:cNvPr id="12" name="表格 4">
            <a:extLst>
              <a:ext uri="{FF2B5EF4-FFF2-40B4-BE49-F238E27FC236}">
                <a16:creationId xmlns:a16="http://schemas.microsoft.com/office/drawing/2014/main" id="{0989C3A0-4A51-4193-AFBA-EEA77862C806}"/>
              </a:ext>
            </a:extLst>
          </p:cNvPr>
          <p:cNvGraphicFramePr>
            <a:graphicFrameLocks noGrp="1"/>
          </p:cNvGraphicFramePr>
          <p:nvPr>
            <p:ph idx="1"/>
            <p:extLst>
              <p:ext uri="{D42A27DB-BD31-4B8C-83A1-F6EECF244321}">
                <p14:modId xmlns:p14="http://schemas.microsoft.com/office/powerpoint/2010/main" val="1364586922"/>
              </p:ext>
            </p:extLst>
          </p:nvPr>
        </p:nvGraphicFramePr>
        <p:xfrm>
          <a:off x="742950" y="1524000"/>
          <a:ext cx="8098482" cy="2805554"/>
        </p:xfrm>
        <a:graphic>
          <a:graphicData uri="http://schemas.openxmlformats.org/drawingml/2006/table">
            <a:tbl>
              <a:tblPr firstRow="1" bandRow="1">
                <a:tableStyleId>{F5AB1C69-6EDB-4FF4-983F-18BD219EF322}</a:tableStyleId>
              </a:tblPr>
              <a:tblGrid>
                <a:gridCol w="2409850">
                  <a:extLst>
                    <a:ext uri="{9D8B030D-6E8A-4147-A177-3AD203B41FA5}">
                      <a16:colId xmlns:a16="http://schemas.microsoft.com/office/drawing/2014/main" val="20000"/>
                    </a:ext>
                  </a:extLst>
                </a:gridCol>
                <a:gridCol w="5688632">
                  <a:extLst>
                    <a:ext uri="{9D8B030D-6E8A-4147-A177-3AD203B41FA5}">
                      <a16:colId xmlns:a16="http://schemas.microsoft.com/office/drawing/2014/main" val="20002"/>
                    </a:ext>
                  </a:extLst>
                </a:gridCol>
              </a:tblGrid>
              <a:tr h="346720">
                <a:tc>
                  <a:txBody>
                    <a:bodyPr/>
                    <a:lstStyle/>
                    <a:p>
                      <a:pPr algn="ctr">
                        <a:buNone/>
                      </a:pPr>
                      <a:r>
                        <a:rPr lang="en-US" sz="2000" noProof="0" dirty="0">
                          <a:solidFill>
                            <a:srgbClr val="002060"/>
                          </a:solidFill>
                        </a:rPr>
                        <a:t>Risk 2: Demand </a:t>
                      </a: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000" noProof="0" dirty="0">
                          <a:solidFill>
                            <a:srgbClr val="002060"/>
                          </a:solidFill>
                          <a:sym typeface="+mn-ea"/>
                        </a:rPr>
                        <a:t>Risk reduction actions </a:t>
                      </a:r>
                      <a:endParaRPr lang="en-US" sz="2000" noProof="0" dirty="0">
                        <a:solidFill>
                          <a:srgbClr val="002060"/>
                        </a:solidFill>
                      </a:endParaRP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22376">
                <a:tc>
                  <a:txBody>
                    <a:bodyPr/>
                    <a:lstStyle/>
                    <a:p>
                      <a:pPr algn="l">
                        <a:buNone/>
                      </a:pPr>
                      <a:r>
                        <a:rPr lang="en-US" sz="2000" noProof="0" dirty="0">
                          <a:solidFill>
                            <a:srgbClr val="002060"/>
                          </a:solidFill>
                          <a:sym typeface="+mn-ea"/>
                        </a:rPr>
                        <a:t>2.1 Requirements unclear</a:t>
                      </a:r>
                      <a:endParaRPr lang="en-US" sz="2000" noProof="0" dirty="0">
                        <a:solidFill>
                          <a:srgbClr val="002060"/>
                        </a:solidFill>
                      </a:endParaRP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indent="-457200" algn="l">
                        <a:buFont typeface="+mj-lt"/>
                        <a:buAutoNum type="alphaLcPeriod"/>
                      </a:pPr>
                      <a:r>
                        <a:rPr lang="en-US" sz="2000" noProof="0" dirty="0">
                          <a:solidFill>
                            <a:srgbClr val="002060"/>
                          </a:solidFill>
                        </a:rPr>
                        <a:t>Consult industry experts</a:t>
                      </a:r>
                    </a:p>
                    <a:p>
                      <a:pPr marL="457200" indent="-457200" algn="l">
                        <a:buFont typeface="+mj-lt"/>
                        <a:buAutoNum type="alphaLcPeriod"/>
                      </a:pPr>
                      <a:r>
                        <a:rPr lang="en-US" sz="2000" noProof="0" dirty="0">
                          <a:solidFill>
                            <a:srgbClr val="002060"/>
                          </a:solidFill>
                        </a:rPr>
                        <a:t>Strengthen communication with stakeholders  </a:t>
                      </a:r>
                    </a:p>
                    <a:p>
                      <a:pPr marL="457200" indent="-457200" algn="l">
                        <a:buFont typeface="+mj-lt"/>
                        <a:buAutoNum type="alphaLcPeriod"/>
                      </a:pPr>
                      <a:r>
                        <a:rPr lang="en-US" sz="2000" noProof="0" dirty="0">
                          <a:solidFill>
                            <a:srgbClr val="002060"/>
                          </a:solidFill>
                        </a:rPr>
                        <a:t>Demo and questionnaire to collect </a:t>
                      </a:r>
                      <a:r>
                        <a:rPr lang="en-US" sz="2000" noProof="0" dirty="0">
                          <a:solidFill>
                            <a:srgbClr val="002060"/>
                          </a:solidFill>
                          <a:sym typeface="+mn-ea"/>
                        </a:rPr>
                        <a:t>requirements</a:t>
                      </a:r>
                    </a:p>
                    <a:p>
                      <a:pPr marL="457200" indent="-457200" algn="l">
                        <a:buFont typeface="+mj-lt"/>
                        <a:buAutoNum type="alphaLcPeriod"/>
                      </a:pPr>
                      <a:r>
                        <a:rPr lang="en-US" sz="2000" noProof="0" dirty="0">
                          <a:solidFill>
                            <a:srgbClr val="002060"/>
                          </a:solidFill>
                          <a:sym typeface="+mn-ea"/>
                        </a:rPr>
                        <a:t>Collaborative approach</a:t>
                      </a:r>
                    </a:p>
                    <a:p>
                      <a:pPr marL="457200" indent="-457200" algn="l">
                        <a:buFont typeface="+mj-lt"/>
                        <a:buAutoNum type="alphaLcPeriod"/>
                      </a:pPr>
                      <a:r>
                        <a:rPr lang="en-US" sz="2000" noProof="0" dirty="0">
                          <a:solidFill>
                            <a:srgbClr val="002060"/>
                          </a:solidFill>
                          <a:sym typeface="+mn-ea"/>
                        </a:rPr>
                        <a:t>Benchmarking </a:t>
                      </a:r>
                    </a:p>
                    <a:p>
                      <a:pPr marL="457200" indent="-457200" algn="l">
                        <a:buFont typeface="+mj-lt"/>
                        <a:buAutoNum type="alphaLcPeriod"/>
                      </a:pPr>
                      <a:r>
                        <a:rPr lang="en-US" sz="2000" noProof="0" dirty="0">
                          <a:solidFill>
                            <a:srgbClr val="002060"/>
                          </a:solidFill>
                        </a:rPr>
                        <a:t>Version identification to track requirement changes </a:t>
                      </a:r>
                    </a:p>
                  </a:txBody>
                  <a:tcPr marL="78377" marR="78377" marT="39189" marB="391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 name="Scorrimento orizzontale 4">
            <a:extLst>
              <a:ext uri="{FF2B5EF4-FFF2-40B4-BE49-F238E27FC236}">
                <a16:creationId xmlns:a16="http://schemas.microsoft.com/office/drawing/2014/main" id="{D215E3A0-FD02-49F0-B5B4-BE80E5673099}"/>
              </a:ext>
            </a:extLst>
          </p:cNvPr>
          <p:cNvSpPr/>
          <p:nvPr/>
        </p:nvSpPr>
        <p:spPr bwMode="auto">
          <a:xfrm>
            <a:off x="742949" y="4659640"/>
            <a:ext cx="8314505" cy="1800200"/>
          </a:xfrm>
          <a:prstGeom prst="horizontalScroll">
            <a:avLst/>
          </a:prstGeom>
          <a:solidFill>
            <a:schemeClr val="bg1"/>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1" u="none" strike="noStrike" cap="none" normalizeH="0" baseline="0" noProof="0" dirty="0">
                <a:ln>
                  <a:noFill/>
                </a:ln>
                <a:solidFill>
                  <a:schemeClr val="accent6">
                    <a:lumMod val="50000"/>
                  </a:schemeClr>
                </a:solidFill>
                <a:effectLst/>
                <a:latin typeface="Times New Roman" pitchFamily="18" charset="0"/>
              </a:rPr>
              <a:t>We give here an example on the Risk </a:t>
            </a:r>
            <a:r>
              <a:rPr lang="en-US" b="0" i="1" noProof="0" dirty="0">
                <a:solidFill>
                  <a:schemeClr val="accent6">
                    <a:lumMod val="50000"/>
                  </a:schemeClr>
                </a:solidFill>
              </a:rPr>
              <a:t>A</a:t>
            </a:r>
            <a:r>
              <a:rPr kumimoji="0" lang="en-US" sz="2000" b="0" i="1" u="none" strike="noStrike" cap="none" normalizeH="0" baseline="0" noProof="0" dirty="0">
                <a:ln>
                  <a:noFill/>
                </a:ln>
                <a:solidFill>
                  <a:schemeClr val="accent6">
                    <a:lumMod val="50000"/>
                  </a:schemeClr>
                </a:solidFill>
                <a:effectLst/>
                <a:latin typeface="Times New Roman" pitchFamily="18" charset="0"/>
              </a:rPr>
              <a:t>rea 2 Demand </a:t>
            </a:r>
          </a:p>
          <a:p>
            <a:pPr marL="342900" marR="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000" b="0" i="1" u="none" strike="noStrike" cap="none" normalizeH="0" baseline="0" noProof="0" dirty="0">
                <a:ln>
                  <a:noFill/>
                </a:ln>
                <a:solidFill>
                  <a:schemeClr val="accent6">
                    <a:lumMod val="50000"/>
                  </a:schemeClr>
                </a:solidFill>
                <a:effectLst/>
              </a:rPr>
              <a:t>Risks are to be managed by the Region’s HC delegate, as defined in Risk Planning </a:t>
            </a:r>
          </a:p>
        </p:txBody>
      </p:sp>
    </p:spTree>
    <p:custDataLst>
      <p:tags r:id="rId1"/>
    </p:custDataLst>
    <p:extLst>
      <p:ext uri="{BB962C8B-B14F-4D97-AF65-F5344CB8AC3E}">
        <p14:creationId xmlns:p14="http://schemas.microsoft.com/office/powerpoint/2010/main" val="26879667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0"/>
            <a:r>
              <a:rPr lang="en-US" noProof="0" dirty="0"/>
              <a:t>Risk: 6. Control risks (edition 5) </a:t>
            </a:r>
          </a:p>
        </p:txBody>
      </p:sp>
      <p:graphicFrame>
        <p:nvGraphicFramePr>
          <p:cNvPr id="7" name="Segnaposto contenuto 3"/>
          <p:cNvGraphicFramePr>
            <a:graphicFrameLocks noGrp="1"/>
          </p:cNvGraphicFramePr>
          <p:nvPr>
            <p:ph sz="half" idx="1"/>
            <p:extLst>
              <p:ext uri="{D42A27DB-BD31-4B8C-83A1-F6EECF244321}">
                <p14:modId xmlns:p14="http://schemas.microsoft.com/office/powerpoint/2010/main" val="3355331679"/>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egnaposto testo 4"/>
          <p:cNvSpPr>
            <a:spLocks noGrp="1"/>
          </p:cNvSpPr>
          <p:nvPr>
            <p:ph type="body" sz="half" idx="2"/>
          </p:nvPr>
        </p:nvSpPr>
        <p:spPr/>
        <p:txBody>
          <a:bodyPr>
            <a:normAutofit fontScale="77500" lnSpcReduction="20000"/>
          </a:bodyPr>
          <a:lstStyle/>
          <a:p>
            <a:r>
              <a:rPr lang="en-US" noProof="0" dirty="0"/>
              <a:t>It implements risk response plans, tracks identified risks, monitors residual risks, identifies new risks, and evaluates risk process effectiveness throughout the project.</a:t>
            </a:r>
          </a:p>
          <a:p>
            <a:r>
              <a:rPr lang="en-US" noProof="0" dirty="0"/>
              <a:t>Planned risk responses are executed during the project.</a:t>
            </a:r>
          </a:p>
          <a:p>
            <a:r>
              <a:rPr lang="en-US" noProof="0" dirty="0"/>
              <a:t>The process can involve choosing alternative strategies, executing a contingency or fallback plan, taking corrective action, and modifying the project management plan. </a:t>
            </a:r>
          </a:p>
          <a:p>
            <a:r>
              <a:rPr lang="en-US" noProof="0" dirty="0"/>
              <a:t>The risk response owner reports periodically to the project manager on the effectiveness of the plan, any unanticipated effects, and any correction needed to handle the risk appropriately. </a:t>
            </a:r>
          </a:p>
        </p:txBody>
      </p:sp>
    </p:spTree>
    <p:extLst>
      <p:ext uri="{BB962C8B-B14F-4D97-AF65-F5344CB8AC3E}">
        <p14:creationId xmlns:p14="http://schemas.microsoft.com/office/powerpoint/2010/main" val="867481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noProof="0" dirty="0"/>
              <a:t>Risk: 6. Control risks (edition 5) </a:t>
            </a:r>
          </a:p>
        </p:txBody>
      </p:sp>
      <p:graphicFrame>
        <p:nvGraphicFramePr>
          <p:cNvPr id="6" name="Segnaposto contenuto 5"/>
          <p:cNvGraphicFramePr>
            <a:graphicFrameLocks noGrp="1"/>
          </p:cNvGraphicFramePr>
          <p:nvPr>
            <p:ph sz="half" idx="2"/>
            <p:extLst>
              <p:ext uri="{D42A27DB-BD31-4B8C-83A1-F6EECF244321}">
                <p14:modId xmlns:p14="http://schemas.microsoft.com/office/powerpoint/2010/main" val="677416060"/>
              </p:ext>
            </p:extLst>
          </p:nvPr>
        </p:nvGraphicFramePr>
        <p:xfrm>
          <a:off x="5029200" y="1524000"/>
          <a:ext cx="4133850" cy="5217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Segnaposto contenuto 3"/>
          <p:cNvGraphicFramePr>
            <a:graphicFrameLocks noGrp="1"/>
          </p:cNvGraphicFramePr>
          <p:nvPr>
            <p:ph sz="half" idx="1"/>
            <p:extLst>
              <p:ext uri="{D42A27DB-BD31-4B8C-83A1-F6EECF244321}">
                <p14:modId xmlns:p14="http://schemas.microsoft.com/office/powerpoint/2010/main" val="795748128"/>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89292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egnaposto numero diapositiva 4"/>
          <p:cNvSpPr>
            <a:spLocks noGrp="1"/>
          </p:cNvSpPr>
          <p:nvPr>
            <p:ph type="sldNum" sz="quarter" idx="4294967295"/>
          </p:nvPr>
        </p:nvSpPr>
        <p:spPr>
          <a:xfrm>
            <a:off x="7016750" y="6172200"/>
            <a:ext cx="2476500" cy="533400"/>
          </a:xfrm>
          <a:prstGeom prst="rect">
            <a:avLst/>
          </a:prstGeom>
        </p:spPr>
        <p:txBody>
          <a:bodyPr/>
          <a:lstStyle/>
          <a:p>
            <a:fld id="{92A1DEF7-8079-4247-8619-E5E47619FD68}" type="slidenum">
              <a:rPr lang="en-US" noProof="0" smtClean="0"/>
              <a:pPr/>
              <a:t>39</a:t>
            </a:fld>
            <a:endParaRPr lang="en-US" noProof="0" dirty="0"/>
          </a:p>
        </p:txBody>
      </p:sp>
      <p:sp>
        <p:nvSpPr>
          <p:cNvPr id="417794" name="Rectangle 2"/>
          <p:cNvSpPr>
            <a:spLocks noGrp="1" noChangeArrowheads="1"/>
          </p:cNvSpPr>
          <p:nvPr>
            <p:ph type="title"/>
          </p:nvPr>
        </p:nvSpPr>
        <p:spPr/>
        <p:txBody>
          <a:bodyPr/>
          <a:lstStyle/>
          <a:p>
            <a:r>
              <a:rPr lang="en-US" noProof="0" dirty="0"/>
              <a:t>Risk: 6. Control risks</a:t>
            </a:r>
            <a:br>
              <a:rPr lang="en-US" noProof="0" dirty="0"/>
            </a:br>
            <a:r>
              <a:rPr lang="en-US" noProof="0" dirty="0">
                <a:solidFill>
                  <a:schemeClr val="tx1"/>
                </a:solidFill>
              </a:rPr>
              <a:t>Risk report (example)</a:t>
            </a:r>
          </a:p>
        </p:txBody>
      </p:sp>
      <p:grpSp>
        <p:nvGrpSpPr>
          <p:cNvPr id="417896" name="Group 104"/>
          <p:cNvGrpSpPr>
            <a:grpSpLocks/>
          </p:cNvGrpSpPr>
          <p:nvPr/>
        </p:nvGrpSpPr>
        <p:grpSpPr bwMode="auto">
          <a:xfrm>
            <a:off x="392113" y="2933700"/>
            <a:ext cx="9214644" cy="298450"/>
            <a:chOff x="54" y="2730"/>
            <a:chExt cx="5358" cy="188"/>
          </a:xfrm>
        </p:grpSpPr>
        <p:sp>
          <p:nvSpPr>
            <p:cNvPr id="417897" name="Rectangle 105"/>
            <p:cNvSpPr>
              <a:spLocks noChangeArrowheads="1"/>
            </p:cNvSpPr>
            <p:nvPr/>
          </p:nvSpPr>
          <p:spPr bwMode="auto">
            <a:xfrm>
              <a:off x="54" y="2730"/>
              <a:ext cx="1254" cy="18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noProof="0" dirty="0">
                  <a:latin typeface="Arial" charset="0"/>
                </a:rPr>
                <a:t>ID Risk</a:t>
              </a:r>
            </a:p>
          </p:txBody>
        </p:sp>
        <p:sp>
          <p:nvSpPr>
            <p:cNvPr id="417898" name="Rectangle 106"/>
            <p:cNvSpPr>
              <a:spLocks noChangeArrowheads="1"/>
            </p:cNvSpPr>
            <p:nvPr/>
          </p:nvSpPr>
          <p:spPr bwMode="auto">
            <a:xfrm>
              <a:off x="1426" y="2734"/>
              <a:ext cx="2400" cy="18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noProof="0" dirty="0">
                  <a:latin typeface="Arial" charset="0"/>
                </a:rPr>
                <a:t>Risk description </a:t>
              </a:r>
            </a:p>
          </p:txBody>
        </p:sp>
        <p:sp>
          <p:nvSpPr>
            <p:cNvPr id="417899" name="Rectangle 107"/>
            <p:cNvSpPr>
              <a:spLocks noChangeArrowheads="1"/>
            </p:cNvSpPr>
            <p:nvPr/>
          </p:nvSpPr>
          <p:spPr bwMode="auto">
            <a:xfrm>
              <a:off x="3900" y="2738"/>
              <a:ext cx="1512" cy="18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sz="1400" b="1" noProof="0" dirty="0">
                  <a:latin typeface="Arial" charset="0"/>
                </a:rPr>
                <a:t>Risk Closure</a:t>
              </a:r>
            </a:p>
          </p:txBody>
        </p:sp>
      </p:grpSp>
      <p:sp>
        <p:nvSpPr>
          <p:cNvPr id="417900" name="Rectangle 108"/>
          <p:cNvSpPr>
            <a:spLocks noChangeArrowheads="1"/>
          </p:cNvSpPr>
          <p:nvPr/>
        </p:nvSpPr>
        <p:spPr bwMode="auto">
          <a:xfrm>
            <a:off x="392113" y="3235326"/>
            <a:ext cx="2156619" cy="21304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80975" indent="-180975">
              <a:defRPr sz="2400">
                <a:solidFill>
                  <a:schemeClr val="tx1"/>
                </a:solidFill>
                <a:latin typeface="Times" charset="0"/>
              </a:defRPr>
            </a:lvl1pPr>
            <a:lvl2pPr>
              <a:defRPr sz="2400">
                <a:solidFill>
                  <a:schemeClr val="tx1"/>
                </a:solidFill>
                <a:latin typeface="Times" charset="0"/>
              </a:defRPr>
            </a:lvl2pPr>
            <a:lvl3pPr>
              <a:defRPr sz="2400">
                <a:solidFill>
                  <a:schemeClr val="tx1"/>
                </a:solidFill>
                <a:latin typeface="Times" charset="0"/>
              </a:defRPr>
            </a:lvl3pPr>
            <a:lvl4pPr>
              <a:defRPr sz="2400">
                <a:solidFill>
                  <a:schemeClr val="tx1"/>
                </a:solidFill>
                <a:latin typeface="Times" charset="0"/>
              </a:defRPr>
            </a:lvl4pPr>
            <a:lvl5pPr>
              <a:defRPr sz="2400">
                <a:solidFill>
                  <a:schemeClr val="tx1"/>
                </a:solidFill>
                <a:latin typeface="Times" charset="0"/>
              </a:defRPr>
            </a:lvl5pPr>
            <a:lvl6pPr eaLnBrk="0" fontAlgn="base" hangingPunct="0">
              <a:spcBef>
                <a:spcPct val="0"/>
              </a:spcBef>
              <a:spcAft>
                <a:spcPct val="0"/>
              </a:spcAft>
              <a:defRPr sz="2400">
                <a:solidFill>
                  <a:schemeClr val="tx1"/>
                </a:solidFill>
                <a:latin typeface="Times" charset="0"/>
              </a:defRPr>
            </a:lvl6pPr>
            <a:lvl7pPr eaLnBrk="0" fontAlgn="base" hangingPunct="0">
              <a:spcBef>
                <a:spcPct val="0"/>
              </a:spcBef>
              <a:spcAft>
                <a:spcPct val="0"/>
              </a:spcAft>
              <a:defRPr sz="2400">
                <a:solidFill>
                  <a:schemeClr val="tx1"/>
                </a:solidFill>
                <a:latin typeface="Times" charset="0"/>
              </a:defRPr>
            </a:lvl7pPr>
            <a:lvl8pPr eaLnBrk="0" fontAlgn="base" hangingPunct="0">
              <a:spcBef>
                <a:spcPct val="0"/>
              </a:spcBef>
              <a:spcAft>
                <a:spcPct val="0"/>
              </a:spcAft>
              <a:defRPr sz="2400">
                <a:solidFill>
                  <a:schemeClr val="tx1"/>
                </a:solidFill>
                <a:latin typeface="Times" charset="0"/>
              </a:defRPr>
            </a:lvl8pPr>
            <a:lvl9pPr eaLnBrk="0" fontAlgn="base" hangingPunct="0">
              <a:spcBef>
                <a:spcPct val="0"/>
              </a:spcBef>
              <a:spcAft>
                <a:spcPct val="0"/>
              </a:spcAft>
              <a:defRPr sz="2400">
                <a:solidFill>
                  <a:schemeClr val="tx1"/>
                </a:solidFill>
                <a:latin typeface="Times" charset="0"/>
              </a:defRPr>
            </a:lvl9pPr>
          </a:lstStyle>
          <a:p>
            <a:pPr eaLnBrk="1" hangingPunct="1">
              <a:buFontTx/>
              <a:buChar char="•"/>
            </a:pPr>
            <a:r>
              <a:rPr lang="en-US" sz="1400" b="1" noProof="0" dirty="0">
                <a:latin typeface="Arial" charset="0"/>
              </a:rPr>
              <a:t>ID risk</a:t>
            </a:r>
          </a:p>
          <a:p>
            <a:pPr eaLnBrk="1" hangingPunct="1">
              <a:buFontTx/>
              <a:buChar char="•"/>
            </a:pPr>
            <a:r>
              <a:rPr lang="en-US" sz="1400" b="1" noProof="0" dirty="0">
                <a:latin typeface="Arial" charset="0"/>
              </a:rPr>
              <a:t>ID project</a:t>
            </a:r>
          </a:p>
          <a:p>
            <a:pPr eaLnBrk="1" hangingPunct="1">
              <a:buFontTx/>
              <a:buChar char="•"/>
            </a:pPr>
            <a:r>
              <a:rPr lang="en-US" sz="1400" b="1" noProof="0" dirty="0">
                <a:latin typeface="Arial" charset="0"/>
              </a:rPr>
              <a:t>ID Project Manager</a:t>
            </a:r>
          </a:p>
          <a:p>
            <a:pPr eaLnBrk="1" hangingPunct="1">
              <a:buFontTx/>
              <a:buChar char="•"/>
            </a:pPr>
            <a:r>
              <a:rPr lang="en-US" sz="1400" b="1" noProof="0" dirty="0">
                <a:latin typeface="Arial" charset="0"/>
              </a:rPr>
              <a:t>Risk class</a:t>
            </a:r>
          </a:p>
        </p:txBody>
      </p:sp>
      <p:sp>
        <p:nvSpPr>
          <p:cNvPr id="417901" name="Rectangle 109"/>
          <p:cNvSpPr>
            <a:spLocks noChangeArrowheads="1"/>
          </p:cNvSpPr>
          <p:nvPr/>
        </p:nvSpPr>
        <p:spPr bwMode="auto">
          <a:xfrm>
            <a:off x="2751667" y="3241675"/>
            <a:ext cx="4127500" cy="21304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80975" indent="-180975">
              <a:defRPr sz="2400">
                <a:solidFill>
                  <a:schemeClr val="tx1"/>
                </a:solidFill>
                <a:latin typeface="Times" charset="0"/>
              </a:defRPr>
            </a:lvl1pPr>
            <a:lvl2pPr>
              <a:defRPr sz="2400">
                <a:solidFill>
                  <a:schemeClr val="tx1"/>
                </a:solidFill>
                <a:latin typeface="Times" charset="0"/>
              </a:defRPr>
            </a:lvl2pPr>
            <a:lvl3pPr>
              <a:defRPr sz="2400">
                <a:solidFill>
                  <a:schemeClr val="tx1"/>
                </a:solidFill>
                <a:latin typeface="Times" charset="0"/>
              </a:defRPr>
            </a:lvl3pPr>
            <a:lvl4pPr>
              <a:defRPr sz="2400">
                <a:solidFill>
                  <a:schemeClr val="tx1"/>
                </a:solidFill>
                <a:latin typeface="Times" charset="0"/>
              </a:defRPr>
            </a:lvl4pPr>
            <a:lvl5pPr>
              <a:defRPr sz="2400">
                <a:solidFill>
                  <a:schemeClr val="tx1"/>
                </a:solidFill>
                <a:latin typeface="Times" charset="0"/>
              </a:defRPr>
            </a:lvl5pPr>
            <a:lvl6pPr eaLnBrk="0" fontAlgn="base" hangingPunct="0">
              <a:spcBef>
                <a:spcPct val="0"/>
              </a:spcBef>
              <a:spcAft>
                <a:spcPct val="0"/>
              </a:spcAft>
              <a:defRPr sz="2400">
                <a:solidFill>
                  <a:schemeClr val="tx1"/>
                </a:solidFill>
                <a:latin typeface="Times" charset="0"/>
              </a:defRPr>
            </a:lvl6pPr>
            <a:lvl7pPr eaLnBrk="0" fontAlgn="base" hangingPunct="0">
              <a:spcBef>
                <a:spcPct val="0"/>
              </a:spcBef>
              <a:spcAft>
                <a:spcPct val="0"/>
              </a:spcAft>
              <a:defRPr sz="2400">
                <a:solidFill>
                  <a:schemeClr val="tx1"/>
                </a:solidFill>
                <a:latin typeface="Times" charset="0"/>
              </a:defRPr>
            </a:lvl7pPr>
            <a:lvl8pPr eaLnBrk="0" fontAlgn="base" hangingPunct="0">
              <a:spcBef>
                <a:spcPct val="0"/>
              </a:spcBef>
              <a:spcAft>
                <a:spcPct val="0"/>
              </a:spcAft>
              <a:defRPr sz="2400">
                <a:solidFill>
                  <a:schemeClr val="tx1"/>
                </a:solidFill>
                <a:latin typeface="Times" charset="0"/>
              </a:defRPr>
            </a:lvl8pPr>
            <a:lvl9pPr eaLnBrk="0" fontAlgn="base" hangingPunct="0">
              <a:spcBef>
                <a:spcPct val="0"/>
              </a:spcBef>
              <a:spcAft>
                <a:spcPct val="0"/>
              </a:spcAft>
              <a:defRPr sz="2400">
                <a:solidFill>
                  <a:schemeClr val="tx1"/>
                </a:solidFill>
                <a:latin typeface="Times" charset="0"/>
              </a:defRPr>
            </a:lvl9pPr>
          </a:lstStyle>
          <a:p>
            <a:pPr eaLnBrk="1" hangingPunct="1">
              <a:buFontTx/>
              <a:buChar char="•"/>
            </a:pPr>
            <a:r>
              <a:rPr lang="en-US" sz="1400" b="1" noProof="0" dirty="0">
                <a:latin typeface="Arial" charset="0"/>
              </a:rPr>
              <a:t>Identifier</a:t>
            </a:r>
          </a:p>
          <a:p>
            <a:pPr eaLnBrk="1" hangingPunct="1">
              <a:buFontTx/>
              <a:buChar char="•"/>
            </a:pPr>
            <a:r>
              <a:rPr lang="en-US" sz="1400" b="1" noProof="0" dirty="0">
                <a:latin typeface="Arial" charset="0"/>
              </a:rPr>
              <a:t>Identification date </a:t>
            </a:r>
          </a:p>
          <a:p>
            <a:pPr eaLnBrk="1" hangingPunct="1">
              <a:buFontTx/>
              <a:buChar char="•"/>
            </a:pPr>
            <a:r>
              <a:rPr lang="en-US" sz="1400" b="1" noProof="0" dirty="0">
                <a:latin typeface="Arial" charset="0"/>
              </a:rPr>
              <a:t>Risk description </a:t>
            </a:r>
          </a:p>
          <a:p>
            <a:pPr eaLnBrk="1" hangingPunct="1">
              <a:buFontTx/>
              <a:buChar char="•"/>
            </a:pPr>
            <a:r>
              <a:rPr lang="en-US" sz="1400" b="1" noProof="0" dirty="0">
                <a:latin typeface="Arial" charset="0"/>
              </a:rPr>
              <a:t>Risk status </a:t>
            </a:r>
          </a:p>
          <a:p>
            <a:pPr eaLnBrk="1" hangingPunct="1">
              <a:buFontTx/>
              <a:buChar char="•"/>
            </a:pPr>
            <a:r>
              <a:rPr lang="en-US" sz="1400" b="1" noProof="0" dirty="0">
                <a:latin typeface="Arial" charset="0"/>
              </a:rPr>
              <a:t>Risk owner</a:t>
            </a:r>
          </a:p>
          <a:p>
            <a:pPr eaLnBrk="1" hangingPunct="1">
              <a:buFontTx/>
              <a:buChar char="•"/>
            </a:pPr>
            <a:r>
              <a:rPr lang="en-US" sz="1400" b="1" noProof="0" dirty="0">
                <a:latin typeface="Arial" charset="0"/>
              </a:rPr>
              <a:t>Resolution deadline </a:t>
            </a:r>
          </a:p>
          <a:p>
            <a:pPr eaLnBrk="1" hangingPunct="1">
              <a:buFontTx/>
              <a:buChar char="•"/>
            </a:pPr>
            <a:r>
              <a:rPr lang="en-US" sz="1400" b="1" noProof="0" dirty="0">
                <a:latin typeface="Arial" charset="0"/>
              </a:rPr>
              <a:t>Resolution actions</a:t>
            </a:r>
          </a:p>
          <a:p>
            <a:pPr eaLnBrk="1" hangingPunct="1">
              <a:buFontTx/>
              <a:buChar char="•"/>
            </a:pPr>
            <a:r>
              <a:rPr lang="en-US" sz="1400" b="1" noProof="0" dirty="0">
                <a:latin typeface="Arial" charset="0"/>
              </a:rPr>
              <a:t>Impact (gravity)</a:t>
            </a:r>
          </a:p>
          <a:p>
            <a:pPr eaLnBrk="1" hangingPunct="1">
              <a:buFontTx/>
              <a:buChar char="•"/>
            </a:pPr>
            <a:r>
              <a:rPr lang="en-US" sz="1400" b="1" noProof="0" dirty="0">
                <a:latin typeface="Arial" charset="0"/>
              </a:rPr>
              <a:t>Probability </a:t>
            </a:r>
          </a:p>
        </p:txBody>
      </p:sp>
      <p:sp>
        <p:nvSpPr>
          <p:cNvPr id="417902" name="Rectangle 110"/>
          <p:cNvSpPr>
            <a:spLocks noChangeArrowheads="1"/>
          </p:cNvSpPr>
          <p:nvPr/>
        </p:nvSpPr>
        <p:spPr bwMode="auto">
          <a:xfrm>
            <a:off x="7006431" y="3248026"/>
            <a:ext cx="2600325" cy="21304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180975" indent="-180975">
              <a:defRPr sz="2400">
                <a:solidFill>
                  <a:schemeClr val="tx1"/>
                </a:solidFill>
                <a:latin typeface="Times" charset="0"/>
              </a:defRPr>
            </a:lvl1pPr>
            <a:lvl2pPr>
              <a:defRPr sz="2400">
                <a:solidFill>
                  <a:schemeClr val="tx1"/>
                </a:solidFill>
                <a:latin typeface="Times" charset="0"/>
              </a:defRPr>
            </a:lvl2pPr>
            <a:lvl3pPr>
              <a:defRPr sz="2400">
                <a:solidFill>
                  <a:schemeClr val="tx1"/>
                </a:solidFill>
                <a:latin typeface="Times" charset="0"/>
              </a:defRPr>
            </a:lvl3pPr>
            <a:lvl4pPr>
              <a:defRPr sz="2400">
                <a:solidFill>
                  <a:schemeClr val="tx1"/>
                </a:solidFill>
                <a:latin typeface="Times" charset="0"/>
              </a:defRPr>
            </a:lvl4pPr>
            <a:lvl5pPr>
              <a:defRPr sz="2400">
                <a:solidFill>
                  <a:schemeClr val="tx1"/>
                </a:solidFill>
                <a:latin typeface="Times" charset="0"/>
              </a:defRPr>
            </a:lvl5pPr>
            <a:lvl6pPr eaLnBrk="0" fontAlgn="base" hangingPunct="0">
              <a:spcBef>
                <a:spcPct val="0"/>
              </a:spcBef>
              <a:spcAft>
                <a:spcPct val="0"/>
              </a:spcAft>
              <a:defRPr sz="2400">
                <a:solidFill>
                  <a:schemeClr val="tx1"/>
                </a:solidFill>
                <a:latin typeface="Times" charset="0"/>
              </a:defRPr>
            </a:lvl6pPr>
            <a:lvl7pPr eaLnBrk="0" fontAlgn="base" hangingPunct="0">
              <a:spcBef>
                <a:spcPct val="0"/>
              </a:spcBef>
              <a:spcAft>
                <a:spcPct val="0"/>
              </a:spcAft>
              <a:defRPr sz="2400">
                <a:solidFill>
                  <a:schemeClr val="tx1"/>
                </a:solidFill>
                <a:latin typeface="Times" charset="0"/>
              </a:defRPr>
            </a:lvl7pPr>
            <a:lvl8pPr eaLnBrk="0" fontAlgn="base" hangingPunct="0">
              <a:spcBef>
                <a:spcPct val="0"/>
              </a:spcBef>
              <a:spcAft>
                <a:spcPct val="0"/>
              </a:spcAft>
              <a:defRPr sz="2400">
                <a:solidFill>
                  <a:schemeClr val="tx1"/>
                </a:solidFill>
                <a:latin typeface="Times" charset="0"/>
              </a:defRPr>
            </a:lvl8pPr>
            <a:lvl9pPr eaLnBrk="0" fontAlgn="base" hangingPunct="0">
              <a:spcBef>
                <a:spcPct val="0"/>
              </a:spcBef>
              <a:spcAft>
                <a:spcPct val="0"/>
              </a:spcAft>
              <a:defRPr sz="2400">
                <a:solidFill>
                  <a:schemeClr val="tx1"/>
                </a:solidFill>
                <a:latin typeface="Times" charset="0"/>
              </a:defRPr>
            </a:lvl9pPr>
          </a:lstStyle>
          <a:p>
            <a:pPr eaLnBrk="1" hangingPunct="1">
              <a:buFontTx/>
              <a:buChar char="•"/>
            </a:pPr>
            <a:r>
              <a:rPr lang="en-US" sz="1400" b="1" noProof="0" dirty="0">
                <a:latin typeface="Arial" charset="0"/>
              </a:rPr>
              <a:t>Resolution description </a:t>
            </a:r>
          </a:p>
          <a:p>
            <a:pPr eaLnBrk="1" hangingPunct="1">
              <a:buFontTx/>
              <a:buChar char="•"/>
            </a:pPr>
            <a:r>
              <a:rPr lang="en-US" sz="1400" b="1" noProof="0" dirty="0">
                <a:latin typeface="Arial" charset="0"/>
              </a:rPr>
              <a:t>Closure date </a:t>
            </a:r>
          </a:p>
          <a:p>
            <a:pPr eaLnBrk="1" hangingPunct="1">
              <a:buFontTx/>
              <a:buChar char="•"/>
            </a:pPr>
            <a:r>
              <a:rPr lang="en-US" sz="1400" b="1" noProof="0" dirty="0">
                <a:latin typeface="Arial" charset="0"/>
              </a:rPr>
              <a:t>Authorized by … </a:t>
            </a:r>
          </a:p>
        </p:txBody>
      </p:sp>
    </p:spTree>
    <p:extLst>
      <p:ext uri="{BB962C8B-B14F-4D97-AF65-F5344CB8AC3E}">
        <p14:creationId xmlns:p14="http://schemas.microsoft.com/office/powerpoint/2010/main" val="666977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r>
              <a:rPr lang="en-US" noProof="0" dirty="0"/>
              <a:t>Risk: 6. Control risks</a:t>
            </a:r>
            <a:br>
              <a:rPr lang="en-US" noProof="0" dirty="0"/>
            </a:br>
            <a:r>
              <a:rPr lang="en-US" noProof="0" dirty="0"/>
              <a:t>Project risk: case studies </a:t>
            </a:r>
          </a:p>
        </p:txBody>
      </p:sp>
      <p:sp>
        <p:nvSpPr>
          <p:cNvPr id="370691" name="Rectangle 3"/>
          <p:cNvSpPr>
            <a:spLocks noChangeArrowheads="1"/>
          </p:cNvSpPr>
          <p:nvPr/>
        </p:nvSpPr>
        <p:spPr bwMode="auto">
          <a:xfrm>
            <a:off x="856457" y="1430338"/>
            <a:ext cx="1566731" cy="1276350"/>
          </a:xfrm>
          <a:prstGeom prst="rect">
            <a:avLst/>
          </a:prstGeom>
          <a:solidFill>
            <a:schemeClr val="bg1">
              <a:lumMod val="85000"/>
            </a:schemeClr>
          </a:solidFill>
          <a:ln>
            <a:noFill/>
          </a:ln>
          <a:effectLst/>
        </p:spPr>
        <p:txBody>
          <a:bodyPr/>
          <a:lstStyle/>
          <a:p>
            <a:pPr algn="just"/>
            <a:r>
              <a:rPr lang="en-US" sz="1600" b="1" noProof="0" dirty="0">
                <a:latin typeface="Times New Roman" pitchFamily="18" charset="0"/>
                <a:cs typeface="Times New Roman" pitchFamily="18" charset="0"/>
              </a:rPr>
              <a:t>Risk</a:t>
            </a:r>
            <a:endParaRPr lang="en-US" sz="2400" b="1" noProof="0" dirty="0">
              <a:latin typeface="Times New Roman" pitchFamily="18" charset="0"/>
              <a:cs typeface="Times New Roman" pitchFamily="18" charset="0"/>
            </a:endParaRPr>
          </a:p>
          <a:p>
            <a:pPr algn="just"/>
            <a:endParaRPr lang="en-US" sz="4400" noProof="0" dirty="0">
              <a:latin typeface="Times New Roman" pitchFamily="18" charset="0"/>
            </a:endParaRPr>
          </a:p>
        </p:txBody>
      </p:sp>
      <p:sp>
        <p:nvSpPr>
          <p:cNvPr id="370693" name="Rectangle 5"/>
          <p:cNvSpPr>
            <a:spLocks noChangeArrowheads="1"/>
          </p:cNvSpPr>
          <p:nvPr/>
        </p:nvSpPr>
        <p:spPr bwMode="auto">
          <a:xfrm>
            <a:off x="2612364" y="1430338"/>
            <a:ext cx="1532334" cy="1276350"/>
          </a:xfrm>
          <a:prstGeom prst="rect">
            <a:avLst/>
          </a:prstGeom>
          <a:solidFill>
            <a:schemeClr val="bg1">
              <a:lumMod val="85000"/>
            </a:schemeClr>
          </a:solidFill>
          <a:ln>
            <a:noFill/>
          </a:ln>
          <a:effectLst/>
        </p:spPr>
        <p:txBody>
          <a:bodyPr/>
          <a:lstStyle/>
          <a:p>
            <a:r>
              <a:rPr lang="en-US" sz="1600" b="1" noProof="0" dirty="0">
                <a:cs typeface="Times New Roman" pitchFamily="18" charset="0"/>
              </a:rPr>
              <a:t>Risk description </a:t>
            </a:r>
            <a:endParaRPr lang="en-US" sz="1600" b="1" noProof="0" dirty="0">
              <a:latin typeface="Courier" charset="0"/>
              <a:cs typeface="Times New Roman" pitchFamily="18" charset="0"/>
            </a:endParaRPr>
          </a:p>
        </p:txBody>
      </p:sp>
      <p:sp>
        <p:nvSpPr>
          <p:cNvPr id="370695" name="Rectangle 7"/>
          <p:cNvSpPr>
            <a:spLocks noChangeArrowheads="1"/>
          </p:cNvSpPr>
          <p:nvPr/>
        </p:nvSpPr>
        <p:spPr bwMode="auto">
          <a:xfrm>
            <a:off x="4335595" y="1430338"/>
            <a:ext cx="1472142" cy="1276350"/>
          </a:xfrm>
          <a:prstGeom prst="rect">
            <a:avLst/>
          </a:prstGeom>
          <a:solidFill>
            <a:schemeClr val="bg1">
              <a:lumMod val="85000"/>
            </a:schemeClr>
          </a:solidFill>
          <a:ln>
            <a:noFill/>
          </a:ln>
          <a:effectLst/>
        </p:spPr>
        <p:txBody>
          <a:bodyPr/>
          <a:lstStyle/>
          <a:p>
            <a:r>
              <a:rPr lang="en-US" sz="1600" noProof="0" dirty="0">
                <a:cs typeface="Times New Roman" pitchFamily="18" charset="0"/>
              </a:rPr>
              <a:t>Risk Status </a:t>
            </a:r>
          </a:p>
          <a:p>
            <a:r>
              <a:rPr lang="en-US" sz="1600" noProof="0" dirty="0">
                <a:cs typeface="Times New Roman" pitchFamily="18" charset="0"/>
              </a:rPr>
              <a:t>1 : identified</a:t>
            </a:r>
          </a:p>
          <a:p>
            <a:r>
              <a:rPr lang="en-US" sz="1600" noProof="0" dirty="0">
                <a:cs typeface="Times New Roman" pitchFamily="18" charset="0"/>
              </a:rPr>
              <a:t>2 : assigned</a:t>
            </a:r>
          </a:p>
          <a:p>
            <a:r>
              <a:rPr lang="en-US" sz="1600" noProof="0" dirty="0">
                <a:cs typeface="Times New Roman" pitchFamily="18" charset="0"/>
              </a:rPr>
              <a:t>3: on</a:t>
            </a:r>
          </a:p>
          <a:p>
            <a:r>
              <a:rPr lang="en-US" sz="1600" noProof="0" dirty="0">
                <a:cs typeface="Times New Roman" pitchFamily="18" charset="0"/>
              </a:rPr>
              <a:t>4: solved </a:t>
            </a:r>
          </a:p>
        </p:txBody>
      </p:sp>
      <p:sp>
        <p:nvSpPr>
          <p:cNvPr id="370697" name="Rectangle 9"/>
          <p:cNvSpPr>
            <a:spLocks noChangeArrowheads="1"/>
          </p:cNvSpPr>
          <p:nvPr/>
        </p:nvSpPr>
        <p:spPr bwMode="auto">
          <a:xfrm>
            <a:off x="5996915" y="1430338"/>
            <a:ext cx="1453223" cy="1276350"/>
          </a:xfrm>
          <a:prstGeom prst="rect">
            <a:avLst/>
          </a:prstGeom>
          <a:solidFill>
            <a:schemeClr val="bg1">
              <a:lumMod val="85000"/>
            </a:schemeClr>
          </a:solidFill>
          <a:ln>
            <a:noFill/>
          </a:ln>
          <a:effectLst/>
        </p:spPr>
        <p:txBody>
          <a:bodyPr/>
          <a:lstStyle/>
          <a:p>
            <a:pPr algn="just"/>
            <a:r>
              <a:rPr lang="en-US" sz="1600" b="1" noProof="0" dirty="0">
                <a:latin typeface="Times New Roman" pitchFamily="18" charset="0"/>
                <a:cs typeface="Times New Roman" pitchFamily="18" charset="0"/>
              </a:rPr>
              <a:t>Risk reduction actions </a:t>
            </a:r>
            <a:endParaRPr lang="en-US" sz="4000" noProof="0" dirty="0">
              <a:latin typeface="Times New Roman" pitchFamily="18" charset="0"/>
            </a:endParaRPr>
          </a:p>
        </p:txBody>
      </p:sp>
      <p:sp>
        <p:nvSpPr>
          <p:cNvPr id="370699" name="Rectangle 11"/>
          <p:cNvSpPr>
            <a:spLocks noChangeArrowheads="1"/>
          </p:cNvSpPr>
          <p:nvPr/>
        </p:nvSpPr>
        <p:spPr bwMode="auto">
          <a:xfrm>
            <a:off x="7641035" y="1430338"/>
            <a:ext cx="2136501" cy="1276350"/>
          </a:xfrm>
          <a:prstGeom prst="rect">
            <a:avLst/>
          </a:prstGeom>
          <a:solidFill>
            <a:schemeClr val="bg1">
              <a:lumMod val="85000"/>
            </a:schemeClr>
          </a:solidFill>
          <a:ln>
            <a:noFill/>
          </a:ln>
          <a:effectLst/>
        </p:spPr>
        <p:txBody>
          <a:bodyPr/>
          <a:lstStyle/>
          <a:p>
            <a:pPr algn="just"/>
            <a:r>
              <a:rPr lang="en-US" sz="1600" noProof="0" dirty="0">
                <a:cs typeface="Times New Roman" pitchFamily="18" charset="0"/>
              </a:rPr>
              <a:t>Accountability </a:t>
            </a:r>
            <a:endParaRPr lang="en-US" sz="2400" b="1" noProof="0" dirty="0">
              <a:cs typeface="Times New Roman" pitchFamily="18" charset="0"/>
            </a:endParaRPr>
          </a:p>
          <a:p>
            <a:pPr algn="just"/>
            <a:r>
              <a:rPr lang="en-US" sz="1600" b="1" noProof="0" dirty="0">
                <a:cs typeface="Times New Roman" pitchFamily="18" charset="0"/>
              </a:rPr>
              <a:t>E = executes </a:t>
            </a:r>
          </a:p>
          <a:p>
            <a:pPr algn="just"/>
            <a:r>
              <a:rPr lang="en-US" sz="1600" b="1" noProof="0" dirty="0">
                <a:cs typeface="Times New Roman" pitchFamily="18" charset="0"/>
              </a:rPr>
              <a:t>A = assists </a:t>
            </a:r>
          </a:p>
          <a:p>
            <a:pPr algn="just"/>
            <a:r>
              <a:rPr lang="en-US" sz="1600" b="1" noProof="0" dirty="0">
                <a:cs typeface="Times New Roman" pitchFamily="18" charset="0"/>
              </a:rPr>
              <a:t>D = decides</a:t>
            </a:r>
            <a:endParaRPr lang="en-US" sz="4000" noProof="0" dirty="0"/>
          </a:p>
        </p:txBody>
      </p:sp>
      <p:sp>
        <p:nvSpPr>
          <p:cNvPr id="370701" name="Rectangle 13"/>
          <p:cNvSpPr>
            <a:spLocks noChangeArrowheads="1"/>
          </p:cNvSpPr>
          <p:nvPr/>
        </p:nvSpPr>
        <p:spPr bwMode="auto">
          <a:xfrm>
            <a:off x="856457" y="2706688"/>
            <a:ext cx="1566731"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latin typeface="Times New Roman" pitchFamily="18" charset="0"/>
                <a:cs typeface="Times New Roman" pitchFamily="18" charset="0"/>
              </a:rPr>
              <a:t>Server installation </a:t>
            </a:r>
            <a:endParaRPr lang="en-US" sz="4400" b="0" noProof="0" dirty="0">
              <a:latin typeface="Times New Roman" pitchFamily="18" charset="0"/>
            </a:endParaRPr>
          </a:p>
        </p:txBody>
      </p:sp>
      <p:sp>
        <p:nvSpPr>
          <p:cNvPr id="370703" name="Rectangle 15"/>
          <p:cNvSpPr>
            <a:spLocks noChangeArrowheads="1"/>
          </p:cNvSpPr>
          <p:nvPr/>
        </p:nvSpPr>
        <p:spPr bwMode="auto">
          <a:xfrm>
            <a:off x="2612364" y="2706688"/>
            <a:ext cx="1532334"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80000"/>
              </a:lnSpc>
            </a:pPr>
            <a:r>
              <a:rPr lang="en-US" sz="1800" b="0" noProof="0" dirty="0">
                <a:cs typeface="Times New Roman" pitchFamily="18" charset="0"/>
              </a:rPr>
              <a:t>Late CFP*</a:t>
            </a:r>
          </a:p>
          <a:p>
            <a:pPr>
              <a:lnSpc>
                <a:spcPct val="80000"/>
              </a:lnSpc>
            </a:pPr>
            <a:r>
              <a:rPr lang="en-US" sz="1800" b="0" noProof="0" dirty="0">
                <a:cs typeface="Times New Roman" pitchFamily="18" charset="0"/>
              </a:rPr>
              <a:t>Late test </a:t>
            </a:r>
          </a:p>
          <a:p>
            <a:pPr>
              <a:lnSpc>
                <a:spcPct val="80000"/>
              </a:lnSpc>
            </a:pPr>
            <a:r>
              <a:rPr lang="en-US" sz="1800" b="0" noProof="0" dirty="0">
                <a:cs typeface="Times New Roman" pitchFamily="18" charset="0"/>
              </a:rPr>
              <a:t>Late release</a:t>
            </a:r>
            <a:endParaRPr lang="en-US" sz="4400" b="0" noProof="0" dirty="0"/>
          </a:p>
        </p:txBody>
      </p:sp>
      <p:sp>
        <p:nvSpPr>
          <p:cNvPr id="370705" name="Rectangle 17"/>
          <p:cNvSpPr>
            <a:spLocks noChangeArrowheads="1"/>
          </p:cNvSpPr>
          <p:nvPr/>
        </p:nvSpPr>
        <p:spPr bwMode="auto">
          <a:xfrm>
            <a:off x="4335595" y="2706688"/>
            <a:ext cx="1472142"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latin typeface="Times New Roman" pitchFamily="18" charset="0"/>
                <a:cs typeface="Times New Roman" pitchFamily="18" charset="0"/>
              </a:rPr>
              <a:t>2- Assigned </a:t>
            </a:r>
            <a:endParaRPr lang="en-US" sz="4400" b="0" noProof="0" dirty="0">
              <a:latin typeface="Times New Roman" pitchFamily="18" charset="0"/>
            </a:endParaRPr>
          </a:p>
        </p:txBody>
      </p:sp>
      <p:sp>
        <p:nvSpPr>
          <p:cNvPr id="370707" name="Rectangle 19"/>
          <p:cNvSpPr>
            <a:spLocks noChangeArrowheads="1"/>
          </p:cNvSpPr>
          <p:nvPr/>
        </p:nvSpPr>
        <p:spPr bwMode="auto">
          <a:xfrm>
            <a:off x="5996915" y="2706688"/>
            <a:ext cx="1453223"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latin typeface="Times New Roman" pitchFamily="18" charset="0"/>
                <a:cs typeface="Times New Roman" pitchFamily="18" charset="0"/>
              </a:rPr>
              <a:t>Provisional HW as a demo</a:t>
            </a:r>
            <a:endParaRPr lang="en-US" sz="4400" b="0" noProof="0" dirty="0">
              <a:latin typeface="Times New Roman" pitchFamily="18" charset="0"/>
            </a:endParaRPr>
          </a:p>
        </p:txBody>
      </p:sp>
      <p:sp>
        <p:nvSpPr>
          <p:cNvPr id="370709" name="Rectangle 21"/>
          <p:cNvSpPr>
            <a:spLocks noChangeArrowheads="1"/>
          </p:cNvSpPr>
          <p:nvPr/>
        </p:nvSpPr>
        <p:spPr bwMode="auto">
          <a:xfrm>
            <a:off x="7641035" y="2706688"/>
            <a:ext cx="2136501"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cs typeface="Times New Roman" pitchFamily="18" charset="0"/>
              </a:rPr>
              <a:t>E -  Purchase </a:t>
            </a:r>
            <a:r>
              <a:rPr lang="en-US" sz="1800" b="0" noProof="0" dirty="0" err="1">
                <a:cs typeface="Times New Roman" pitchFamily="18" charset="0"/>
              </a:rPr>
              <a:t>Dpt</a:t>
            </a:r>
            <a:r>
              <a:rPr lang="en-US" sz="1800" b="0" noProof="0" dirty="0">
                <a:cs typeface="Times New Roman" pitchFamily="18" charset="0"/>
              </a:rPr>
              <a:t> </a:t>
            </a:r>
          </a:p>
          <a:p>
            <a:r>
              <a:rPr lang="en-US" sz="1800" b="0" noProof="0" dirty="0">
                <a:cs typeface="Times New Roman" pitchFamily="18" charset="0"/>
              </a:rPr>
              <a:t>D - Steering Committee </a:t>
            </a:r>
            <a:endParaRPr lang="en-US" sz="2400" b="0" noProof="0" dirty="0">
              <a:cs typeface="Times New Roman" pitchFamily="18" charset="0"/>
            </a:endParaRPr>
          </a:p>
          <a:p>
            <a:endParaRPr lang="en-US" sz="4400" b="0" noProof="0" dirty="0"/>
          </a:p>
        </p:txBody>
      </p:sp>
      <p:sp>
        <p:nvSpPr>
          <p:cNvPr id="370711" name="Rectangle 23"/>
          <p:cNvSpPr>
            <a:spLocks noChangeArrowheads="1"/>
          </p:cNvSpPr>
          <p:nvPr/>
        </p:nvSpPr>
        <p:spPr bwMode="auto">
          <a:xfrm>
            <a:off x="856457" y="3892550"/>
            <a:ext cx="1566731"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latin typeface="Times New Roman" pitchFamily="18" charset="0"/>
                <a:cs typeface="Times New Roman" pitchFamily="18" charset="0"/>
              </a:rPr>
              <a:t>Launch of new services to customers </a:t>
            </a:r>
            <a:endParaRPr lang="en-US" sz="2400" b="0" noProof="0" dirty="0">
              <a:latin typeface="Times New Roman" pitchFamily="18" charset="0"/>
              <a:cs typeface="Times New Roman" pitchFamily="18" charset="0"/>
            </a:endParaRPr>
          </a:p>
          <a:p>
            <a:endParaRPr lang="en-US" sz="4400" b="0" noProof="0" dirty="0">
              <a:latin typeface="Times New Roman" pitchFamily="18" charset="0"/>
            </a:endParaRPr>
          </a:p>
        </p:txBody>
      </p:sp>
      <p:sp>
        <p:nvSpPr>
          <p:cNvPr id="370713" name="Rectangle 25"/>
          <p:cNvSpPr>
            <a:spLocks noChangeArrowheads="1"/>
          </p:cNvSpPr>
          <p:nvPr/>
        </p:nvSpPr>
        <p:spPr bwMode="auto">
          <a:xfrm>
            <a:off x="2612364" y="3892550"/>
            <a:ext cx="1532334"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latin typeface="Times New Roman" pitchFamily="18" charset="0"/>
                <a:cs typeface="Times New Roman" pitchFamily="18" charset="0"/>
              </a:rPr>
              <a:t>New database structure </a:t>
            </a:r>
            <a:endParaRPr lang="en-US" sz="4400" b="0" noProof="0" dirty="0">
              <a:latin typeface="Times New Roman" pitchFamily="18" charset="0"/>
            </a:endParaRPr>
          </a:p>
        </p:txBody>
      </p:sp>
      <p:sp>
        <p:nvSpPr>
          <p:cNvPr id="370715" name="Rectangle 27"/>
          <p:cNvSpPr>
            <a:spLocks noChangeArrowheads="1"/>
          </p:cNvSpPr>
          <p:nvPr/>
        </p:nvSpPr>
        <p:spPr bwMode="auto">
          <a:xfrm>
            <a:off x="4335595" y="3892550"/>
            <a:ext cx="1472142"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latin typeface="Times New Roman" pitchFamily="18" charset="0"/>
                <a:cs typeface="Times New Roman" pitchFamily="18" charset="0"/>
              </a:rPr>
              <a:t>4-Solved </a:t>
            </a:r>
            <a:endParaRPr lang="en-US" sz="4400" b="0" noProof="0" dirty="0">
              <a:latin typeface="Times New Roman" pitchFamily="18" charset="0"/>
            </a:endParaRPr>
          </a:p>
        </p:txBody>
      </p:sp>
      <p:sp>
        <p:nvSpPr>
          <p:cNvPr id="370717" name="Rectangle 29"/>
          <p:cNvSpPr>
            <a:spLocks noChangeArrowheads="1"/>
          </p:cNvSpPr>
          <p:nvPr/>
        </p:nvSpPr>
        <p:spPr bwMode="auto">
          <a:xfrm>
            <a:off x="5996915" y="3892550"/>
            <a:ext cx="1453223"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pPr>
            <a:r>
              <a:rPr lang="en-US" sz="1800" b="0" noProof="0" dirty="0">
                <a:latin typeface="Times New Roman" pitchFamily="18" charset="0"/>
                <a:cs typeface="Times New Roman" pitchFamily="18" charset="0"/>
              </a:rPr>
              <a:t>New system architecture which fulfills new requirements </a:t>
            </a:r>
            <a:endParaRPr lang="en-US" sz="4400" b="0" noProof="0" dirty="0">
              <a:latin typeface="Times New Roman" pitchFamily="18" charset="0"/>
            </a:endParaRPr>
          </a:p>
        </p:txBody>
      </p:sp>
      <p:sp>
        <p:nvSpPr>
          <p:cNvPr id="370718" name="Rectangle 30"/>
          <p:cNvSpPr>
            <a:spLocks noChangeArrowheads="1"/>
          </p:cNvSpPr>
          <p:nvPr/>
        </p:nvSpPr>
        <p:spPr bwMode="auto">
          <a:xfrm>
            <a:off x="7641035" y="3892550"/>
            <a:ext cx="2136501"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1800" b="0" noProof="0" dirty="0">
                <a:latin typeface="Times New Roman" pitchFamily="18" charset="0"/>
                <a:cs typeface="Times New Roman" pitchFamily="18" charset="0"/>
              </a:rPr>
              <a:t> D - Technical Committee </a:t>
            </a:r>
            <a:endParaRPr lang="en-US" sz="2400" b="0" noProof="0" dirty="0">
              <a:latin typeface="Times New Roman" pitchFamily="18" charset="0"/>
              <a:cs typeface="Times New Roman" pitchFamily="18" charset="0"/>
            </a:endParaRPr>
          </a:p>
          <a:p>
            <a:r>
              <a:rPr lang="en-US" sz="1800" b="0" noProof="0" dirty="0">
                <a:latin typeface="Times New Roman" pitchFamily="18" charset="0"/>
                <a:cs typeface="Times New Roman" pitchFamily="18" charset="0"/>
              </a:rPr>
              <a:t>E - Data Workgroup </a:t>
            </a:r>
            <a:endParaRPr lang="en-US" sz="2400" b="0" noProof="0" dirty="0">
              <a:latin typeface="Times New Roman" pitchFamily="18" charset="0"/>
              <a:cs typeface="Times New Roman" pitchFamily="18" charset="0"/>
            </a:endParaRPr>
          </a:p>
          <a:p>
            <a:r>
              <a:rPr lang="en-US" sz="1800" b="0" noProof="0" dirty="0">
                <a:latin typeface="Times New Roman" pitchFamily="18" charset="0"/>
                <a:cs typeface="Times New Roman" pitchFamily="18" charset="0"/>
              </a:rPr>
              <a:t>A - User Focus Group </a:t>
            </a:r>
            <a:endParaRPr lang="en-US" sz="4400" b="0" noProof="0" dirty="0">
              <a:latin typeface="Times New Roman" pitchFamily="18" charset="0"/>
            </a:endParaRPr>
          </a:p>
        </p:txBody>
      </p:sp>
      <p:sp>
        <p:nvSpPr>
          <p:cNvPr id="2" name="Rettangolo 1">
            <a:extLst>
              <a:ext uri="{FF2B5EF4-FFF2-40B4-BE49-F238E27FC236}">
                <a16:creationId xmlns:a16="http://schemas.microsoft.com/office/drawing/2014/main" id="{CD89642E-C75C-495E-B0BC-48C378E0DD08}"/>
              </a:ext>
            </a:extLst>
          </p:cNvPr>
          <p:cNvSpPr/>
          <p:nvPr/>
        </p:nvSpPr>
        <p:spPr>
          <a:xfrm>
            <a:off x="1064440" y="5733256"/>
            <a:ext cx="1547924" cy="400110"/>
          </a:xfrm>
          <a:prstGeom prst="rect">
            <a:avLst/>
          </a:prstGeom>
        </p:spPr>
        <p:txBody>
          <a:bodyPr wrap="none">
            <a:spAutoFit/>
          </a:bodyPr>
          <a:lstStyle/>
          <a:p>
            <a:r>
              <a:rPr lang="en-US" noProof="0" dirty="0"/>
              <a:t>* </a:t>
            </a:r>
            <a:r>
              <a:rPr lang="en-US" sz="1200" b="0" i="1" noProof="0" dirty="0"/>
              <a:t>Call For Proposal </a:t>
            </a:r>
            <a:endParaRPr lang="en-US" b="0" i="1" noProof="0" dirty="0"/>
          </a:p>
        </p:txBody>
      </p:sp>
    </p:spTree>
    <p:extLst>
      <p:ext uri="{BB962C8B-B14F-4D97-AF65-F5344CB8AC3E}">
        <p14:creationId xmlns:p14="http://schemas.microsoft.com/office/powerpoint/2010/main" val="840328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r>
              <a:rPr lang="en-US" b="1" noProof="0" dirty="0"/>
              <a:t>PROJECT RISK</a:t>
            </a:r>
            <a:endParaRPr lang="en-US" i="1" noProof="0" dirty="0"/>
          </a:p>
        </p:txBody>
      </p:sp>
      <p:sp>
        <p:nvSpPr>
          <p:cNvPr id="6" name="Rectangle 3">
            <a:extLst>
              <a:ext uri="{FF2B5EF4-FFF2-40B4-BE49-F238E27FC236}">
                <a16:creationId xmlns:a16="http://schemas.microsoft.com/office/drawing/2014/main" id="{7FFDCCA2-D8D4-4283-8D45-BBEA60B05415}"/>
              </a:ext>
            </a:extLst>
          </p:cNvPr>
          <p:cNvSpPr>
            <a:spLocks noGrp="1" noChangeArrowheads="1"/>
          </p:cNvSpPr>
          <p:nvPr>
            <p:ph type="subTitle" idx="1"/>
          </p:nvPr>
        </p:nvSpPr>
        <p:spPr>
          <a:xfrm>
            <a:off x="1485900" y="3886200"/>
            <a:ext cx="6934200" cy="2135088"/>
          </a:xfrm>
        </p:spPr>
        <p:txBody>
          <a:bodyPr>
            <a:normAutofit fontScale="92500" lnSpcReduction="20000"/>
          </a:bodyPr>
          <a:lstStyle/>
          <a:p>
            <a:pPr eaLnBrk="1" hangingPunct="1"/>
            <a:r>
              <a:rPr lang="en-US" noProof="0" dirty="0"/>
              <a:t>INTRODUCTION: PROJECT FAILURES  </a:t>
            </a:r>
          </a:p>
          <a:p>
            <a:pPr eaLnBrk="1" hangingPunct="1"/>
            <a:r>
              <a:rPr lang="en-US" noProof="0" dirty="0"/>
              <a:t>INDIVIDUAL PROJECT RISKS MANAGEMENT</a:t>
            </a:r>
          </a:p>
          <a:p>
            <a:pPr eaLnBrk="1" hangingPunct="1"/>
            <a:r>
              <a:rPr lang="en-US" b="1" noProof="0" dirty="0"/>
              <a:t>PROJECT GLOBAL RISK ANALYSIS</a:t>
            </a:r>
          </a:p>
          <a:p>
            <a:pPr eaLnBrk="1" hangingPunct="1"/>
            <a:r>
              <a:rPr lang="en-US" noProof="0" dirty="0"/>
              <a:t>ORGANIZATIONAL IMPACT ANALYSIS </a:t>
            </a:r>
          </a:p>
          <a:p>
            <a:pPr eaLnBrk="1" hangingPunct="1"/>
            <a:r>
              <a:rPr lang="en-US" noProof="0" dirty="0"/>
              <a:t>REVIEW QUESTIONS</a:t>
            </a:r>
          </a:p>
          <a:p>
            <a:pPr eaLnBrk="1" hangingPunct="1"/>
            <a:r>
              <a:rPr lang="en-US" noProof="0" dirty="0"/>
              <a:t>ASSIGNMENT </a:t>
            </a:r>
          </a:p>
        </p:txBody>
      </p:sp>
    </p:spTree>
    <p:extLst>
      <p:ext uri="{BB962C8B-B14F-4D97-AF65-F5344CB8AC3E}">
        <p14:creationId xmlns:p14="http://schemas.microsoft.com/office/powerpoint/2010/main" val="2080805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2"/>
          <p:cNvSpPr>
            <a:spLocks noGrp="1" noChangeArrowheads="1"/>
          </p:cNvSpPr>
          <p:nvPr>
            <p:ph type="title"/>
          </p:nvPr>
        </p:nvSpPr>
        <p:spPr/>
        <p:txBody>
          <a:bodyPr/>
          <a:lstStyle/>
          <a:p>
            <a:r>
              <a:rPr lang="en-US" noProof="0" dirty="0"/>
              <a:t>An approach to assess the GLOBAL project risk</a:t>
            </a:r>
          </a:p>
        </p:txBody>
      </p:sp>
      <p:sp>
        <p:nvSpPr>
          <p:cNvPr id="716803" name="Rectangle 3"/>
          <p:cNvSpPr>
            <a:spLocks noGrp="1" noChangeArrowheads="1"/>
          </p:cNvSpPr>
          <p:nvPr>
            <p:ph type="body" sz="half" idx="2"/>
          </p:nvPr>
        </p:nvSpPr>
        <p:spPr/>
        <p:txBody>
          <a:bodyPr>
            <a:normAutofit fontScale="92500"/>
          </a:bodyPr>
          <a:lstStyle/>
          <a:p>
            <a:r>
              <a:rPr lang="en-US" noProof="0" dirty="0"/>
              <a:t>Risk dimensions </a:t>
            </a:r>
          </a:p>
          <a:p>
            <a:pPr lvl="1"/>
            <a:r>
              <a:rPr lang="en-US" noProof="0" dirty="0"/>
              <a:t>Size: up to 30</a:t>
            </a:r>
          </a:p>
          <a:p>
            <a:pPr lvl="1"/>
            <a:r>
              <a:rPr lang="en-US" noProof="0" dirty="0"/>
              <a:t>Innovation: up to 35</a:t>
            </a:r>
          </a:p>
          <a:p>
            <a:pPr lvl="1"/>
            <a:r>
              <a:rPr lang="en-US" noProof="0" dirty="0"/>
              <a:t>Uncertainty: up to 35 </a:t>
            </a:r>
          </a:p>
          <a:p>
            <a:r>
              <a:rPr lang="en-US" noProof="0" dirty="0"/>
              <a:t>Risk score</a:t>
            </a:r>
          </a:p>
          <a:p>
            <a:pPr lvl="1"/>
            <a:r>
              <a:rPr lang="en-US" noProof="0" dirty="0"/>
              <a:t>Absolute Score = Innovation + Uncertainty + Size </a:t>
            </a:r>
          </a:p>
          <a:p>
            <a:pPr lvl="1"/>
            <a:r>
              <a:rPr lang="en-US" noProof="0" dirty="0"/>
              <a:t>Weighted Score = 100* (Expected risk / Accepted Risk) e.g. (70/50) / *100= 120%</a:t>
            </a:r>
          </a:p>
          <a:p>
            <a:r>
              <a:rPr lang="en-US" noProof="0" dirty="0"/>
              <a:t>Accepted risk reference values</a:t>
            </a:r>
          </a:p>
          <a:p>
            <a:pPr lvl="1"/>
            <a:r>
              <a:rPr lang="en-US" noProof="0" dirty="0"/>
              <a:t>Core project : 70 </a:t>
            </a:r>
          </a:p>
          <a:p>
            <a:pPr lvl="1"/>
            <a:r>
              <a:rPr lang="en-US" noProof="0" dirty="0"/>
              <a:t>Support project: 50</a:t>
            </a:r>
          </a:p>
        </p:txBody>
      </p:sp>
      <p:grpSp>
        <p:nvGrpSpPr>
          <p:cNvPr id="716804" name="Group 4"/>
          <p:cNvGrpSpPr>
            <a:grpSpLocks/>
          </p:cNvGrpSpPr>
          <p:nvPr/>
        </p:nvGrpSpPr>
        <p:grpSpPr bwMode="auto">
          <a:xfrm>
            <a:off x="662121" y="2501900"/>
            <a:ext cx="3504935" cy="3200400"/>
            <a:chOff x="1392" y="1440"/>
            <a:chExt cx="2208" cy="2016"/>
          </a:xfrm>
        </p:grpSpPr>
        <p:sp>
          <p:nvSpPr>
            <p:cNvPr id="716805" name="Line 5"/>
            <p:cNvSpPr>
              <a:spLocks noChangeShapeType="1"/>
            </p:cNvSpPr>
            <p:nvPr/>
          </p:nvSpPr>
          <p:spPr bwMode="auto">
            <a:xfrm flipV="1">
              <a:off x="1392" y="1440"/>
              <a:ext cx="0" cy="201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716806" name="Line 6"/>
            <p:cNvSpPr>
              <a:spLocks noChangeShapeType="1"/>
            </p:cNvSpPr>
            <p:nvPr/>
          </p:nvSpPr>
          <p:spPr bwMode="auto">
            <a:xfrm>
              <a:off x="1392" y="3456"/>
              <a:ext cx="220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716807" name="Line 7"/>
            <p:cNvSpPr>
              <a:spLocks noChangeShapeType="1"/>
            </p:cNvSpPr>
            <p:nvPr/>
          </p:nvSpPr>
          <p:spPr bwMode="auto">
            <a:xfrm flipV="1">
              <a:off x="1392" y="2112"/>
              <a:ext cx="1344" cy="13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grpSp>
      <p:sp>
        <p:nvSpPr>
          <p:cNvPr id="716808" name="Text Box 8"/>
          <p:cNvSpPr txBox="1">
            <a:spLocks noChangeArrowheads="1"/>
          </p:cNvSpPr>
          <p:nvPr/>
        </p:nvSpPr>
        <p:spPr bwMode="auto">
          <a:xfrm>
            <a:off x="1089059" y="4115514"/>
            <a:ext cx="2782623" cy="523220"/>
          </a:xfrm>
          <a:prstGeom prst="rect">
            <a:avLst/>
          </a:prstGeom>
          <a:solidFill>
            <a:schemeClr val="bg1"/>
          </a:solidFill>
          <a:ln>
            <a:noFill/>
          </a:ln>
          <a:effectLst/>
        </p:spPr>
        <p:txBody>
          <a:bodyPr>
            <a:spAutoFit/>
          </a:bodyPr>
          <a:lstStyle/>
          <a:p>
            <a:r>
              <a:rPr lang="en-US" sz="2800" i="1" noProof="0" dirty="0"/>
              <a:t>Uncertainty</a:t>
            </a:r>
            <a:endParaRPr lang="en-US" sz="2800" b="1" i="1" noProof="0" dirty="0">
              <a:latin typeface="Times" charset="0"/>
            </a:endParaRPr>
          </a:p>
        </p:txBody>
      </p:sp>
      <p:sp>
        <p:nvSpPr>
          <p:cNvPr id="716809" name="Text Box 9"/>
          <p:cNvSpPr txBox="1">
            <a:spLocks noChangeArrowheads="1"/>
          </p:cNvSpPr>
          <p:nvPr/>
        </p:nvSpPr>
        <p:spPr bwMode="auto">
          <a:xfrm>
            <a:off x="2480371" y="5410275"/>
            <a:ext cx="801823" cy="523220"/>
          </a:xfrm>
          <a:prstGeom prst="rect">
            <a:avLst/>
          </a:prstGeom>
          <a:solidFill>
            <a:schemeClr val="bg1"/>
          </a:solidFill>
          <a:ln>
            <a:noFill/>
          </a:ln>
          <a:effectLst/>
        </p:spPr>
        <p:txBody>
          <a:bodyPr wrap="none">
            <a:spAutoFit/>
          </a:bodyPr>
          <a:lstStyle/>
          <a:p>
            <a:pPr eaLnBrk="0" hangingPunct="0"/>
            <a:r>
              <a:rPr lang="en-US" sz="2800" b="1" i="1" noProof="0" dirty="0">
                <a:latin typeface="Times" charset="0"/>
              </a:rPr>
              <a:t>Size</a:t>
            </a:r>
          </a:p>
        </p:txBody>
      </p:sp>
      <p:sp>
        <p:nvSpPr>
          <p:cNvPr id="716810" name="Text Box 10"/>
          <p:cNvSpPr txBox="1">
            <a:spLocks noChangeArrowheads="1"/>
          </p:cNvSpPr>
          <p:nvPr/>
        </p:nvSpPr>
        <p:spPr bwMode="auto">
          <a:xfrm>
            <a:off x="191909" y="3212976"/>
            <a:ext cx="1952779" cy="523220"/>
          </a:xfrm>
          <a:prstGeom prst="rect">
            <a:avLst/>
          </a:prstGeom>
          <a:solidFill>
            <a:schemeClr val="bg1"/>
          </a:solidFill>
          <a:ln>
            <a:noFill/>
          </a:ln>
          <a:effectLst/>
        </p:spPr>
        <p:txBody>
          <a:bodyPr wrap="none">
            <a:spAutoFit/>
          </a:bodyPr>
          <a:lstStyle/>
          <a:p>
            <a:pPr eaLnBrk="0" hangingPunct="0"/>
            <a:r>
              <a:rPr lang="en-US" sz="2800" b="1" i="1" noProof="0" dirty="0">
                <a:latin typeface="Times" charset="0"/>
              </a:rPr>
              <a:t>Innovation </a:t>
            </a:r>
          </a:p>
        </p:txBody>
      </p:sp>
    </p:spTree>
    <p:extLst>
      <p:ext uri="{BB962C8B-B14F-4D97-AF65-F5344CB8AC3E}">
        <p14:creationId xmlns:p14="http://schemas.microsoft.com/office/powerpoint/2010/main" val="36760976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p:txBody>
          <a:bodyPr/>
          <a:lstStyle/>
          <a:p>
            <a:r>
              <a:rPr lang="en-US" noProof="0" dirty="0"/>
              <a:t>Project Risk Scoring: Innovation: up to 35</a:t>
            </a:r>
          </a:p>
        </p:txBody>
      </p:sp>
      <p:sp>
        <p:nvSpPr>
          <p:cNvPr id="717827" name="Rectangle 3"/>
          <p:cNvSpPr>
            <a:spLocks noGrp="1" noChangeArrowheads="1"/>
          </p:cNvSpPr>
          <p:nvPr>
            <p:ph sz="half" idx="1"/>
          </p:nvPr>
        </p:nvSpPr>
        <p:spPr>
          <a:xfrm>
            <a:off x="272480" y="1524000"/>
            <a:ext cx="3960440" cy="5217368"/>
          </a:xfrm>
        </p:spPr>
        <p:txBody>
          <a:bodyPr>
            <a:normAutofit fontScale="70000" lnSpcReduction="20000"/>
          </a:bodyPr>
          <a:lstStyle/>
          <a:p>
            <a:r>
              <a:rPr lang="en-US" noProof="0" dirty="0"/>
              <a:t>Technology (OS, Platforms, etc.): up to 15</a:t>
            </a:r>
          </a:p>
          <a:p>
            <a:pPr lvl="1"/>
            <a:r>
              <a:rPr lang="en-US" noProof="0" dirty="0"/>
              <a:t>Low: 1</a:t>
            </a:r>
          </a:p>
          <a:p>
            <a:pPr lvl="1"/>
            <a:r>
              <a:rPr lang="en-US" noProof="0" dirty="0"/>
              <a:t>Average: 5</a:t>
            </a:r>
          </a:p>
          <a:p>
            <a:pPr lvl="1"/>
            <a:r>
              <a:rPr lang="en-US" noProof="0" dirty="0"/>
              <a:t>High: 15</a:t>
            </a:r>
          </a:p>
          <a:p>
            <a:r>
              <a:rPr lang="en-US" noProof="0" dirty="0"/>
              <a:t>Information / Execution architecture: up to 10</a:t>
            </a:r>
          </a:p>
          <a:p>
            <a:pPr lvl="1"/>
            <a:r>
              <a:rPr lang="en-US" noProof="0" dirty="0"/>
              <a:t>Low (Tested and mature) : 1</a:t>
            </a:r>
          </a:p>
          <a:p>
            <a:pPr lvl="1"/>
            <a:r>
              <a:rPr lang="en-US" noProof="0" dirty="0"/>
              <a:t>Average (New but tested in several projects): 5</a:t>
            </a:r>
          </a:p>
          <a:p>
            <a:pPr lvl="1"/>
            <a:r>
              <a:rPr lang="en-US" noProof="0" dirty="0"/>
              <a:t>High (New solution and not really tested by other projects): 10</a:t>
            </a:r>
          </a:p>
          <a:p>
            <a:r>
              <a:rPr lang="en-US" noProof="0" dirty="0"/>
              <a:t>Domain / technology experience of IT professionals: up to 10</a:t>
            </a:r>
          </a:p>
          <a:p>
            <a:pPr lvl="1"/>
            <a:r>
              <a:rPr lang="en-US" noProof="0" dirty="0"/>
              <a:t>High (several projects): 1</a:t>
            </a:r>
          </a:p>
          <a:p>
            <a:pPr lvl="1"/>
            <a:r>
              <a:rPr lang="en-US" noProof="0" dirty="0"/>
              <a:t>Average (engagement in one  project) : 3</a:t>
            </a:r>
          </a:p>
          <a:p>
            <a:pPr lvl="1"/>
            <a:r>
              <a:rPr lang="en-US" noProof="0" dirty="0"/>
              <a:t>Limited: 10</a:t>
            </a:r>
          </a:p>
        </p:txBody>
      </p:sp>
      <p:graphicFrame>
        <p:nvGraphicFramePr>
          <p:cNvPr id="3" name="Segnaposto contenuto 2"/>
          <p:cNvGraphicFramePr>
            <a:graphicFrameLocks noGrp="1"/>
          </p:cNvGraphicFramePr>
          <p:nvPr>
            <p:ph sz="half" idx="2"/>
            <p:extLst>
              <p:ext uri="{D42A27DB-BD31-4B8C-83A1-F6EECF244321}">
                <p14:modId xmlns:p14="http://schemas.microsoft.com/office/powerpoint/2010/main" val="3996260984"/>
              </p:ext>
            </p:extLst>
          </p:nvPr>
        </p:nvGraphicFramePr>
        <p:xfrm>
          <a:off x="4448944" y="1524000"/>
          <a:ext cx="5184576" cy="5073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7989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p:nvPr>
        </p:nvSpPr>
        <p:spPr/>
        <p:txBody>
          <a:bodyPr/>
          <a:lstStyle/>
          <a:p>
            <a:r>
              <a:rPr lang="en-US" noProof="0" dirty="0"/>
              <a:t>Project Risk Scoring: Size: up to 30</a:t>
            </a:r>
          </a:p>
        </p:txBody>
      </p:sp>
      <p:sp>
        <p:nvSpPr>
          <p:cNvPr id="718851" name="Rectangle 3"/>
          <p:cNvSpPr>
            <a:spLocks noGrp="1" noChangeArrowheads="1"/>
          </p:cNvSpPr>
          <p:nvPr>
            <p:ph sz="half" idx="1"/>
          </p:nvPr>
        </p:nvSpPr>
        <p:spPr>
          <a:xfrm>
            <a:off x="128464" y="1524000"/>
            <a:ext cx="4133850" cy="5148132"/>
          </a:xfrm>
        </p:spPr>
        <p:txBody>
          <a:bodyPr>
            <a:normAutofit fontScale="70000" lnSpcReduction="20000"/>
          </a:bodyPr>
          <a:lstStyle/>
          <a:p>
            <a:r>
              <a:rPr lang="en-US" noProof="0" dirty="0"/>
              <a:t>Project effort (Full Time Equivalent)</a:t>
            </a:r>
          </a:p>
          <a:p>
            <a:pPr lvl="1"/>
            <a:r>
              <a:rPr lang="en-US" noProof="0" dirty="0"/>
              <a:t>Low: less than 2 FTEs: 1</a:t>
            </a:r>
          </a:p>
          <a:p>
            <a:pPr lvl="1"/>
            <a:r>
              <a:rPr lang="en-US" noProof="0" dirty="0"/>
              <a:t>Average: 2 to 10 FTEs: 2</a:t>
            </a:r>
          </a:p>
          <a:p>
            <a:pPr lvl="1"/>
            <a:r>
              <a:rPr lang="en-US" noProof="0" dirty="0"/>
              <a:t>Large: 10 to 30 FTEs: 4</a:t>
            </a:r>
          </a:p>
          <a:p>
            <a:pPr lvl="1"/>
            <a:r>
              <a:rPr lang="en-US" noProof="0" dirty="0"/>
              <a:t>Very Large: over 30 FTEs : 10</a:t>
            </a:r>
          </a:p>
          <a:p>
            <a:r>
              <a:rPr lang="en-US" noProof="0" dirty="0"/>
              <a:t>Number of end users</a:t>
            </a:r>
          </a:p>
          <a:p>
            <a:pPr lvl="1"/>
            <a:r>
              <a:rPr lang="en-US" noProof="0" dirty="0"/>
              <a:t>Low: less than 10 : 1</a:t>
            </a:r>
          </a:p>
          <a:p>
            <a:pPr lvl="1"/>
            <a:r>
              <a:rPr lang="en-US" noProof="0" dirty="0"/>
              <a:t>Average: 10 to  50 : 3</a:t>
            </a:r>
          </a:p>
          <a:p>
            <a:pPr lvl="1"/>
            <a:r>
              <a:rPr lang="en-US" noProof="0" dirty="0"/>
              <a:t>Large : 50 to 200: 5</a:t>
            </a:r>
          </a:p>
          <a:p>
            <a:pPr lvl="1"/>
            <a:r>
              <a:rPr lang="en-US" noProof="0" dirty="0"/>
              <a:t>Very Large : over 200 : 10</a:t>
            </a:r>
          </a:p>
          <a:p>
            <a:r>
              <a:rPr lang="en-US" noProof="0" dirty="0"/>
              <a:t>Organizational span</a:t>
            </a:r>
          </a:p>
          <a:p>
            <a:pPr lvl="1"/>
            <a:r>
              <a:rPr lang="en-US" noProof="0" dirty="0"/>
              <a:t>Low: 1 business process / 1 function : 1</a:t>
            </a:r>
          </a:p>
          <a:p>
            <a:pPr lvl="1"/>
            <a:r>
              <a:rPr lang="en-US" noProof="0" dirty="0"/>
              <a:t>Average: business process across several functions: 3</a:t>
            </a:r>
          </a:p>
          <a:p>
            <a:pPr lvl="1"/>
            <a:r>
              <a:rPr lang="en-US" noProof="0" dirty="0"/>
              <a:t>Very large: a business process across  different organizations or with the involvement of customers: 10</a:t>
            </a:r>
          </a:p>
          <a:p>
            <a:pPr lvl="1"/>
            <a:endParaRPr lang="en-US" noProof="0" dirty="0"/>
          </a:p>
        </p:txBody>
      </p:sp>
      <p:graphicFrame>
        <p:nvGraphicFramePr>
          <p:cNvPr id="5" name="Segnaposto contenuto 2"/>
          <p:cNvGraphicFramePr>
            <a:graphicFrameLocks noGrp="1"/>
          </p:cNvGraphicFramePr>
          <p:nvPr>
            <p:ph sz="half" idx="2"/>
            <p:extLst>
              <p:ext uri="{D42A27DB-BD31-4B8C-83A1-F6EECF244321}">
                <p14:modId xmlns:p14="http://schemas.microsoft.com/office/powerpoint/2010/main" val="3784328468"/>
              </p:ext>
            </p:extLst>
          </p:nvPr>
        </p:nvGraphicFramePr>
        <p:xfrm>
          <a:off x="4262314" y="1412776"/>
          <a:ext cx="5443214" cy="5145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21956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r>
              <a:rPr lang="en-US" noProof="0" dirty="0"/>
              <a:t>Project Risk Scoring: Uncertainty: up to 35 </a:t>
            </a:r>
          </a:p>
        </p:txBody>
      </p:sp>
      <p:sp>
        <p:nvSpPr>
          <p:cNvPr id="719875" name="Rectangle 3"/>
          <p:cNvSpPr>
            <a:spLocks noGrp="1" noChangeArrowheads="1"/>
          </p:cNvSpPr>
          <p:nvPr>
            <p:ph sz="half" idx="1"/>
          </p:nvPr>
        </p:nvSpPr>
        <p:spPr>
          <a:xfrm>
            <a:off x="200472" y="1524000"/>
            <a:ext cx="4133850" cy="5073352"/>
          </a:xfrm>
        </p:spPr>
        <p:txBody>
          <a:bodyPr>
            <a:normAutofit fontScale="70000" lnSpcReduction="20000"/>
          </a:bodyPr>
          <a:lstStyle/>
          <a:p>
            <a:r>
              <a:rPr lang="en-US" noProof="0" dirty="0"/>
              <a:t>Degree of structure of procedures and business rules: up to 15</a:t>
            </a:r>
          </a:p>
          <a:p>
            <a:pPr lvl="1"/>
            <a:r>
              <a:rPr lang="en-US" noProof="0" dirty="0"/>
              <a:t>High (input, output, event and business rules are set by law or public regulation): 1</a:t>
            </a:r>
          </a:p>
          <a:p>
            <a:pPr lvl="1"/>
            <a:r>
              <a:rPr lang="en-US" noProof="0" dirty="0"/>
              <a:t>Average (best practice) : 5</a:t>
            </a:r>
          </a:p>
          <a:p>
            <a:pPr lvl="1"/>
            <a:r>
              <a:rPr lang="en-US" noProof="0" dirty="0"/>
              <a:t>Low (design freedom, competitive advantage) :  15</a:t>
            </a:r>
          </a:p>
          <a:p>
            <a:r>
              <a:rPr lang="en-US" noProof="0" dirty="0"/>
              <a:t>Business process innovation (% of change in elementary activities): up to 10</a:t>
            </a:r>
          </a:p>
          <a:p>
            <a:pPr lvl="1"/>
            <a:r>
              <a:rPr lang="en-US" noProof="0" dirty="0"/>
              <a:t>Low: less than 10%: 1</a:t>
            </a:r>
          </a:p>
          <a:p>
            <a:pPr lvl="1"/>
            <a:r>
              <a:rPr lang="en-US" noProof="0" dirty="0"/>
              <a:t>Average : 11% to 50% : 3</a:t>
            </a:r>
          </a:p>
          <a:p>
            <a:pPr lvl="1"/>
            <a:r>
              <a:rPr lang="en-US" noProof="0" dirty="0"/>
              <a:t>High : over il 50%: 10</a:t>
            </a:r>
          </a:p>
          <a:p>
            <a:r>
              <a:rPr lang="en-US" noProof="0" dirty="0"/>
              <a:t>IT awareness / change readiness of users: up to 10</a:t>
            </a:r>
          </a:p>
          <a:p>
            <a:pPr lvl="1"/>
            <a:r>
              <a:rPr lang="en-US" noProof="0" dirty="0"/>
              <a:t>High : 1</a:t>
            </a:r>
          </a:p>
          <a:p>
            <a:pPr lvl="1"/>
            <a:r>
              <a:rPr lang="en-US" noProof="0" dirty="0"/>
              <a:t>Average : 3</a:t>
            </a:r>
          </a:p>
          <a:p>
            <a:pPr lvl="1"/>
            <a:r>
              <a:rPr lang="en-US" noProof="0" dirty="0"/>
              <a:t>Low to zero: 10</a:t>
            </a:r>
          </a:p>
        </p:txBody>
      </p:sp>
      <p:graphicFrame>
        <p:nvGraphicFramePr>
          <p:cNvPr id="5" name="Segnaposto contenuto 2"/>
          <p:cNvGraphicFramePr>
            <a:graphicFrameLocks noGrp="1"/>
          </p:cNvGraphicFramePr>
          <p:nvPr>
            <p:ph sz="half" idx="2"/>
            <p:extLst>
              <p:ext uri="{D42A27DB-BD31-4B8C-83A1-F6EECF244321}">
                <p14:modId xmlns:p14="http://schemas.microsoft.com/office/powerpoint/2010/main" val="1745327600"/>
              </p:ext>
            </p:extLst>
          </p:nvPr>
        </p:nvGraphicFramePr>
        <p:xfrm>
          <a:off x="4664968" y="1412776"/>
          <a:ext cx="4968552" cy="53285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55659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Risk profile: radar</a:t>
            </a:r>
          </a:p>
        </p:txBody>
      </p:sp>
      <p:sp>
        <p:nvSpPr>
          <p:cNvPr id="5" name="Segnaposto contenuto 4"/>
          <p:cNvSpPr>
            <a:spLocks noGrp="1"/>
          </p:cNvSpPr>
          <p:nvPr>
            <p:ph sz="half" idx="2"/>
          </p:nvPr>
        </p:nvSpPr>
        <p:spPr/>
        <p:txBody>
          <a:bodyPr>
            <a:normAutofit fontScale="92500" lnSpcReduction="10000"/>
          </a:bodyPr>
          <a:lstStyle/>
          <a:p>
            <a:r>
              <a:rPr lang="en-US" noProof="0" dirty="0"/>
              <a:t>The risk of projects can be represented on a chart</a:t>
            </a:r>
          </a:p>
          <a:p>
            <a:r>
              <a:rPr lang="en-US" noProof="0" dirty="0"/>
              <a:t>In this chart: </a:t>
            </a:r>
          </a:p>
          <a:p>
            <a:pPr lvl="1"/>
            <a:r>
              <a:rPr lang="en-US" noProof="0" dirty="0"/>
              <a:t>A is  small innovative project e.g., a real time monitoring system in a factory based on a wide range of sensors</a:t>
            </a:r>
          </a:p>
          <a:p>
            <a:pPr lvl="1"/>
            <a:r>
              <a:rPr lang="en-US" noProof="0" dirty="0"/>
              <a:t>B is a project with high uncertainty, large size but low innovation e.g., a new customer marketing system in a consumer company </a:t>
            </a:r>
          </a:p>
        </p:txBody>
      </p:sp>
      <p:graphicFrame>
        <p:nvGraphicFramePr>
          <p:cNvPr id="7" name="Segnaposto contenuto 9">
            <a:extLst>
              <a:ext uri="{FF2B5EF4-FFF2-40B4-BE49-F238E27FC236}">
                <a16:creationId xmlns:a16="http://schemas.microsoft.com/office/drawing/2014/main" id="{BB17045C-451D-41B2-AC38-CBD66AEAC039}"/>
              </a:ext>
            </a:extLst>
          </p:cNvPr>
          <p:cNvGraphicFramePr>
            <a:graphicFrameLocks/>
          </p:cNvGraphicFramePr>
          <p:nvPr>
            <p:extLst>
              <p:ext uri="{D42A27DB-BD31-4B8C-83A1-F6EECF244321}">
                <p14:modId xmlns:p14="http://schemas.microsoft.com/office/powerpoint/2010/main" val="3998286439"/>
              </p:ext>
            </p:extLst>
          </p:nvPr>
        </p:nvGraphicFramePr>
        <p:xfrm>
          <a:off x="895350" y="1676400"/>
          <a:ext cx="4133850" cy="457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913169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a:xfrm>
            <a:off x="742950" y="304800"/>
            <a:ext cx="8170863" cy="914400"/>
          </a:xfrm>
        </p:spPr>
        <p:txBody>
          <a:bodyPr/>
          <a:lstStyle/>
          <a:p>
            <a:r>
              <a:rPr lang="en-US" noProof="0" dirty="0"/>
              <a:t>Project Risk scoring: Fashion Project case </a:t>
            </a:r>
          </a:p>
        </p:txBody>
      </p:sp>
      <p:graphicFrame>
        <p:nvGraphicFramePr>
          <p:cNvPr id="2" name="Segnaposto contenuto 1">
            <a:extLst>
              <a:ext uri="{FF2B5EF4-FFF2-40B4-BE49-F238E27FC236}">
                <a16:creationId xmlns:a16="http://schemas.microsoft.com/office/drawing/2014/main" id="{E0ABA392-222B-41DB-9EFE-E6232FFFE7A2}"/>
              </a:ext>
            </a:extLst>
          </p:cNvPr>
          <p:cNvGraphicFramePr>
            <a:graphicFrameLocks noGrp="1"/>
          </p:cNvGraphicFramePr>
          <p:nvPr>
            <p:ph sz="half" idx="1"/>
            <p:extLst>
              <p:ext uri="{D42A27DB-BD31-4B8C-83A1-F6EECF244321}">
                <p14:modId xmlns:p14="http://schemas.microsoft.com/office/powerpoint/2010/main" val="2028812116"/>
              </p:ext>
            </p:extLst>
          </p:nvPr>
        </p:nvGraphicFramePr>
        <p:xfrm>
          <a:off x="742950" y="1196752"/>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Segnaposto contenuto 2"/>
          <p:cNvGraphicFramePr>
            <a:graphicFrameLocks noGrp="1"/>
          </p:cNvGraphicFramePr>
          <p:nvPr>
            <p:ph sz="half" idx="2"/>
            <p:extLst>
              <p:ext uri="{D42A27DB-BD31-4B8C-83A1-F6EECF244321}">
                <p14:modId xmlns:p14="http://schemas.microsoft.com/office/powerpoint/2010/main" val="2052006960"/>
              </p:ext>
            </p:extLst>
          </p:nvPr>
        </p:nvGraphicFramePr>
        <p:xfrm>
          <a:off x="5029200" y="1196752"/>
          <a:ext cx="4133850"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CasellaDiTesto 8">
            <a:extLst>
              <a:ext uri="{FF2B5EF4-FFF2-40B4-BE49-F238E27FC236}">
                <a16:creationId xmlns:a16="http://schemas.microsoft.com/office/drawing/2014/main" id="{49B971B8-6294-49FB-927F-56FC3B47C2D4}"/>
              </a:ext>
            </a:extLst>
          </p:cNvPr>
          <p:cNvSpPr txBox="1"/>
          <p:nvPr/>
        </p:nvSpPr>
        <p:spPr>
          <a:xfrm>
            <a:off x="344488" y="5589240"/>
            <a:ext cx="9289032" cy="1200329"/>
          </a:xfrm>
          <a:prstGeom prst="rect">
            <a:avLst/>
          </a:prstGeom>
          <a:noFill/>
        </p:spPr>
        <p:txBody>
          <a:bodyPr wrap="square" rtlCol="0">
            <a:spAutoFit/>
          </a:bodyPr>
          <a:lstStyle/>
          <a:p>
            <a:pPr algn="just"/>
            <a:r>
              <a:rPr lang="en-US" sz="1800" b="0" i="1" noProof="0" dirty="0"/>
              <a:t>The chart clearly shows where risks are</a:t>
            </a:r>
          </a:p>
          <a:p>
            <a:pPr algn="just"/>
            <a:r>
              <a:rPr lang="en-US" sz="1800" b="0" i="1" noProof="0" dirty="0"/>
              <a:t>Innovation itself is moderate, but the low domain knowledge and low user readiness could kill the project</a:t>
            </a:r>
          </a:p>
          <a:p>
            <a:pPr algn="just"/>
            <a:r>
              <a:rPr lang="en-US" sz="1800" b="0" i="1" noProof="0" dirty="0"/>
              <a:t>Not always a low risk means a successful project!</a:t>
            </a:r>
          </a:p>
        </p:txBody>
      </p:sp>
    </p:spTree>
    <p:extLst>
      <p:ext uri="{BB962C8B-B14F-4D97-AF65-F5344CB8AC3E}">
        <p14:creationId xmlns:p14="http://schemas.microsoft.com/office/powerpoint/2010/main" val="2767716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r>
              <a:rPr lang="en-US" noProof="0" dirty="0"/>
              <a:t>Risk mitigation</a:t>
            </a:r>
          </a:p>
        </p:txBody>
      </p:sp>
      <p:sp>
        <p:nvSpPr>
          <p:cNvPr id="3" name="Segnaposto contenuto 2">
            <a:extLst>
              <a:ext uri="{FF2B5EF4-FFF2-40B4-BE49-F238E27FC236}">
                <a16:creationId xmlns:a16="http://schemas.microsoft.com/office/drawing/2014/main" id="{5A24D6F6-E7CC-46EA-87A5-9C56226A3C1C}"/>
              </a:ext>
            </a:extLst>
          </p:cNvPr>
          <p:cNvSpPr>
            <a:spLocks noGrp="1"/>
          </p:cNvSpPr>
          <p:nvPr>
            <p:ph idx="1"/>
          </p:nvPr>
        </p:nvSpPr>
        <p:spPr/>
        <p:txBody>
          <a:bodyPr anchor="ctr"/>
          <a:lstStyle/>
          <a:p>
            <a:r>
              <a:rPr lang="en-US" noProof="0" dirty="0"/>
              <a:t>Experience shows that no best way exists to manage a project </a:t>
            </a:r>
          </a:p>
          <a:p>
            <a:r>
              <a:rPr lang="en-US" noProof="0" dirty="0"/>
              <a:t>Project management should reflect the risk profile of the project.</a:t>
            </a:r>
          </a:p>
          <a:p>
            <a:pPr lvl="1"/>
            <a:r>
              <a:rPr lang="en-US" noProof="0" dirty="0"/>
              <a:t>A heavy project office is useless with a small and low risk project</a:t>
            </a:r>
          </a:p>
          <a:p>
            <a:pPr lvl="1"/>
            <a:r>
              <a:rPr lang="en-US" noProof="0" dirty="0"/>
              <a:t>Conversely, a big bang rollout (where all the users start at once) might probably be a disaster in a large and innovative project </a:t>
            </a:r>
          </a:p>
          <a:p>
            <a:pPr lvl="1"/>
            <a:r>
              <a:rPr lang="en-US" noProof="0" dirty="0"/>
              <a:t>Even few critical elements may imply a global failure</a:t>
            </a:r>
          </a:p>
          <a:p>
            <a:r>
              <a:rPr lang="en-US" noProof="0" dirty="0"/>
              <a:t>Risk mitigation tailor project management to risk by a twofold actions:</a:t>
            </a:r>
          </a:p>
          <a:p>
            <a:pPr lvl="1"/>
            <a:r>
              <a:rPr lang="en-US" noProof="0" dirty="0"/>
              <a:t>On the system, i.e., the digital product to be released</a:t>
            </a:r>
          </a:p>
          <a:p>
            <a:pPr lvl="1"/>
            <a:r>
              <a:rPr lang="en-US" noProof="0" dirty="0"/>
              <a:t>On the project, i.e., the process through which the digital product will be conceived and implemented  </a:t>
            </a:r>
          </a:p>
        </p:txBody>
      </p:sp>
    </p:spTree>
    <p:extLst>
      <p:ext uri="{BB962C8B-B14F-4D97-AF65-F5344CB8AC3E}">
        <p14:creationId xmlns:p14="http://schemas.microsoft.com/office/powerpoint/2010/main" val="385853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r>
              <a:rPr lang="en-US" noProof="0" dirty="0"/>
              <a:t>Risk mitigation: actions on system and project </a:t>
            </a:r>
          </a:p>
        </p:txBody>
      </p:sp>
      <p:graphicFrame>
        <p:nvGraphicFramePr>
          <p:cNvPr id="5" name="Segnaposto contenuto 2"/>
          <p:cNvGraphicFramePr>
            <a:graphicFrameLocks noGrp="1"/>
          </p:cNvGraphicFramePr>
          <p:nvPr>
            <p:ph idx="1"/>
            <p:extLst>
              <p:ext uri="{D42A27DB-BD31-4B8C-83A1-F6EECF244321}">
                <p14:modId xmlns:p14="http://schemas.microsoft.com/office/powerpoint/2010/main" val="92402634"/>
              </p:ext>
            </p:extLst>
          </p:nvPr>
        </p:nvGraphicFramePr>
        <p:xfrm>
          <a:off x="56456" y="1524000"/>
          <a:ext cx="9705528" cy="5217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2350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r>
              <a:rPr lang="en-US" b="1" noProof="0" dirty="0"/>
              <a:t>PROJECT RISK</a:t>
            </a:r>
            <a:endParaRPr lang="en-US" i="1" noProof="0" dirty="0"/>
          </a:p>
        </p:txBody>
      </p:sp>
      <p:sp>
        <p:nvSpPr>
          <p:cNvPr id="6" name="Rectangle 3">
            <a:extLst>
              <a:ext uri="{FF2B5EF4-FFF2-40B4-BE49-F238E27FC236}">
                <a16:creationId xmlns:a16="http://schemas.microsoft.com/office/drawing/2014/main" id="{25DA4A8C-2E60-41C1-8DE7-62F8A19EDF87}"/>
              </a:ext>
            </a:extLst>
          </p:cNvPr>
          <p:cNvSpPr>
            <a:spLocks noGrp="1" noChangeArrowheads="1"/>
          </p:cNvSpPr>
          <p:nvPr>
            <p:ph type="subTitle" idx="1"/>
          </p:nvPr>
        </p:nvSpPr>
        <p:spPr>
          <a:xfrm>
            <a:off x="1485900" y="3886200"/>
            <a:ext cx="6934200" cy="2135088"/>
          </a:xfrm>
        </p:spPr>
        <p:txBody>
          <a:bodyPr>
            <a:normAutofit lnSpcReduction="10000"/>
          </a:bodyPr>
          <a:lstStyle/>
          <a:p>
            <a:pPr eaLnBrk="1" hangingPunct="1"/>
            <a:r>
              <a:rPr lang="en-US" noProof="0" dirty="0"/>
              <a:t>INTRODUCTION: PROJECT FAILURES  </a:t>
            </a:r>
          </a:p>
          <a:p>
            <a:pPr eaLnBrk="1" hangingPunct="1"/>
            <a:r>
              <a:rPr lang="en-US" noProof="0" dirty="0"/>
              <a:t>INDIVIDUAL PROJECT RISKS MANAGEMENT</a:t>
            </a:r>
          </a:p>
          <a:p>
            <a:pPr eaLnBrk="1" hangingPunct="1"/>
            <a:r>
              <a:rPr lang="en-US" noProof="0" dirty="0"/>
              <a:t>PROJECT GLOBAL RISK ANALYSIS</a:t>
            </a:r>
          </a:p>
          <a:p>
            <a:pPr eaLnBrk="1" hangingPunct="1"/>
            <a:r>
              <a:rPr lang="en-US" noProof="0" dirty="0"/>
              <a:t>REVIEW QUESTIONS</a:t>
            </a:r>
          </a:p>
          <a:p>
            <a:pPr eaLnBrk="1" hangingPunct="1"/>
            <a:r>
              <a:rPr lang="en-US" noProof="0" dirty="0"/>
              <a:t>ASSIGNMENT </a:t>
            </a:r>
          </a:p>
        </p:txBody>
      </p:sp>
    </p:spTree>
    <p:extLst>
      <p:ext uri="{BB962C8B-B14F-4D97-AF65-F5344CB8AC3E}">
        <p14:creationId xmlns:p14="http://schemas.microsoft.com/office/powerpoint/2010/main" val="12102543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BAE059-B87D-4763-BCBD-0A270F8D062E}"/>
              </a:ext>
            </a:extLst>
          </p:cNvPr>
          <p:cNvSpPr>
            <a:spLocks noGrp="1"/>
          </p:cNvSpPr>
          <p:nvPr>
            <p:ph type="title"/>
          </p:nvPr>
        </p:nvSpPr>
        <p:spPr/>
        <p:txBody>
          <a:bodyPr/>
          <a:lstStyle/>
          <a:p>
            <a:r>
              <a:rPr lang="en-US" noProof="0" dirty="0"/>
              <a:t>Review questions</a:t>
            </a:r>
          </a:p>
        </p:txBody>
      </p:sp>
      <p:sp>
        <p:nvSpPr>
          <p:cNvPr id="3" name="Segnaposto contenuto 2">
            <a:extLst>
              <a:ext uri="{FF2B5EF4-FFF2-40B4-BE49-F238E27FC236}">
                <a16:creationId xmlns:a16="http://schemas.microsoft.com/office/drawing/2014/main" id="{B2E93EAE-C5E0-4778-AA31-4A5970FC56A2}"/>
              </a:ext>
            </a:extLst>
          </p:cNvPr>
          <p:cNvSpPr>
            <a:spLocks noGrp="1"/>
          </p:cNvSpPr>
          <p:nvPr>
            <p:ph idx="1"/>
          </p:nvPr>
        </p:nvSpPr>
        <p:spPr>
          <a:xfrm>
            <a:off x="742950" y="1556792"/>
            <a:ext cx="8420100" cy="4572000"/>
          </a:xfrm>
        </p:spPr>
        <p:txBody>
          <a:bodyPr anchor="ctr"/>
          <a:lstStyle/>
          <a:p>
            <a:pPr marL="457200" indent="-457200">
              <a:buFont typeface="+mj-lt"/>
              <a:buAutoNum type="arabicPeriod"/>
            </a:pPr>
            <a:r>
              <a:rPr lang="en-US" noProof="0" dirty="0"/>
              <a:t>Risk may impact project budget, schedule, outcome. Risk is measured as R = (Gravity ) * (Likelihood). Consider a project you are aware of and describe in one page the main individual risks you can identify at a first glance </a:t>
            </a:r>
          </a:p>
          <a:p>
            <a:pPr marL="457200" indent="-457200">
              <a:buFont typeface="+mj-lt"/>
              <a:buAutoNum type="arabicPeriod"/>
            </a:pPr>
            <a:r>
              <a:rPr lang="en-US" noProof="0" dirty="0"/>
              <a:t>Individual Risk Management and Global Project Risk analysis  are complementary, since they focus on 2 distinct project aspects. Explain why both are necessary in managing a project.</a:t>
            </a:r>
          </a:p>
        </p:txBody>
      </p:sp>
    </p:spTree>
    <p:extLst>
      <p:ext uri="{BB962C8B-B14F-4D97-AF65-F5344CB8AC3E}">
        <p14:creationId xmlns:p14="http://schemas.microsoft.com/office/powerpoint/2010/main" val="2225654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r>
              <a:rPr lang="en-US" b="1" noProof="0" dirty="0"/>
              <a:t>PROJECT RISK</a:t>
            </a:r>
            <a:endParaRPr lang="en-US" i="1" noProof="0" dirty="0"/>
          </a:p>
        </p:txBody>
      </p:sp>
      <p:sp>
        <p:nvSpPr>
          <p:cNvPr id="6" name="Rectangle 3">
            <a:extLst>
              <a:ext uri="{FF2B5EF4-FFF2-40B4-BE49-F238E27FC236}">
                <a16:creationId xmlns:a16="http://schemas.microsoft.com/office/drawing/2014/main" id="{F523907A-3319-4AF3-9FE8-477F038D1125}"/>
              </a:ext>
            </a:extLst>
          </p:cNvPr>
          <p:cNvSpPr>
            <a:spLocks noGrp="1" noChangeArrowheads="1"/>
          </p:cNvSpPr>
          <p:nvPr>
            <p:ph type="subTitle" idx="1"/>
          </p:nvPr>
        </p:nvSpPr>
        <p:spPr>
          <a:xfrm>
            <a:off x="1485900" y="3886200"/>
            <a:ext cx="6934200" cy="2135088"/>
          </a:xfrm>
        </p:spPr>
        <p:txBody>
          <a:bodyPr>
            <a:normAutofit lnSpcReduction="10000"/>
          </a:bodyPr>
          <a:lstStyle/>
          <a:p>
            <a:pPr eaLnBrk="1" hangingPunct="1"/>
            <a:r>
              <a:rPr lang="en-US" noProof="0" dirty="0"/>
              <a:t>INTRODUCTION: PROJECT FAILURES  </a:t>
            </a:r>
          </a:p>
          <a:p>
            <a:pPr eaLnBrk="1" hangingPunct="1"/>
            <a:r>
              <a:rPr lang="en-US" noProof="0" dirty="0"/>
              <a:t>INDIVIDUAL PROJECT RISKS MANAGEMENT</a:t>
            </a:r>
          </a:p>
          <a:p>
            <a:pPr eaLnBrk="1" hangingPunct="1"/>
            <a:r>
              <a:rPr lang="en-US" noProof="0" dirty="0"/>
              <a:t>PROJECT GLOBAL RISK ANALYSIS</a:t>
            </a:r>
          </a:p>
          <a:p>
            <a:pPr eaLnBrk="1" hangingPunct="1"/>
            <a:r>
              <a:rPr lang="en-US" noProof="0" dirty="0"/>
              <a:t>REVIEW QUESTIONS</a:t>
            </a:r>
          </a:p>
          <a:p>
            <a:pPr eaLnBrk="1" hangingPunct="1"/>
            <a:r>
              <a:rPr lang="en-US" b="1" noProof="0" dirty="0"/>
              <a:t>ASSIGNMENT </a:t>
            </a:r>
          </a:p>
        </p:txBody>
      </p:sp>
    </p:spTree>
    <p:extLst>
      <p:ext uri="{BB962C8B-B14F-4D97-AF65-F5344CB8AC3E}">
        <p14:creationId xmlns:p14="http://schemas.microsoft.com/office/powerpoint/2010/main" val="14645772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2B54-592D-0572-27C6-5DDF3C5E0EB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C607497-92DA-C0D3-1FD0-DDE5D97E4338}"/>
              </a:ext>
            </a:extLst>
          </p:cNvPr>
          <p:cNvSpPr>
            <a:spLocks noGrp="1"/>
          </p:cNvSpPr>
          <p:nvPr>
            <p:ph type="title"/>
          </p:nvPr>
        </p:nvSpPr>
        <p:spPr/>
        <p:txBody>
          <a:bodyPr/>
          <a:lstStyle/>
          <a:p>
            <a:r>
              <a:rPr lang="en-US" noProof="0" dirty="0"/>
              <a:t>ASSIGNMENT 1 : Structure</a:t>
            </a:r>
          </a:p>
        </p:txBody>
      </p:sp>
      <p:graphicFrame>
        <p:nvGraphicFramePr>
          <p:cNvPr id="11" name="Segnaposto contenuto 10">
            <a:extLst>
              <a:ext uri="{FF2B5EF4-FFF2-40B4-BE49-F238E27FC236}">
                <a16:creationId xmlns:a16="http://schemas.microsoft.com/office/drawing/2014/main" id="{C36B9105-51A4-D9A3-E127-5E29B151A37D}"/>
              </a:ext>
            </a:extLst>
          </p:cNvPr>
          <p:cNvGraphicFramePr>
            <a:graphicFrameLocks noGrp="1"/>
          </p:cNvGraphicFramePr>
          <p:nvPr>
            <p:ph idx="1"/>
            <p:extLst>
              <p:ext uri="{D42A27DB-BD31-4B8C-83A1-F6EECF244321}">
                <p14:modId xmlns:p14="http://schemas.microsoft.com/office/powerpoint/2010/main" val="3699409011"/>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88603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C7575-1A1A-50CB-47CE-0E77AA65804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FEF5E01-B8FE-7CEF-7CB4-0CB1F2BCA282}"/>
              </a:ext>
            </a:extLst>
          </p:cNvPr>
          <p:cNvSpPr>
            <a:spLocks noGrp="1"/>
          </p:cNvSpPr>
          <p:nvPr>
            <p:ph type="title"/>
          </p:nvPr>
        </p:nvSpPr>
        <p:spPr/>
        <p:txBody>
          <a:bodyPr/>
          <a:lstStyle/>
          <a:p>
            <a:r>
              <a:rPr lang="en-US" noProof="0" dirty="0"/>
              <a:t>Individual Risks </a:t>
            </a:r>
          </a:p>
        </p:txBody>
      </p:sp>
      <p:graphicFrame>
        <p:nvGraphicFramePr>
          <p:cNvPr id="11" name="Segnaposto contenuto 10">
            <a:extLst>
              <a:ext uri="{FF2B5EF4-FFF2-40B4-BE49-F238E27FC236}">
                <a16:creationId xmlns:a16="http://schemas.microsoft.com/office/drawing/2014/main" id="{C8D0AE84-E9FE-BA90-9654-77FAA59A78A8}"/>
              </a:ext>
            </a:extLst>
          </p:cNvPr>
          <p:cNvGraphicFramePr>
            <a:graphicFrameLocks noGrp="1"/>
          </p:cNvGraphicFramePr>
          <p:nvPr>
            <p:ph idx="1"/>
            <p:extLst>
              <p:ext uri="{D42A27DB-BD31-4B8C-83A1-F6EECF244321}">
                <p14:modId xmlns:p14="http://schemas.microsoft.com/office/powerpoint/2010/main" val="3908667992"/>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12048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D0045-2D09-5D0C-9D94-4E9EC24FBDB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513827F-B3E0-FD2A-2241-E856BE1859EC}"/>
              </a:ext>
            </a:extLst>
          </p:cNvPr>
          <p:cNvSpPr>
            <a:spLocks noGrp="1"/>
          </p:cNvSpPr>
          <p:nvPr>
            <p:ph type="title"/>
          </p:nvPr>
        </p:nvSpPr>
        <p:spPr/>
        <p:txBody>
          <a:bodyPr/>
          <a:lstStyle/>
          <a:p>
            <a:r>
              <a:rPr lang="en-US" noProof="0" dirty="0">
                <a:solidFill>
                  <a:schemeClr val="tx1"/>
                </a:solidFill>
              </a:rPr>
              <a:t>Risk Plan Table</a:t>
            </a:r>
          </a:p>
        </p:txBody>
      </p:sp>
      <p:sp>
        <p:nvSpPr>
          <p:cNvPr id="6" name="Segnaposto contenuto 5">
            <a:extLst>
              <a:ext uri="{FF2B5EF4-FFF2-40B4-BE49-F238E27FC236}">
                <a16:creationId xmlns:a16="http://schemas.microsoft.com/office/drawing/2014/main" id="{9BD9FEE0-8927-3DA0-F51E-80CE43F73C6F}"/>
              </a:ext>
            </a:extLst>
          </p:cNvPr>
          <p:cNvSpPr>
            <a:spLocks noGrp="1"/>
          </p:cNvSpPr>
          <p:nvPr>
            <p:ph sz="half" idx="1"/>
          </p:nvPr>
        </p:nvSpPr>
        <p:spPr/>
        <p:txBody>
          <a:bodyPr/>
          <a:lstStyle/>
          <a:p>
            <a:endParaRPr lang="en-US" noProof="0" dirty="0"/>
          </a:p>
        </p:txBody>
      </p:sp>
      <p:graphicFrame>
        <p:nvGraphicFramePr>
          <p:cNvPr id="7" name="Table 43">
            <a:extLst>
              <a:ext uri="{FF2B5EF4-FFF2-40B4-BE49-F238E27FC236}">
                <a16:creationId xmlns:a16="http://schemas.microsoft.com/office/drawing/2014/main" id="{32B8FDF3-7D89-70F1-0776-EDFC8DB9B98F}"/>
              </a:ext>
            </a:extLst>
          </p:cNvPr>
          <p:cNvGraphicFramePr>
            <a:graphicFrameLocks/>
          </p:cNvGraphicFramePr>
          <p:nvPr>
            <p:extLst>
              <p:ext uri="{D42A27DB-BD31-4B8C-83A1-F6EECF244321}">
                <p14:modId xmlns:p14="http://schemas.microsoft.com/office/powerpoint/2010/main" val="3218398241"/>
              </p:ext>
            </p:extLst>
          </p:nvPr>
        </p:nvGraphicFramePr>
        <p:xfrm>
          <a:off x="468126" y="1515820"/>
          <a:ext cx="8694925" cy="4084054"/>
        </p:xfrm>
        <a:graphic>
          <a:graphicData uri="http://schemas.openxmlformats.org/drawingml/2006/table">
            <a:tbl>
              <a:tblPr firstRow="1" bandRow="1">
                <a:tableStyleId>{5C22544A-7EE6-4342-B048-85BDC9FD1C3A}</a:tableStyleId>
              </a:tblPr>
              <a:tblGrid>
                <a:gridCol w="2252626">
                  <a:extLst>
                    <a:ext uri="{9D8B030D-6E8A-4147-A177-3AD203B41FA5}">
                      <a16:colId xmlns:a16="http://schemas.microsoft.com/office/drawing/2014/main" val="3751683383"/>
                    </a:ext>
                  </a:extLst>
                </a:gridCol>
                <a:gridCol w="3543990">
                  <a:extLst>
                    <a:ext uri="{9D8B030D-6E8A-4147-A177-3AD203B41FA5}">
                      <a16:colId xmlns:a16="http://schemas.microsoft.com/office/drawing/2014/main" val="1107549106"/>
                    </a:ext>
                  </a:extLst>
                </a:gridCol>
                <a:gridCol w="2898309">
                  <a:extLst>
                    <a:ext uri="{9D8B030D-6E8A-4147-A177-3AD203B41FA5}">
                      <a16:colId xmlns:a16="http://schemas.microsoft.com/office/drawing/2014/main" val="1146603808"/>
                    </a:ext>
                  </a:extLst>
                </a:gridCol>
              </a:tblGrid>
              <a:tr h="557436">
                <a:tc>
                  <a:txBody>
                    <a:bodyPr/>
                    <a:lstStyle/>
                    <a:p>
                      <a:pPr algn="ctr"/>
                      <a:r>
                        <a:rPr lang="en-US" noProof="0" dirty="0">
                          <a:solidFill>
                            <a:schemeClr val="tx1"/>
                          </a:solidFill>
                        </a:rPr>
                        <a:t>Risk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dirty="0">
                          <a:solidFill>
                            <a:schemeClr val="tx1"/>
                          </a:solidFill>
                        </a:rPr>
                        <a:t>Risks </a:t>
                      </a:r>
                    </a:p>
                    <a:p>
                      <a:pPr algn="ctr"/>
                      <a:r>
                        <a:rPr lang="en-US" noProof="0" dirty="0">
                          <a:solidFill>
                            <a:schemeClr val="tx1"/>
                          </a:solidFill>
                        </a:rPr>
                        <a:t>(list of risks for each risk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dirty="0">
                          <a:solidFill>
                            <a:schemeClr val="tx1"/>
                          </a:solidFill>
                        </a:rPr>
                        <a:t>Responsibility (who oversees and takes 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7578691"/>
                  </a:ext>
                </a:extLst>
              </a:tr>
              <a:tr h="584951">
                <a:tc>
                  <a:txBody>
                    <a:bodyPr/>
                    <a:lstStyle/>
                    <a:p>
                      <a:r>
                        <a:rPr lang="en-US" noProof="0" dirty="0"/>
                        <a:t>1. 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AutoNum type="arabicPeriod"/>
                      </a:pP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1236866"/>
                  </a:ext>
                </a:extLst>
              </a:tr>
              <a:tr h="519219">
                <a:tc>
                  <a:txBody>
                    <a:bodyPr/>
                    <a:lstStyle/>
                    <a:p>
                      <a:r>
                        <a:rPr lang="en-US" noProof="0" dirty="0"/>
                        <a:t>2. Demand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AutoNum type="arabicPeriod"/>
                      </a:pP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3690928"/>
                  </a:ext>
                </a:extLst>
              </a:tr>
              <a:tr h="584951">
                <a:tc>
                  <a:txBody>
                    <a:bodyPr/>
                    <a:lstStyle/>
                    <a:p>
                      <a:r>
                        <a:rPr lang="en-US" noProof="0" dirty="0"/>
                        <a:t>3. Planning &amp;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AutoNum type="arabicPeriod"/>
                      </a:pP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9561688"/>
                  </a:ext>
                </a:extLst>
              </a:tr>
              <a:tr h="584951">
                <a:tc>
                  <a:txBody>
                    <a:bodyPr/>
                    <a:lstStyle/>
                    <a:p>
                      <a:r>
                        <a:rPr lang="en-US" noProof="0" dirty="0"/>
                        <a:t>4. Team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None/>
                      </a:pP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7115417"/>
                  </a:ext>
                </a:extLst>
              </a:tr>
              <a:tr h="584951">
                <a:tc>
                  <a:txBody>
                    <a:bodyPr/>
                    <a:lstStyle/>
                    <a:p>
                      <a:r>
                        <a:rPr lang="en-US" noProof="0" dirty="0"/>
                        <a:t>5. 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AutoNum type="arabicPeriod"/>
                      </a:pP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0307009"/>
                  </a:ext>
                </a:extLst>
              </a:tr>
              <a:tr h="584951">
                <a:tc>
                  <a:txBody>
                    <a:bodyPr/>
                    <a:lstStyle/>
                    <a:p>
                      <a:r>
                        <a:rPr lang="en-US" noProof="0" dirty="0"/>
                        <a:t>6. User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AutoNum type="arabicPeriod"/>
                      </a:pPr>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8486760"/>
                  </a:ext>
                </a:extLst>
              </a:tr>
            </a:tbl>
          </a:graphicData>
        </a:graphic>
      </p:graphicFrame>
    </p:spTree>
    <p:extLst>
      <p:ext uri="{BB962C8B-B14F-4D97-AF65-F5344CB8AC3E}">
        <p14:creationId xmlns:p14="http://schemas.microsoft.com/office/powerpoint/2010/main" val="8277044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71D2-1034-307A-4417-DAD073464BE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162D4DF-8DA8-4302-399F-12C1374EE4D5}"/>
              </a:ext>
            </a:extLst>
          </p:cNvPr>
          <p:cNvSpPr>
            <a:spLocks noGrp="1"/>
          </p:cNvSpPr>
          <p:nvPr>
            <p:ph type="title"/>
          </p:nvPr>
        </p:nvSpPr>
        <p:spPr/>
        <p:txBody>
          <a:bodyPr/>
          <a:lstStyle/>
          <a:p>
            <a:r>
              <a:rPr lang="en-US" noProof="0" dirty="0">
                <a:solidFill>
                  <a:schemeClr val="tx1"/>
                </a:solidFill>
              </a:rPr>
              <a:t>Risk Plan Explanations</a:t>
            </a:r>
            <a:endParaRPr lang="en-US" noProof="0" dirty="0"/>
          </a:p>
        </p:txBody>
      </p:sp>
      <p:pic>
        <p:nvPicPr>
          <p:cNvPr id="5" name="Segnaposto contenuto 4">
            <a:extLst>
              <a:ext uri="{FF2B5EF4-FFF2-40B4-BE49-F238E27FC236}">
                <a16:creationId xmlns:a16="http://schemas.microsoft.com/office/drawing/2014/main" id="{8262E8B0-2216-68DC-E093-BA4574D036EE}"/>
              </a:ext>
            </a:extLst>
          </p:cNvPr>
          <p:cNvPicPr>
            <a:picLocks noGrp="1" noChangeAspect="1"/>
          </p:cNvPicPr>
          <p:nvPr>
            <p:ph sz="half" idx="1"/>
          </p:nvPr>
        </p:nvPicPr>
        <p:blipFill>
          <a:blip r:embed="rId2"/>
          <a:stretch>
            <a:fillRect/>
          </a:stretch>
        </p:blipFill>
        <p:spPr>
          <a:xfrm>
            <a:off x="2620976" y="1524000"/>
            <a:ext cx="4664047" cy="2209800"/>
          </a:xfrm>
          <a:prstGeom prst="rect">
            <a:avLst/>
          </a:prstGeom>
        </p:spPr>
      </p:pic>
      <p:sp>
        <p:nvSpPr>
          <p:cNvPr id="4" name="Segnaposto testo 3">
            <a:extLst>
              <a:ext uri="{FF2B5EF4-FFF2-40B4-BE49-F238E27FC236}">
                <a16:creationId xmlns:a16="http://schemas.microsoft.com/office/drawing/2014/main" id="{F461650E-9166-252F-1596-8244D4F68FA0}"/>
              </a:ext>
            </a:extLst>
          </p:cNvPr>
          <p:cNvSpPr>
            <a:spLocks noGrp="1"/>
          </p:cNvSpPr>
          <p:nvPr>
            <p:ph type="body" sz="half" idx="2"/>
          </p:nvPr>
        </p:nvSpPr>
        <p:spPr/>
        <p:txBody>
          <a:bodyPr anchor="ctr"/>
          <a:lstStyle/>
          <a:p>
            <a:r>
              <a:rPr lang="en-US" noProof="0" dirty="0"/>
              <a:t>Explanations should </a:t>
            </a:r>
          </a:p>
          <a:p>
            <a:pPr lvl="1"/>
            <a:r>
              <a:rPr lang="en-US" noProof="0" dirty="0"/>
              <a:t>comment the risks listed </a:t>
            </a:r>
          </a:p>
          <a:p>
            <a:pPr lvl="1"/>
            <a:r>
              <a:rPr lang="en-US" noProof="0" dirty="0"/>
              <a:t>map the risk responsibilities on the project organization</a:t>
            </a:r>
            <a:r>
              <a:rPr lang="en-US" i="1" noProof="0" dirty="0"/>
              <a:t> </a:t>
            </a:r>
            <a:endParaRPr lang="en-US" noProof="0" dirty="0"/>
          </a:p>
        </p:txBody>
      </p:sp>
    </p:spTree>
    <p:extLst>
      <p:ext uri="{BB962C8B-B14F-4D97-AF65-F5344CB8AC3E}">
        <p14:creationId xmlns:p14="http://schemas.microsoft.com/office/powerpoint/2010/main" val="31686393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BD2C880-9536-D913-8ADE-560C29FB9A99}"/>
              </a:ext>
            </a:extLst>
          </p:cNvPr>
          <p:cNvSpPr>
            <a:spLocks noGrp="1"/>
          </p:cNvSpPr>
          <p:nvPr>
            <p:ph type="title"/>
          </p:nvPr>
        </p:nvSpPr>
        <p:spPr/>
        <p:txBody>
          <a:bodyPr/>
          <a:lstStyle/>
          <a:p>
            <a:r>
              <a:rPr lang="en-US" noProof="0" dirty="0"/>
              <a:t>Risk Control Table </a:t>
            </a:r>
          </a:p>
        </p:txBody>
      </p:sp>
      <p:graphicFrame>
        <p:nvGraphicFramePr>
          <p:cNvPr id="4" name="Table 4">
            <a:extLst>
              <a:ext uri="{FF2B5EF4-FFF2-40B4-BE49-F238E27FC236}">
                <a16:creationId xmlns:a16="http://schemas.microsoft.com/office/drawing/2014/main" id="{A270FF18-A2E7-4739-B3B0-C2B9A3BE9DCE}"/>
              </a:ext>
            </a:extLst>
          </p:cNvPr>
          <p:cNvGraphicFramePr>
            <a:graphicFrameLocks noGrp="1"/>
          </p:cNvGraphicFramePr>
          <p:nvPr>
            <p:ph idx="1"/>
            <p:extLst>
              <p:ext uri="{D42A27DB-BD31-4B8C-83A1-F6EECF244321}">
                <p14:modId xmlns:p14="http://schemas.microsoft.com/office/powerpoint/2010/main" val="2679229240"/>
              </p:ext>
            </p:extLst>
          </p:nvPr>
        </p:nvGraphicFramePr>
        <p:xfrm>
          <a:off x="742950" y="1524000"/>
          <a:ext cx="8420098" cy="4469144"/>
        </p:xfrm>
        <a:graphic>
          <a:graphicData uri="http://schemas.openxmlformats.org/drawingml/2006/table">
            <a:tbl>
              <a:tblPr firstRow="1" bandRow="1">
                <a:tableStyleId>{00A15C55-8517-42AA-B614-E9B94910E393}</a:tableStyleId>
              </a:tblPr>
              <a:tblGrid>
                <a:gridCol w="2815514">
                  <a:extLst>
                    <a:ext uri="{9D8B030D-6E8A-4147-A177-3AD203B41FA5}">
                      <a16:colId xmlns:a16="http://schemas.microsoft.com/office/drawing/2014/main" val="2221170293"/>
                    </a:ext>
                  </a:extLst>
                </a:gridCol>
                <a:gridCol w="1779850">
                  <a:extLst>
                    <a:ext uri="{9D8B030D-6E8A-4147-A177-3AD203B41FA5}">
                      <a16:colId xmlns:a16="http://schemas.microsoft.com/office/drawing/2014/main" val="2530284539"/>
                    </a:ext>
                  </a:extLst>
                </a:gridCol>
                <a:gridCol w="3824734">
                  <a:extLst>
                    <a:ext uri="{9D8B030D-6E8A-4147-A177-3AD203B41FA5}">
                      <a16:colId xmlns:a16="http://schemas.microsoft.com/office/drawing/2014/main" val="138380261"/>
                    </a:ext>
                  </a:extLst>
                </a:gridCol>
              </a:tblGrid>
              <a:tr h="301308">
                <a:tc>
                  <a:txBody>
                    <a:bodyPr/>
                    <a:lstStyle/>
                    <a:p>
                      <a:pPr algn="ctr"/>
                      <a:r>
                        <a:rPr lang="en-US" sz="1500" noProof="0" dirty="0"/>
                        <a:t>Risk</a:t>
                      </a:r>
                    </a:p>
                  </a:txBody>
                  <a:tcPr marL="74295" marR="74295" marT="37148" marB="37148"/>
                </a:tc>
                <a:tc>
                  <a:txBody>
                    <a:bodyPr/>
                    <a:lstStyle/>
                    <a:p>
                      <a:pPr lvl="0">
                        <a:buNone/>
                      </a:pPr>
                      <a:r>
                        <a:rPr lang="en-US" sz="1500" noProof="0" dirty="0"/>
                        <a:t>Impact x Prob = Value</a:t>
                      </a:r>
                    </a:p>
                  </a:txBody>
                  <a:tcPr marL="74295" marR="74295" marT="37148" marB="37148"/>
                </a:tc>
                <a:tc>
                  <a:txBody>
                    <a:bodyPr/>
                    <a:lstStyle/>
                    <a:p>
                      <a:pPr algn="ctr"/>
                      <a:r>
                        <a:rPr lang="en-US" sz="1500" noProof="0" dirty="0"/>
                        <a:t>Actions</a:t>
                      </a:r>
                    </a:p>
                  </a:txBody>
                  <a:tcPr marL="74295" marR="74295" marT="37148" marB="37148"/>
                </a:tc>
                <a:extLst>
                  <a:ext uri="{0D108BD9-81ED-4DB2-BD59-A6C34878D82A}">
                    <a16:rowId xmlns:a16="http://schemas.microsoft.com/office/drawing/2014/main" val="3523097111"/>
                  </a:ext>
                </a:extLst>
              </a:tr>
              <a:tr h="301308">
                <a:tc>
                  <a:txBody>
                    <a:bodyPr/>
                    <a:lstStyle/>
                    <a:p>
                      <a:pPr lvl="0" algn="l">
                        <a:lnSpc>
                          <a:spcPct val="100000"/>
                        </a:lnSpc>
                        <a:spcBef>
                          <a:spcPts val="0"/>
                        </a:spcBef>
                        <a:spcAft>
                          <a:spcPts val="0"/>
                        </a:spcAft>
                        <a:buNone/>
                      </a:pPr>
                      <a:endParaRPr lang="en-US" sz="1500" noProof="0" dirty="0"/>
                    </a:p>
                  </a:txBody>
                  <a:tcPr marL="74295" marR="74295" marT="37148" marB="37148"/>
                </a:tc>
                <a:tc>
                  <a:txBody>
                    <a:bodyPr/>
                    <a:lstStyle/>
                    <a:p>
                      <a:pPr lvl="0">
                        <a:buNone/>
                      </a:pPr>
                      <a:endParaRPr lang="en-US" sz="1500" b="0" i="0" u="none" strike="noStrike" noProof="0" dirty="0">
                        <a:latin typeface="Corbel"/>
                      </a:endParaRPr>
                    </a:p>
                  </a:txBody>
                  <a:tcPr marL="74295" marR="74295" marT="37148" marB="37148"/>
                </a:tc>
                <a:tc>
                  <a:txBody>
                    <a:bodyPr/>
                    <a:lstStyle/>
                    <a:p>
                      <a:pPr lvl="0">
                        <a:buNone/>
                      </a:pPr>
                      <a:endParaRPr lang="en-US" sz="1500" b="0" i="0" u="none" strike="noStrike" noProof="0" dirty="0">
                        <a:latin typeface="Corbel"/>
                      </a:endParaRPr>
                    </a:p>
                  </a:txBody>
                  <a:tcPr marL="74295" marR="74295" marT="37148" marB="37148"/>
                </a:tc>
                <a:extLst>
                  <a:ext uri="{0D108BD9-81ED-4DB2-BD59-A6C34878D82A}">
                    <a16:rowId xmlns:a16="http://schemas.microsoft.com/office/drawing/2014/main" val="2536502913"/>
                  </a:ext>
                </a:extLst>
              </a:tr>
              <a:tr h="301308">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438646935"/>
                  </a:ext>
                </a:extLst>
              </a:tr>
              <a:tr h="301308">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b="0" i="0" u="none" strike="noStrike" noProof="0" dirty="0">
                        <a:latin typeface="Corbel"/>
                      </a:endParaRPr>
                    </a:p>
                  </a:txBody>
                  <a:tcPr marL="74295" marR="74295" marT="37148" marB="37148"/>
                </a:tc>
                <a:tc>
                  <a:txBody>
                    <a:bodyPr/>
                    <a:lstStyle/>
                    <a:p>
                      <a:pPr lvl="0">
                        <a:buNone/>
                      </a:pPr>
                      <a:endParaRPr lang="en-US" sz="1500" b="0" i="0" u="none" strike="noStrike" noProof="0" dirty="0">
                        <a:latin typeface="Corbel"/>
                      </a:endParaRPr>
                    </a:p>
                  </a:txBody>
                  <a:tcPr marL="74295" marR="74295" marT="37148" marB="37148"/>
                </a:tc>
                <a:extLst>
                  <a:ext uri="{0D108BD9-81ED-4DB2-BD59-A6C34878D82A}">
                    <a16:rowId xmlns:a16="http://schemas.microsoft.com/office/drawing/2014/main" val="3074274735"/>
                  </a:ext>
                </a:extLst>
              </a:tr>
              <a:tr h="301308">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40236765"/>
                  </a:ext>
                </a:extLst>
              </a:tr>
              <a:tr h="301307">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2192511257"/>
                  </a:ext>
                </a:extLst>
              </a:tr>
              <a:tr h="301308">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991273477"/>
                  </a:ext>
                </a:extLst>
              </a:tr>
              <a:tr h="301308">
                <a:tc>
                  <a:txBody>
                    <a:bodyPr/>
                    <a:lstStyle/>
                    <a:p>
                      <a:pPr lvl="0" algn="l">
                        <a:lnSpc>
                          <a:spcPct val="100000"/>
                        </a:lnSpc>
                        <a:spcBef>
                          <a:spcPts val="0"/>
                        </a:spcBef>
                        <a:spcAft>
                          <a:spcPts val="0"/>
                        </a:spcAft>
                        <a:buNone/>
                      </a:pPr>
                      <a:endParaRPr lang="en-US" sz="1500" noProof="0" dirty="0"/>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lgn="l">
                        <a:lnSpc>
                          <a:spcPct val="100000"/>
                        </a:lnSpc>
                        <a:spcBef>
                          <a:spcPts val="0"/>
                        </a:spcBef>
                        <a:spcAft>
                          <a:spcPts val="0"/>
                        </a:spcAft>
                        <a:buNone/>
                      </a:pPr>
                      <a:endParaRPr lang="en-US" sz="1500" noProof="0" dirty="0"/>
                    </a:p>
                  </a:txBody>
                  <a:tcPr marL="74295" marR="74295" marT="37148" marB="37148"/>
                </a:tc>
                <a:extLst>
                  <a:ext uri="{0D108BD9-81ED-4DB2-BD59-A6C34878D82A}">
                    <a16:rowId xmlns:a16="http://schemas.microsoft.com/office/drawing/2014/main" val="4034786733"/>
                  </a:ext>
                </a:extLst>
              </a:tr>
              <a:tr h="301308">
                <a:tc>
                  <a:txBody>
                    <a:bodyPr/>
                    <a:lstStyle/>
                    <a:p>
                      <a:pPr lvl="0">
                        <a:buNone/>
                      </a:pPr>
                      <a:endParaRPr lang="en-US" sz="1500" noProof="0" dirty="0"/>
                    </a:p>
                  </a:txBody>
                  <a:tcPr marL="74295" marR="74295" marT="37148" marB="37148"/>
                </a:tc>
                <a:tc>
                  <a:txBody>
                    <a:bodyPr/>
                    <a:lstStyle/>
                    <a:p>
                      <a:pPr lvl="0">
                        <a:buNone/>
                      </a:pPr>
                      <a:endParaRPr lang="en-US" sz="1500" b="0" i="0" u="none" strike="noStrike" noProof="0" dirty="0">
                        <a:latin typeface="Corbel"/>
                      </a:endParaRPr>
                    </a:p>
                  </a:txBody>
                  <a:tcPr marL="74295" marR="74295" marT="37148" marB="37148"/>
                </a:tc>
                <a:tc>
                  <a:txBody>
                    <a:bodyPr/>
                    <a:lstStyle/>
                    <a:p>
                      <a:endParaRPr lang="en-US" sz="1500" noProof="0" dirty="0"/>
                    </a:p>
                  </a:txBody>
                  <a:tcPr marL="74295" marR="74295" marT="37148" marB="37148"/>
                </a:tc>
                <a:extLst>
                  <a:ext uri="{0D108BD9-81ED-4DB2-BD59-A6C34878D82A}">
                    <a16:rowId xmlns:a16="http://schemas.microsoft.com/office/drawing/2014/main" val="2573909330"/>
                  </a:ext>
                </a:extLst>
              </a:tr>
              <a:tr h="301307">
                <a:tc>
                  <a:txBody>
                    <a:bodyPr/>
                    <a:lstStyle/>
                    <a:p>
                      <a:pPr lvl="0">
                        <a:buNone/>
                      </a:pPr>
                      <a:endParaRPr lang="en-US" sz="1500" noProof="0" dirty="0"/>
                    </a:p>
                  </a:txBody>
                  <a:tcPr marL="74295" marR="74295" marT="37148" marB="37148"/>
                </a:tc>
                <a:tc>
                  <a:txBody>
                    <a:bodyPr/>
                    <a:lstStyle/>
                    <a:p>
                      <a:pPr lvl="0">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2946086629"/>
                  </a:ext>
                </a:extLst>
              </a:tr>
              <a:tr h="301306">
                <a:tc>
                  <a:txBody>
                    <a:bodyPr/>
                    <a:lstStyle/>
                    <a:p>
                      <a:pPr lvl="0" algn="l">
                        <a:lnSpc>
                          <a:spcPct val="100000"/>
                        </a:lnSpc>
                        <a:spcBef>
                          <a:spcPts val="0"/>
                        </a:spcBef>
                        <a:spcAft>
                          <a:spcPts val="0"/>
                        </a:spcAft>
                        <a:buNone/>
                      </a:pPr>
                      <a:endParaRPr lang="en-US" sz="1500" b="0" i="0" u="none" strike="noStrike" noProof="0" dirty="0"/>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3451169956"/>
                  </a:ext>
                </a:extLst>
              </a:tr>
              <a:tr h="301306">
                <a:tc>
                  <a:txBody>
                    <a:bodyPr/>
                    <a:lstStyle/>
                    <a:p>
                      <a:pPr lvl="0" algn="l">
                        <a:lnSpc>
                          <a:spcPct val="100000"/>
                        </a:lnSpc>
                        <a:spcBef>
                          <a:spcPts val="0"/>
                        </a:spcBef>
                        <a:spcAft>
                          <a:spcPts val="0"/>
                        </a:spcAft>
                        <a:buNone/>
                      </a:pPr>
                      <a:endParaRPr lang="en-US" sz="1500" b="0" i="0" u="none" strike="noStrike" noProof="0" dirty="0"/>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4086626435"/>
                  </a:ext>
                </a:extLst>
              </a:tr>
              <a:tr h="301306">
                <a:tc>
                  <a:txBody>
                    <a:bodyPr/>
                    <a:lstStyle/>
                    <a:p>
                      <a:pPr lvl="0" algn="l">
                        <a:lnSpc>
                          <a:spcPct val="100000"/>
                        </a:lnSpc>
                        <a:spcBef>
                          <a:spcPts val="0"/>
                        </a:spcBef>
                        <a:spcAft>
                          <a:spcPts val="0"/>
                        </a:spcAft>
                        <a:buNone/>
                      </a:pPr>
                      <a:endParaRPr lang="en-US" sz="1500" b="0" i="0" u="none" strike="noStrike" noProof="0" dirty="0"/>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3425029884"/>
                  </a:ext>
                </a:extLst>
              </a:tr>
              <a:tr h="301306">
                <a:tc>
                  <a:txBody>
                    <a:bodyPr/>
                    <a:lstStyle/>
                    <a:p>
                      <a:pPr lvl="0" algn="l">
                        <a:lnSpc>
                          <a:spcPct val="100000"/>
                        </a:lnSpc>
                        <a:spcBef>
                          <a:spcPts val="0"/>
                        </a:spcBef>
                        <a:spcAft>
                          <a:spcPts val="0"/>
                        </a:spcAft>
                        <a:buNone/>
                      </a:pPr>
                      <a:endParaRPr lang="en-US" sz="1500" b="0" i="0" u="none" strike="noStrike" noProof="0" dirty="0"/>
                    </a:p>
                  </a:txBody>
                  <a:tcPr marL="74295" marR="74295" marT="37148" marB="37148"/>
                </a:tc>
                <a:tc>
                  <a:txBody>
                    <a:bodyPr/>
                    <a:lstStyle/>
                    <a:p>
                      <a:pPr lvl="0" algn="l">
                        <a:lnSpc>
                          <a:spcPct val="100000"/>
                        </a:lnSpc>
                        <a:spcBef>
                          <a:spcPts val="0"/>
                        </a:spcBef>
                        <a:spcAft>
                          <a:spcPts val="0"/>
                        </a:spcAft>
                        <a:buNone/>
                      </a:pPr>
                      <a:endParaRPr lang="en-US" sz="1500" b="0" i="0" u="none" strike="noStrike" noProof="0" dirty="0">
                        <a:latin typeface="Corbel"/>
                      </a:endParaRPr>
                    </a:p>
                  </a:txBody>
                  <a:tcPr marL="74295" marR="74295" marT="37148" marB="37148"/>
                </a:tc>
                <a:tc>
                  <a:txBody>
                    <a:bodyPr/>
                    <a:lstStyle/>
                    <a:p>
                      <a:pPr lvl="0">
                        <a:buNone/>
                      </a:pPr>
                      <a:endParaRPr lang="en-US" sz="1500" noProof="0" dirty="0"/>
                    </a:p>
                  </a:txBody>
                  <a:tcPr marL="74295" marR="74295" marT="37148" marB="37148"/>
                </a:tc>
                <a:extLst>
                  <a:ext uri="{0D108BD9-81ED-4DB2-BD59-A6C34878D82A}">
                    <a16:rowId xmlns:a16="http://schemas.microsoft.com/office/drawing/2014/main" val="1007149874"/>
                  </a:ext>
                </a:extLst>
              </a:tr>
            </a:tbl>
          </a:graphicData>
        </a:graphic>
      </p:graphicFrame>
    </p:spTree>
    <p:extLst>
      <p:ext uri="{BB962C8B-B14F-4D97-AF65-F5344CB8AC3E}">
        <p14:creationId xmlns:p14="http://schemas.microsoft.com/office/powerpoint/2010/main" val="13843626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4C996-61D7-C2EC-E461-2AB5EC2299F9}"/>
            </a:ext>
          </a:extLst>
        </p:cNvPr>
        <p:cNvGrpSpPr/>
        <p:nvPr/>
      </p:nvGrpSpPr>
      <p:grpSpPr>
        <a:xfrm>
          <a:off x="0" y="0"/>
          <a:ext cx="0" cy="0"/>
          <a:chOff x="0" y="0"/>
          <a:chExt cx="0" cy="0"/>
        </a:xfrm>
      </p:grpSpPr>
      <p:sp>
        <p:nvSpPr>
          <p:cNvPr id="10" name="Titolo 9">
            <a:extLst>
              <a:ext uri="{FF2B5EF4-FFF2-40B4-BE49-F238E27FC236}">
                <a16:creationId xmlns:a16="http://schemas.microsoft.com/office/drawing/2014/main" id="{BAD9D81B-5E09-A50C-FC6E-EED79BADE91E}"/>
              </a:ext>
            </a:extLst>
          </p:cNvPr>
          <p:cNvSpPr>
            <a:spLocks noGrp="1"/>
          </p:cNvSpPr>
          <p:nvPr>
            <p:ph type="title"/>
          </p:nvPr>
        </p:nvSpPr>
        <p:spPr/>
        <p:txBody>
          <a:bodyPr/>
          <a:lstStyle/>
          <a:p>
            <a:r>
              <a:rPr lang="en-US" noProof="0" dirty="0">
                <a:solidFill>
                  <a:schemeClr val="tx1"/>
                </a:solidFill>
              </a:rPr>
              <a:t>Risk Control Explanations</a:t>
            </a:r>
          </a:p>
        </p:txBody>
      </p:sp>
      <p:pic>
        <p:nvPicPr>
          <p:cNvPr id="9" name="Segnaposto contenuto 8">
            <a:extLst>
              <a:ext uri="{FF2B5EF4-FFF2-40B4-BE49-F238E27FC236}">
                <a16:creationId xmlns:a16="http://schemas.microsoft.com/office/drawing/2014/main" id="{85F277FF-F015-1AB2-CE61-5DEB764516B7}"/>
              </a:ext>
            </a:extLst>
          </p:cNvPr>
          <p:cNvPicPr>
            <a:picLocks noGrp="1" noChangeAspect="1"/>
          </p:cNvPicPr>
          <p:nvPr>
            <p:ph sz="half" idx="1"/>
          </p:nvPr>
        </p:nvPicPr>
        <p:blipFill>
          <a:blip r:embed="rId2"/>
          <a:stretch>
            <a:fillRect/>
          </a:stretch>
        </p:blipFill>
        <p:spPr>
          <a:xfrm>
            <a:off x="2475632" y="1524000"/>
            <a:ext cx="4954736" cy="2209800"/>
          </a:xfrm>
          <a:prstGeom prst="rect">
            <a:avLst/>
          </a:prstGeom>
        </p:spPr>
      </p:pic>
      <p:sp>
        <p:nvSpPr>
          <p:cNvPr id="11" name="Segnaposto testo 10">
            <a:extLst>
              <a:ext uri="{FF2B5EF4-FFF2-40B4-BE49-F238E27FC236}">
                <a16:creationId xmlns:a16="http://schemas.microsoft.com/office/drawing/2014/main" id="{249395AD-2499-232E-4D13-D13B7D13415F}"/>
              </a:ext>
            </a:extLst>
          </p:cNvPr>
          <p:cNvSpPr>
            <a:spLocks noGrp="1"/>
          </p:cNvSpPr>
          <p:nvPr>
            <p:ph type="body" sz="half" idx="2"/>
          </p:nvPr>
        </p:nvSpPr>
        <p:spPr/>
        <p:txBody>
          <a:bodyPr/>
          <a:lstStyle/>
          <a:p>
            <a:r>
              <a:rPr lang="en-US" noProof="0" dirty="0">
                <a:solidFill>
                  <a:schemeClr val="tx1"/>
                </a:solidFill>
              </a:rPr>
              <a:t>Explanations </a:t>
            </a:r>
          </a:p>
          <a:p>
            <a:pPr lvl="1"/>
            <a:r>
              <a:rPr lang="en-US" dirty="0">
                <a:solidFill>
                  <a:schemeClr val="tx1"/>
                </a:solidFill>
              </a:rPr>
              <a:t>Should comment the probability and the impact of the risk listed</a:t>
            </a:r>
          </a:p>
          <a:p>
            <a:pPr lvl="1"/>
            <a:r>
              <a:rPr lang="en-US" dirty="0">
                <a:solidFill>
                  <a:schemeClr val="tx1"/>
                </a:solidFill>
              </a:rPr>
              <a:t>Actions  should match with the responsibilities listed in the risk plan     </a:t>
            </a:r>
          </a:p>
          <a:p>
            <a:r>
              <a:rPr lang="en-US" dirty="0">
                <a:solidFill>
                  <a:schemeClr val="tx1"/>
                </a:solidFill>
              </a:rPr>
              <a:t>The  risks should be the same listed in the risk plan</a:t>
            </a:r>
          </a:p>
          <a:p>
            <a:r>
              <a:rPr lang="en-US" dirty="0">
                <a:solidFill>
                  <a:schemeClr val="tx1"/>
                </a:solidFill>
              </a:rPr>
              <a:t>A graph of the risk values would be welcome </a:t>
            </a:r>
          </a:p>
        </p:txBody>
      </p:sp>
    </p:spTree>
    <p:extLst>
      <p:ext uri="{BB962C8B-B14F-4D97-AF65-F5344CB8AC3E}">
        <p14:creationId xmlns:p14="http://schemas.microsoft.com/office/powerpoint/2010/main" val="10349827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D8CD2-8708-256B-F2E6-6321564C98C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1D5C5EA-EAD1-8792-BBC4-7C5110C876F3}"/>
              </a:ext>
            </a:extLst>
          </p:cNvPr>
          <p:cNvSpPr>
            <a:spLocks noGrp="1"/>
          </p:cNvSpPr>
          <p:nvPr>
            <p:ph type="title"/>
          </p:nvPr>
        </p:nvSpPr>
        <p:spPr/>
        <p:txBody>
          <a:bodyPr/>
          <a:lstStyle/>
          <a:p>
            <a:r>
              <a:rPr lang="en-US" noProof="0" dirty="0"/>
              <a:t>ASSIGNMENT 1 : Structure</a:t>
            </a:r>
          </a:p>
        </p:txBody>
      </p:sp>
      <p:graphicFrame>
        <p:nvGraphicFramePr>
          <p:cNvPr id="11" name="Segnaposto contenuto 10">
            <a:extLst>
              <a:ext uri="{FF2B5EF4-FFF2-40B4-BE49-F238E27FC236}">
                <a16:creationId xmlns:a16="http://schemas.microsoft.com/office/drawing/2014/main" id="{39EFCC68-96B0-D706-C2D0-EB73526445DD}"/>
              </a:ext>
            </a:extLst>
          </p:cNvPr>
          <p:cNvGraphicFramePr>
            <a:graphicFrameLocks noGrp="1"/>
          </p:cNvGraphicFramePr>
          <p:nvPr>
            <p:ph idx="1"/>
            <p:extLst>
              <p:ext uri="{D42A27DB-BD31-4B8C-83A1-F6EECF244321}">
                <p14:modId xmlns:p14="http://schemas.microsoft.com/office/powerpoint/2010/main" val="1636028771"/>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58143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1084576673"/>
              </p:ext>
            </p:extLst>
          </p:nvPr>
        </p:nvGraphicFramePr>
        <p:xfrm>
          <a:off x="740533" y="1732312"/>
          <a:ext cx="7430325" cy="4037765"/>
        </p:xfrm>
        <a:graphic>
          <a:graphicData uri="http://schemas.openxmlformats.org/drawingml/2006/table">
            <a:tbl>
              <a:tblPr firstRow="1" bandRow="1">
                <a:tableStyleId>{5C22544A-7EE6-4342-B048-85BDC9FD1C3A}</a:tableStyleId>
              </a:tblPr>
              <a:tblGrid>
                <a:gridCol w="2476775">
                  <a:extLst>
                    <a:ext uri="{9D8B030D-6E8A-4147-A177-3AD203B41FA5}">
                      <a16:colId xmlns:a16="http://schemas.microsoft.com/office/drawing/2014/main" val="20000"/>
                    </a:ext>
                  </a:extLst>
                </a:gridCol>
                <a:gridCol w="2476775">
                  <a:extLst>
                    <a:ext uri="{9D8B030D-6E8A-4147-A177-3AD203B41FA5}">
                      <a16:colId xmlns:a16="http://schemas.microsoft.com/office/drawing/2014/main" val="20001"/>
                    </a:ext>
                  </a:extLst>
                </a:gridCol>
                <a:gridCol w="2476775">
                  <a:extLst>
                    <a:ext uri="{9D8B030D-6E8A-4147-A177-3AD203B41FA5}">
                      <a16:colId xmlns:a16="http://schemas.microsoft.com/office/drawing/2014/main" val="20002"/>
                    </a:ext>
                  </a:extLst>
                </a:gridCol>
              </a:tblGrid>
              <a:tr h="297180">
                <a:tc>
                  <a:txBody>
                    <a:bodyPr/>
                    <a:lstStyle/>
                    <a:p>
                      <a:pPr algn="ctr"/>
                      <a:r>
                        <a:rPr lang="en-US" sz="1500" noProof="0" dirty="0">
                          <a:solidFill>
                            <a:schemeClr val="bg1"/>
                          </a:solidFill>
                        </a:rPr>
                        <a:t>Risk</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en-US" sz="1500" noProof="0" dirty="0">
                          <a:solidFill>
                            <a:schemeClr val="bg1"/>
                          </a:solidFill>
                        </a:rPr>
                        <a:t>Variable</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en-US" sz="1500" noProof="0" dirty="0">
                          <a:solidFill>
                            <a:schemeClr val="bg1"/>
                          </a:solidFill>
                        </a:rPr>
                        <a:t>Score</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297180">
                <a:tc rowSpan="3">
                  <a:txBody>
                    <a:bodyPr/>
                    <a:lstStyle/>
                    <a:p>
                      <a:pPr algn="ctr"/>
                      <a:r>
                        <a:rPr lang="en-US" sz="1500" noProof="0" dirty="0"/>
                        <a:t>Innovation</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en-US" sz="1500" noProof="0" dirty="0"/>
                        <a:t>Technology</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500" noProof="0" dirty="0"/>
                        <a:t>Low:3</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20065">
                <a:tc vMerge="1">
                  <a:txBody>
                    <a:bodyPr/>
                    <a:lstStyle/>
                    <a:p>
                      <a:endParaRPr lang="en-US" dirty="0"/>
                    </a:p>
                  </a:txBody>
                  <a:tcPr/>
                </a:tc>
                <a:tc>
                  <a:txBody>
                    <a:bodyPr/>
                    <a:lstStyle/>
                    <a:p>
                      <a:r>
                        <a:rPr lang="en-US" sz="1500" noProof="0" dirty="0"/>
                        <a:t>Information/Execution Architecture</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500" noProof="0" dirty="0"/>
                        <a:t>Average:8</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449759">
                <a:tc vMerge="1">
                  <a:txBody>
                    <a:bodyPr/>
                    <a:lstStyle/>
                    <a:p>
                      <a:endParaRPr lang="en-US" dirty="0"/>
                    </a:p>
                  </a:txBody>
                  <a:tcPr/>
                </a:tc>
                <a:tc>
                  <a:txBody>
                    <a:bodyPr/>
                    <a:lstStyle/>
                    <a:p>
                      <a:r>
                        <a:rPr lang="en-US" sz="1500" noProof="0" dirty="0"/>
                        <a:t>Domain Knowledge </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500" noProof="0" dirty="0"/>
                        <a:t>Limited:10</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297180">
                <a:tc rowSpan="3">
                  <a:txBody>
                    <a:bodyPr/>
                    <a:lstStyle/>
                    <a:p>
                      <a:pPr algn="ctr"/>
                      <a:r>
                        <a:rPr lang="en-US" sz="1500" noProof="0" dirty="0"/>
                        <a:t>Size</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500" noProof="0" dirty="0"/>
                        <a:t>Effort</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500" noProof="0" dirty="0"/>
                        <a:t>Large:4</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297180">
                <a:tc vMerge="1">
                  <a:txBody>
                    <a:bodyPr/>
                    <a:lstStyle/>
                    <a:p>
                      <a:endParaRPr lang="en-US" dirty="0"/>
                    </a:p>
                  </a:txBody>
                  <a:tcPr/>
                </a:tc>
                <a:tc>
                  <a:txBody>
                    <a:bodyPr/>
                    <a:lstStyle/>
                    <a:p>
                      <a:r>
                        <a:rPr lang="en-US" sz="1500" noProof="0" dirty="0"/>
                        <a:t>Users</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500" noProof="0" dirty="0"/>
                        <a:t>Very</a:t>
                      </a:r>
                      <a:r>
                        <a:rPr lang="en-US" sz="1500" baseline="0" noProof="0" dirty="0"/>
                        <a:t> Large:10</a:t>
                      </a:r>
                      <a:endParaRPr lang="en-US" sz="1500" noProof="0" dirty="0"/>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r h="449759">
                <a:tc vMerge="1">
                  <a:txBody>
                    <a:bodyPr/>
                    <a:lstStyle/>
                    <a:p>
                      <a:endParaRPr lang="en-US" dirty="0"/>
                    </a:p>
                  </a:txBody>
                  <a:tcPr/>
                </a:tc>
                <a:tc>
                  <a:txBody>
                    <a:bodyPr/>
                    <a:lstStyle/>
                    <a:p>
                      <a:r>
                        <a:rPr lang="en-US" sz="1500" noProof="0" dirty="0"/>
                        <a:t>Organizational</a:t>
                      </a:r>
                      <a:r>
                        <a:rPr lang="en-US" sz="1500" baseline="0" noProof="0" dirty="0"/>
                        <a:t> span</a:t>
                      </a:r>
                      <a:endParaRPr lang="en-US" sz="1500" noProof="0" dirty="0"/>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500" noProof="0" dirty="0"/>
                        <a:t>High:10</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6"/>
                  </a:ext>
                </a:extLst>
              </a:tr>
              <a:tr h="449759">
                <a:tc rowSpan="3">
                  <a:txBody>
                    <a:bodyPr/>
                    <a:lstStyle/>
                    <a:p>
                      <a:pPr algn="ctr"/>
                      <a:r>
                        <a:rPr lang="en-US" sz="1500" noProof="0" dirty="0"/>
                        <a:t>Uncertainty</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500" noProof="0" dirty="0"/>
                        <a:t>Structure of procedures</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500" noProof="0" dirty="0"/>
                        <a:t>Average:5</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7"/>
                  </a:ext>
                </a:extLst>
              </a:tr>
              <a:tr h="297180">
                <a:tc vMerge="1">
                  <a:txBody>
                    <a:bodyPr/>
                    <a:lstStyle/>
                    <a:p>
                      <a:endParaRPr lang="en-US" dirty="0"/>
                    </a:p>
                  </a:txBody>
                  <a:tcPr/>
                </a:tc>
                <a:tc>
                  <a:txBody>
                    <a:bodyPr/>
                    <a:lstStyle/>
                    <a:p>
                      <a:r>
                        <a:rPr lang="en-US" sz="1500" noProof="0" dirty="0"/>
                        <a:t>BP innovation</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500" noProof="0" dirty="0"/>
                        <a:t>High:10</a:t>
                      </a:r>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642512">
                <a:tc vMerge="1">
                  <a:txBody>
                    <a:bodyPr/>
                    <a:lstStyle/>
                    <a:p>
                      <a:endParaRPr lang="en-US" dirty="0"/>
                    </a:p>
                  </a:txBody>
                  <a:tcPr/>
                </a:tc>
                <a:tc>
                  <a:txBody>
                    <a:bodyPr/>
                    <a:lstStyle/>
                    <a:p>
                      <a:r>
                        <a:rPr lang="en-US" sz="1500" noProof="0" dirty="0"/>
                        <a:t>User awareness/change readiness</a:t>
                      </a:r>
                    </a:p>
                  </a:txBody>
                  <a:tcPr marL="74295" marR="74295" marT="37148" marB="3714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500" noProof="0" dirty="0"/>
                        <a:t>Low</a:t>
                      </a:r>
                      <a:r>
                        <a:rPr lang="en-US" sz="1500" baseline="0" noProof="0" dirty="0"/>
                        <a:t> to null:10</a:t>
                      </a:r>
                      <a:endParaRPr lang="en-US" sz="1500" noProof="0" dirty="0"/>
                    </a:p>
                  </a:txBody>
                  <a:tcPr marL="74295" marR="74295" marT="37148" marB="37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9"/>
                  </a:ext>
                </a:extLst>
              </a:tr>
            </a:tbl>
          </a:graphicData>
        </a:graphic>
      </p:graphicFrame>
      <p:sp>
        <p:nvSpPr>
          <p:cNvPr id="8" name="Title 1"/>
          <p:cNvSpPr>
            <a:spLocks noGrp="1"/>
          </p:cNvSpPr>
          <p:nvPr>
            <p:ph type="title"/>
          </p:nvPr>
        </p:nvSpPr>
        <p:spPr>
          <a:xfrm>
            <a:off x="272481" y="796208"/>
            <a:ext cx="3685910" cy="468052"/>
          </a:xfrm>
          <a:solidFill>
            <a:schemeClr val="bg1">
              <a:lumMod val="85000"/>
            </a:schemeClr>
          </a:solidFill>
        </p:spPr>
        <p:style>
          <a:lnRef idx="1">
            <a:schemeClr val="accent5"/>
          </a:lnRef>
          <a:fillRef idx="3">
            <a:schemeClr val="accent5"/>
          </a:fillRef>
          <a:effectRef idx="2">
            <a:schemeClr val="accent5"/>
          </a:effectRef>
          <a:fontRef idx="minor">
            <a:schemeClr val="lt1"/>
          </a:fontRef>
        </p:style>
        <p:txBody>
          <a:bodyPr>
            <a:normAutofit fontScale="90000"/>
          </a:bodyPr>
          <a:lstStyle/>
          <a:p>
            <a:pPr algn="ctr"/>
            <a:r>
              <a:rPr lang="en-US" noProof="0" dirty="0">
                <a:solidFill>
                  <a:schemeClr val="tx1"/>
                </a:solidFill>
              </a:rPr>
              <a:t>Risk Variables</a:t>
            </a:r>
          </a:p>
        </p:txBody>
      </p:sp>
    </p:spTree>
    <p:extLst>
      <p:ext uri="{BB962C8B-B14F-4D97-AF65-F5344CB8AC3E}">
        <p14:creationId xmlns:p14="http://schemas.microsoft.com/office/powerpoint/2010/main" val="1392030908"/>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56" y="796208"/>
            <a:ext cx="4077461" cy="504309"/>
          </a:xfrm>
          <a:solidFill>
            <a:schemeClr val="bg1">
              <a:lumMod val="85000"/>
            </a:schemeClr>
          </a:solidFill>
        </p:spPr>
        <p:style>
          <a:lnRef idx="1">
            <a:schemeClr val="accent5"/>
          </a:lnRef>
          <a:fillRef idx="3">
            <a:schemeClr val="accent5"/>
          </a:fillRef>
          <a:effectRef idx="2">
            <a:schemeClr val="accent5"/>
          </a:effectRef>
          <a:fontRef idx="minor">
            <a:schemeClr val="lt1"/>
          </a:fontRef>
        </p:style>
        <p:txBody>
          <a:bodyPr>
            <a:normAutofit fontScale="90000"/>
          </a:bodyPr>
          <a:lstStyle/>
          <a:p>
            <a:pPr algn="ctr"/>
            <a:r>
              <a:rPr lang="en-US" noProof="0" dirty="0">
                <a:solidFill>
                  <a:schemeClr val="tx1"/>
                </a:solidFill>
              </a:rPr>
              <a:t>Risk Scoring: Innovation</a:t>
            </a:r>
          </a:p>
        </p:txBody>
      </p:sp>
      <p:graphicFrame>
        <p:nvGraphicFramePr>
          <p:cNvPr id="7" name="Diagram 6"/>
          <p:cNvGraphicFramePr/>
          <p:nvPr>
            <p:extLst>
              <p:ext uri="{D42A27DB-BD31-4B8C-83A1-F6EECF244321}">
                <p14:modId xmlns:p14="http://schemas.microsoft.com/office/powerpoint/2010/main" val="3020437717"/>
              </p:ext>
            </p:extLst>
          </p:nvPr>
        </p:nvGraphicFramePr>
        <p:xfrm>
          <a:off x="485368" y="1489664"/>
          <a:ext cx="1371286" cy="4402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3113074233"/>
              </p:ext>
            </p:extLst>
          </p:nvPr>
        </p:nvGraphicFramePr>
        <p:xfrm>
          <a:off x="2617238" y="1526258"/>
          <a:ext cx="1371286" cy="4402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Diagram 11"/>
          <p:cNvGraphicFramePr/>
          <p:nvPr>
            <p:extLst>
              <p:ext uri="{D42A27DB-BD31-4B8C-83A1-F6EECF244321}">
                <p14:modId xmlns:p14="http://schemas.microsoft.com/office/powerpoint/2010/main" val="498400730"/>
              </p:ext>
            </p:extLst>
          </p:nvPr>
        </p:nvGraphicFramePr>
        <p:xfrm>
          <a:off x="4587951" y="1525455"/>
          <a:ext cx="1371286" cy="440266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4" name="Plus 13"/>
          <p:cNvSpPr/>
          <p:nvPr/>
        </p:nvSpPr>
        <p:spPr>
          <a:xfrm>
            <a:off x="1915160" y="3458681"/>
            <a:ext cx="468052" cy="459431"/>
          </a:xfrm>
          <a:prstGeom prst="mathPlus">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p>
        </p:txBody>
      </p:sp>
      <p:sp>
        <p:nvSpPr>
          <p:cNvPr id="15" name="Plus 14"/>
          <p:cNvSpPr/>
          <p:nvPr/>
        </p:nvSpPr>
        <p:spPr>
          <a:xfrm>
            <a:off x="3974943" y="3360712"/>
            <a:ext cx="468052" cy="459431"/>
          </a:xfrm>
          <a:prstGeom prst="mathPlus">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p>
        </p:txBody>
      </p:sp>
      <p:sp>
        <p:nvSpPr>
          <p:cNvPr id="16" name="Equal 15"/>
          <p:cNvSpPr/>
          <p:nvPr/>
        </p:nvSpPr>
        <p:spPr>
          <a:xfrm>
            <a:off x="6091888" y="3458681"/>
            <a:ext cx="386779" cy="229715"/>
          </a:xfrm>
          <a:prstGeom prst="mathEqual">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solidFill>
                <a:schemeClr val="tx1"/>
              </a:solidFill>
            </a:endParaRPr>
          </a:p>
        </p:txBody>
      </p:sp>
      <p:graphicFrame>
        <p:nvGraphicFramePr>
          <p:cNvPr id="17" name="Diagram 16"/>
          <p:cNvGraphicFramePr/>
          <p:nvPr>
            <p:extLst>
              <p:ext uri="{D42A27DB-BD31-4B8C-83A1-F6EECF244321}">
                <p14:modId xmlns:p14="http://schemas.microsoft.com/office/powerpoint/2010/main" val="2601261833"/>
              </p:ext>
            </p:extLst>
          </p:nvPr>
        </p:nvGraphicFramePr>
        <p:xfrm>
          <a:off x="6825208" y="1381273"/>
          <a:ext cx="1371286" cy="4402667"/>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3748609131"/>
      </p:ext>
    </p:ext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67" y="796208"/>
            <a:ext cx="4077461" cy="504309"/>
          </a:xfr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a:normAutofit fontScale="90000"/>
          </a:bodyPr>
          <a:lstStyle/>
          <a:p>
            <a:pPr algn="ctr"/>
            <a:r>
              <a:rPr lang="en-US" noProof="0" dirty="0">
                <a:solidFill>
                  <a:schemeClr val="tx1"/>
                </a:solidFill>
              </a:rPr>
              <a:t>Risk Scoring: Size</a:t>
            </a:r>
          </a:p>
        </p:txBody>
      </p:sp>
      <p:graphicFrame>
        <p:nvGraphicFramePr>
          <p:cNvPr id="7" name="Diagram 6"/>
          <p:cNvGraphicFramePr/>
          <p:nvPr>
            <p:extLst>
              <p:ext uri="{D42A27DB-BD31-4B8C-83A1-F6EECF244321}">
                <p14:modId xmlns:p14="http://schemas.microsoft.com/office/powerpoint/2010/main" val="1230415082"/>
              </p:ext>
            </p:extLst>
          </p:nvPr>
        </p:nvGraphicFramePr>
        <p:xfrm>
          <a:off x="916052" y="1615299"/>
          <a:ext cx="1897844" cy="4402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1918715541"/>
              </p:ext>
            </p:extLst>
          </p:nvPr>
        </p:nvGraphicFramePr>
        <p:xfrm>
          <a:off x="3377823" y="1654495"/>
          <a:ext cx="1470563" cy="4402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Flowchart: Manual Operation 4"/>
          <p:cNvSpPr/>
          <p:nvPr/>
        </p:nvSpPr>
        <p:spPr>
          <a:xfrm>
            <a:off x="5203580" y="2390044"/>
            <a:ext cx="1371286" cy="26416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8028" tIns="0" rIns="98351" bIns="0" numCol="1" spcCol="1270" anchor="t" anchorCtr="0">
            <a:noAutofit/>
          </a:bodyPr>
          <a:lstStyle/>
          <a:p>
            <a:pPr defTabSz="686197">
              <a:lnSpc>
                <a:spcPct val="90000"/>
              </a:lnSpc>
              <a:spcAft>
                <a:spcPct val="35000"/>
              </a:spcAft>
            </a:pPr>
            <a:r>
              <a:rPr lang="en-US" sz="1544" noProof="0" dirty="0"/>
              <a:t>Information/ execution architecture  </a:t>
            </a:r>
          </a:p>
          <a:p>
            <a:pPr marL="92869" lvl="1" indent="-92869" defTabSz="541734">
              <a:lnSpc>
                <a:spcPct val="90000"/>
              </a:lnSpc>
              <a:spcAft>
                <a:spcPct val="15000"/>
              </a:spcAft>
              <a:buChar char="••"/>
            </a:pPr>
            <a:endParaRPr lang="en-US" sz="1219" noProof="0" dirty="0"/>
          </a:p>
        </p:txBody>
      </p:sp>
      <p:graphicFrame>
        <p:nvGraphicFramePr>
          <p:cNvPr id="12" name="Diagram 11"/>
          <p:cNvGraphicFramePr/>
          <p:nvPr>
            <p:extLst>
              <p:ext uri="{D42A27DB-BD31-4B8C-83A1-F6EECF244321}">
                <p14:modId xmlns:p14="http://schemas.microsoft.com/office/powerpoint/2010/main" val="3180631613"/>
              </p:ext>
            </p:extLst>
          </p:nvPr>
        </p:nvGraphicFramePr>
        <p:xfrm>
          <a:off x="5348535" y="1653692"/>
          <a:ext cx="1593686" cy="440266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4" name="Plus 13"/>
          <p:cNvSpPr/>
          <p:nvPr/>
        </p:nvSpPr>
        <p:spPr>
          <a:xfrm>
            <a:off x="2832330" y="3528836"/>
            <a:ext cx="468052" cy="459431"/>
          </a:xfrm>
          <a:prstGeom prst="mathPlus">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p>
        </p:txBody>
      </p:sp>
      <p:sp>
        <p:nvSpPr>
          <p:cNvPr id="15" name="Plus 14"/>
          <p:cNvSpPr/>
          <p:nvPr/>
        </p:nvSpPr>
        <p:spPr>
          <a:xfrm>
            <a:off x="4848386" y="3481128"/>
            <a:ext cx="468052" cy="459431"/>
          </a:xfrm>
          <a:prstGeom prst="mathPlus">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p>
        </p:txBody>
      </p:sp>
      <p:sp>
        <p:nvSpPr>
          <p:cNvPr id="16" name="Equal 15"/>
          <p:cNvSpPr/>
          <p:nvPr/>
        </p:nvSpPr>
        <p:spPr>
          <a:xfrm>
            <a:off x="7042918" y="3530476"/>
            <a:ext cx="386779" cy="229715"/>
          </a:xfrm>
          <a:prstGeom prst="mathEqual">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solidFill>
                <a:schemeClr val="tx1"/>
              </a:solidFill>
            </a:endParaRPr>
          </a:p>
        </p:txBody>
      </p:sp>
      <p:graphicFrame>
        <p:nvGraphicFramePr>
          <p:cNvPr id="17" name="Diagram 16"/>
          <p:cNvGraphicFramePr/>
          <p:nvPr>
            <p:extLst>
              <p:ext uri="{D42A27DB-BD31-4B8C-83A1-F6EECF244321}">
                <p14:modId xmlns:p14="http://schemas.microsoft.com/office/powerpoint/2010/main" val="1992721611"/>
              </p:ext>
            </p:extLst>
          </p:nvPr>
        </p:nvGraphicFramePr>
        <p:xfrm>
          <a:off x="7585792" y="1615299"/>
          <a:ext cx="1371286" cy="4402667"/>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2704973112"/>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67" y="777804"/>
            <a:ext cx="4896552" cy="504309"/>
          </a:xfrm>
          <a:solidFill>
            <a:schemeClr val="bg1">
              <a:lumMod val="65000"/>
            </a:schemeClr>
          </a:solidFill>
        </p:spPr>
        <p:style>
          <a:lnRef idx="1">
            <a:schemeClr val="accent5"/>
          </a:lnRef>
          <a:fillRef idx="3">
            <a:schemeClr val="accent5"/>
          </a:fillRef>
          <a:effectRef idx="2">
            <a:schemeClr val="accent5"/>
          </a:effectRef>
          <a:fontRef idx="minor">
            <a:schemeClr val="lt1"/>
          </a:fontRef>
        </p:style>
        <p:txBody>
          <a:bodyPr>
            <a:normAutofit fontScale="90000"/>
          </a:bodyPr>
          <a:lstStyle/>
          <a:p>
            <a:pPr algn="ctr"/>
            <a:r>
              <a:rPr lang="en-US" noProof="0" dirty="0">
                <a:solidFill>
                  <a:schemeClr val="tx1"/>
                </a:solidFill>
              </a:rPr>
              <a:t>Risk Scoring: uncertainty</a:t>
            </a:r>
          </a:p>
        </p:txBody>
      </p:sp>
      <p:graphicFrame>
        <p:nvGraphicFramePr>
          <p:cNvPr id="7" name="Diagram 6"/>
          <p:cNvGraphicFramePr/>
          <p:nvPr>
            <p:extLst>
              <p:ext uri="{D42A27DB-BD31-4B8C-83A1-F6EECF244321}">
                <p14:modId xmlns:p14="http://schemas.microsoft.com/office/powerpoint/2010/main" val="3375161825"/>
              </p:ext>
            </p:extLst>
          </p:nvPr>
        </p:nvGraphicFramePr>
        <p:xfrm>
          <a:off x="485368" y="1489664"/>
          <a:ext cx="1717827" cy="4402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824805536"/>
              </p:ext>
            </p:extLst>
          </p:nvPr>
        </p:nvGraphicFramePr>
        <p:xfrm>
          <a:off x="2617238" y="1526258"/>
          <a:ext cx="1548151" cy="4402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Flowchart: Manual Operation 4"/>
          <p:cNvSpPr/>
          <p:nvPr/>
        </p:nvSpPr>
        <p:spPr>
          <a:xfrm>
            <a:off x="4442995" y="2261807"/>
            <a:ext cx="1371286" cy="26416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8028" tIns="0" rIns="98351" bIns="0" numCol="1" spcCol="1270" anchor="t" anchorCtr="0">
            <a:noAutofit/>
          </a:bodyPr>
          <a:lstStyle/>
          <a:p>
            <a:pPr defTabSz="686197">
              <a:lnSpc>
                <a:spcPct val="90000"/>
              </a:lnSpc>
              <a:spcAft>
                <a:spcPct val="35000"/>
              </a:spcAft>
            </a:pPr>
            <a:r>
              <a:rPr lang="en-US" sz="1544" noProof="0" dirty="0"/>
              <a:t>Information/ execution architecture  </a:t>
            </a:r>
          </a:p>
          <a:p>
            <a:pPr marL="92869" lvl="1" indent="-92869" defTabSz="541734">
              <a:lnSpc>
                <a:spcPct val="90000"/>
              </a:lnSpc>
              <a:spcAft>
                <a:spcPct val="15000"/>
              </a:spcAft>
              <a:buChar char="••"/>
            </a:pPr>
            <a:endParaRPr lang="en-US" sz="1219" noProof="0" dirty="0"/>
          </a:p>
        </p:txBody>
      </p:sp>
      <p:graphicFrame>
        <p:nvGraphicFramePr>
          <p:cNvPr id="12" name="Diagram 11"/>
          <p:cNvGraphicFramePr/>
          <p:nvPr>
            <p:extLst>
              <p:ext uri="{D42A27DB-BD31-4B8C-83A1-F6EECF244321}">
                <p14:modId xmlns:p14="http://schemas.microsoft.com/office/powerpoint/2010/main" val="4109595460"/>
              </p:ext>
            </p:extLst>
          </p:nvPr>
        </p:nvGraphicFramePr>
        <p:xfrm>
          <a:off x="4587951" y="1525455"/>
          <a:ext cx="1371286" cy="440266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4" name="Plus 13"/>
          <p:cNvSpPr/>
          <p:nvPr/>
        </p:nvSpPr>
        <p:spPr>
          <a:xfrm>
            <a:off x="2203195" y="3458681"/>
            <a:ext cx="468052" cy="459431"/>
          </a:xfrm>
          <a:prstGeom prst="mathPlus">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p>
        </p:txBody>
      </p:sp>
      <p:sp>
        <p:nvSpPr>
          <p:cNvPr id="15" name="Plus 14"/>
          <p:cNvSpPr/>
          <p:nvPr/>
        </p:nvSpPr>
        <p:spPr>
          <a:xfrm>
            <a:off x="4119281" y="3458681"/>
            <a:ext cx="468052" cy="459431"/>
          </a:xfrm>
          <a:prstGeom prst="mathPlus">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p>
        </p:txBody>
      </p:sp>
      <p:sp>
        <p:nvSpPr>
          <p:cNvPr id="16" name="Equal 15"/>
          <p:cNvSpPr/>
          <p:nvPr/>
        </p:nvSpPr>
        <p:spPr>
          <a:xfrm>
            <a:off x="6091888" y="3458681"/>
            <a:ext cx="386779" cy="229715"/>
          </a:xfrm>
          <a:prstGeom prst="mathEqual">
            <a:avLst/>
          </a:prstGeom>
          <a:solidFill>
            <a:schemeClr val="tx1">
              <a:lumMod val="85000"/>
              <a:lumOff val="1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625" noProof="0" dirty="0">
              <a:solidFill>
                <a:schemeClr val="tx1"/>
              </a:solidFill>
            </a:endParaRPr>
          </a:p>
        </p:txBody>
      </p:sp>
      <p:graphicFrame>
        <p:nvGraphicFramePr>
          <p:cNvPr id="17" name="Diagram 16"/>
          <p:cNvGraphicFramePr/>
          <p:nvPr>
            <p:extLst>
              <p:ext uri="{D42A27DB-BD31-4B8C-83A1-F6EECF244321}">
                <p14:modId xmlns:p14="http://schemas.microsoft.com/office/powerpoint/2010/main" val="1276298271"/>
              </p:ext>
            </p:extLst>
          </p:nvPr>
        </p:nvGraphicFramePr>
        <p:xfrm>
          <a:off x="6825208" y="1487062"/>
          <a:ext cx="1371286" cy="4402667"/>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3080954839"/>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72480" y="739757"/>
            <a:ext cx="2387787" cy="386131"/>
          </a:xfr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a:noAutofit/>
          </a:bodyPr>
          <a:lstStyle/>
          <a:p>
            <a:pPr algn="ctr"/>
            <a:r>
              <a:rPr lang="en-US" sz="1950" noProof="0" dirty="0">
                <a:solidFill>
                  <a:schemeClr val="tx1"/>
                </a:solidFill>
              </a:rPr>
              <a:t>Risk Profile</a:t>
            </a:r>
          </a:p>
        </p:txBody>
      </p:sp>
      <p:graphicFrame>
        <p:nvGraphicFramePr>
          <p:cNvPr id="15" name="Segnaposto contenuto 14"/>
          <p:cNvGraphicFramePr>
            <a:graphicFrameLocks noGrp="1"/>
          </p:cNvGraphicFramePr>
          <p:nvPr>
            <p:ph idx="1"/>
          </p:nvPr>
        </p:nvGraphicFramePr>
        <p:xfrm>
          <a:off x="869355" y="1322766"/>
          <a:ext cx="8172450" cy="4335084"/>
        </p:xfrm>
        <a:graphic>
          <a:graphicData uri="http://schemas.openxmlformats.org/drawingml/2006/chart">
            <c:chart xmlns:c="http://schemas.openxmlformats.org/drawingml/2006/chart" xmlns:r="http://schemas.openxmlformats.org/officeDocument/2006/relationships" r:id="rId3"/>
          </a:graphicData>
        </a:graphic>
      </p:graphicFrame>
      <p:sp>
        <p:nvSpPr>
          <p:cNvPr id="6" name="CasellaDiTesto 5"/>
          <p:cNvSpPr txBox="1"/>
          <p:nvPr/>
        </p:nvSpPr>
        <p:spPr>
          <a:xfrm>
            <a:off x="416496" y="5771994"/>
            <a:ext cx="8707034" cy="692497"/>
          </a:xfrm>
          <a:prstGeom prst="rect">
            <a:avLst/>
          </a:prstGeom>
          <a:solidFill>
            <a:schemeClr val="bg1">
              <a:lumMod val="75000"/>
            </a:schemeClr>
          </a:solidFill>
        </p:spPr>
        <p:txBody>
          <a:bodyPr wrap="square" rtlCol="0">
            <a:spAutoFit/>
          </a:bodyPr>
          <a:lstStyle/>
          <a:p>
            <a:pPr algn="just"/>
            <a:r>
              <a:rPr lang="en-US" sz="1950" i="1" noProof="0" dirty="0"/>
              <a:t>Total risk= Innovation (21) + Size (24) + Uncertainty (25)= 70</a:t>
            </a:r>
          </a:p>
          <a:p>
            <a:pPr algn="just"/>
            <a:r>
              <a:rPr lang="en-US" sz="1950" i="1" noProof="0" dirty="0"/>
              <a:t>A risk score around 70 is a typical valu</a:t>
            </a:r>
            <a:r>
              <a:rPr lang="en-US" sz="1950" b="0" i="1" noProof="0" dirty="0"/>
              <a:t>e</a:t>
            </a:r>
            <a:r>
              <a:rPr lang="en-US" sz="1950" i="1" noProof="0" dirty="0"/>
              <a:t>  for a core project </a:t>
            </a:r>
          </a:p>
        </p:txBody>
      </p:sp>
    </p:spTree>
    <p:extLst>
      <p:ext uri="{BB962C8B-B14F-4D97-AF65-F5344CB8AC3E}">
        <p14:creationId xmlns:p14="http://schemas.microsoft.com/office/powerpoint/2010/main" val="873006351"/>
      </p:ext>
    </p:ext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pPr algn="ctr"/>
            <a:r>
              <a:rPr lang="en-US" i="1" noProof="0" dirty="0"/>
              <a:t>RISK MITIGATION</a:t>
            </a:r>
          </a:p>
        </p:txBody>
      </p:sp>
      <p:graphicFrame>
        <p:nvGraphicFramePr>
          <p:cNvPr id="2" name="Segnaposto contenuto 1"/>
          <p:cNvGraphicFramePr>
            <a:graphicFrameLocks noGrp="1"/>
          </p:cNvGraphicFramePr>
          <p:nvPr>
            <p:ph idx="1"/>
            <p:extLst>
              <p:ext uri="{D42A27DB-BD31-4B8C-83A1-F6EECF244321}">
                <p14:modId xmlns:p14="http://schemas.microsoft.com/office/powerpoint/2010/main" val="1373670909"/>
              </p:ext>
            </p:extLst>
          </p:nvPr>
        </p:nvGraphicFramePr>
        <p:xfrm>
          <a:off x="869355" y="2366169"/>
          <a:ext cx="8172450" cy="32916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42319768"/>
      </p:ext>
    </p:ext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737" y="166738"/>
            <a:ext cx="5733637" cy="409546"/>
          </a:xfr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a:normAutofit/>
          </a:bodyPr>
          <a:lstStyle/>
          <a:p>
            <a:pPr lvl="0" algn="ctr"/>
            <a:r>
              <a:rPr lang="en-US" sz="1950" noProof="0" dirty="0">
                <a:solidFill>
                  <a:schemeClr val="tx1"/>
                </a:solidFill>
              </a:rPr>
              <a:t>Risk mitigation actions: Pilot </a:t>
            </a:r>
          </a:p>
        </p:txBody>
      </p:sp>
      <p:graphicFrame>
        <p:nvGraphicFramePr>
          <p:cNvPr id="7" name="Diagram 6"/>
          <p:cNvGraphicFramePr/>
          <p:nvPr>
            <p:extLst>
              <p:ext uri="{D42A27DB-BD31-4B8C-83A1-F6EECF244321}">
                <p14:modId xmlns:p14="http://schemas.microsoft.com/office/powerpoint/2010/main" val="2959724080"/>
              </p:ext>
            </p:extLst>
          </p:nvPr>
        </p:nvGraphicFramePr>
        <p:xfrm>
          <a:off x="181702" y="1667599"/>
          <a:ext cx="9595066" cy="5055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p:cNvSpPr/>
          <p:nvPr/>
        </p:nvSpPr>
        <p:spPr>
          <a:xfrm>
            <a:off x="623519" y="1381273"/>
            <a:ext cx="5558118" cy="152116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7861" tIns="27861" rIns="27861" bIns="27861" numCol="1" spcCol="1270" anchor="ctr" anchorCtr="0">
            <a:noAutofit/>
          </a:bodyPr>
          <a:lstStyle/>
          <a:p>
            <a:pPr defTabSz="325041">
              <a:lnSpc>
                <a:spcPct val="90000"/>
              </a:lnSpc>
              <a:spcAft>
                <a:spcPct val="35000"/>
              </a:spcAft>
            </a:pPr>
            <a:r>
              <a:rPr lang="en-US" sz="731" noProof="0" dirty="0"/>
              <a:t>.</a:t>
            </a:r>
          </a:p>
        </p:txBody>
      </p:sp>
      <p:sp>
        <p:nvSpPr>
          <p:cNvPr id="11" name="TextBox 10"/>
          <p:cNvSpPr txBox="1"/>
          <p:nvPr/>
        </p:nvSpPr>
        <p:spPr>
          <a:xfrm>
            <a:off x="173765" y="837714"/>
            <a:ext cx="9603003" cy="1077218"/>
          </a:xfrm>
          <a:prstGeom prst="rect">
            <a:avLst/>
          </a:prstGeom>
          <a:solidFill>
            <a:schemeClr val="bg1"/>
          </a:solidFill>
        </p:spPr>
        <p:txBody>
          <a:bodyPr wrap="square" rtlCol="0">
            <a:spAutoFit/>
          </a:bodyPr>
          <a:lstStyle/>
          <a:p>
            <a:pPr algn="just"/>
            <a:r>
              <a:rPr lang="en-US" sz="1600" b="0" i="1" noProof="0" dirty="0"/>
              <a:t>Pilot project addresses information sharing interface with a focus group of stakeholders. The solution is totally configured. By testing information sharing on the focus group, we identify risks on information flow, implementation of technologies, responses from end users. Pilot project involves on 1 GP, 20 Patients with different diseases,1 call center and 2 labs</a:t>
            </a:r>
          </a:p>
        </p:txBody>
      </p:sp>
    </p:spTree>
    <p:extLst>
      <p:ext uri="{BB962C8B-B14F-4D97-AF65-F5344CB8AC3E}">
        <p14:creationId xmlns:p14="http://schemas.microsoft.com/office/powerpoint/2010/main" val="821102345"/>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999" y="923965"/>
            <a:ext cx="7313313" cy="409546"/>
          </a:xfr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a:noAutofit/>
          </a:bodyPr>
          <a:lstStyle/>
          <a:p>
            <a:pPr lvl="0" algn="ctr"/>
            <a:r>
              <a:rPr lang="en-US" sz="1950" noProof="0" dirty="0">
                <a:solidFill>
                  <a:schemeClr val="tx1"/>
                </a:solidFill>
              </a:rPr>
              <a:t>Risk mitigation actions: split</a:t>
            </a:r>
          </a:p>
        </p:txBody>
      </p:sp>
      <p:sp>
        <p:nvSpPr>
          <p:cNvPr id="10" name="Rectangle 9"/>
          <p:cNvSpPr/>
          <p:nvPr/>
        </p:nvSpPr>
        <p:spPr>
          <a:xfrm>
            <a:off x="623519" y="1381273"/>
            <a:ext cx="5558118" cy="152116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7861" tIns="27861" rIns="27861" bIns="27861" numCol="1" spcCol="1270" anchor="ctr" anchorCtr="0">
            <a:noAutofit/>
          </a:bodyPr>
          <a:lstStyle/>
          <a:p>
            <a:pPr defTabSz="325041">
              <a:lnSpc>
                <a:spcPct val="90000"/>
              </a:lnSpc>
              <a:spcAft>
                <a:spcPct val="35000"/>
              </a:spcAft>
            </a:pPr>
            <a:r>
              <a:rPr lang="en-US" sz="731" noProof="0" dirty="0"/>
              <a:t>.</a:t>
            </a:r>
          </a:p>
        </p:txBody>
      </p:sp>
      <p:sp>
        <p:nvSpPr>
          <p:cNvPr id="11" name="TextBox 10"/>
          <p:cNvSpPr txBox="1"/>
          <p:nvPr/>
        </p:nvSpPr>
        <p:spPr>
          <a:xfrm>
            <a:off x="799038" y="1556792"/>
            <a:ext cx="7898378" cy="3693319"/>
          </a:xfrm>
          <a:prstGeom prst="rect">
            <a:avLst/>
          </a:prstGeom>
          <a:noFill/>
        </p:spPr>
        <p:txBody>
          <a:bodyPr wrap="square" rtlCol="0">
            <a:spAutoFit/>
          </a:bodyPr>
          <a:lstStyle/>
          <a:p>
            <a:pPr algn="just"/>
            <a:r>
              <a:rPr lang="en-US" sz="1950" b="0" noProof="0" dirty="0"/>
              <a:t>Since we have 5 stakeholders, we split the project accordingly. Eventually, we integrate the project. By this action we can isolate project risks as </a:t>
            </a:r>
          </a:p>
          <a:p>
            <a:pPr marL="232172" indent="-232172" algn="just">
              <a:buFont typeface="Arial" panose="020B0604020202020204" pitchFamily="34" charset="0"/>
              <a:buChar char="•"/>
            </a:pPr>
            <a:r>
              <a:rPr lang="en-US" sz="1950" b="0" noProof="0" dirty="0"/>
              <a:t>Information flow within and between organization structures</a:t>
            </a:r>
          </a:p>
          <a:p>
            <a:pPr marL="232172" indent="-232172" algn="just">
              <a:buFont typeface="Arial" panose="020B0604020202020204" pitchFamily="34" charset="0"/>
              <a:buChar char="•"/>
            </a:pPr>
            <a:r>
              <a:rPr lang="en-US" sz="1950" b="0" noProof="0" dirty="0"/>
              <a:t>Balanced Workload </a:t>
            </a:r>
          </a:p>
          <a:p>
            <a:pPr marL="232172" indent="-232172" algn="just">
              <a:buFont typeface="Arial" panose="020B0604020202020204" pitchFamily="34" charset="0"/>
              <a:buChar char="•"/>
            </a:pPr>
            <a:r>
              <a:rPr lang="en-US" sz="1950" b="0" noProof="0" dirty="0"/>
              <a:t>Schedule management</a:t>
            </a:r>
          </a:p>
          <a:p>
            <a:pPr algn="just"/>
            <a:r>
              <a:rPr lang="en-US" sz="1950" b="0" noProof="0" dirty="0"/>
              <a:t>We can mitigate risks by</a:t>
            </a:r>
          </a:p>
          <a:p>
            <a:pPr marL="232172" indent="-232172" algn="just">
              <a:buFont typeface="Arial" panose="020B0604020202020204" pitchFamily="34" charset="0"/>
              <a:buChar char="•"/>
            </a:pPr>
            <a:r>
              <a:rPr lang="en-US" sz="1950" noProof="0" dirty="0"/>
              <a:t>Training: </a:t>
            </a:r>
            <a:r>
              <a:rPr lang="en-US" sz="1950" b="0" noProof="0" dirty="0"/>
              <a:t>Call center operators need higher level of IT training than GPs. GPs shall understand the basic level of the system. Other stakeholders do not need IT training e.g. region management shall only analyze data.</a:t>
            </a:r>
          </a:p>
          <a:p>
            <a:pPr marL="232172" indent="-232172" algn="just">
              <a:buFont typeface="Arial" panose="020B0604020202020204" pitchFamily="34" charset="0"/>
              <a:buChar char="•"/>
            </a:pPr>
            <a:r>
              <a:rPr lang="en-US" sz="1950" noProof="0" dirty="0"/>
              <a:t>Information management: </a:t>
            </a:r>
            <a:r>
              <a:rPr lang="en-US" sz="1950" b="0" noProof="0" dirty="0"/>
              <a:t>By splitting we isolate information</a:t>
            </a:r>
            <a:r>
              <a:rPr lang="en-US" sz="1950" noProof="0" dirty="0"/>
              <a:t>. </a:t>
            </a:r>
            <a:r>
              <a:rPr lang="en-US" sz="1950" b="0" noProof="0" dirty="0"/>
              <a:t>GPs handle information about the patient and not about payment. Call centers manage the information about the patient but not on the patient treatment .</a:t>
            </a:r>
          </a:p>
        </p:txBody>
      </p:sp>
    </p:spTree>
    <p:extLst>
      <p:ext uri="{BB962C8B-B14F-4D97-AF65-F5344CB8AC3E}">
        <p14:creationId xmlns:p14="http://schemas.microsoft.com/office/powerpoint/2010/main" val="671378614"/>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999" y="923965"/>
            <a:ext cx="7898378" cy="409546"/>
          </a:xfr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a:noAutofit/>
          </a:bodyPr>
          <a:lstStyle/>
          <a:p>
            <a:pPr algn="ctr"/>
            <a:r>
              <a:rPr lang="en-US" sz="1950" noProof="0" dirty="0">
                <a:solidFill>
                  <a:schemeClr val="tx1"/>
                </a:solidFill>
              </a:rPr>
              <a:t>Risk mitigation actions: Manage Risk</a:t>
            </a:r>
          </a:p>
        </p:txBody>
      </p:sp>
      <p:sp>
        <p:nvSpPr>
          <p:cNvPr id="10" name="Rectangle 9"/>
          <p:cNvSpPr/>
          <p:nvPr/>
        </p:nvSpPr>
        <p:spPr>
          <a:xfrm>
            <a:off x="623519" y="1381273"/>
            <a:ext cx="5558118" cy="152116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7861" tIns="27861" rIns="27861" bIns="27861" numCol="1" spcCol="1270" anchor="ctr" anchorCtr="0">
            <a:noAutofit/>
          </a:bodyPr>
          <a:lstStyle/>
          <a:p>
            <a:pPr defTabSz="325041">
              <a:lnSpc>
                <a:spcPct val="90000"/>
              </a:lnSpc>
              <a:spcAft>
                <a:spcPct val="35000"/>
              </a:spcAft>
            </a:pPr>
            <a:r>
              <a:rPr lang="en-US" sz="731" noProof="0" dirty="0"/>
              <a:t>.</a:t>
            </a:r>
          </a:p>
        </p:txBody>
      </p:sp>
      <p:sp>
        <p:nvSpPr>
          <p:cNvPr id="11" name="TextBox 10"/>
          <p:cNvSpPr txBox="1"/>
          <p:nvPr/>
        </p:nvSpPr>
        <p:spPr>
          <a:xfrm>
            <a:off x="448000" y="1498286"/>
            <a:ext cx="8424936" cy="4293483"/>
          </a:xfrm>
          <a:prstGeom prst="rect">
            <a:avLst/>
          </a:prstGeom>
          <a:noFill/>
        </p:spPr>
        <p:txBody>
          <a:bodyPr wrap="square" rtlCol="0">
            <a:spAutoFit/>
          </a:bodyPr>
          <a:lstStyle/>
          <a:p>
            <a:pPr marL="371475" indent="-371475" algn="just">
              <a:buFont typeface="+mj-lt"/>
              <a:buAutoNum type="arabicPeriod"/>
            </a:pPr>
            <a:r>
              <a:rPr lang="en-US" sz="1950" noProof="0" dirty="0"/>
              <a:t>Technology Integration: I</a:t>
            </a:r>
            <a:r>
              <a:rPr lang="en-US" sz="1950" b="0" noProof="0" dirty="0"/>
              <a:t>nnovation of technology is low. So, we do not need to mitigate such risk.</a:t>
            </a:r>
          </a:p>
          <a:p>
            <a:pPr marL="371475" indent="-371475" algn="just">
              <a:buFont typeface="+mj-lt"/>
              <a:buAutoNum type="arabicPeriod"/>
            </a:pPr>
            <a:r>
              <a:rPr lang="en-US" sz="1950" noProof="0" dirty="0"/>
              <a:t>Information: </a:t>
            </a:r>
            <a:r>
              <a:rPr lang="en-US" sz="1950" b="0" noProof="0" dirty="0"/>
              <a:t>With centralized information management and multi channel communication, an appropriate flow of information is critical. Because information flow was integrated by a former technology, the risk comes from the new technology integration. Experts in information integration can mitigate the risk. </a:t>
            </a:r>
          </a:p>
          <a:p>
            <a:pPr marL="371475" indent="-371475" algn="just">
              <a:buFont typeface="+mj-lt"/>
              <a:buAutoNum type="arabicPeriod"/>
            </a:pPr>
            <a:r>
              <a:rPr lang="en-US" sz="1950" noProof="0" dirty="0"/>
              <a:t>Domain knowledge: </a:t>
            </a:r>
            <a:r>
              <a:rPr lang="en-US" sz="1950" b="0" noProof="0" dirty="0"/>
              <a:t>The experts do not have a deep knowledge of the domain. For mitigating the risk, an expert shall help IT professionals </a:t>
            </a:r>
          </a:p>
          <a:p>
            <a:pPr marL="371475" indent="-371475" algn="just">
              <a:buFont typeface="+mj-lt"/>
              <a:buAutoNum type="arabicPeriod"/>
            </a:pPr>
            <a:r>
              <a:rPr lang="en-US" sz="1950" noProof="0" dirty="0"/>
              <a:t>Project effort: </a:t>
            </a:r>
            <a:r>
              <a:rPr lang="en-US" sz="1950" b="0" noProof="0" dirty="0"/>
              <a:t>The project is large. A strong project office can mitigate the risk by a project methodology (PMBOK)</a:t>
            </a:r>
          </a:p>
          <a:p>
            <a:pPr marL="371475" indent="-371475" algn="just">
              <a:buFont typeface="+mj-lt"/>
              <a:buAutoNum type="arabicPeriod"/>
            </a:pPr>
            <a:r>
              <a:rPr lang="en-US" sz="1950" noProof="0" dirty="0"/>
              <a:t>IT awareness of users: </a:t>
            </a:r>
            <a:r>
              <a:rPr lang="en-US" sz="1950" b="0" noProof="0" dirty="0"/>
              <a:t>To overcome that low computer proficiency, the project can hire a specialist of HMI and a psychologist and develop mock-ups on communication channels as TV, web, app.</a:t>
            </a:r>
          </a:p>
        </p:txBody>
      </p:sp>
    </p:spTree>
    <p:extLst>
      <p:ext uri="{BB962C8B-B14F-4D97-AF65-F5344CB8AC3E}">
        <p14:creationId xmlns:p14="http://schemas.microsoft.com/office/powerpoint/2010/main" val="1926597892"/>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23519" y="1381273"/>
            <a:ext cx="5558118" cy="152116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7861" tIns="27861" rIns="27861" bIns="27861" numCol="1" spcCol="1270" anchor="ctr" anchorCtr="0">
            <a:noAutofit/>
          </a:bodyPr>
          <a:lstStyle/>
          <a:p>
            <a:pPr defTabSz="325041">
              <a:lnSpc>
                <a:spcPct val="90000"/>
              </a:lnSpc>
              <a:spcAft>
                <a:spcPct val="35000"/>
              </a:spcAft>
            </a:pPr>
            <a:r>
              <a:rPr lang="en-US" sz="731" noProof="0" dirty="0"/>
              <a:t>.</a:t>
            </a:r>
          </a:p>
        </p:txBody>
      </p:sp>
      <p:sp>
        <p:nvSpPr>
          <p:cNvPr id="11" name="TextBox 10"/>
          <p:cNvSpPr txBox="1"/>
          <p:nvPr/>
        </p:nvSpPr>
        <p:spPr>
          <a:xfrm>
            <a:off x="488242" y="1175900"/>
            <a:ext cx="7898378" cy="592470"/>
          </a:xfrm>
          <a:prstGeom prst="rect">
            <a:avLst/>
          </a:prstGeom>
          <a:noFill/>
        </p:spPr>
        <p:txBody>
          <a:bodyPr wrap="square" rtlCol="0">
            <a:spAutoFit/>
          </a:bodyPr>
          <a:lstStyle/>
          <a:p>
            <a:pPr algn="just"/>
            <a:r>
              <a:rPr lang="en-US" sz="1625" b="0" noProof="0" dirty="0"/>
              <a:t>If the complexity of implementing solution is too high, we can downgrade objectives </a:t>
            </a:r>
            <a:r>
              <a:rPr lang="en-US" sz="1625" b="0" noProof="0" dirty="0" err="1"/>
              <a:t>e,g</a:t>
            </a:r>
            <a:r>
              <a:rPr lang="en-US" sz="1625" b="0" noProof="0" dirty="0"/>
              <a:t>. a simplified technology on Lab for information input to the system. </a:t>
            </a:r>
          </a:p>
        </p:txBody>
      </p:sp>
      <p:sp>
        <p:nvSpPr>
          <p:cNvPr id="6" name="Title 1"/>
          <p:cNvSpPr txBox="1">
            <a:spLocks/>
          </p:cNvSpPr>
          <p:nvPr/>
        </p:nvSpPr>
        <p:spPr>
          <a:xfrm>
            <a:off x="234699" y="770590"/>
            <a:ext cx="6728248" cy="307656"/>
          </a:xfrm>
          <a:prstGeom prst="rect">
            <a:avLst/>
          </a:prstGeo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vert="horz" lIns="74295" tIns="37148" rIns="74295" bIns="37148" rtlCol="0" anchor="t">
            <a:normAutofit fontScale="90000" lnSpcReduction="20000"/>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marL="0" lvl="3" algn="ctr" defTabSz="371475" fontAlgn="auto">
              <a:spcAft>
                <a:spcPts val="0"/>
              </a:spcAft>
            </a:pPr>
            <a:r>
              <a:rPr lang="en-US" sz="1950" b="0" noProof="0" dirty="0">
                <a:solidFill>
                  <a:schemeClr val="tx1"/>
                </a:solidFill>
              </a:rPr>
              <a:t>Risk mitigation actions: </a:t>
            </a:r>
            <a:r>
              <a:rPr lang="en-US" sz="1950" noProof="0" dirty="0">
                <a:solidFill>
                  <a:schemeClr val="tx1"/>
                </a:solidFill>
              </a:rPr>
              <a:t>Downgrade Objectives</a:t>
            </a:r>
          </a:p>
          <a:p>
            <a:pPr algn="ctr" fontAlgn="auto">
              <a:spcAft>
                <a:spcPts val="0"/>
              </a:spcAft>
            </a:pPr>
            <a:endParaRPr lang="en-US" sz="1950" b="0" noProof="0" dirty="0">
              <a:solidFill>
                <a:schemeClr val="tx1"/>
              </a:solidFill>
            </a:endParaRPr>
          </a:p>
        </p:txBody>
      </p:sp>
      <p:sp>
        <p:nvSpPr>
          <p:cNvPr id="8" name="Title 1"/>
          <p:cNvSpPr txBox="1">
            <a:spLocks/>
          </p:cNvSpPr>
          <p:nvPr/>
        </p:nvSpPr>
        <p:spPr>
          <a:xfrm>
            <a:off x="234699" y="1821378"/>
            <a:ext cx="7547339" cy="343475"/>
          </a:xfrm>
          <a:prstGeom prst="rect">
            <a:avLst/>
          </a:prstGeo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vert="horz" lIns="74295" tIns="37148" rIns="74295" bIns="37148" rtlCol="0" anchor="t">
            <a:normAutofit fontScale="90000" lnSpcReduction="10000"/>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lvl="3"/>
            <a:r>
              <a:rPr lang="en-US" sz="1950" b="0" noProof="0" dirty="0">
                <a:solidFill>
                  <a:schemeClr val="tx1"/>
                </a:solidFill>
              </a:rPr>
              <a:t>Risk mitigation actions: </a:t>
            </a:r>
            <a:r>
              <a:rPr lang="en-US" sz="1950" noProof="0" dirty="0">
                <a:solidFill>
                  <a:schemeClr val="tx1"/>
                </a:solidFill>
              </a:rPr>
              <a:t>INFORMATION Quality</a:t>
            </a:r>
          </a:p>
          <a:p>
            <a:pPr fontAlgn="auto">
              <a:spcAft>
                <a:spcPts val="0"/>
              </a:spcAft>
            </a:pPr>
            <a:endParaRPr lang="en-US" sz="1950" b="0" noProof="0" dirty="0">
              <a:solidFill>
                <a:schemeClr val="tx1"/>
              </a:solidFill>
            </a:endParaRPr>
          </a:p>
        </p:txBody>
      </p:sp>
      <p:sp>
        <p:nvSpPr>
          <p:cNvPr id="9" name="TextBox 8"/>
          <p:cNvSpPr txBox="1"/>
          <p:nvPr/>
        </p:nvSpPr>
        <p:spPr>
          <a:xfrm>
            <a:off x="429735" y="2255268"/>
            <a:ext cx="8015391" cy="1342675"/>
          </a:xfrm>
          <a:prstGeom prst="rect">
            <a:avLst/>
          </a:prstGeom>
          <a:noFill/>
        </p:spPr>
        <p:txBody>
          <a:bodyPr wrap="square" rtlCol="0">
            <a:spAutoFit/>
          </a:bodyPr>
          <a:lstStyle/>
          <a:p>
            <a:pPr algn="just"/>
            <a:r>
              <a:rPr lang="en-US" sz="1625" b="0" noProof="0" dirty="0"/>
              <a:t>A main concern is the integrity and reliability of information. A risk is the wrong information in the entered from the sources. E.g. call center operators could enter wrong data about patients and create unreliable information. Incomplete or wrong information make services unreliable. For reducing the risk, we should adopt system with automatic instead of manual input. Patients should use cards. </a:t>
            </a:r>
          </a:p>
        </p:txBody>
      </p:sp>
      <p:sp>
        <p:nvSpPr>
          <p:cNvPr id="7" name="Title 1"/>
          <p:cNvSpPr txBox="1">
            <a:spLocks/>
          </p:cNvSpPr>
          <p:nvPr/>
        </p:nvSpPr>
        <p:spPr>
          <a:xfrm>
            <a:off x="237364" y="3865887"/>
            <a:ext cx="6728248" cy="323362"/>
          </a:xfrm>
          <a:prstGeom prst="rect">
            <a:avLst/>
          </a:prstGeom>
          <a:solidFill>
            <a:schemeClr val="bg1">
              <a:lumMod val="75000"/>
            </a:schemeClr>
          </a:solidFill>
        </p:spPr>
        <p:style>
          <a:lnRef idx="1">
            <a:schemeClr val="accent5"/>
          </a:lnRef>
          <a:fillRef idx="3">
            <a:schemeClr val="accent5"/>
          </a:fillRef>
          <a:effectRef idx="2">
            <a:schemeClr val="accent5"/>
          </a:effectRef>
          <a:fontRef idx="minor">
            <a:schemeClr val="lt1"/>
          </a:fontRef>
        </p:style>
        <p:txBody>
          <a:bodyPr vert="horz" lIns="74295" tIns="37148" rIns="74295" bIns="37148" rtlCol="0" anchor="t">
            <a:normAutofit fontScale="75000" lnSpcReduction="20000"/>
          </a:bodyPr>
          <a:lstStyle>
            <a:lvl1pPr algn="l" defTabSz="457200" rtl="0" eaLnBrk="1" latinLnBrk="0" hangingPunct="1">
              <a:spcBef>
                <a:spcPct val="0"/>
              </a:spcBef>
              <a:buNone/>
              <a:defRPr sz="360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marL="0" lvl="3" algn="ctr" defTabSz="371475" fontAlgn="auto">
              <a:spcAft>
                <a:spcPts val="0"/>
              </a:spcAft>
            </a:pPr>
            <a:r>
              <a:rPr lang="en-US" sz="2600" b="0" noProof="0" dirty="0">
                <a:solidFill>
                  <a:schemeClr val="tx1"/>
                </a:solidFill>
              </a:rPr>
              <a:t>Risk mitigation actions: </a:t>
            </a:r>
            <a:r>
              <a:rPr lang="en-US" sz="2600" noProof="0" dirty="0">
                <a:solidFill>
                  <a:schemeClr val="tx1"/>
                </a:solidFill>
              </a:rPr>
              <a:t>Privacy</a:t>
            </a:r>
          </a:p>
          <a:p>
            <a:pPr algn="ctr" fontAlgn="auto">
              <a:spcAft>
                <a:spcPts val="0"/>
              </a:spcAft>
            </a:pPr>
            <a:endParaRPr lang="en-US" sz="2600" b="0" noProof="0" dirty="0">
              <a:solidFill>
                <a:schemeClr val="tx1"/>
              </a:solidFill>
            </a:endParaRPr>
          </a:p>
        </p:txBody>
      </p:sp>
      <p:sp>
        <p:nvSpPr>
          <p:cNvPr id="12" name="TextBox 11"/>
          <p:cNvSpPr txBox="1"/>
          <p:nvPr/>
        </p:nvSpPr>
        <p:spPr>
          <a:xfrm>
            <a:off x="429735" y="4274735"/>
            <a:ext cx="7898378" cy="842538"/>
          </a:xfrm>
          <a:prstGeom prst="rect">
            <a:avLst/>
          </a:prstGeom>
          <a:noFill/>
        </p:spPr>
        <p:txBody>
          <a:bodyPr wrap="square" rtlCol="0">
            <a:spAutoFit/>
          </a:bodyPr>
          <a:lstStyle/>
          <a:p>
            <a:pPr algn="just"/>
            <a:r>
              <a:rPr lang="en-US" sz="1625" b="0" noProof="0" dirty="0"/>
              <a:t>One of the concerns is the privilege in accessing information. By setting privilege on the system, we assure information security and privacy for stakeholders. Without security the system will fail. A security specialist should be hired.</a:t>
            </a:r>
          </a:p>
        </p:txBody>
      </p:sp>
    </p:spTree>
    <p:extLst>
      <p:ext uri="{BB962C8B-B14F-4D97-AF65-F5344CB8AC3E}">
        <p14:creationId xmlns:p14="http://schemas.microsoft.com/office/powerpoint/2010/main" val="4094809115"/>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8"/>
  <p:tag name="KSO_WM_SLIDE_LAYOUT_INFO" val="{&quot;direction&quot;:1,&quot;horizontalAlign&quot;:1,&quot;verticalAlign&quot;:1,&quot;type&quot;:1,&quot;diagramDirection&quot;:0,&quot;canSetOverLayout&quot;:0,&quot;isOverLayout&quot;:0,&quot;normalSize&quot;:{&quot;size1&quot;:52.5},&quot;minSize&quot;:{&quot;size1&quot;:32.3},&quot;maxSize&quot;:{&quot;size1&quot;:71.4},&quot;backgroundInfo&quot;:[{&quot;type&quot;:&quot;general&quot;,&quot;left&quot;:0.0,&quot;top&quot;:0.0,&quot;right&quot;:0.0,&quot;bottom&quot;:0.0},{&quot;type&quot;:&quot;leftRight&quot;,&quot;left&quot;:0.0,&quot;top&quot;:0.0,&quot;right&quot;:0.191927239,&quot;bottom&quot;:0.0},{&quot;type&quot;:&quot;frame&quot;,&quot;left&quot;:0.0,&quot;top&quot;:0.0,&quot;right&quot;:0.0,&quot;bottom&quot;:0.0}],&quot;subLayout&quot;:[{&quot;direction&quot;:0,&quot;horizontalAlign&quot;:2,&quot;verticalAlign&quot;:1,&quot;type&quot;:1,&quot;diagramDirection&quot;:0,&quot;canSetOverLayout&quot;:1,&quot;isOverLayout&quot;:0,&quot;margin&quot;:{&quot;left&quot;:1.27,&quot;top&quot;:1.69,&quot;right&quot;:0.835,&quot;bottom&quot;:1.69},&quot;marginOverLayout&quot;:{&quot;left&quot;:0.0,&quot;top&quot;:0.0,&quot;right&quot;:0.835,&quot;bottom&quot;:0.0}},{&quot;direction&quot;:0,&quot;horizontalAlign&quot;:0,&quot;verticalAlign&quot;:1,&quot;type&quot;:0,&quot;diagramDirection&quot;:0,&quot;canSetOverLayout&quot;:0,&quot;isOverLayout&quot;:0,&quot;margin&quot;:{&quot;left&quot;:0.843,&quot;top&quot;:1.69,&quot;right&quot;:1.27,&quot;bottom&quot;:1.69}}]}"/>
  <p:tag name="KSO_WM_SLIDE_CAN_ADD_NAVIGATION" val="1"/>
  <p:tag name="KSO_WM_SLIDE_BACKGROUND" val="[&quot;general&quot;,&quot;leftRight&quot;,&quot;frame&quot;]"/>
  <p:tag name="KSO_WM_SLIDE_RATIO" val="1.777778"/>
  <p:tag name="KSO_WM_SLIDE_ID" val="diagram20200328_1"/>
  <p:tag name="KSO_WM_TEMPLATE_SUBCATEGORY" val="11"/>
  <p:tag name="KSO_WM_SLIDE_ITEM_CNT" val="0"/>
  <p:tag name="KSO_WM_SLIDE_INDEX" val="1"/>
  <p:tag name="KSO_WM_UNIT_SHOW_EDIT_AREA_INDICATION" val="1"/>
  <p:tag name="KSO_WM_TAG_VERSION" val="1.0"/>
  <p:tag name="KSO_WM_SLIDE_LAYOUT" val="a_d"/>
  <p:tag name="KSO_WM_SLIDE_LAYOUT_CNT" val="1_1"/>
  <p:tag name="KSO_WM_SLIDE_TYPE" val="text"/>
  <p:tag name="KSO_WM_SLIDE_SUBTYPE" val="picTxt"/>
  <p:tag name="KSO_WM_SLIDE_SIZE" val="887*444"/>
  <p:tag name="KSO_WM_SLIDE_POSITION" val="36*47"/>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00328"/>
  <p:tag name="KSO_WM_SLIDE_LAYOUT_INFO" val="{&quot;direction&quot;:1,&quot;horizontalAlign&quot;:1,&quot;verticalAlign&quot;:1,&quot;type&quot;:1,&quot;diagramDirection&quot;:0,&quot;canSetOverLayout&quot;:0,&quot;isOverLayout&quot;:0,&quot;normalSize&quot;:{&quot;size1&quot;:52.5},&quot;minSize&quot;:{&quot;size1&quot;:32.3},&quot;maxSize&quot;:{&quot;size1&quot;:71.4},&quot;backgroundInfo&quot;:[{&quot;type&quot;:&quot;general&quot;,&quot;left&quot;:0.0,&quot;top&quot;:0.0,&quot;right&quot;:0.0,&quot;bottom&quot;:0.0},{&quot;type&quot;:&quot;leftRight&quot;,&quot;left&quot;:0.0,&quot;top&quot;:0.0,&quot;right&quot;:0.191927239,&quot;bottom&quot;:0.0},{&quot;type&quot;:&quot;frame&quot;,&quot;left&quot;:0.0,&quot;top&quot;:0.0,&quot;right&quot;:0.0,&quot;bottom&quot;:0.0}],&quot;subLayout&quot;:[{&quot;direction&quot;:0,&quot;horizontalAlign&quot;:2,&quot;verticalAlign&quot;:1,&quot;type&quot;:1,&quot;diagramDirection&quot;:0,&quot;canSetOverLayout&quot;:1,&quot;isOverLayout&quot;:0,&quot;margin&quot;:{&quot;left&quot;:1.27,&quot;top&quot;:1.69,&quot;right&quot;:0.835,&quot;bottom&quot;:1.69},&quot;marginOverLayout&quot;:{&quot;left&quot;:0.0,&quot;top&quot;:0.0,&quot;right&quot;:0.835,&quot;bottom&quot;:0.0}},{&quot;direction&quot;:0,&quot;horizontalAlign&quot;:0,&quot;verticalAlign&quot;:1,&quot;type&quot;:0,&quot;diagramDirection&quot;:0,&quot;canSetOverLayout&quot;:0,&quot;isOverLayout&quot;:0,&quot;margin&quot;:{&quot;left&quot;:0.843,&quot;top&quot;:1.69,&quot;right&quot;:1.27,&quot;bottom&quot;:1.69}}]}"/>
  <p:tag name="KSO_WM_SLIDE_CAN_ADD_NAVIGATION" val="1"/>
  <p:tag name="KSO_WM_SLIDE_BACKGROUND" val="[&quot;general&quot;,&quot;leftRight&quot;,&quot;frame&quot;]"/>
  <p:tag name="KSO_WM_SLIDE_RATIO" val="1.777778"/>
  <p:tag name="KSO_WM_SLIDE_ID" val="diagram20200328_1"/>
  <p:tag name="KSO_WM_TEMPLATE_SUBCATEGORY" val="11"/>
  <p:tag name="KSO_WM_SLIDE_ITEM_CNT" val="0"/>
  <p:tag name="KSO_WM_SLIDE_INDEX" val="1"/>
  <p:tag name="KSO_WM_UNIT_SHOW_EDIT_AREA_INDICATION" val="1"/>
  <p:tag name="KSO_WM_TAG_VERSION" val="1.0"/>
  <p:tag name="KSO_WM_SLIDE_LAYOUT" val="a_d"/>
  <p:tag name="KSO_WM_SLIDE_LAYOUT_CNT" val="1_1"/>
  <p:tag name="KSO_WM_SLIDE_TYPE" val="text"/>
  <p:tag name="KSO_WM_SLIDE_SUBTYPE" val="picTxt"/>
  <p:tag name="KSO_WM_SLIDE_SIZE" val="887*444"/>
  <p:tag name="KSO_WM_SLIDE_POSITION" val="36*47"/>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699"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699"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C:\Programmi\Microsoft Office\Templates\Blank Presentation.pot</Template>
  <TotalTime>1515</TotalTime>
  <Words>5202</Words>
  <Application>Microsoft Office PowerPoint</Application>
  <PresentationFormat>A4 (21x29,7 cm)</PresentationFormat>
  <Paragraphs>1112</Paragraphs>
  <Slides>69</Slides>
  <Notes>14</Notes>
  <HiddenSlides>0</HiddenSlides>
  <MMClips>0</MMClips>
  <ScaleCrop>false</ScaleCrop>
  <HeadingPairs>
    <vt:vector size="8" baseType="variant">
      <vt:variant>
        <vt:lpstr>Caratteri utilizzati</vt:lpstr>
      </vt:variant>
      <vt:variant>
        <vt:i4>7</vt:i4>
      </vt:variant>
      <vt:variant>
        <vt:lpstr>Tema</vt:lpstr>
      </vt:variant>
      <vt:variant>
        <vt:i4>1</vt:i4>
      </vt:variant>
      <vt:variant>
        <vt:lpstr>Server OLE incorporati</vt:lpstr>
      </vt:variant>
      <vt:variant>
        <vt:i4>1</vt:i4>
      </vt:variant>
      <vt:variant>
        <vt:lpstr>Titoli diapositive</vt:lpstr>
      </vt:variant>
      <vt:variant>
        <vt:i4>69</vt:i4>
      </vt:variant>
    </vt:vector>
  </HeadingPairs>
  <TitlesOfParts>
    <vt:vector size="78" baseType="lpstr">
      <vt:lpstr>Arial</vt:lpstr>
      <vt:lpstr>Calibri</vt:lpstr>
      <vt:lpstr>Corbel</vt:lpstr>
      <vt:lpstr>Courier</vt:lpstr>
      <vt:lpstr>Lucida Sans</vt:lpstr>
      <vt:lpstr>Times</vt:lpstr>
      <vt:lpstr>Times New Roman</vt:lpstr>
      <vt:lpstr>Blank Presentation</vt:lpstr>
      <vt:lpstr>Fotografia di Photo Editor</vt:lpstr>
      <vt:lpstr>PROJECT RISK R 250817</vt:lpstr>
      <vt:lpstr>INTRODUCTION: PROJECT FAILURES </vt:lpstr>
      <vt:lpstr>Project risk areas</vt:lpstr>
      <vt:lpstr>Failure grid</vt:lpstr>
      <vt:lpstr>Risk in projects</vt:lpstr>
      <vt:lpstr>INTRODUCTION: PROJECT FAILURES </vt:lpstr>
      <vt:lpstr>Project failure case studies </vt:lpstr>
      <vt:lpstr>The Fashion Project: the sales order lifecycle</vt:lpstr>
      <vt:lpstr>The Fashion Project: the sale order grid</vt:lpstr>
      <vt:lpstr>The Fashion Project: the single sale order</vt:lpstr>
      <vt:lpstr>The Fashion Project: a diagnosis</vt:lpstr>
      <vt:lpstr>The Fashion Project story</vt:lpstr>
      <vt:lpstr>The Fashion Project mapped on PMBOK areas</vt:lpstr>
      <vt:lpstr>INTRODUCTION: PROJECT FAILURES </vt:lpstr>
      <vt:lpstr>How can a project be successful?  Critical Success Factors</vt:lpstr>
      <vt:lpstr>PROJECT RISKS</vt:lpstr>
      <vt:lpstr>Risk Analysis perspectives </vt:lpstr>
      <vt:lpstr>Framework for Risk Management (PMBOK)</vt:lpstr>
      <vt:lpstr>Framework for Risk Management (PMBOK)</vt:lpstr>
      <vt:lpstr>PMBOK: Risk Management</vt:lpstr>
      <vt:lpstr>PMBOK: Risk Management: edition 5 versus 6</vt:lpstr>
      <vt:lpstr>Risk: 1. Plan Risk Management (edition 5) </vt:lpstr>
      <vt:lpstr>Risk: 1. Plan Risk Management (edition 5) </vt:lpstr>
      <vt:lpstr>Risk: 2. Identify Risks (edition 5) </vt:lpstr>
      <vt:lpstr>Risk: 2. Identify Risks (edition 5) </vt:lpstr>
      <vt:lpstr>Risk: 2. Identify Risks</vt:lpstr>
      <vt:lpstr>Risk: 3. Qualitative Risk Analysis (edition 5) </vt:lpstr>
      <vt:lpstr>Risk: 3. Perform Qualitative Risk Analysis (edition 5) </vt:lpstr>
      <vt:lpstr>Risk: 3. Qualitative Risk Analysis</vt:lpstr>
      <vt:lpstr>Risk: 4. Quantitative Risk Analysis (edition 5) </vt:lpstr>
      <vt:lpstr>Risk: 4. Perform Quantitative Risk Analysis (edition 5) </vt:lpstr>
      <vt:lpstr>Risk: 4. Perform Quantitative Risk Analysis Quantified Risks</vt:lpstr>
      <vt:lpstr>Risk: 5. Plan Risk Responses (edition 5) </vt:lpstr>
      <vt:lpstr>Risk: 5. Plan Risk Responses (edition 5) </vt:lpstr>
      <vt:lpstr>Risk: 5. Plan Risk Responses (edition 5): Risk Response Plan (example) </vt:lpstr>
      <vt:lpstr>Risk: 5. Plan Risk Responses (edition 5): Risk Response Plan (example) </vt:lpstr>
      <vt:lpstr>Risk: 6. Control risks (edition 5) </vt:lpstr>
      <vt:lpstr>Risk: 6. Control risks (edition 5) </vt:lpstr>
      <vt:lpstr>Risk: 6. Control risks Risk report (example)</vt:lpstr>
      <vt:lpstr>Risk: 6. Control risks Project risk: case studies </vt:lpstr>
      <vt:lpstr>PROJECT RISK</vt:lpstr>
      <vt:lpstr>An approach to assess the GLOBAL project risk</vt:lpstr>
      <vt:lpstr>Project Risk Scoring: Innovation: up to 35</vt:lpstr>
      <vt:lpstr>Project Risk Scoring: Size: up to 30</vt:lpstr>
      <vt:lpstr>Project Risk Scoring: Uncertainty: up to 35 </vt:lpstr>
      <vt:lpstr>Risk profile: radar</vt:lpstr>
      <vt:lpstr>Project Risk scoring: Fashion Project case </vt:lpstr>
      <vt:lpstr>Risk mitigation</vt:lpstr>
      <vt:lpstr>Risk mitigation: actions on system and project </vt:lpstr>
      <vt:lpstr>PROJECT RISK</vt:lpstr>
      <vt:lpstr>Review questions</vt:lpstr>
      <vt:lpstr>PROJECT RISK</vt:lpstr>
      <vt:lpstr>ASSIGNMENT 1 : Structure</vt:lpstr>
      <vt:lpstr>Individual Risks </vt:lpstr>
      <vt:lpstr>Risk Plan Table</vt:lpstr>
      <vt:lpstr>Risk Plan Explanations</vt:lpstr>
      <vt:lpstr>Risk Control Table </vt:lpstr>
      <vt:lpstr>Risk Control Explanations</vt:lpstr>
      <vt:lpstr>ASSIGNMENT 1 : Structure</vt:lpstr>
      <vt:lpstr>Risk Variables</vt:lpstr>
      <vt:lpstr>Risk Scoring: Innovation</vt:lpstr>
      <vt:lpstr>Risk Scoring: Size</vt:lpstr>
      <vt:lpstr>Risk Scoring: uncertainty</vt:lpstr>
      <vt:lpstr>Risk Profile</vt:lpstr>
      <vt:lpstr>RISK MITIGATION</vt:lpstr>
      <vt:lpstr>Risk mitigation actions: Pilot </vt:lpstr>
      <vt:lpstr>Risk mitigation actions: split</vt:lpstr>
      <vt:lpstr>Risk mitigation actions: Manage Risk</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dc:title>
  <dc:creator>PROF. MOTTA</dc:creator>
  <cp:lastModifiedBy>gianmario motta</cp:lastModifiedBy>
  <cp:revision>1902</cp:revision>
  <cp:lastPrinted>1999-09-25T10:12:07Z</cp:lastPrinted>
  <dcterms:created xsi:type="dcterms:W3CDTF">1998-09-05T08:17:15Z</dcterms:created>
  <dcterms:modified xsi:type="dcterms:W3CDTF">2025-11-16T09:42:44Z</dcterms:modified>
</cp:coreProperties>
</file>