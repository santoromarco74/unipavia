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37" d="100"/>
          <a:sy n="37" d="100"/>
        </p:scale>
        <p:origin x="84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E7E238-959F-791B-4054-F2E90B1A5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A2AFA65-0955-ADA7-C40C-E79E89C5A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8DC0ED-210E-33AF-15A0-353746DDF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4898B3-8798-F6CB-4B25-89E3977C6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3F937C-A560-139D-0593-330B777C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434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80FF6B-043B-3194-8C54-DB3278BE7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8718D3-4AE2-981B-B9C2-45B2A412B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C5638C-B73C-653C-7252-95B33485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6D4CC4-2400-10E2-287A-60DEFD50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3CB051-7309-6336-9853-FCCC1298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7023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5228F3-0DCA-FF80-9A64-93581658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793F1BC-3E92-96DB-EF41-A7DCBAFA8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88CDC3C-9062-E5E7-9FE2-2EA10355F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6D0C4C-2A98-4EAE-9725-84BAA0226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38052EC-AB90-DEFF-C53B-1B515B95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770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1D707D-6EF2-D430-7C9F-70546733F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38370D-D276-074B-A1AB-8242F5C3A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8C92F64-D766-C905-9A85-AB96D72E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F53F12E-AA4B-256A-7236-2C23EA05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BA98F2-8A76-A654-D22A-44BED169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0CD7714-E79A-3BB5-74F7-729BA4A1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227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9AF40C-07D7-C0A9-CB4D-71399176F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42EA983-C31A-7F78-6D78-49F407ED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1B76A57-FCBB-EEDC-9FA6-18BD6A22A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7F05F10-2EDE-1175-D38A-9CD18CDAF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711E040-CBDD-1ACD-F19D-B6C977C87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B7DBD1F-E371-E873-10FD-1D13E342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4C5C877-3FD8-F09D-1A21-D5EED139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5CEE96F-78BA-1F47-3502-FAB239FB0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432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E20CC1-E7CC-5B2D-B7DB-2457FE34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A451DD9-F357-7F6E-D35B-EE6021A14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EEB6774-8A5B-F2BF-8E73-F1652FA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6076349-A83A-0EDC-35A5-3C555FB6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774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5877CE6-9B09-F956-87F1-1A9CEFFB8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ED75C1F-CF6B-CAA1-C6E7-A76A2DE7C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430CC79-E436-5E19-5649-22865641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133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049481-985E-FDAE-7679-381D958C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71D194-2B86-B676-4FA4-5787BC8A5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C80E4C-EA9E-BF2A-8D76-6CD2FF61B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25D703-4FE8-7AFC-0AAA-2465FEAC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B66FCAE-A56F-129A-0251-CBFDD6B2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2E9CD8-9C52-8A45-12A7-0BF07530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453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77DB68-8837-7C77-CFCF-289A87EC7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FB97DF5-57AD-B90F-1100-F881BC08BE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559C44F-394A-DFFB-7D36-FDFDA2305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BB972B-EE6F-DB65-2F6F-7E2E7781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C476579-A19F-F382-D554-AC32449C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A92D3FC-0388-F3CD-1B6F-C36049F3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1401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F6A8E1-5289-E912-6E6E-ADFB6555D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46C669E-1BB7-9E67-4389-0900B6B5A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67EA2F-566F-A222-073E-425E02BFE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420616-3846-1912-7525-4E10C847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210D67-A508-DAD8-8719-784704BA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4863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E75F55B-3132-C678-E587-E7609333B3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7A7C4F2-E89D-422F-FDF7-F4AB51728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F7B213-24D5-2693-CF30-E5D35EA51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ED54B5-BA68-60B0-4961-08E23ECE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1A47E8-7F7C-DBD2-9E96-2F5B76DB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84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408802D-CB4B-9C38-F74A-6A292184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75E6B7-4294-43D7-B05A-29E6B62F4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DD934E-96B8-B685-D5FE-EBF5C2B54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7962B-CF47-40E3-89D3-3783024AFEB2}" type="datetimeFigureOut">
              <a:rPr lang="it-IT" smtClean="0"/>
              <a:t>31/05/2026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E15A52-13EB-F37D-9A99-D74488B0D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A13B99-8AC1-A7CF-0CD4-96B5B6CC7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D133A-1862-40BF-8C03-86511BECCB4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431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BA1025AF-4105-B536-A1A0-A546031C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/>
              <a:t>Step 1-3(Create folder – Save file)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Segnaposto contenuto 16">
            <a:extLst>
              <a:ext uri="{FF2B5EF4-FFF2-40B4-BE49-F238E27FC236}">
                <a16:creationId xmlns:a16="http://schemas.microsoft.com/office/drawing/2014/main" id="{81915ADE-6CD9-4705-A70E-942BEB37B0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866454"/>
            <a:ext cx="5614416" cy="3158108"/>
          </a:xfrm>
          <a:prstGeom prst="rect">
            <a:avLst/>
          </a:prstGeom>
        </p:spPr>
      </p:pic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A187FA09-E57E-AE3B-235A-0D25A8188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505093"/>
            <a:ext cx="5614416" cy="188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97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F8D65-1EBB-FAF5-CBB0-1C2533C0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0792217D-C0EC-F253-7F0F-DFF163369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Step 4-5(Media Pool)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BB597FFD-A642-F348-BDD8-9A43136AF6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" t="43302" r="6399" b="11067"/>
          <a:stretch>
            <a:fillRect/>
          </a:stretch>
        </p:blipFill>
        <p:spPr>
          <a:xfrm>
            <a:off x="320040" y="3112963"/>
            <a:ext cx="5614416" cy="2665090"/>
          </a:xfrm>
          <a:prstGeom prst="rect">
            <a:avLst/>
          </a:prstGeo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3EE4F6AD-C094-7ECE-7DFA-91AB3F1282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866454"/>
            <a:ext cx="5614416" cy="315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2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9E8DE1-228C-D4CA-BD1C-1E170DE47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/>
              <a:t>Step 6-8 (Drag – Blade Selection)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9BF94711-1F68-F578-E6C4-51DFEDB1A5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48" b="7448"/>
          <a:stretch>
            <a:fillRect/>
          </a:stretch>
        </p:blipFill>
        <p:spPr>
          <a:xfrm>
            <a:off x="320040" y="2868737"/>
            <a:ext cx="5614416" cy="3153541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9989BEE0-E2FD-1FC9-D484-E9CB55BDF8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866454"/>
            <a:ext cx="5614416" cy="315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83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7B17E5-B39C-5715-A6B8-A3F9FD4C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Step 9-11 (Effects-Video Transitions-Dissolve)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CE2B8582-2A0C-D883-D744-52F74542D1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3245427"/>
            <a:ext cx="5614416" cy="2400162"/>
          </a:xfrm>
          <a:prstGeom prst="rect">
            <a:avLst/>
          </a:prstGeom>
        </p:spPr>
      </p:pic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B4D0AAE3-5DA8-4F06-4BC9-3E8351DE69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813886"/>
            <a:ext cx="5614416" cy="126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6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CD82525-CDD3-5CFD-2EE7-66F63F578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Step 12-13 (Wipe Radial – Tunnel of Light)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4924970B-BC01-4C6A-FE8E-B321A488E1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3505093"/>
            <a:ext cx="5614416" cy="1880829"/>
          </a:xfrm>
          <a:prstGeom prst="rect">
            <a:avLst/>
          </a:prstGeom>
        </p:spPr>
      </p:pic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4CEA1804-38DA-D9DA-C679-8FE094CDED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533165"/>
            <a:ext cx="5614416" cy="182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3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521A7D9-D8A6-6F8E-33D6-72E744072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Step 14-16 (Change Clip Speed – Drag Clip)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E48BD9F9-9367-0EDA-0C04-C318651137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61" y="2642616"/>
            <a:ext cx="5225774" cy="3605784"/>
          </a:xfrm>
          <a:prstGeom prst="rect">
            <a:avLst/>
          </a:prstGeom>
        </p:spPr>
      </p:pic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922A6DE1-B5BD-3CC3-D606-C764E5CDC8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582291"/>
            <a:ext cx="5614416" cy="172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8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E57761F-B73A-0049-7803-771AE143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Step 17-18 (Drag - Trasparency)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11282360-ED06-3DBB-FCCF-698EAAECC0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34" y="2642616"/>
            <a:ext cx="4905828" cy="3605784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4DDBEAB0-D5E6-9C38-E830-00D1C53881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441931"/>
            <a:ext cx="5614416" cy="20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45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1B688BB-EEE8-4AA8-AEB5-7C3C81DE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100"/>
              <a:t>Step 19-22 (Title Text – Mosaic Blur FX)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EE4BCD87-82DD-7C75-584A-1CE64DDA3D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3441931"/>
            <a:ext cx="5614416" cy="2007153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687CE28C-E0E7-AE97-94AE-91AFC08C79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547202"/>
            <a:ext cx="5614416" cy="179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4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3167FBE-1112-DBA7-687E-3B2CE292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100"/>
              <a:t>Step 23-25 (Drag music – Volume Clips)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41699454-547A-00A9-991E-15813F2194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57" y="2642616"/>
            <a:ext cx="5169582" cy="3605784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7F770A3F-EFA6-12FE-FDEE-2586A1CA04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175246"/>
            <a:ext cx="5614416" cy="254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5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F534B0B-6C4E-4355-FDD2-721D0D09D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/>
              <a:t>Step 26 - 27(Smooth Ending – Deliver Clip)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3F9361A8-4FC4-D8F7-9905-CDB9E76302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866454"/>
            <a:ext cx="5614416" cy="3158108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B873FF8A-45A3-7BC2-1F8C-347B0526D6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3287535"/>
            <a:ext cx="5614416" cy="231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3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B7825B3-0078-D9FC-0577-BB144D417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100"/>
              <a:t>Step 28-30 (Render Settings-Render All 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F0B9DF67-1442-8D9D-817F-2F14969012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63"/>
          <a:stretch>
            <a:fillRect/>
          </a:stretch>
        </p:blipFill>
        <p:spPr>
          <a:xfrm>
            <a:off x="320040" y="3726431"/>
            <a:ext cx="5614416" cy="1438153"/>
          </a:xfrm>
          <a:prstGeom prst="rect">
            <a:avLst/>
          </a:prstGeom>
        </p:spPr>
      </p:pic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E9BE0032-1039-F925-F3F3-0E2AE8356C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859436"/>
            <a:ext cx="5614416" cy="317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781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93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di Office</vt:lpstr>
      <vt:lpstr>Step 1-3(Create folder – Save file)</vt:lpstr>
      <vt:lpstr>Step 4-5(Media Pool)</vt:lpstr>
      <vt:lpstr>Step 6-8 (Drag – Blade Selection)</vt:lpstr>
      <vt:lpstr>Step 9-11 (Effects-Video Transitions-Dissolve)</vt:lpstr>
      <vt:lpstr>Step 12-13 (Wipe Radial – Tunnel of Light)</vt:lpstr>
      <vt:lpstr>Step 14-16 (Change Clip Speed – Drag Clip)</vt:lpstr>
      <vt:lpstr>Step 17-18 (Drag - Trasparency)</vt:lpstr>
      <vt:lpstr>Step 19-22 (Title Text – Mosaic Blur FX)</vt:lpstr>
      <vt:lpstr>Step 23-25 (Drag music – Volume Clips)</vt:lpstr>
      <vt:lpstr>Step 26 - 27(Smooth Ending – Deliver Clip)</vt:lpstr>
      <vt:lpstr>Step 28-30 (Render Settings-Render All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Santoro</dc:creator>
  <cp:lastModifiedBy>Marco Santoro</cp:lastModifiedBy>
  <cp:revision>1</cp:revision>
  <dcterms:created xsi:type="dcterms:W3CDTF">2026-05-31T14:55:38Z</dcterms:created>
  <dcterms:modified xsi:type="dcterms:W3CDTF">2026-05-31T15:33:17Z</dcterms:modified>
</cp:coreProperties>
</file>