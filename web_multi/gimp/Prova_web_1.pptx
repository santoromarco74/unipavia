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1" r:id="rId16"/>
    <p:sldId id="272" r:id="rId17"/>
    <p:sldId id="273" r:id="rId18"/>
    <p:sldId id="274" r:id="rId19"/>
    <p:sldId id="276" r:id="rId20"/>
    <p:sldId id="277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FC021E-1DF9-596F-D9F2-8F29C6F69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D847C16-1770-E561-6BE3-49A9D3C27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8C686A4-D27B-6A27-0F5B-E9CD2BA77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DF6A-D37A-4FEC-BD4E-3E01FE856050}" type="datetimeFigureOut">
              <a:rPr lang="it-IT" smtClean="0"/>
              <a:t>30/05/2026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22E6C2-BA86-56A2-36BB-40AD830CB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43FC69C-A3A9-C704-C200-B821F165B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D02D-1266-48DF-82A6-262CF24E27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0501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36BD3A-9FC3-B20B-95A7-3309662B8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5F9AD3-2593-12D4-AFDB-057F50B46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B37AEFB-418F-A5AA-C899-DDD803DD5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DF6A-D37A-4FEC-BD4E-3E01FE856050}" type="datetimeFigureOut">
              <a:rPr lang="it-IT" smtClean="0"/>
              <a:t>30/05/2026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7EE844-8856-1A95-624F-38EFE9D3A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5A10307-237B-2A92-8E7D-4E982239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D02D-1266-48DF-82A6-262CF24E27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8608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E71BF9-15D3-83B7-D31A-089C2AEC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59311E-0D69-3E30-7BB9-042454133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1FDBC8-4730-926E-DFAB-7DC4D2134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DF6A-D37A-4FEC-BD4E-3E01FE856050}" type="datetimeFigureOut">
              <a:rPr lang="it-IT" smtClean="0"/>
              <a:t>30/05/2026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68049D-F000-E34F-F358-84E5BA811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909F5C3-72F7-9076-961A-01628628B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D02D-1266-48DF-82A6-262CF24E27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5800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496718-BBD5-9A7D-9B60-26789745C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74D476-BB0B-2AC4-06F8-3FCAE1EBB4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3BB011C-00D6-4C22-A19C-DF204A680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C1DF2DB-E657-9929-EF4F-E666F4200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DF6A-D37A-4FEC-BD4E-3E01FE856050}" type="datetimeFigureOut">
              <a:rPr lang="it-IT" smtClean="0"/>
              <a:t>30/05/2026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0C80EC8-8C69-26F9-FE04-E1CEAC2E0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16F9E0C-7F87-5166-6C17-CC5A7362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D02D-1266-48DF-82A6-262CF24E27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340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D8D91C-03B1-54B3-DD06-3AF3F2AA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87688EE-0999-691D-4EE8-E3E7C2DD5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BBE93E2-9452-4E02-8C68-C75834ADA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4813DCB-569E-6154-1803-B459CDFC53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5042420-E2D3-056B-1464-A705CC92C9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C19FF76-199C-0C80-A809-7075D6D0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DF6A-D37A-4FEC-BD4E-3E01FE856050}" type="datetimeFigureOut">
              <a:rPr lang="it-IT" smtClean="0"/>
              <a:t>30/05/2026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5CF0265-183E-B0FF-1E53-64A1083A6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A6ADA10-6346-0F0E-FA0E-8F5C3589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D02D-1266-48DF-82A6-262CF24E27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2950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814405-7A61-C4F9-FFDE-C045EA0F5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CB81FE5-48B8-E868-A88C-8EB67DD3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DF6A-D37A-4FEC-BD4E-3E01FE856050}" type="datetimeFigureOut">
              <a:rPr lang="it-IT" smtClean="0"/>
              <a:t>30/05/2026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862A441-E507-4097-F7E8-DCA45F0C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0CFE2CF-0582-6ADF-420E-ECD3206A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D02D-1266-48DF-82A6-262CF24E27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845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61CDA6F-E7B1-DF88-1571-21E57C3C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DF6A-D37A-4FEC-BD4E-3E01FE856050}" type="datetimeFigureOut">
              <a:rPr lang="it-IT" smtClean="0"/>
              <a:t>30/05/2026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CE9EDE4-C36F-8FE4-518B-266A9A96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34647D-1450-9414-8B57-89ED5DB3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D02D-1266-48DF-82A6-262CF24E27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412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B6F95E-C90D-6BA8-F8B9-7DBDB09A3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DD5569-17A2-584C-D7D3-BB65A2C41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8EC6D0E-83B5-3618-0254-31CF62148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56E51E8-2ECA-21C6-36A0-525DBFF0E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DF6A-D37A-4FEC-BD4E-3E01FE856050}" type="datetimeFigureOut">
              <a:rPr lang="it-IT" smtClean="0"/>
              <a:t>30/05/2026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CFE62D4-B599-D6E3-1C38-CC23EB085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A68F418-5CDB-B1B0-5F7A-55346039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D02D-1266-48DF-82A6-262CF24E27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9038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661A57-457B-C70A-88E5-5B7DB93E9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C18ACE2-F000-41DF-5FE6-BD8B46F1E5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A42247A-A45B-EF96-1C15-72D20EFBC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848F601-A990-AA62-5F2A-1557A090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DF6A-D37A-4FEC-BD4E-3E01FE856050}" type="datetimeFigureOut">
              <a:rPr lang="it-IT" smtClean="0"/>
              <a:t>30/05/2026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B297A87-CE3C-C91B-3C27-72A7592EA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54A559D-84DC-D716-D4A3-D7E800671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D02D-1266-48DF-82A6-262CF24E27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321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3CFD86-3BB6-8EC8-2CAA-8E451757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7E278B7-E1B8-B640-1DEC-F87235C32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9585A61-5E07-3DFC-B32C-9C0E6BC17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DF6A-D37A-4FEC-BD4E-3E01FE856050}" type="datetimeFigureOut">
              <a:rPr lang="it-IT" smtClean="0"/>
              <a:t>30/05/2026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C77DE8-76D8-42A4-FA09-12F6E0F14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5544CE0-2D41-DB7F-9CFF-B039982BE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D02D-1266-48DF-82A6-262CF24E27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606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1C9FD66-F260-2200-FF3F-57FDFA3581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EB0C0A2-9332-A0CD-FCAC-5C23C6A06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1B13B0-6860-7ED1-319F-0BA21E7D0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DF6A-D37A-4FEC-BD4E-3E01FE856050}" type="datetimeFigureOut">
              <a:rPr lang="it-IT" smtClean="0"/>
              <a:t>30/05/2026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53B0297-77FF-D797-93D4-79D31BDAF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9C8DF7F-B85D-5241-2DA3-3B6579CD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ED02D-1266-48DF-82A6-262CF24E27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4898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25A77C9-C545-0785-053B-31017B35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1FA96B9-6249-8E9E-8E13-1FCD417FF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24610C-2127-9765-EF18-F58CE7A16D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BDF6A-D37A-4FEC-BD4E-3E01FE856050}" type="datetimeFigureOut">
              <a:rPr lang="it-IT" smtClean="0"/>
              <a:t>30/05/2026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0AF362-8568-DB96-1473-D93845E75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3A330A-BB9C-6DA0-2829-184548B8CA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ED02D-1266-48DF-82A6-262CF24E27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322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653BC8-E97C-4EBF-C715-C3F541694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7DE54EE-B1CC-CE9F-43CC-5CB78423E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E9E816-C72D-5468-4217-49A493C8F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714782-1930-1DF4-8355-111500E86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2BDFAE-A4CD-850C-A02B-B04212EBA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86BFF7-F829-9A7F-34EA-AD726CBEF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E957537-91AE-449B-FBD3-485AA30BD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Step 1-3 (Create – Install – Open GIMP)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7E0D9540-E6B5-F225-6234-937A1C3FB9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617271"/>
            <a:ext cx="5181600" cy="2768045"/>
          </a:xfrm>
          <a:prstGeom prst="rect">
            <a:avLst/>
          </a:prstGeom>
        </p:spPr>
      </p:pic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128BA3FB-B596-315B-962E-90069CDBB1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13254" y="1825625"/>
            <a:ext cx="409949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308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363517-9D3B-812B-8073-12B98F5C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5A19191-BBD4-790C-3A30-FBCDD420F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88CF14-5C3D-8A9A-67BD-5098E4F81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20D0E6-9295-33C5-3001-6DA6F8FA3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29AEBE-7ABB-CAFD-322D-AD2647046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394E4A-488B-16B2-59C6-1EAE8D719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60A174A-1759-1EF5-082E-915D2D02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z="4000" dirty="0">
                <a:solidFill>
                  <a:schemeClr val="bg1">
                    <a:lumMod val="95000"/>
                  </a:schemeClr>
                </a:solidFill>
              </a:rPr>
              <a:t>Step 4 – RGB Channels</a:t>
            </a:r>
            <a:endParaRPr lang="en-US" sz="40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5" name="Segnaposto contenuto 9">
            <a:extLst>
              <a:ext uri="{FF2B5EF4-FFF2-40B4-BE49-F238E27FC236}">
                <a16:creationId xmlns:a16="http://schemas.microsoft.com/office/drawing/2014/main" id="{6D2E0AC6-F736-DDD2-1BD0-3A68C998A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6" t="2808" r="5697" b="5839"/>
          <a:stretch>
            <a:fillRect/>
          </a:stretch>
        </p:blipFill>
        <p:spPr>
          <a:xfrm>
            <a:off x="8454087" y="4343083"/>
            <a:ext cx="1427528" cy="2149792"/>
          </a:xfrm>
          <a:prstGeom prst="rect">
            <a:avLst/>
          </a:prstGeom>
        </p:spPr>
      </p:pic>
      <p:pic>
        <p:nvPicPr>
          <p:cNvPr id="26" name="Segnaposto contenuto 7">
            <a:extLst>
              <a:ext uri="{FF2B5EF4-FFF2-40B4-BE49-F238E27FC236}">
                <a16:creationId xmlns:a16="http://schemas.microsoft.com/office/drawing/2014/main" id="{D8CA3BB7-34F6-06BA-A933-2941EE01A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2" t="3585" r="4170" b="3054"/>
          <a:stretch>
            <a:fillRect/>
          </a:stretch>
        </p:blipFill>
        <p:spPr>
          <a:xfrm>
            <a:off x="4669003" y="4296918"/>
            <a:ext cx="1427528" cy="2195957"/>
          </a:xfrm>
          <a:prstGeom prst="rect">
            <a:avLst/>
          </a:prstGeom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71F7C630-193F-4DCA-032F-D3AD584641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1" t="3488" r="7871" b="4798"/>
          <a:stretch>
            <a:fillRect/>
          </a:stretch>
        </p:blipFill>
        <p:spPr>
          <a:xfrm>
            <a:off x="4669002" y="1717399"/>
            <a:ext cx="1427529" cy="21959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90E947ED-CEC4-5E7E-D84A-F5C9E7B147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3" t="3648" r="6399" b="4932"/>
          <a:stretch>
            <a:fillRect/>
          </a:stretch>
        </p:blipFill>
        <p:spPr>
          <a:xfrm>
            <a:off x="8454087" y="1717399"/>
            <a:ext cx="1427529" cy="2139582"/>
          </a:xfrm>
          <a:prstGeom prst="rect">
            <a:avLst/>
          </a:prstGeom>
        </p:spPr>
      </p:pic>
      <p:pic>
        <p:nvPicPr>
          <p:cNvPr id="29" name="Immagine 28">
            <a:extLst>
              <a:ext uri="{FF2B5EF4-FFF2-40B4-BE49-F238E27FC236}">
                <a16:creationId xmlns:a16="http://schemas.microsoft.com/office/drawing/2014/main" id="{BEA5A8EA-9C98-44B6-A6E5-18A76E709E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1" t="3493" r="5386" b="4348"/>
          <a:stretch>
            <a:fillRect/>
          </a:stretch>
        </p:blipFill>
        <p:spPr>
          <a:xfrm>
            <a:off x="838200" y="1717399"/>
            <a:ext cx="1523646" cy="2297473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B40338E7-85DE-D55C-BDF8-87409A7C72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9" t="2857" r="4970" b="2765"/>
          <a:stretch>
            <a:fillRect/>
          </a:stretch>
        </p:blipFill>
        <p:spPr>
          <a:xfrm>
            <a:off x="838200" y="4187885"/>
            <a:ext cx="1493520" cy="2297472"/>
          </a:xfrm>
          <a:prstGeom prst="rect">
            <a:avLst/>
          </a:prstGeom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ABC115B6-5100-43EE-2620-05F6D7441087}"/>
              </a:ext>
            </a:extLst>
          </p:cNvPr>
          <p:cNvSpPr txBox="1"/>
          <p:nvPr/>
        </p:nvSpPr>
        <p:spPr>
          <a:xfrm>
            <a:off x="10422636" y="2681469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Canale R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085AFF59-4EED-FE74-6E90-049CF9E4D246}"/>
              </a:ext>
            </a:extLst>
          </p:cNvPr>
          <p:cNvSpPr txBox="1"/>
          <p:nvPr/>
        </p:nvSpPr>
        <p:spPr>
          <a:xfrm>
            <a:off x="2757675" y="2681469"/>
            <a:ext cx="1354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Canale R+B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051C9F60-0884-D860-D4CA-11005435D6BC}"/>
              </a:ext>
            </a:extLst>
          </p:cNvPr>
          <p:cNvSpPr txBox="1"/>
          <p:nvPr/>
        </p:nvSpPr>
        <p:spPr>
          <a:xfrm>
            <a:off x="2757675" y="5025564"/>
            <a:ext cx="142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Canale R+G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9D349326-F44D-8F4F-AC01-802D8710AD4D}"/>
              </a:ext>
            </a:extLst>
          </p:cNvPr>
          <p:cNvSpPr txBox="1"/>
          <p:nvPr/>
        </p:nvSpPr>
        <p:spPr>
          <a:xfrm>
            <a:off x="10422636" y="5025564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Canale B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4CE98DE9-EB49-18B0-6ED9-D7BE9087E30A}"/>
              </a:ext>
            </a:extLst>
          </p:cNvPr>
          <p:cNvSpPr txBox="1"/>
          <p:nvPr/>
        </p:nvSpPr>
        <p:spPr>
          <a:xfrm>
            <a:off x="6653022" y="2681469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Canale G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79C1C51-9A5E-BB06-E615-A64BC2783DAE}"/>
              </a:ext>
            </a:extLst>
          </p:cNvPr>
          <p:cNvSpPr txBox="1"/>
          <p:nvPr/>
        </p:nvSpPr>
        <p:spPr>
          <a:xfrm>
            <a:off x="6653022" y="4967289"/>
            <a:ext cx="1427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Canale B+G</a:t>
            </a:r>
          </a:p>
        </p:txBody>
      </p:sp>
    </p:spTree>
    <p:extLst>
      <p:ext uri="{BB962C8B-B14F-4D97-AF65-F5344CB8AC3E}">
        <p14:creationId xmlns:p14="http://schemas.microsoft.com/office/powerpoint/2010/main" val="2262479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7E4030C-23AA-3719-2BC0-BFEB4E18D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Step 5 (colors-Level)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D0947E6F-B54B-19A3-4AF6-A81A8EB62C5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2474158"/>
            <a:ext cx="5131088" cy="3412173"/>
          </a:xfrm>
          <a:prstGeom prst="rect">
            <a:avLst/>
          </a:prstGeom>
        </p:spPr>
      </p:pic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3BE8FF6F-1C93-A376-333D-FD64DD6C92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510644"/>
            <a:ext cx="5131087" cy="341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626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75E4B6F-FAB8-6EB1-367B-357643C9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Steps 6 -7 (Colors – Curves)</a:t>
            </a: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2ABFE887-8A8A-3FC6-C27E-092FCF0060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2249673"/>
            <a:ext cx="5131088" cy="3861143"/>
          </a:xfrm>
          <a:prstGeom prst="rect">
            <a:avLst/>
          </a:prstGeom>
        </p:spPr>
      </p:pic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D64B014E-BCB9-F626-5DEE-D5DA19D7A38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185"/>
          <a:stretch>
            <a:fillRect/>
          </a:stretch>
        </p:blipFill>
        <p:spPr>
          <a:xfrm>
            <a:off x="6345165" y="2217815"/>
            <a:ext cx="5097520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6E96B03-8F54-692C-D4F0-DED9C54CF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Step 8 (Colors – Color Balance)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B09691FF-A3C0-5778-7F67-B2590B1ECB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15748" y="2204776"/>
            <a:ext cx="5131088" cy="3950936"/>
          </a:xfrm>
          <a:prstGeom prst="rect">
            <a:avLst/>
          </a:prstGeom>
        </p:spPr>
      </p:pic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885580AF-C6BD-8754-659B-37E949F388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45165" y="2241262"/>
            <a:ext cx="5131087" cy="395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928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3915C9D-F0FF-F24F-DC04-6849D6E8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Step 9 (Colors – Brightness Contrast)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88681692-2BDC-9657-2484-28EC74803FC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15748" y="2230431"/>
            <a:ext cx="5131088" cy="3899626"/>
          </a:xfrm>
          <a:prstGeom prst="rect">
            <a:avLst/>
          </a:prstGeom>
        </p:spPr>
      </p:pic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A926FD3D-2278-3F6E-6F0E-E0FBD54B58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45165" y="2234848"/>
            <a:ext cx="5131087" cy="396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88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55695C4-5002-C3EE-CE3E-78F6E289B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Step 10 (Colors – Hue-Saturation)</a:t>
            </a: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83A467A1-7D8D-2F88-D04E-7F9AF81ADA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5748" y="2236845"/>
            <a:ext cx="5131088" cy="3886799"/>
          </a:xfrm>
          <a:prstGeom prst="rect">
            <a:avLst/>
          </a:prstGeom>
        </p:spPr>
      </p:pic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C390008C-22D5-7522-D972-E54193A23E8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345165" y="2222021"/>
            <a:ext cx="5131087" cy="398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081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46191A3-9480-D19A-1451-DDE626B3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11-12-13 (Rectangle Selection Tool)</a:t>
            </a: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514A306E-5D9A-6196-E5D7-DE9A78F2D9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5748" y="2429261"/>
            <a:ext cx="5131088" cy="3501967"/>
          </a:xfrm>
          <a:prstGeom prst="rect">
            <a:avLst/>
          </a:prstGeom>
        </p:spPr>
      </p:pic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CC942937-E8C2-86B5-258B-5698937BB1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345165" y="2217815"/>
            <a:ext cx="2718525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339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4456DD0-BBAA-9F84-DBB8-B3E59D02C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Step 14-15 (Free Select Tool - Float)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5C0F7EF9-E9FA-D6C2-887C-690D548DB8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078472" y="2181426"/>
            <a:ext cx="2768363" cy="3997637"/>
          </a:xfrm>
          <a:prstGeom prst="rect">
            <a:avLst/>
          </a:prstGeom>
        </p:spPr>
      </p:pic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F66FCD26-688C-5C89-4A35-35C9B78F35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45165" y="2217815"/>
            <a:ext cx="2648562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92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7C5B308-3D31-F984-5249-2C763AA4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Step 16-17 (Change Foreground Color – Bucket Fill Tool)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AAB132D6-FF89-B288-A227-BF5513BBF49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15748" y="2615263"/>
            <a:ext cx="5131088" cy="3129962"/>
          </a:xfrm>
          <a:prstGeom prst="rect">
            <a:avLst/>
          </a:prstGeom>
        </p:spPr>
      </p:pic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B1E4DA1F-DE5A-7CDC-7492-AF8B645F25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45165" y="2594025"/>
            <a:ext cx="5131087" cy="3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44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E337EE-AEE3-9F95-A694-0C27B158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A61C496-8C15-BDC5-A1DC-4AB47CE0C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18-19 (Painbrush Tool – Eraser Tool)</a:t>
            </a:r>
          </a:p>
        </p:txBody>
      </p:sp>
      <p:pic>
        <p:nvPicPr>
          <p:cNvPr id="16" name="Segnaposto contenuto 15">
            <a:extLst>
              <a:ext uri="{FF2B5EF4-FFF2-40B4-BE49-F238E27FC236}">
                <a16:creationId xmlns:a16="http://schemas.microsoft.com/office/drawing/2014/main" id="{7E4B70D6-D6EB-A4BB-BA18-C3277F5C60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138438" y="2181426"/>
            <a:ext cx="2708398" cy="3997637"/>
          </a:xfrm>
          <a:prstGeom prst="rect">
            <a:avLst/>
          </a:prstGeom>
        </p:spPr>
      </p:pic>
      <p:pic>
        <p:nvPicPr>
          <p:cNvPr id="22" name="Segnaposto contenuto 21">
            <a:extLst>
              <a:ext uri="{FF2B5EF4-FFF2-40B4-BE49-F238E27FC236}">
                <a16:creationId xmlns:a16="http://schemas.microsoft.com/office/drawing/2014/main" id="{8558FEC7-C6F5-EA31-7767-68397D6245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45165" y="2217815"/>
            <a:ext cx="2648562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126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D41EF-D0C7-BA50-4476-220CBA7A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34842A5-589E-2FD4-80D2-605A4441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20-21 (Blur Sharpen Tool – Text Tool)</a:t>
            </a:r>
          </a:p>
        </p:txBody>
      </p:sp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6C832231-E325-90E1-2C54-073ACF75B6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808632" y="2181426"/>
            <a:ext cx="3038203" cy="3997637"/>
          </a:xfrm>
          <a:prstGeom prst="rect">
            <a:avLst/>
          </a:prstGeom>
        </p:spPr>
      </p:pic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EF4BD343-7558-7421-D3F6-6CE623A48D7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345165" y="2217815"/>
            <a:ext cx="2668552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0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C2F888-3176-B9DD-6C99-D210F3F01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BDAD9D8-B681-E9E1-0DE9-6BDACAE4C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Step 22-23 (Drawing - Selection Tool)</a:t>
            </a:r>
          </a:p>
        </p:txBody>
      </p:sp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A1EF37D4-B9D6-51BA-98A2-7A70FFF98A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808632" y="2181426"/>
            <a:ext cx="3038203" cy="3997637"/>
          </a:xfrm>
          <a:prstGeom prst="rect">
            <a:avLst/>
          </a:prstGeom>
        </p:spPr>
      </p:pic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D43B2517-46E7-1281-9570-D28C242FFDA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345165" y="2217815"/>
            <a:ext cx="2678546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923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6AF647-00A5-0784-D92A-EB7B8CCF2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5C34A3E-0BAA-5C2A-2CF9-BE12DE346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Step 24-26 (Layer – Paths Tools – Stroke Path)</a:t>
            </a:r>
          </a:p>
        </p:txBody>
      </p:sp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96BC6C50-42DB-27B2-530D-A39EDBFA7A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2640918"/>
            <a:ext cx="5131088" cy="3078652"/>
          </a:xfrm>
          <a:prstGeom prst="rect">
            <a:avLst/>
          </a:prstGeo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C37B0E3D-A39A-DEE8-C5DA-8794EC50EC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45165" y="2677405"/>
            <a:ext cx="5131087" cy="307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53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B797D-41DD-0385-1A86-C721E0C22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EE56C29-4936-DD9C-C673-B204D3A5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Step 27-30 (Clone Tool-Export As JPG)</a:t>
            </a:r>
          </a:p>
        </p:txBody>
      </p:sp>
      <p:pic>
        <p:nvPicPr>
          <p:cNvPr id="24" name="Segnaposto contenuto 23">
            <a:extLst>
              <a:ext uri="{FF2B5EF4-FFF2-40B4-BE49-F238E27FC236}">
                <a16:creationId xmlns:a16="http://schemas.microsoft.com/office/drawing/2014/main" id="{30034E20-DF0F-B746-3F73-09F4880E6D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5748" y="2852576"/>
            <a:ext cx="5131088" cy="2655337"/>
          </a:xfrm>
          <a:prstGeom prst="rect">
            <a:avLst/>
          </a:prstGeom>
        </p:spPr>
      </p:pic>
      <p:pic>
        <p:nvPicPr>
          <p:cNvPr id="20" name="Segnaposto contenuto 19">
            <a:extLst>
              <a:ext uri="{FF2B5EF4-FFF2-40B4-BE49-F238E27FC236}">
                <a16:creationId xmlns:a16="http://schemas.microsoft.com/office/drawing/2014/main" id="{BFCF802C-CD82-8996-2BA6-2E51D6205A4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217815"/>
            <a:ext cx="2628574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00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64EEC5-A0F8-2FE4-20FF-6A1318E2A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7403254-E9BA-C189-D95D-24281AF03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Step 31 (Indexed Colors)</a:t>
            </a:r>
          </a:p>
        </p:txBody>
      </p:sp>
      <p:pic>
        <p:nvPicPr>
          <p:cNvPr id="24" name="Segnaposto contenuto 23">
            <a:extLst>
              <a:ext uri="{FF2B5EF4-FFF2-40B4-BE49-F238E27FC236}">
                <a16:creationId xmlns:a16="http://schemas.microsoft.com/office/drawing/2014/main" id="{AD67D167-46E7-807E-0369-16171A5876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5748" y="2852576"/>
            <a:ext cx="5131088" cy="2655337"/>
          </a:xfrm>
          <a:prstGeom prst="rect">
            <a:avLst/>
          </a:prstGeom>
        </p:spPr>
      </p:pic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0D416290-340F-EE9E-6832-B19253AFACE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345165" y="2350298"/>
            <a:ext cx="5131087" cy="373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356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FF8891-3287-ED71-68CD-6D2E81EC3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47EDA30-6993-68E0-EA52-4DC030A18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32-34 (Alpha Channel-Export As Gif)</a:t>
            </a:r>
          </a:p>
        </p:txBody>
      </p:sp>
      <p:pic>
        <p:nvPicPr>
          <p:cNvPr id="13" name="Segnaposto contenuto 12">
            <a:extLst>
              <a:ext uri="{FF2B5EF4-FFF2-40B4-BE49-F238E27FC236}">
                <a16:creationId xmlns:a16="http://schemas.microsoft.com/office/drawing/2014/main" id="{91E47B08-2D28-1753-5BA0-6FA5013758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5748" y="2480572"/>
            <a:ext cx="5131088" cy="3399345"/>
          </a:xfrm>
          <a:prstGeom prst="rect">
            <a:avLst/>
          </a:prstGeo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A9103EEC-48A6-CE18-C7AF-1C9F130D08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345165" y="2217815"/>
            <a:ext cx="2748509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78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F3BB1-0139-C112-7124-C732C91B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08DE7A6-18D6-CF26-B36E-FD7E5BA90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Step 27-30 (Clone Tool-Export As)</a:t>
            </a:r>
          </a:p>
        </p:txBody>
      </p:sp>
      <p:pic>
        <p:nvPicPr>
          <p:cNvPr id="13" name="Segnaposto contenuto 12">
            <a:extLst>
              <a:ext uri="{FF2B5EF4-FFF2-40B4-BE49-F238E27FC236}">
                <a16:creationId xmlns:a16="http://schemas.microsoft.com/office/drawing/2014/main" id="{5237C824-CE97-B364-5C2A-06706D3381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5748" y="2480572"/>
            <a:ext cx="5131088" cy="3399345"/>
          </a:xfrm>
          <a:prstGeom prst="rect">
            <a:avLst/>
          </a:prstGeo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742381AB-8433-86B2-E86C-4667AB69F5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345165" y="2217815"/>
            <a:ext cx="2748509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9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B9C452-2C6E-4D52-8FC7-669291EE9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E1CC44-1B7F-472B-B668-B4F2F4723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BAD077-4A41-458D-9909-1A108699E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FC21CE-01FD-49CC-BAFC-06F38B34B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olo 19">
            <a:extLst>
              <a:ext uri="{FF2B5EF4-FFF2-40B4-BE49-F238E27FC236}">
                <a16:creationId xmlns:a16="http://schemas.microsoft.com/office/drawing/2014/main" id="{72711226-E029-8146-136F-D6AD3A13DDBF}"/>
              </a:ext>
            </a:extLst>
          </p:cNvPr>
          <p:cNvSpPr txBox="1">
            <a:spLocks/>
          </p:cNvSpPr>
          <p:nvPr/>
        </p:nvSpPr>
        <p:spPr>
          <a:xfrm>
            <a:off x="699714" y="321728"/>
            <a:ext cx="6999883" cy="967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>
                <a:solidFill>
                  <a:srgbClr val="FFFFFF"/>
                </a:solidFill>
              </a:rPr>
              <a:t>Step 35-36 (Apply Filters)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FE41BDE-A3D9-9617-E9C4-E63650CAC5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2" r="13308"/>
          <a:stretch>
            <a:fillRect/>
          </a:stretch>
        </p:blipFill>
        <p:spPr>
          <a:xfrm>
            <a:off x="842254" y="2251316"/>
            <a:ext cx="2167665" cy="3903541"/>
          </a:xfrm>
          <a:prstGeom prst="rect">
            <a:avLst/>
          </a:prstGeom>
        </p:spPr>
      </p:pic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DD8D0ADF-F380-1C12-A709-7BCDD4DA8F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344" b="-1"/>
          <a:stretch>
            <a:fillRect/>
          </a:stretch>
        </p:blipFill>
        <p:spPr>
          <a:xfrm>
            <a:off x="3623384" y="2251317"/>
            <a:ext cx="2167633" cy="3903541"/>
          </a:xfrm>
          <a:prstGeom prst="rect">
            <a:avLst/>
          </a:prstGeom>
        </p:spPr>
      </p:pic>
      <p:pic>
        <p:nvPicPr>
          <p:cNvPr id="9" name="Segnaposto contenuto 7">
            <a:extLst>
              <a:ext uri="{FF2B5EF4-FFF2-40B4-BE49-F238E27FC236}">
                <a16:creationId xmlns:a16="http://schemas.microsoft.com/office/drawing/2014/main" id="{0EEEA1BB-FC1F-A53E-704A-C16D8FB1B4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71" r="13948" b="-4"/>
          <a:stretch>
            <a:fillRect/>
          </a:stretch>
        </p:blipFill>
        <p:spPr>
          <a:xfrm>
            <a:off x="6406661" y="2251317"/>
            <a:ext cx="2167927" cy="390354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73986D3-3FFB-C893-3244-782F6A3B81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427"/>
          <a:stretch>
            <a:fillRect/>
          </a:stretch>
        </p:blipFill>
        <p:spPr>
          <a:xfrm>
            <a:off x="9182980" y="2251316"/>
            <a:ext cx="2167649" cy="390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631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A8F069A1-422C-B27C-ED9C-D650B6B72E66}"/>
              </a:ext>
            </a:extLst>
          </p:cNvPr>
          <p:cNvSpPr txBox="1"/>
          <p:nvPr/>
        </p:nvSpPr>
        <p:spPr>
          <a:xfrm>
            <a:off x="1700211" y="1819275"/>
            <a:ext cx="88106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dirty="0"/>
              <a:t>Thanks for </a:t>
            </a:r>
            <a:r>
              <a:rPr lang="it-IT" sz="6000" dirty="0" err="1"/>
              <a:t>your</a:t>
            </a:r>
            <a:r>
              <a:rPr lang="it-IT" sz="6000" dirty="0"/>
              <a:t> </a:t>
            </a:r>
            <a:r>
              <a:rPr lang="it-IT" sz="6000" dirty="0" err="1"/>
              <a:t>attention</a:t>
            </a:r>
            <a:r>
              <a:rPr lang="it-IT" sz="6000" dirty="0"/>
              <a:t>!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28095C6-6C1B-7265-4C92-9C02F9DD4CAD}"/>
              </a:ext>
            </a:extLst>
          </p:cNvPr>
          <p:cNvSpPr txBox="1"/>
          <p:nvPr/>
        </p:nvSpPr>
        <p:spPr>
          <a:xfrm>
            <a:off x="5253037" y="4880789"/>
            <a:ext cx="1685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Marco Santoro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5BA013C-25A3-3AC7-852D-C320D08DE7B3}"/>
              </a:ext>
            </a:extLst>
          </p:cNvPr>
          <p:cNvSpPr txBox="1"/>
          <p:nvPr/>
        </p:nvSpPr>
        <p:spPr>
          <a:xfrm>
            <a:off x="4024311" y="5232917"/>
            <a:ext cx="4143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Master’s</a:t>
            </a:r>
            <a:r>
              <a:rPr lang="it-IT" dirty="0"/>
              <a:t> Degree – Computer </a:t>
            </a:r>
            <a:r>
              <a:rPr lang="it-IT" dirty="0" err="1"/>
              <a:t>Enigeering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366A516-2988-0A84-5E9B-9EBCC3468334}"/>
              </a:ext>
            </a:extLst>
          </p:cNvPr>
          <p:cNvSpPr txBox="1"/>
          <p:nvPr/>
        </p:nvSpPr>
        <p:spPr>
          <a:xfrm>
            <a:off x="5017290" y="5699939"/>
            <a:ext cx="215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Università di Pavia</a:t>
            </a:r>
          </a:p>
        </p:txBody>
      </p:sp>
    </p:spTree>
    <p:extLst>
      <p:ext uri="{BB962C8B-B14F-4D97-AF65-F5344CB8AC3E}">
        <p14:creationId xmlns:p14="http://schemas.microsoft.com/office/powerpoint/2010/main" val="3162067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1314</TotalTime>
  <Words>185</Words>
  <Application>Microsoft Office PowerPoint</Application>
  <PresentationFormat>Widescreen</PresentationFormat>
  <Paragraphs>29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di Office</vt:lpstr>
      <vt:lpstr>Step 1-3 (Create – Install – Open GIMP)</vt:lpstr>
      <vt:lpstr>Step 4 – RGB Channels</vt:lpstr>
      <vt:lpstr>Step 5 (colors-Level)</vt:lpstr>
      <vt:lpstr>Steps 6 -7 (Colors – Curves)</vt:lpstr>
      <vt:lpstr>Step 8 (Colors – Color Balance)</vt:lpstr>
      <vt:lpstr>Step 9 (Colors – Brightness Contrast)</vt:lpstr>
      <vt:lpstr>Step 10 (Colors – Hue-Saturation)</vt:lpstr>
      <vt:lpstr>Step 11-12-13 (Rectangle Selection Tool)</vt:lpstr>
      <vt:lpstr>Step 14-15 (Free Select Tool - Float)</vt:lpstr>
      <vt:lpstr>Step 16-17 (Change Foreground Color – Bucket Fill Tool)</vt:lpstr>
      <vt:lpstr>Step 18-19 (Painbrush Tool – Eraser Tool)</vt:lpstr>
      <vt:lpstr>Step 20-21 (Blur Sharpen Tool – Text Tool)</vt:lpstr>
      <vt:lpstr>Step 22-23 (Drawing - Selection Tool)</vt:lpstr>
      <vt:lpstr>Step 24-26 (Layer – Paths Tools – Stroke Path)</vt:lpstr>
      <vt:lpstr>Step 27-30 (Clone Tool-Export As JPG)</vt:lpstr>
      <vt:lpstr>Step 31 (Indexed Colors)</vt:lpstr>
      <vt:lpstr>Step 32-34 (Alpha Channel-Export As Gif)</vt:lpstr>
      <vt:lpstr>Step 27-30 (Clone Tool-Export As)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Santoro</dc:creator>
  <cp:lastModifiedBy>Marco Santoro</cp:lastModifiedBy>
  <cp:revision>5</cp:revision>
  <dcterms:created xsi:type="dcterms:W3CDTF">2026-05-24T08:56:45Z</dcterms:created>
  <dcterms:modified xsi:type="dcterms:W3CDTF">2026-05-30T15:46:19Z</dcterms:modified>
</cp:coreProperties>
</file>