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autoCompressPictures="0">
  <p:sldMasterIdLst>
    <p:sldMasterId id="2147483648" r:id="rId1"/>
  </p:sldMasterIdLst>
  <p:notesMasterIdLst>
    <p:notesMasterId r:id="rId4"/>
  </p:notesMasterIdLst>
  <p:sldIdLst>
    <p:sldId id="340" r:id="rId2"/>
    <p:sldId id="341" r:id="rId3"/>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32787"/>
    <p:restoredTop sz="90929"/>
  </p:normalViewPr>
  <p:slideViewPr>
    <p:cSldViewPr>
      <p:cViewPr>
        <p:scale>
          <a:sx n="100" d="100"/>
          <a:sy n="100" d="100"/>
        </p:scale>
        <p:origin x="3048" y="6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10B54FF-C965-39FD-9607-665662C2D74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ltLang="en-US"/>
          </a:p>
        </p:txBody>
      </p:sp>
      <p:sp>
        <p:nvSpPr>
          <p:cNvPr id="8195" name="Rectangle 3">
            <a:extLst>
              <a:ext uri="{FF2B5EF4-FFF2-40B4-BE49-F238E27FC236}">
                <a16:creationId xmlns:a16="http://schemas.microsoft.com/office/drawing/2014/main" id="{7812F38A-E240-FBA5-E46D-6081AE9ADCBF}"/>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ltLang="en-US"/>
          </a:p>
        </p:txBody>
      </p:sp>
      <p:sp>
        <p:nvSpPr>
          <p:cNvPr id="8196" name="Rectangle 4">
            <a:extLst>
              <a:ext uri="{FF2B5EF4-FFF2-40B4-BE49-F238E27FC236}">
                <a16:creationId xmlns:a16="http://schemas.microsoft.com/office/drawing/2014/main" id="{163878D0-39B9-3C69-BB62-92A081A49E7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30654243-B7A9-7977-FD69-33C21A0FDA0B}"/>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8198" name="Rectangle 6">
            <a:extLst>
              <a:ext uri="{FF2B5EF4-FFF2-40B4-BE49-F238E27FC236}">
                <a16:creationId xmlns:a16="http://schemas.microsoft.com/office/drawing/2014/main" id="{DEE108B3-8B27-8A18-9817-118DEAFFCD93}"/>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ltLang="en-US"/>
          </a:p>
        </p:txBody>
      </p:sp>
      <p:sp>
        <p:nvSpPr>
          <p:cNvPr id="8199" name="Rectangle 7">
            <a:extLst>
              <a:ext uri="{FF2B5EF4-FFF2-40B4-BE49-F238E27FC236}">
                <a16:creationId xmlns:a16="http://schemas.microsoft.com/office/drawing/2014/main" id="{817B4BE9-BEDF-E63D-CDB6-29F0B311FD9A}"/>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C87EF79-E11F-394C-8426-F341F26C4337}"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charset="0"/>
        <a:ea typeface="+mn-ea"/>
        <a:cs typeface="+mn-cs"/>
      </a:defRPr>
    </a:lvl1pPr>
    <a:lvl2pPr marL="457200" algn="l" rtl="0" fontAlgn="base">
      <a:spcBef>
        <a:spcPct val="30000"/>
      </a:spcBef>
      <a:spcAft>
        <a:spcPct val="0"/>
      </a:spcAft>
      <a:defRPr sz="1200" kern="1200">
        <a:solidFill>
          <a:schemeClr val="tx1"/>
        </a:solidFill>
        <a:latin typeface="Times" charset="0"/>
        <a:ea typeface="+mn-ea"/>
        <a:cs typeface="+mn-cs"/>
      </a:defRPr>
    </a:lvl2pPr>
    <a:lvl3pPr marL="914400" algn="l" rtl="0" fontAlgn="base">
      <a:spcBef>
        <a:spcPct val="30000"/>
      </a:spcBef>
      <a:spcAft>
        <a:spcPct val="0"/>
      </a:spcAft>
      <a:defRPr sz="1200" kern="1200">
        <a:solidFill>
          <a:schemeClr val="tx1"/>
        </a:solidFill>
        <a:latin typeface="Times" charset="0"/>
        <a:ea typeface="+mn-ea"/>
        <a:cs typeface="+mn-cs"/>
      </a:defRPr>
    </a:lvl3pPr>
    <a:lvl4pPr marL="1371600" algn="l" rtl="0" fontAlgn="base">
      <a:spcBef>
        <a:spcPct val="30000"/>
      </a:spcBef>
      <a:spcAft>
        <a:spcPct val="0"/>
      </a:spcAft>
      <a:defRPr sz="1200" kern="1200">
        <a:solidFill>
          <a:schemeClr val="tx1"/>
        </a:solidFill>
        <a:latin typeface="Times" charset="0"/>
        <a:ea typeface="+mn-ea"/>
        <a:cs typeface="+mn-cs"/>
      </a:defRPr>
    </a:lvl4pPr>
    <a:lvl5pPr marL="1828800" algn="l" rtl="0" fontAlgn="base">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F2FF-7CB6-DDE1-E78C-D877463E49D1}"/>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7EE5C5E-F3DA-24B8-4159-77D0D4ECFDB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1E504CB5-4F96-DF60-E750-96AF5F0EFB4E}"/>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7554ECCD-2741-24A3-DD17-711B65C66B4E}"/>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B6254F70-9168-5326-5B5F-88F4CB133DE6}"/>
              </a:ext>
            </a:extLst>
          </p:cNvPr>
          <p:cNvSpPr>
            <a:spLocks noGrp="1"/>
          </p:cNvSpPr>
          <p:nvPr>
            <p:ph type="sldNum" sz="quarter" idx="12"/>
          </p:nvPr>
        </p:nvSpPr>
        <p:spPr/>
        <p:txBody>
          <a:bodyPr/>
          <a:lstStyle>
            <a:lvl1pPr>
              <a:defRPr/>
            </a:lvl1pPr>
          </a:lstStyle>
          <a:p>
            <a:fld id="{06550A33-01EB-A646-8A60-65DA6FF5A48D}" type="slidenum">
              <a:rPr lang="en-GB" altLang="en-US"/>
              <a:pPr/>
              <a:t>‹#›</a:t>
            </a:fld>
            <a:endParaRPr lang="en-GB" altLang="en-US"/>
          </a:p>
        </p:txBody>
      </p:sp>
    </p:spTree>
    <p:extLst>
      <p:ext uri="{BB962C8B-B14F-4D97-AF65-F5344CB8AC3E}">
        <p14:creationId xmlns:p14="http://schemas.microsoft.com/office/powerpoint/2010/main" val="3419133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C1306-6ABB-AE5B-ACFB-742B2777D5F0}"/>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GB"/>
              <a:t>Click to edit Master title style</a:t>
            </a:r>
          </a:p>
        </p:txBody>
      </p:sp>
      <p:sp>
        <p:nvSpPr>
          <p:cNvPr id="3" name="Content Placeholder 2">
            <a:extLst>
              <a:ext uri="{FF2B5EF4-FFF2-40B4-BE49-F238E27FC236}">
                <a16:creationId xmlns:a16="http://schemas.microsoft.com/office/drawing/2014/main" id="{F09C04FE-166A-E3C6-7C8F-17073EF47CF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3797EF4-D16F-8873-07B8-DA3DC0BFA876}"/>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265F66B8-F6FA-5EF8-8AC1-E3E561A0286D}"/>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02105EFE-4C56-2DDC-9247-A35426326AAB}"/>
              </a:ext>
            </a:extLst>
          </p:cNvPr>
          <p:cNvSpPr>
            <a:spLocks noGrp="1"/>
          </p:cNvSpPr>
          <p:nvPr>
            <p:ph type="sldNum" sz="quarter" idx="12"/>
          </p:nvPr>
        </p:nvSpPr>
        <p:spPr/>
        <p:txBody>
          <a:bodyPr/>
          <a:lstStyle>
            <a:lvl1pPr>
              <a:defRPr/>
            </a:lvl1pPr>
          </a:lstStyle>
          <a:p>
            <a:fld id="{58CCC4ED-DBE5-4846-8CE3-16D4DBD6FD1E}" type="slidenum">
              <a:rPr lang="en-GB" altLang="en-US"/>
              <a:pPr/>
              <a:t>‹#›</a:t>
            </a:fld>
            <a:endParaRPr lang="en-GB" altLang="en-US"/>
          </a:p>
        </p:txBody>
      </p:sp>
    </p:spTree>
    <p:extLst>
      <p:ext uri="{BB962C8B-B14F-4D97-AF65-F5344CB8AC3E}">
        <p14:creationId xmlns:p14="http://schemas.microsoft.com/office/powerpoint/2010/main" val="218770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5CA1E-9B25-21AC-B6E0-1EE7D39DAD2C}"/>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25EDC14-4828-775B-B4FA-061504841E3B}"/>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Date Placeholder 3">
            <a:extLst>
              <a:ext uri="{FF2B5EF4-FFF2-40B4-BE49-F238E27FC236}">
                <a16:creationId xmlns:a16="http://schemas.microsoft.com/office/drawing/2014/main" id="{BC85E384-5D0A-9D9D-6E2D-1008EF390089}"/>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1FF30052-3191-588D-7B19-BCF1B5529460}"/>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63695047-3FC3-4A88-8720-5AFBD6FE1A66}"/>
              </a:ext>
            </a:extLst>
          </p:cNvPr>
          <p:cNvSpPr>
            <a:spLocks noGrp="1"/>
          </p:cNvSpPr>
          <p:nvPr>
            <p:ph type="sldNum" sz="quarter" idx="12"/>
          </p:nvPr>
        </p:nvSpPr>
        <p:spPr/>
        <p:txBody>
          <a:bodyPr/>
          <a:lstStyle>
            <a:lvl1pPr>
              <a:defRPr/>
            </a:lvl1pPr>
          </a:lstStyle>
          <a:p>
            <a:fld id="{76979A30-C25B-F446-BA01-F809BD056CD5}" type="slidenum">
              <a:rPr lang="en-GB" altLang="en-US"/>
              <a:pPr/>
              <a:t>‹#›</a:t>
            </a:fld>
            <a:endParaRPr lang="en-GB" altLang="en-US"/>
          </a:p>
        </p:txBody>
      </p:sp>
    </p:spTree>
    <p:extLst>
      <p:ext uri="{BB962C8B-B14F-4D97-AF65-F5344CB8AC3E}">
        <p14:creationId xmlns:p14="http://schemas.microsoft.com/office/powerpoint/2010/main" val="740041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45A52-9DF0-ED07-20E2-B4C6EF94E95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EB387E3-D20E-B9E3-113A-5522BA5B2C28}"/>
              </a:ext>
            </a:extLst>
          </p:cNvPr>
          <p:cNvSpPr>
            <a:spLocks noGrp="1"/>
          </p:cNvSpPr>
          <p:nvPr>
            <p:ph sz="half" idx="1"/>
          </p:nvPr>
        </p:nvSpPr>
        <p:spPr>
          <a:xfrm>
            <a:off x="685800" y="1981200"/>
            <a:ext cx="3810000"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857B7E5-16F2-CC95-D2EE-7E550887541A}"/>
              </a:ext>
            </a:extLst>
          </p:cNvPr>
          <p:cNvSpPr>
            <a:spLocks noGrp="1"/>
          </p:cNvSpPr>
          <p:nvPr>
            <p:ph sz="half" idx="2"/>
          </p:nvPr>
        </p:nvSpPr>
        <p:spPr>
          <a:xfrm>
            <a:off x="4648200" y="1981200"/>
            <a:ext cx="3810000"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2D3C9D5-4C13-C269-9891-D948AAC6BF55}"/>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8A25DB0D-CE7F-4F0D-13C9-EF6D70379299}"/>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75C6995A-63FC-2C80-2184-7D813575A334}"/>
              </a:ext>
            </a:extLst>
          </p:cNvPr>
          <p:cNvSpPr>
            <a:spLocks noGrp="1"/>
          </p:cNvSpPr>
          <p:nvPr>
            <p:ph type="sldNum" sz="quarter" idx="12"/>
          </p:nvPr>
        </p:nvSpPr>
        <p:spPr/>
        <p:txBody>
          <a:bodyPr/>
          <a:lstStyle>
            <a:lvl1pPr>
              <a:defRPr/>
            </a:lvl1pPr>
          </a:lstStyle>
          <a:p>
            <a:fld id="{C744809D-D002-ED4A-B758-808070FEACB0}" type="slidenum">
              <a:rPr lang="en-GB" altLang="en-US"/>
              <a:pPr/>
              <a:t>‹#›</a:t>
            </a:fld>
            <a:endParaRPr lang="en-GB" altLang="en-US"/>
          </a:p>
        </p:txBody>
      </p:sp>
    </p:spTree>
    <p:extLst>
      <p:ext uri="{BB962C8B-B14F-4D97-AF65-F5344CB8AC3E}">
        <p14:creationId xmlns:p14="http://schemas.microsoft.com/office/powerpoint/2010/main" val="2930079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4E36-8AB6-7159-7ACC-2DEA8FD2EA87}"/>
              </a:ext>
            </a:extLst>
          </p:cNvPr>
          <p:cNvSpPr>
            <a:spLocks noGrp="1"/>
          </p:cNvSpPr>
          <p:nvPr>
            <p:ph type="title"/>
          </p:nvPr>
        </p:nvSpPr>
        <p:spPr>
          <a:xfrm>
            <a:off x="630238" y="365125"/>
            <a:ext cx="78867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7C1779C3-757F-1687-F2E2-2911F8956C3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E38069E-A4E4-E58B-B58E-E9C51A0D32B0}"/>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91230B5-1EC6-B824-8636-219BB328C268}"/>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B2B7136-2B55-07F6-9E6E-28D6B6A490A3}"/>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FD09445F-B0BA-0222-3D03-A87DAED528F1}"/>
              </a:ext>
            </a:extLst>
          </p:cNvPr>
          <p:cNvSpPr>
            <a:spLocks noGrp="1"/>
          </p:cNvSpPr>
          <p:nvPr>
            <p:ph type="dt" sz="half" idx="10"/>
          </p:nvPr>
        </p:nvSpPr>
        <p:spPr/>
        <p:txBody>
          <a:bodyPr/>
          <a:lstStyle>
            <a:lvl1pPr>
              <a:defRPr/>
            </a:lvl1pPr>
          </a:lstStyle>
          <a:p>
            <a:endParaRPr lang="en-GB" altLang="en-US"/>
          </a:p>
        </p:txBody>
      </p:sp>
      <p:sp>
        <p:nvSpPr>
          <p:cNvPr id="8" name="Footer Placeholder 7">
            <a:extLst>
              <a:ext uri="{FF2B5EF4-FFF2-40B4-BE49-F238E27FC236}">
                <a16:creationId xmlns:a16="http://schemas.microsoft.com/office/drawing/2014/main" id="{E9EAB003-C6E7-E9A1-34CD-3491DD123BD5}"/>
              </a:ext>
            </a:extLst>
          </p:cNvPr>
          <p:cNvSpPr>
            <a:spLocks noGrp="1"/>
          </p:cNvSpPr>
          <p:nvPr>
            <p:ph type="ftr" sz="quarter" idx="11"/>
          </p:nvPr>
        </p:nvSpPr>
        <p:spPr/>
        <p:txBody>
          <a:bodyPr/>
          <a:lstStyle>
            <a:lvl1pPr>
              <a:defRPr/>
            </a:lvl1pPr>
          </a:lstStyle>
          <a:p>
            <a:endParaRPr lang="en-GB" altLang="en-US"/>
          </a:p>
        </p:txBody>
      </p:sp>
      <p:sp>
        <p:nvSpPr>
          <p:cNvPr id="9" name="Slide Number Placeholder 8">
            <a:extLst>
              <a:ext uri="{FF2B5EF4-FFF2-40B4-BE49-F238E27FC236}">
                <a16:creationId xmlns:a16="http://schemas.microsoft.com/office/drawing/2014/main" id="{CEA242BD-8FD6-E8EE-15E9-76B0559E4263}"/>
              </a:ext>
            </a:extLst>
          </p:cNvPr>
          <p:cNvSpPr>
            <a:spLocks noGrp="1"/>
          </p:cNvSpPr>
          <p:nvPr>
            <p:ph type="sldNum" sz="quarter" idx="12"/>
          </p:nvPr>
        </p:nvSpPr>
        <p:spPr/>
        <p:txBody>
          <a:bodyPr/>
          <a:lstStyle>
            <a:lvl1pPr>
              <a:defRPr/>
            </a:lvl1pPr>
          </a:lstStyle>
          <a:p>
            <a:fld id="{88D62D38-A789-FF48-B079-2D995021A878}" type="slidenum">
              <a:rPr lang="en-GB" altLang="en-US"/>
              <a:pPr/>
              <a:t>‹#›</a:t>
            </a:fld>
            <a:endParaRPr lang="en-GB" altLang="en-US"/>
          </a:p>
        </p:txBody>
      </p:sp>
    </p:spTree>
    <p:extLst>
      <p:ext uri="{BB962C8B-B14F-4D97-AF65-F5344CB8AC3E}">
        <p14:creationId xmlns:p14="http://schemas.microsoft.com/office/powerpoint/2010/main" val="3022911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9E99-D1E3-1826-1CC4-EF663A9A809A}"/>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7006744-650A-CAB1-DCC6-640B7C5B3DCA}"/>
              </a:ext>
            </a:extLst>
          </p:cNvPr>
          <p:cNvSpPr>
            <a:spLocks noGrp="1"/>
          </p:cNvSpPr>
          <p:nvPr>
            <p:ph type="dt" sz="half" idx="10"/>
          </p:nvPr>
        </p:nvSpPr>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DEA6C5CF-E07D-CF0D-E410-16D43180F86E}"/>
              </a:ext>
            </a:extLst>
          </p:cNvPr>
          <p:cNvSpPr>
            <a:spLocks noGrp="1"/>
          </p:cNvSpPr>
          <p:nvPr>
            <p:ph type="ftr" sz="quarter" idx="11"/>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73EF7DA5-8008-3E5D-6207-8DB560EC3B78}"/>
              </a:ext>
            </a:extLst>
          </p:cNvPr>
          <p:cNvSpPr>
            <a:spLocks noGrp="1"/>
          </p:cNvSpPr>
          <p:nvPr>
            <p:ph type="sldNum" sz="quarter" idx="12"/>
          </p:nvPr>
        </p:nvSpPr>
        <p:spPr/>
        <p:txBody>
          <a:bodyPr/>
          <a:lstStyle>
            <a:lvl1pPr>
              <a:defRPr/>
            </a:lvl1pPr>
          </a:lstStyle>
          <a:p>
            <a:fld id="{525ABC2C-E5A5-8242-BA38-EB94C1751884}" type="slidenum">
              <a:rPr lang="en-GB" altLang="en-US"/>
              <a:pPr/>
              <a:t>‹#›</a:t>
            </a:fld>
            <a:endParaRPr lang="en-GB" altLang="en-US"/>
          </a:p>
        </p:txBody>
      </p:sp>
    </p:spTree>
    <p:extLst>
      <p:ext uri="{BB962C8B-B14F-4D97-AF65-F5344CB8AC3E}">
        <p14:creationId xmlns:p14="http://schemas.microsoft.com/office/powerpoint/2010/main" val="2479195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0BE1E-DF96-70EF-7AE7-3EDCF7E04933}"/>
              </a:ext>
            </a:extLst>
          </p:cNvPr>
          <p:cNvSpPr>
            <a:spLocks noGrp="1"/>
          </p:cNvSpPr>
          <p:nvPr>
            <p:ph type="dt" sz="half" idx="10"/>
          </p:nvPr>
        </p:nvSpPr>
        <p:spPr/>
        <p:txBody>
          <a:bodyPr/>
          <a:lstStyle>
            <a:lvl1pPr>
              <a:defRPr/>
            </a:lvl1pPr>
          </a:lstStyle>
          <a:p>
            <a:endParaRPr lang="en-GB" altLang="en-US"/>
          </a:p>
        </p:txBody>
      </p:sp>
      <p:sp>
        <p:nvSpPr>
          <p:cNvPr id="3" name="Footer Placeholder 2">
            <a:extLst>
              <a:ext uri="{FF2B5EF4-FFF2-40B4-BE49-F238E27FC236}">
                <a16:creationId xmlns:a16="http://schemas.microsoft.com/office/drawing/2014/main" id="{E48E8CF9-8600-9095-62E6-44228FB144A5}"/>
              </a:ext>
            </a:extLst>
          </p:cNvPr>
          <p:cNvSpPr>
            <a:spLocks noGrp="1"/>
          </p:cNvSpPr>
          <p:nvPr>
            <p:ph type="ftr" sz="quarter" idx="11"/>
          </p:nvPr>
        </p:nvSpPr>
        <p:spPr/>
        <p:txBody>
          <a:bodyPr/>
          <a:lstStyle>
            <a:lvl1pPr>
              <a:defRPr/>
            </a:lvl1pPr>
          </a:lstStyle>
          <a:p>
            <a:endParaRPr lang="en-GB" altLang="en-US"/>
          </a:p>
        </p:txBody>
      </p:sp>
      <p:sp>
        <p:nvSpPr>
          <p:cNvPr id="4" name="Slide Number Placeholder 3">
            <a:extLst>
              <a:ext uri="{FF2B5EF4-FFF2-40B4-BE49-F238E27FC236}">
                <a16:creationId xmlns:a16="http://schemas.microsoft.com/office/drawing/2014/main" id="{38D04AB5-F9E8-2978-87A2-DFB79689C658}"/>
              </a:ext>
            </a:extLst>
          </p:cNvPr>
          <p:cNvSpPr>
            <a:spLocks noGrp="1"/>
          </p:cNvSpPr>
          <p:nvPr>
            <p:ph type="sldNum" sz="quarter" idx="12"/>
          </p:nvPr>
        </p:nvSpPr>
        <p:spPr/>
        <p:txBody>
          <a:bodyPr/>
          <a:lstStyle>
            <a:lvl1pPr>
              <a:defRPr/>
            </a:lvl1pPr>
          </a:lstStyle>
          <a:p>
            <a:fld id="{7B005CC5-5609-E04A-8368-C299F2F9F14F}" type="slidenum">
              <a:rPr lang="en-GB" altLang="en-US"/>
              <a:pPr/>
              <a:t>‹#›</a:t>
            </a:fld>
            <a:endParaRPr lang="en-GB" altLang="en-US"/>
          </a:p>
        </p:txBody>
      </p:sp>
    </p:spTree>
    <p:extLst>
      <p:ext uri="{BB962C8B-B14F-4D97-AF65-F5344CB8AC3E}">
        <p14:creationId xmlns:p14="http://schemas.microsoft.com/office/powerpoint/2010/main" val="3558637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BB65-69FB-A9DB-FE3D-321E18F6638E}"/>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696FADB3-BC72-A4E8-EF59-F3144B9F27F1}"/>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58DEB7A-E145-BE03-99FA-01ADE4DD8B3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9F0AF-232B-7159-A5B3-6F83B07D37C2}"/>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12C05EA4-F2BD-80F9-6A2A-BF3883C00E61}"/>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E3CBCB1D-2EEE-FD22-5969-2B0E1C04D8F3}"/>
              </a:ext>
            </a:extLst>
          </p:cNvPr>
          <p:cNvSpPr>
            <a:spLocks noGrp="1"/>
          </p:cNvSpPr>
          <p:nvPr>
            <p:ph type="sldNum" sz="quarter" idx="12"/>
          </p:nvPr>
        </p:nvSpPr>
        <p:spPr/>
        <p:txBody>
          <a:bodyPr/>
          <a:lstStyle>
            <a:lvl1pPr>
              <a:defRPr/>
            </a:lvl1pPr>
          </a:lstStyle>
          <a:p>
            <a:fld id="{C15A64A0-B35D-5940-AB1A-A9D93060C323}" type="slidenum">
              <a:rPr lang="en-GB" altLang="en-US"/>
              <a:pPr/>
              <a:t>‹#›</a:t>
            </a:fld>
            <a:endParaRPr lang="en-GB" altLang="en-US"/>
          </a:p>
        </p:txBody>
      </p:sp>
    </p:spTree>
    <p:extLst>
      <p:ext uri="{BB962C8B-B14F-4D97-AF65-F5344CB8AC3E}">
        <p14:creationId xmlns:p14="http://schemas.microsoft.com/office/powerpoint/2010/main" val="1482275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8435-61C0-B280-E32E-ADE00DC69761}"/>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FCC71353-C842-ED99-93A8-1D126995673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AB2533A-B6F7-1AC0-A3AE-98FBBF55791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90C729-F1CE-6920-3C3A-3BEA33F2275F}"/>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D81178FE-AD5E-E980-3BD8-19B2EE6806EF}"/>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049A552F-740C-C35D-4078-AB829B31F3E2}"/>
              </a:ext>
            </a:extLst>
          </p:cNvPr>
          <p:cNvSpPr>
            <a:spLocks noGrp="1"/>
          </p:cNvSpPr>
          <p:nvPr>
            <p:ph type="sldNum" sz="quarter" idx="12"/>
          </p:nvPr>
        </p:nvSpPr>
        <p:spPr/>
        <p:txBody>
          <a:bodyPr/>
          <a:lstStyle>
            <a:lvl1pPr>
              <a:defRPr/>
            </a:lvl1pPr>
          </a:lstStyle>
          <a:p>
            <a:fld id="{C74BDBDC-17C0-9849-B04C-70D0552F5CB9}" type="slidenum">
              <a:rPr lang="en-GB" altLang="en-US"/>
              <a:pPr/>
              <a:t>‹#›</a:t>
            </a:fld>
            <a:endParaRPr lang="en-GB" altLang="en-US"/>
          </a:p>
        </p:txBody>
      </p:sp>
    </p:spTree>
    <p:extLst>
      <p:ext uri="{BB962C8B-B14F-4D97-AF65-F5344CB8AC3E}">
        <p14:creationId xmlns:p14="http://schemas.microsoft.com/office/powerpoint/2010/main" val="1736845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BEC63-F9AE-CEB1-53B1-3D2A3A2DD76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B815A56-140C-0454-FAE6-2B70BEE248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8A6B244-404C-D434-71FB-C71921DC9291}"/>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9E2372DC-3074-48A2-FED8-D5000C662550}"/>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88B2F405-609A-9AD6-A38E-7A50E54A811C}"/>
              </a:ext>
            </a:extLst>
          </p:cNvPr>
          <p:cNvSpPr>
            <a:spLocks noGrp="1"/>
          </p:cNvSpPr>
          <p:nvPr>
            <p:ph type="sldNum" sz="quarter" idx="12"/>
          </p:nvPr>
        </p:nvSpPr>
        <p:spPr/>
        <p:txBody>
          <a:bodyPr/>
          <a:lstStyle>
            <a:lvl1pPr>
              <a:defRPr/>
            </a:lvl1pPr>
          </a:lstStyle>
          <a:p>
            <a:fld id="{7E21732E-7503-5749-98A2-1E854EE72E31}" type="slidenum">
              <a:rPr lang="en-GB" altLang="en-US"/>
              <a:pPr/>
              <a:t>‹#›</a:t>
            </a:fld>
            <a:endParaRPr lang="en-GB" altLang="en-US"/>
          </a:p>
        </p:txBody>
      </p:sp>
    </p:spTree>
    <p:extLst>
      <p:ext uri="{BB962C8B-B14F-4D97-AF65-F5344CB8AC3E}">
        <p14:creationId xmlns:p14="http://schemas.microsoft.com/office/powerpoint/2010/main" val="1241386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B8A531-F1ED-FB43-9187-85FE53245064}"/>
              </a:ext>
            </a:extLst>
          </p:cNvPr>
          <p:cNvSpPr>
            <a:spLocks noGrp="1"/>
          </p:cNvSpPr>
          <p:nvPr>
            <p:ph type="title" orient="vert"/>
          </p:nvPr>
        </p:nvSpPr>
        <p:spPr>
          <a:xfrm>
            <a:off x="6515100" y="609600"/>
            <a:ext cx="1943100" cy="5486400"/>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998ED12-4D6C-B080-7930-CF2CB5861C0D}"/>
              </a:ext>
            </a:extLst>
          </p:cNvPr>
          <p:cNvSpPr>
            <a:spLocks noGrp="1"/>
          </p:cNvSpPr>
          <p:nvPr>
            <p:ph type="body" orient="vert" idx="1"/>
          </p:nvPr>
        </p:nvSpPr>
        <p:spPr>
          <a:xfrm>
            <a:off x="685800" y="609600"/>
            <a:ext cx="5676900" cy="5486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89746FF-E24F-F423-F507-D7C586D4B0D0}"/>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9AD76AFC-72EF-9ED8-1699-F417372422D6}"/>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59F9DFCC-F9CB-1A0A-C669-E226255B044F}"/>
              </a:ext>
            </a:extLst>
          </p:cNvPr>
          <p:cNvSpPr>
            <a:spLocks noGrp="1"/>
          </p:cNvSpPr>
          <p:nvPr>
            <p:ph type="sldNum" sz="quarter" idx="12"/>
          </p:nvPr>
        </p:nvSpPr>
        <p:spPr/>
        <p:txBody>
          <a:bodyPr/>
          <a:lstStyle>
            <a:lvl1pPr>
              <a:defRPr/>
            </a:lvl1pPr>
          </a:lstStyle>
          <a:p>
            <a:fld id="{96C439F3-5ECD-AB46-A5F7-5535E99B2165}" type="slidenum">
              <a:rPr lang="en-GB" altLang="en-US"/>
              <a:pPr/>
              <a:t>‹#›</a:t>
            </a:fld>
            <a:endParaRPr lang="en-GB" altLang="en-US"/>
          </a:p>
        </p:txBody>
      </p:sp>
    </p:spTree>
    <p:extLst>
      <p:ext uri="{BB962C8B-B14F-4D97-AF65-F5344CB8AC3E}">
        <p14:creationId xmlns:p14="http://schemas.microsoft.com/office/powerpoint/2010/main" val="1108749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9" name="Picture 15">
            <a:extLst>
              <a:ext uri="{FF2B5EF4-FFF2-40B4-BE49-F238E27FC236}">
                <a16:creationId xmlns:a16="http://schemas.microsoft.com/office/drawing/2014/main" id="{3C772A4D-4E08-7699-A2B4-CDB937F1EF2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056688" y="1066800"/>
            <a:ext cx="87312"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6" name="Rectangle 2">
            <a:extLst>
              <a:ext uri="{FF2B5EF4-FFF2-40B4-BE49-F238E27FC236}">
                <a16:creationId xmlns:a16="http://schemas.microsoft.com/office/drawing/2014/main" id="{1D727074-64F6-F849-C0E2-D9F15DEA8F4C}"/>
              </a:ext>
            </a:extLst>
          </p:cNvPr>
          <p:cNvSpPr>
            <a:spLocks noGrp="1" noChangeArrowheads="1"/>
          </p:cNvSpPr>
          <p:nvPr>
            <p:ph type="title"/>
          </p:nvPr>
        </p:nvSpPr>
        <p:spPr bwMode="auto">
          <a:xfrm>
            <a:off x="685800" y="609600"/>
            <a:ext cx="6858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7268F8F0-5613-6E0C-CEE6-97FC27DFF20A}"/>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9818A807-EED7-F9A2-BAF1-6643CC88FDBD}"/>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GB" altLang="en-US"/>
          </a:p>
        </p:txBody>
      </p:sp>
      <p:sp>
        <p:nvSpPr>
          <p:cNvPr id="1029" name="Rectangle 5">
            <a:extLst>
              <a:ext uri="{FF2B5EF4-FFF2-40B4-BE49-F238E27FC236}">
                <a16:creationId xmlns:a16="http://schemas.microsoft.com/office/drawing/2014/main" id="{312D9645-1938-5526-AEC7-68ECB0C424F9}"/>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GB" altLang="en-US"/>
          </a:p>
        </p:txBody>
      </p:sp>
      <p:sp>
        <p:nvSpPr>
          <p:cNvPr id="1030" name="Rectangle 6">
            <a:extLst>
              <a:ext uri="{FF2B5EF4-FFF2-40B4-BE49-F238E27FC236}">
                <a16:creationId xmlns:a16="http://schemas.microsoft.com/office/drawing/2014/main" id="{87FC9ADD-49EE-D8F5-A9D5-7C004DC5F7C4}"/>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D587D299-152A-1C4D-8DA4-A8787FB6FD7B}" type="slidenum">
              <a:rPr lang="en-GB" altLang="en-US"/>
              <a:pPr/>
              <a:t>‹#›</a:t>
            </a:fld>
            <a:endParaRPr lang="en-GB" altLang="en-US"/>
          </a:p>
        </p:txBody>
      </p:sp>
      <p:grpSp>
        <p:nvGrpSpPr>
          <p:cNvPr id="1043" name="Group 19">
            <a:extLst>
              <a:ext uri="{FF2B5EF4-FFF2-40B4-BE49-F238E27FC236}">
                <a16:creationId xmlns:a16="http://schemas.microsoft.com/office/drawing/2014/main" id="{28D2DAD9-3BA9-AC91-9267-0CC9F3463B6F}"/>
              </a:ext>
            </a:extLst>
          </p:cNvPr>
          <p:cNvGrpSpPr>
            <a:grpSpLocks/>
          </p:cNvGrpSpPr>
          <p:nvPr userDrawn="1"/>
        </p:nvGrpSpPr>
        <p:grpSpPr bwMode="auto">
          <a:xfrm>
            <a:off x="0" y="228600"/>
            <a:ext cx="9144000" cy="838200"/>
            <a:chOff x="0" y="192"/>
            <a:chExt cx="5760" cy="528"/>
          </a:xfrm>
        </p:grpSpPr>
        <p:sp>
          <p:nvSpPr>
            <p:cNvPr id="1042" name="Rectangle 18">
              <a:extLst>
                <a:ext uri="{FF2B5EF4-FFF2-40B4-BE49-F238E27FC236}">
                  <a16:creationId xmlns:a16="http://schemas.microsoft.com/office/drawing/2014/main" id="{5AB22880-1FC9-629A-B821-87B254EAF5E2}"/>
                </a:ext>
              </a:extLst>
            </p:cNvPr>
            <p:cNvSpPr>
              <a:spLocks noChangeArrowheads="1"/>
            </p:cNvSpPr>
            <p:nvPr userDrawn="1"/>
          </p:nvSpPr>
          <p:spPr bwMode="auto">
            <a:xfrm>
              <a:off x="5232" y="528"/>
              <a:ext cx="528" cy="192"/>
            </a:xfrm>
            <a:prstGeom prst="rect">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41" name="Line 17">
              <a:extLst>
                <a:ext uri="{FF2B5EF4-FFF2-40B4-BE49-F238E27FC236}">
                  <a16:creationId xmlns:a16="http://schemas.microsoft.com/office/drawing/2014/main" id="{FBA474D6-AB9B-400B-8EC7-F3BFCD0F5207}"/>
                </a:ext>
              </a:extLst>
            </p:cNvPr>
            <p:cNvSpPr>
              <a:spLocks noChangeShapeType="1"/>
            </p:cNvSpPr>
            <p:nvPr userDrawn="1"/>
          </p:nvSpPr>
          <p:spPr bwMode="auto">
            <a:xfrm>
              <a:off x="1872" y="192"/>
              <a:ext cx="2976" cy="0"/>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40" name="Picture 16">
              <a:extLst>
                <a:ext uri="{FF2B5EF4-FFF2-40B4-BE49-F238E27FC236}">
                  <a16:creationId xmlns:a16="http://schemas.microsoft.com/office/drawing/2014/main" id="{ECAC008D-805B-1CAC-B9A8-9A2270ECB5FF}"/>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449" y="192"/>
              <a:ext cx="1063" cy="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a:extLst>
                <a:ext uri="{FF2B5EF4-FFF2-40B4-BE49-F238E27FC236}">
                  <a16:creationId xmlns:a16="http://schemas.microsoft.com/office/drawing/2014/main" id="{17A0E751-49BE-BD4A-F8A9-427CF7233F29}"/>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192"/>
              <a:ext cx="2016"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a:extLst>
                <a:ext uri="{FF2B5EF4-FFF2-40B4-BE49-F238E27FC236}">
                  <a16:creationId xmlns:a16="http://schemas.microsoft.com/office/drawing/2014/main" id="{AD9ADA7E-51B9-204B-5ABA-B30FC456C66C}"/>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752" y="192"/>
              <a:ext cx="1008"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3600" kern="1200">
          <a:solidFill>
            <a:schemeClr val="tx2"/>
          </a:solidFill>
          <a:latin typeface="+mj-lt"/>
          <a:ea typeface="+mj-ea"/>
          <a:cs typeface="+mj-cs"/>
        </a:defRPr>
      </a:lvl1pPr>
      <a:lvl2pPr algn="l" rtl="0" fontAlgn="base">
        <a:spcBef>
          <a:spcPct val="0"/>
        </a:spcBef>
        <a:spcAft>
          <a:spcPct val="0"/>
        </a:spcAft>
        <a:defRPr sz="3600">
          <a:solidFill>
            <a:schemeClr val="tx2"/>
          </a:solidFill>
          <a:latin typeface="Comic Sans MS" panose="030F0902030302020204" pitchFamily="66" charset="0"/>
        </a:defRPr>
      </a:lvl2pPr>
      <a:lvl3pPr algn="l" rtl="0" fontAlgn="base">
        <a:spcBef>
          <a:spcPct val="0"/>
        </a:spcBef>
        <a:spcAft>
          <a:spcPct val="0"/>
        </a:spcAft>
        <a:defRPr sz="3600">
          <a:solidFill>
            <a:schemeClr val="tx2"/>
          </a:solidFill>
          <a:latin typeface="Comic Sans MS" panose="030F0902030302020204" pitchFamily="66" charset="0"/>
        </a:defRPr>
      </a:lvl3pPr>
      <a:lvl4pPr algn="l" rtl="0" fontAlgn="base">
        <a:spcBef>
          <a:spcPct val="0"/>
        </a:spcBef>
        <a:spcAft>
          <a:spcPct val="0"/>
        </a:spcAft>
        <a:defRPr sz="3600">
          <a:solidFill>
            <a:schemeClr val="tx2"/>
          </a:solidFill>
          <a:latin typeface="Comic Sans MS" panose="030F0902030302020204" pitchFamily="66" charset="0"/>
        </a:defRPr>
      </a:lvl4pPr>
      <a:lvl5pPr algn="l" rtl="0" fontAlgn="base">
        <a:spcBef>
          <a:spcPct val="0"/>
        </a:spcBef>
        <a:spcAft>
          <a:spcPct val="0"/>
        </a:spcAft>
        <a:defRPr sz="3600">
          <a:solidFill>
            <a:schemeClr val="tx2"/>
          </a:solidFill>
          <a:latin typeface="Comic Sans MS" panose="030F0902030302020204" pitchFamily="66" charset="0"/>
        </a:defRPr>
      </a:lvl5pPr>
      <a:lvl6pPr marL="457200" algn="l" rtl="0" fontAlgn="base">
        <a:spcBef>
          <a:spcPct val="0"/>
        </a:spcBef>
        <a:spcAft>
          <a:spcPct val="0"/>
        </a:spcAft>
        <a:defRPr sz="3600">
          <a:solidFill>
            <a:schemeClr val="tx2"/>
          </a:solidFill>
          <a:latin typeface="Comic Sans MS" panose="030F0902030302020204" pitchFamily="66" charset="0"/>
        </a:defRPr>
      </a:lvl6pPr>
      <a:lvl7pPr marL="914400" algn="l" rtl="0" fontAlgn="base">
        <a:spcBef>
          <a:spcPct val="0"/>
        </a:spcBef>
        <a:spcAft>
          <a:spcPct val="0"/>
        </a:spcAft>
        <a:defRPr sz="3600">
          <a:solidFill>
            <a:schemeClr val="tx2"/>
          </a:solidFill>
          <a:latin typeface="Comic Sans MS" panose="030F0902030302020204" pitchFamily="66" charset="0"/>
        </a:defRPr>
      </a:lvl7pPr>
      <a:lvl8pPr marL="1371600" algn="l" rtl="0" fontAlgn="base">
        <a:spcBef>
          <a:spcPct val="0"/>
        </a:spcBef>
        <a:spcAft>
          <a:spcPct val="0"/>
        </a:spcAft>
        <a:defRPr sz="3600">
          <a:solidFill>
            <a:schemeClr val="tx2"/>
          </a:solidFill>
          <a:latin typeface="Comic Sans MS" panose="030F0902030302020204" pitchFamily="66" charset="0"/>
        </a:defRPr>
      </a:lvl8pPr>
      <a:lvl9pPr marL="1828800" algn="l" rtl="0" fontAlgn="base">
        <a:spcBef>
          <a:spcPct val="0"/>
        </a:spcBef>
        <a:spcAft>
          <a:spcPct val="0"/>
        </a:spcAft>
        <a:defRPr sz="3600">
          <a:solidFill>
            <a:schemeClr val="tx2"/>
          </a:solidFill>
          <a:latin typeface="Comic Sans MS" panose="030F0902030302020204" pitchFamily="66" charset="0"/>
        </a:defRPr>
      </a:lvl9pPr>
    </p:titleStyle>
    <p:bodyStyle>
      <a:lvl1pPr marL="342900" indent="-342900" algn="l" rtl="0" fontAlgn="base">
        <a:spcBef>
          <a:spcPct val="20000"/>
        </a:spcBef>
        <a:spcAft>
          <a:spcPct val="0"/>
        </a:spcAft>
        <a:buChar char="•"/>
        <a:defRPr sz="2800" kern="1200">
          <a:solidFill>
            <a:schemeClr val="tx1"/>
          </a:solidFill>
          <a:latin typeface="+mn-lt"/>
          <a:ea typeface="+mn-ea"/>
          <a:cs typeface="+mn-cs"/>
        </a:defRPr>
      </a:lvl1pPr>
      <a:lvl2pPr marL="742950" indent="-285750" algn="l" rtl="0" fontAlgn="base">
        <a:spcBef>
          <a:spcPct val="20000"/>
        </a:spcBef>
        <a:spcAft>
          <a:spcPct val="0"/>
        </a:spcAft>
        <a:buChar char="–"/>
        <a:defRPr sz="2400" kern="1200">
          <a:solidFill>
            <a:schemeClr val="tx1"/>
          </a:solidFill>
          <a:latin typeface="+mn-lt"/>
          <a:ea typeface="+mn-ea"/>
          <a:cs typeface="+mn-cs"/>
        </a:defRPr>
      </a:lvl2pPr>
      <a:lvl3pPr marL="1143000" indent="-228600" algn="l" rtl="0" fontAlgn="base">
        <a:spcBef>
          <a:spcPct val="20000"/>
        </a:spcBef>
        <a:spcAft>
          <a:spcPct val="0"/>
        </a:spcAft>
        <a:buChar char="•"/>
        <a:defRPr sz="2000" kern="1200">
          <a:solidFill>
            <a:schemeClr val="tx1"/>
          </a:solidFill>
          <a:latin typeface="+mn-lt"/>
          <a:ea typeface="+mn-ea"/>
          <a:cs typeface="+mn-cs"/>
        </a:defRPr>
      </a:lvl3pPr>
      <a:lvl4pPr marL="1600200" indent="-228600" algn="l" rtl="0" fontAlgn="base">
        <a:spcBef>
          <a:spcPct val="20000"/>
        </a:spcBef>
        <a:spcAft>
          <a:spcPct val="0"/>
        </a:spcAft>
        <a:buChar char="–"/>
        <a:defRPr kern="1200">
          <a:solidFill>
            <a:schemeClr val="tx1"/>
          </a:solidFill>
          <a:latin typeface="+mn-lt"/>
          <a:ea typeface="+mn-ea"/>
          <a:cs typeface="+mn-cs"/>
        </a:defRPr>
      </a:lvl4pPr>
      <a:lvl5pPr marL="2057400" indent="-228600" algn="l" rtl="0" fontAlgn="base">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775CE574-3B07-AE0D-506F-03B7612DDC5C}"/>
              </a:ext>
            </a:extLst>
          </p:cNvPr>
          <p:cNvSpPr>
            <a:spLocks noChangeArrowheads="1"/>
          </p:cNvSpPr>
          <p:nvPr/>
        </p:nvSpPr>
        <p:spPr bwMode="auto">
          <a:xfrm>
            <a:off x="0" y="0"/>
            <a:ext cx="9144000" cy="68580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01379" name="Group 3">
            <a:extLst>
              <a:ext uri="{FF2B5EF4-FFF2-40B4-BE49-F238E27FC236}">
                <a16:creationId xmlns:a16="http://schemas.microsoft.com/office/drawing/2014/main" id="{0DAF1399-98EF-99B4-9453-5D7E989BBB77}"/>
              </a:ext>
            </a:extLst>
          </p:cNvPr>
          <p:cNvGrpSpPr>
            <a:grpSpLocks/>
          </p:cNvGrpSpPr>
          <p:nvPr/>
        </p:nvGrpSpPr>
        <p:grpSpPr bwMode="auto">
          <a:xfrm>
            <a:off x="257175" y="304800"/>
            <a:ext cx="8582025" cy="6243638"/>
            <a:chOff x="155" y="144"/>
            <a:chExt cx="5413" cy="3981"/>
          </a:xfrm>
        </p:grpSpPr>
        <p:sp>
          <p:nvSpPr>
            <p:cNvPr id="101380" name="AutoShape 4">
              <a:extLst>
                <a:ext uri="{FF2B5EF4-FFF2-40B4-BE49-F238E27FC236}">
                  <a16:creationId xmlns:a16="http://schemas.microsoft.com/office/drawing/2014/main" id="{E7FCAFA3-CBF0-4868-8A03-2428754F95B3}"/>
                </a:ext>
              </a:extLst>
            </p:cNvPr>
            <p:cNvSpPr>
              <a:spLocks noChangeArrowheads="1"/>
            </p:cNvSpPr>
            <p:nvPr/>
          </p:nvSpPr>
          <p:spPr bwMode="auto">
            <a:xfrm>
              <a:off x="2544" y="3312"/>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grpSp>
          <p:nvGrpSpPr>
            <p:cNvPr id="101381" name="Group 5">
              <a:extLst>
                <a:ext uri="{FF2B5EF4-FFF2-40B4-BE49-F238E27FC236}">
                  <a16:creationId xmlns:a16="http://schemas.microsoft.com/office/drawing/2014/main" id="{1F68B4F8-A5C8-2DEB-CC09-55149283C069}"/>
                </a:ext>
              </a:extLst>
            </p:cNvPr>
            <p:cNvGrpSpPr>
              <a:grpSpLocks/>
            </p:cNvGrpSpPr>
            <p:nvPr/>
          </p:nvGrpSpPr>
          <p:grpSpPr bwMode="auto">
            <a:xfrm>
              <a:off x="240" y="480"/>
              <a:ext cx="3216" cy="2640"/>
              <a:chOff x="240" y="480"/>
              <a:chExt cx="3216" cy="2640"/>
            </a:xfrm>
          </p:grpSpPr>
          <p:sp>
            <p:nvSpPr>
              <p:cNvPr id="101382" name="AutoShape 6">
                <a:extLst>
                  <a:ext uri="{FF2B5EF4-FFF2-40B4-BE49-F238E27FC236}">
                    <a16:creationId xmlns:a16="http://schemas.microsoft.com/office/drawing/2014/main" id="{DDEB0D92-2057-CFE3-D8FE-70AB1F0A3657}"/>
                  </a:ext>
                </a:extLst>
              </p:cNvPr>
              <p:cNvSpPr>
                <a:spLocks noChangeArrowheads="1"/>
              </p:cNvSpPr>
              <p:nvPr/>
            </p:nvSpPr>
            <p:spPr bwMode="auto">
              <a:xfrm>
                <a:off x="2544" y="1392"/>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sp>
            <p:nvSpPr>
              <p:cNvPr id="101383" name="AutoShape 7">
                <a:extLst>
                  <a:ext uri="{FF2B5EF4-FFF2-40B4-BE49-F238E27FC236}">
                    <a16:creationId xmlns:a16="http://schemas.microsoft.com/office/drawing/2014/main" id="{6919BD8B-7711-5FBB-8581-BA3436F2E58F}"/>
                  </a:ext>
                </a:extLst>
              </p:cNvPr>
              <p:cNvSpPr>
                <a:spLocks noChangeArrowheads="1"/>
              </p:cNvSpPr>
              <p:nvPr/>
            </p:nvSpPr>
            <p:spPr bwMode="auto">
              <a:xfrm>
                <a:off x="2544" y="480"/>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sp>
            <p:nvSpPr>
              <p:cNvPr id="101384" name="AutoShape 8">
                <a:extLst>
                  <a:ext uri="{FF2B5EF4-FFF2-40B4-BE49-F238E27FC236}">
                    <a16:creationId xmlns:a16="http://schemas.microsoft.com/office/drawing/2014/main" id="{766CF9A4-975E-27A4-FBE5-DBFE1C1BD8B1}"/>
                  </a:ext>
                </a:extLst>
              </p:cNvPr>
              <p:cNvSpPr>
                <a:spLocks noChangeArrowheads="1"/>
              </p:cNvSpPr>
              <p:nvPr/>
            </p:nvSpPr>
            <p:spPr bwMode="auto">
              <a:xfrm>
                <a:off x="1392" y="1392"/>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sp>
            <p:nvSpPr>
              <p:cNvPr id="101385" name="AutoShape 9">
                <a:extLst>
                  <a:ext uri="{FF2B5EF4-FFF2-40B4-BE49-F238E27FC236}">
                    <a16:creationId xmlns:a16="http://schemas.microsoft.com/office/drawing/2014/main" id="{AC7AE36F-A407-7DA9-56C9-2F357174D876}"/>
                  </a:ext>
                </a:extLst>
              </p:cNvPr>
              <p:cNvSpPr>
                <a:spLocks noChangeArrowheads="1"/>
              </p:cNvSpPr>
              <p:nvPr/>
            </p:nvSpPr>
            <p:spPr bwMode="auto">
              <a:xfrm>
                <a:off x="1392" y="480"/>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sp>
            <p:nvSpPr>
              <p:cNvPr id="101386" name="AutoShape 10">
                <a:extLst>
                  <a:ext uri="{FF2B5EF4-FFF2-40B4-BE49-F238E27FC236}">
                    <a16:creationId xmlns:a16="http://schemas.microsoft.com/office/drawing/2014/main" id="{6AB56C80-548E-777E-7751-FFA9D52552BF}"/>
                  </a:ext>
                </a:extLst>
              </p:cNvPr>
              <p:cNvSpPr>
                <a:spLocks noChangeArrowheads="1"/>
              </p:cNvSpPr>
              <p:nvPr/>
            </p:nvSpPr>
            <p:spPr bwMode="auto">
              <a:xfrm>
                <a:off x="240" y="1392"/>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sp>
            <p:nvSpPr>
              <p:cNvPr id="101387" name="AutoShape 11">
                <a:extLst>
                  <a:ext uri="{FF2B5EF4-FFF2-40B4-BE49-F238E27FC236}">
                    <a16:creationId xmlns:a16="http://schemas.microsoft.com/office/drawing/2014/main" id="{E496C53A-F054-938E-89DF-CBEFBF79AB67}"/>
                  </a:ext>
                </a:extLst>
              </p:cNvPr>
              <p:cNvSpPr>
                <a:spLocks noChangeArrowheads="1"/>
              </p:cNvSpPr>
              <p:nvPr/>
            </p:nvSpPr>
            <p:spPr bwMode="auto">
              <a:xfrm>
                <a:off x="240" y="480"/>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sp>
            <p:nvSpPr>
              <p:cNvPr id="101388" name="AutoShape 12">
                <a:extLst>
                  <a:ext uri="{FF2B5EF4-FFF2-40B4-BE49-F238E27FC236}">
                    <a16:creationId xmlns:a16="http://schemas.microsoft.com/office/drawing/2014/main" id="{7E2E24CF-3EBB-6272-CB39-20359BEB83A7}"/>
                  </a:ext>
                </a:extLst>
              </p:cNvPr>
              <p:cNvSpPr>
                <a:spLocks noChangeArrowheads="1"/>
              </p:cNvSpPr>
              <p:nvPr/>
            </p:nvSpPr>
            <p:spPr bwMode="auto">
              <a:xfrm>
                <a:off x="2544" y="2352"/>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sp>
            <p:nvSpPr>
              <p:cNvPr id="101389" name="AutoShape 13">
                <a:extLst>
                  <a:ext uri="{FF2B5EF4-FFF2-40B4-BE49-F238E27FC236}">
                    <a16:creationId xmlns:a16="http://schemas.microsoft.com/office/drawing/2014/main" id="{A9F5E6DC-1D68-F3D4-0E91-0AF3E301B3A8}"/>
                  </a:ext>
                </a:extLst>
              </p:cNvPr>
              <p:cNvSpPr>
                <a:spLocks noChangeArrowheads="1"/>
              </p:cNvSpPr>
              <p:nvPr/>
            </p:nvSpPr>
            <p:spPr bwMode="auto">
              <a:xfrm>
                <a:off x="1392" y="2352"/>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grpSp>
        <p:grpSp>
          <p:nvGrpSpPr>
            <p:cNvPr id="101390" name="Group 14">
              <a:extLst>
                <a:ext uri="{FF2B5EF4-FFF2-40B4-BE49-F238E27FC236}">
                  <a16:creationId xmlns:a16="http://schemas.microsoft.com/office/drawing/2014/main" id="{0AACB074-79D4-727C-336E-ECD9516F428D}"/>
                </a:ext>
              </a:extLst>
            </p:cNvPr>
            <p:cNvGrpSpPr>
              <a:grpSpLocks/>
            </p:cNvGrpSpPr>
            <p:nvPr/>
          </p:nvGrpSpPr>
          <p:grpSpPr bwMode="auto">
            <a:xfrm>
              <a:off x="288" y="3312"/>
              <a:ext cx="960" cy="768"/>
              <a:chOff x="288" y="3216"/>
              <a:chExt cx="960" cy="768"/>
            </a:xfrm>
          </p:grpSpPr>
          <p:sp>
            <p:nvSpPr>
              <p:cNvPr id="101391" name="AutoShape 15">
                <a:extLst>
                  <a:ext uri="{FF2B5EF4-FFF2-40B4-BE49-F238E27FC236}">
                    <a16:creationId xmlns:a16="http://schemas.microsoft.com/office/drawing/2014/main" id="{3F5A7D89-A94D-E023-6F34-056563BEA7F0}"/>
                  </a:ext>
                </a:extLst>
              </p:cNvPr>
              <p:cNvSpPr>
                <a:spLocks noChangeArrowheads="1"/>
              </p:cNvSpPr>
              <p:nvPr/>
            </p:nvSpPr>
            <p:spPr bwMode="auto">
              <a:xfrm>
                <a:off x="288" y="3216"/>
                <a:ext cx="912" cy="768"/>
              </a:xfrm>
              <a:prstGeom prst="bevel">
                <a:avLst>
                  <a:gd name="adj" fmla="val 3819"/>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sp>
            <p:nvSpPr>
              <p:cNvPr id="101392" name="Text Box 16">
                <a:extLst>
                  <a:ext uri="{FF2B5EF4-FFF2-40B4-BE49-F238E27FC236}">
                    <a16:creationId xmlns:a16="http://schemas.microsoft.com/office/drawing/2014/main" id="{9E3DC65C-845D-432E-C3DD-4FC0A4AC392D}"/>
                  </a:ext>
                </a:extLst>
              </p:cNvPr>
              <p:cNvSpPr txBox="1">
                <a:spLocks noChangeArrowheads="1"/>
              </p:cNvSpPr>
              <p:nvPr/>
            </p:nvSpPr>
            <p:spPr bwMode="auto">
              <a:xfrm>
                <a:off x="347" y="3284"/>
                <a:ext cx="901" cy="1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800" b="1">
                    <a:latin typeface="Arial" panose="020B0604020202020204" pitchFamily="34" charset="0"/>
                  </a:rPr>
                  <a:t>Manual Override</a:t>
                </a:r>
              </a:p>
            </p:txBody>
          </p:sp>
          <p:sp>
            <p:nvSpPr>
              <p:cNvPr id="101393" name="Text Box 17">
                <a:extLst>
                  <a:ext uri="{FF2B5EF4-FFF2-40B4-BE49-F238E27FC236}">
                    <a16:creationId xmlns:a16="http://schemas.microsoft.com/office/drawing/2014/main" id="{17D2DEAD-52FE-6240-AF41-18FB7795463D}"/>
                  </a:ext>
                </a:extLst>
              </p:cNvPr>
              <p:cNvSpPr txBox="1">
                <a:spLocks noChangeArrowheads="1"/>
              </p:cNvSpPr>
              <p:nvPr/>
            </p:nvSpPr>
            <p:spPr bwMode="auto">
              <a:xfrm>
                <a:off x="347" y="3515"/>
                <a:ext cx="313" cy="136"/>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800" b="1">
                    <a:latin typeface="Arial" panose="020B0604020202020204" pitchFamily="34" charset="0"/>
                  </a:rPr>
                  <a:t>Target</a:t>
                </a:r>
              </a:p>
            </p:txBody>
          </p:sp>
          <p:sp>
            <p:nvSpPr>
              <p:cNvPr id="101394" name="Text Box 18">
                <a:extLst>
                  <a:ext uri="{FF2B5EF4-FFF2-40B4-BE49-F238E27FC236}">
                    <a16:creationId xmlns:a16="http://schemas.microsoft.com/office/drawing/2014/main" id="{3118E6DB-F2C8-6C8C-0164-B02F49C0060A}"/>
                  </a:ext>
                </a:extLst>
              </p:cNvPr>
              <p:cNvSpPr txBox="1">
                <a:spLocks noChangeArrowheads="1"/>
              </p:cNvSpPr>
              <p:nvPr/>
            </p:nvSpPr>
            <p:spPr bwMode="auto">
              <a:xfrm>
                <a:off x="788" y="3453"/>
                <a:ext cx="325" cy="14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GB" altLang="en-US" sz="800" b="1">
                    <a:latin typeface="Courier" panose="02070309020205020404" pitchFamily="49" charset="0"/>
                  </a:rPr>
                  <a:t>6000</a:t>
                </a:r>
              </a:p>
            </p:txBody>
          </p:sp>
          <p:sp>
            <p:nvSpPr>
              <p:cNvPr id="101395" name="Text Box 19">
                <a:extLst>
                  <a:ext uri="{FF2B5EF4-FFF2-40B4-BE49-F238E27FC236}">
                    <a16:creationId xmlns:a16="http://schemas.microsoft.com/office/drawing/2014/main" id="{64316BC2-2DBD-6F05-449F-2C3A9E5EA275}"/>
                  </a:ext>
                </a:extLst>
              </p:cNvPr>
              <p:cNvSpPr txBox="1">
                <a:spLocks noChangeArrowheads="1"/>
              </p:cNvSpPr>
              <p:nvPr/>
            </p:nvSpPr>
            <p:spPr bwMode="auto">
              <a:xfrm>
                <a:off x="322" y="3642"/>
                <a:ext cx="116" cy="137"/>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800" b="1">
                  <a:latin typeface="Arial" panose="020B0604020202020204" pitchFamily="34" charset="0"/>
                </a:endParaRPr>
              </a:p>
            </p:txBody>
          </p:sp>
          <p:sp>
            <p:nvSpPr>
              <p:cNvPr id="101396" name="Text Box 20">
                <a:extLst>
                  <a:ext uri="{FF2B5EF4-FFF2-40B4-BE49-F238E27FC236}">
                    <a16:creationId xmlns:a16="http://schemas.microsoft.com/office/drawing/2014/main" id="{0786E5DB-FFC1-E38A-4213-242FE7097C62}"/>
                  </a:ext>
                </a:extLst>
              </p:cNvPr>
              <p:cNvSpPr txBox="1">
                <a:spLocks noChangeArrowheads="1"/>
              </p:cNvSpPr>
              <p:nvPr/>
            </p:nvSpPr>
            <p:spPr bwMode="auto">
              <a:xfrm>
                <a:off x="347" y="3686"/>
                <a:ext cx="407" cy="132"/>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700" b="1">
                    <a:latin typeface="Arial" panose="020B0604020202020204" pitchFamily="34" charset="0"/>
                  </a:rPr>
                  <a:t>Pressure</a:t>
                </a:r>
              </a:p>
            </p:txBody>
          </p:sp>
          <p:sp>
            <p:nvSpPr>
              <p:cNvPr id="101397" name="AutoShape 21">
                <a:extLst>
                  <a:ext uri="{FF2B5EF4-FFF2-40B4-BE49-F238E27FC236}">
                    <a16:creationId xmlns:a16="http://schemas.microsoft.com/office/drawing/2014/main" id="{7D2188AD-A1E3-B5DE-44A8-67D3EE34799E}"/>
                  </a:ext>
                </a:extLst>
              </p:cNvPr>
              <p:cNvSpPr>
                <a:spLocks noChangeArrowheads="1"/>
              </p:cNvSpPr>
              <p:nvPr/>
            </p:nvSpPr>
            <p:spPr bwMode="auto">
              <a:xfrm>
                <a:off x="847" y="3659"/>
                <a:ext cx="265" cy="148"/>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SET</a:t>
                </a:r>
              </a:p>
            </p:txBody>
          </p:sp>
          <p:sp>
            <p:nvSpPr>
              <p:cNvPr id="101398" name="AutoShape 22">
                <a:extLst>
                  <a:ext uri="{FF2B5EF4-FFF2-40B4-BE49-F238E27FC236}">
                    <a16:creationId xmlns:a16="http://schemas.microsoft.com/office/drawing/2014/main" id="{BF0A67DB-5556-AF34-69A1-19496B5340F1}"/>
                  </a:ext>
                </a:extLst>
              </p:cNvPr>
              <p:cNvSpPr>
                <a:spLocks noChangeArrowheads="1"/>
              </p:cNvSpPr>
              <p:nvPr/>
            </p:nvSpPr>
            <p:spPr bwMode="auto">
              <a:xfrm>
                <a:off x="700" y="3689"/>
                <a:ext cx="88" cy="88"/>
              </a:xfrm>
              <a:prstGeom prst="flowChartMerge">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01399" name="Group 23">
              <a:extLst>
                <a:ext uri="{FF2B5EF4-FFF2-40B4-BE49-F238E27FC236}">
                  <a16:creationId xmlns:a16="http://schemas.microsoft.com/office/drawing/2014/main" id="{5E39F822-E313-0248-212B-79278F8F96AF}"/>
                </a:ext>
              </a:extLst>
            </p:cNvPr>
            <p:cNvGrpSpPr>
              <a:grpSpLocks noChangeAspect="1"/>
            </p:cNvGrpSpPr>
            <p:nvPr/>
          </p:nvGrpSpPr>
          <p:grpSpPr bwMode="auto">
            <a:xfrm>
              <a:off x="4675" y="480"/>
              <a:ext cx="893" cy="749"/>
              <a:chOff x="2400" y="816"/>
              <a:chExt cx="1488" cy="1248"/>
            </a:xfrm>
          </p:grpSpPr>
          <p:sp>
            <p:nvSpPr>
              <p:cNvPr id="101400" name="AutoShape 24">
                <a:extLst>
                  <a:ext uri="{FF2B5EF4-FFF2-40B4-BE49-F238E27FC236}">
                    <a16:creationId xmlns:a16="http://schemas.microsoft.com/office/drawing/2014/main" id="{C0123B3D-FE7C-3EC5-FB2B-F126B8C16AA1}"/>
                  </a:ext>
                </a:extLst>
              </p:cNvPr>
              <p:cNvSpPr>
                <a:spLocks noChangeAspect="1" noChangeArrowheads="1"/>
              </p:cNvSpPr>
              <p:nvPr/>
            </p:nvSpPr>
            <p:spPr bwMode="auto">
              <a:xfrm>
                <a:off x="2400" y="816"/>
                <a:ext cx="1488" cy="1248"/>
              </a:xfrm>
              <a:prstGeom prst="bevel">
                <a:avLst>
                  <a:gd name="adj" fmla="val 3819"/>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grpSp>
            <p:nvGrpSpPr>
              <p:cNvPr id="101401" name="Group 25">
                <a:extLst>
                  <a:ext uri="{FF2B5EF4-FFF2-40B4-BE49-F238E27FC236}">
                    <a16:creationId xmlns:a16="http://schemas.microsoft.com/office/drawing/2014/main" id="{52EC83B8-8A83-E047-633F-E6938C88B3B6}"/>
                  </a:ext>
                </a:extLst>
              </p:cNvPr>
              <p:cNvGrpSpPr>
                <a:grpSpLocks noChangeAspect="1"/>
              </p:cNvGrpSpPr>
              <p:nvPr/>
            </p:nvGrpSpPr>
            <p:grpSpPr bwMode="auto">
              <a:xfrm>
                <a:off x="2784" y="1200"/>
                <a:ext cx="288" cy="624"/>
                <a:chOff x="2688" y="1440"/>
                <a:chExt cx="288" cy="624"/>
              </a:xfrm>
            </p:grpSpPr>
            <p:sp>
              <p:nvSpPr>
                <p:cNvPr id="101402" name="AutoShape 26">
                  <a:extLst>
                    <a:ext uri="{FF2B5EF4-FFF2-40B4-BE49-F238E27FC236}">
                      <a16:creationId xmlns:a16="http://schemas.microsoft.com/office/drawing/2014/main" id="{E9E4B94B-C591-BAA4-B5B6-4FDA874DD40A}"/>
                    </a:ext>
                  </a:extLst>
                </p:cNvPr>
                <p:cNvSpPr>
                  <a:spLocks noChangeAspect="1" noChangeArrowheads="1"/>
                </p:cNvSpPr>
                <p:nvPr/>
              </p:nvSpPr>
              <p:spPr bwMode="auto">
                <a:xfrm>
                  <a:off x="2688" y="1440"/>
                  <a:ext cx="288"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b="1"/>
                    <a:t>+</a:t>
                  </a:r>
                  <a:endParaRPr lang="en-GB" altLang="en-US" sz="2800" b="1"/>
                </a:p>
              </p:txBody>
            </p:sp>
            <p:sp>
              <p:nvSpPr>
                <p:cNvPr id="101403" name="AutoShape 27">
                  <a:extLst>
                    <a:ext uri="{FF2B5EF4-FFF2-40B4-BE49-F238E27FC236}">
                      <a16:creationId xmlns:a16="http://schemas.microsoft.com/office/drawing/2014/main" id="{12F6B868-F47A-7FB4-4E60-E5F7B931B5D7}"/>
                    </a:ext>
                  </a:extLst>
                </p:cNvPr>
                <p:cNvSpPr>
                  <a:spLocks noChangeAspect="1" noChangeArrowheads="1"/>
                </p:cNvSpPr>
                <p:nvPr/>
              </p:nvSpPr>
              <p:spPr bwMode="auto">
                <a:xfrm>
                  <a:off x="2688" y="1824"/>
                  <a:ext cx="288"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b="1"/>
                    <a:t>–</a:t>
                  </a:r>
                  <a:endParaRPr lang="en-GB" altLang="en-US" sz="2800" b="1"/>
                </a:p>
              </p:txBody>
            </p:sp>
          </p:grpSp>
          <p:grpSp>
            <p:nvGrpSpPr>
              <p:cNvPr id="101404" name="Group 28">
                <a:extLst>
                  <a:ext uri="{FF2B5EF4-FFF2-40B4-BE49-F238E27FC236}">
                    <a16:creationId xmlns:a16="http://schemas.microsoft.com/office/drawing/2014/main" id="{503D9CEF-885A-3093-F0C4-06D9BBEF3377}"/>
                  </a:ext>
                </a:extLst>
              </p:cNvPr>
              <p:cNvGrpSpPr>
                <a:grpSpLocks noChangeAspect="1"/>
              </p:cNvGrpSpPr>
              <p:nvPr/>
            </p:nvGrpSpPr>
            <p:grpSpPr bwMode="auto">
              <a:xfrm>
                <a:off x="3408" y="1008"/>
                <a:ext cx="240" cy="240"/>
                <a:chOff x="3408" y="1008"/>
                <a:chExt cx="240" cy="240"/>
              </a:xfrm>
            </p:grpSpPr>
            <p:sp>
              <p:nvSpPr>
                <p:cNvPr id="101405" name="AutoShape 29">
                  <a:extLst>
                    <a:ext uri="{FF2B5EF4-FFF2-40B4-BE49-F238E27FC236}">
                      <a16:creationId xmlns:a16="http://schemas.microsoft.com/office/drawing/2014/main" id="{57AF6631-6349-89E2-CACE-94ABDAEC6CFC}"/>
                    </a:ext>
                  </a:extLst>
                </p:cNvPr>
                <p:cNvSpPr>
                  <a:spLocks noChangeAspect="1" noChangeArrowheads="1"/>
                </p:cNvSpPr>
                <p:nvPr/>
              </p:nvSpPr>
              <p:spPr bwMode="auto">
                <a:xfrm>
                  <a:off x="3408" y="1008"/>
                  <a:ext cx="240" cy="240"/>
                </a:xfrm>
                <a:prstGeom prst="octagon">
                  <a:avLst>
                    <a:gd name="adj" fmla="val 29287"/>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1406" name="Oval 30">
                  <a:extLst>
                    <a:ext uri="{FF2B5EF4-FFF2-40B4-BE49-F238E27FC236}">
                      <a16:creationId xmlns:a16="http://schemas.microsoft.com/office/drawing/2014/main" id="{4A9082FC-98C3-80AF-C725-CCAF54E3140F}"/>
                    </a:ext>
                  </a:extLst>
                </p:cNvPr>
                <p:cNvSpPr>
                  <a:spLocks noChangeAspect="1" noChangeArrowheads="1"/>
                </p:cNvSpPr>
                <p:nvPr/>
              </p:nvSpPr>
              <p:spPr bwMode="auto">
                <a:xfrm>
                  <a:off x="3432" y="1032"/>
                  <a:ext cx="192" cy="19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01407" name="Group 31">
                <a:extLst>
                  <a:ext uri="{FF2B5EF4-FFF2-40B4-BE49-F238E27FC236}">
                    <a16:creationId xmlns:a16="http://schemas.microsoft.com/office/drawing/2014/main" id="{AFD87BF3-6FC0-877C-1081-35B7942931EF}"/>
                  </a:ext>
                </a:extLst>
              </p:cNvPr>
              <p:cNvGrpSpPr>
                <a:grpSpLocks noChangeAspect="1"/>
              </p:cNvGrpSpPr>
              <p:nvPr/>
            </p:nvGrpSpPr>
            <p:grpSpPr bwMode="auto">
              <a:xfrm>
                <a:off x="3408" y="1344"/>
                <a:ext cx="240" cy="240"/>
                <a:chOff x="3408" y="1344"/>
                <a:chExt cx="240" cy="240"/>
              </a:xfrm>
            </p:grpSpPr>
            <p:sp>
              <p:nvSpPr>
                <p:cNvPr id="101408" name="AutoShape 32">
                  <a:extLst>
                    <a:ext uri="{FF2B5EF4-FFF2-40B4-BE49-F238E27FC236}">
                      <a16:creationId xmlns:a16="http://schemas.microsoft.com/office/drawing/2014/main" id="{C9320639-6622-D4D6-39A7-EA25E4595CCC}"/>
                    </a:ext>
                  </a:extLst>
                </p:cNvPr>
                <p:cNvSpPr>
                  <a:spLocks noChangeAspect="1" noChangeArrowheads="1"/>
                </p:cNvSpPr>
                <p:nvPr/>
              </p:nvSpPr>
              <p:spPr bwMode="auto">
                <a:xfrm>
                  <a:off x="3408" y="1344"/>
                  <a:ext cx="240" cy="240"/>
                </a:xfrm>
                <a:prstGeom prst="octagon">
                  <a:avLst>
                    <a:gd name="adj" fmla="val 29287"/>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1409" name="Oval 33">
                  <a:extLst>
                    <a:ext uri="{FF2B5EF4-FFF2-40B4-BE49-F238E27FC236}">
                      <a16:creationId xmlns:a16="http://schemas.microsoft.com/office/drawing/2014/main" id="{4927C804-8B82-0BFB-14B5-8CED2FB85AA3}"/>
                    </a:ext>
                  </a:extLst>
                </p:cNvPr>
                <p:cNvSpPr>
                  <a:spLocks noChangeAspect="1" noChangeArrowheads="1"/>
                </p:cNvSpPr>
                <p:nvPr/>
              </p:nvSpPr>
              <p:spPr bwMode="auto">
                <a:xfrm>
                  <a:off x="3432" y="136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01410" name="Group 34">
                <a:extLst>
                  <a:ext uri="{FF2B5EF4-FFF2-40B4-BE49-F238E27FC236}">
                    <a16:creationId xmlns:a16="http://schemas.microsoft.com/office/drawing/2014/main" id="{9F68CFF7-B90D-CEB3-8894-85A90EF923A8}"/>
                  </a:ext>
                </a:extLst>
              </p:cNvPr>
              <p:cNvGrpSpPr>
                <a:grpSpLocks noChangeAspect="1"/>
              </p:cNvGrpSpPr>
              <p:nvPr/>
            </p:nvGrpSpPr>
            <p:grpSpPr bwMode="auto">
              <a:xfrm>
                <a:off x="3408" y="1680"/>
                <a:ext cx="240" cy="240"/>
                <a:chOff x="3408" y="1680"/>
                <a:chExt cx="240" cy="240"/>
              </a:xfrm>
            </p:grpSpPr>
            <p:sp>
              <p:nvSpPr>
                <p:cNvPr id="101411" name="AutoShape 35">
                  <a:extLst>
                    <a:ext uri="{FF2B5EF4-FFF2-40B4-BE49-F238E27FC236}">
                      <a16:creationId xmlns:a16="http://schemas.microsoft.com/office/drawing/2014/main" id="{08E74511-85D0-1C6A-C556-253CB913024A}"/>
                    </a:ext>
                  </a:extLst>
                </p:cNvPr>
                <p:cNvSpPr>
                  <a:spLocks noChangeAspect="1" noChangeArrowheads="1"/>
                </p:cNvSpPr>
                <p:nvPr/>
              </p:nvSpPr>
              <p:spPr bwMode="auto">
                <a:xfrm>
                  <a:off x="3408" y="1680"/>
                  <a:ext cx="240" cy="240"/>
                </a:xfrm>
                <a:prstGeom prst="octagon">
                  <a:avLst>
                    <a:gd name="adj" fmla="val 29287"/>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1412" name="Oval 36">
                  <a:extLst>
                    <a:ext uri="{FF2B5EF4-FFF2-40B4-BE49-F238E27FC236}">
                      <a16:creationId xmlns:a16="http://schemas.microsoft.com/office/drawing/2014/main" id="{AB74A6DD-C9E3-51FD-E729-CE8B5CC68DD1}"/>
                    </a:ext>
                  </a:extLst>
                </p:cNvPr>
                <p:cNvSpPr>
                  <a:spLocks noChangeAspect="1" noChangeArrowheads="1"/>
                </p:cNvSpPr>
                <p:nvPr/>
              </p:nvSpPr>
              <p:spPr bwMode="auto">
                <a:xfrm>
                  <a:off x="3432" y="1704"/>
                  <a:ext cx="192" cy="19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01413" name="Text Box 37">
                <a:extLst>
                  <a:ext uri="{FF2B5EF4-FFF2-40B4-BE49-F238E27FC236}">
                    <a16:creationId xmlns:a16="http://schemas.microsoft.com/office/drawing/2014/main" id="{326730A4-256F-A037-8393-192D55F0E2DE}"/>
                  </a:ext>
                </a:extLst>
              </p:cNvPr>
              <p:cNvSpPr txBox="1">
                <a:spLocks noChangeAspect="1" noChangeArrowheads="1"/>
              </p:cNvSpPr>
              <p:nvPr/>
            </p:nvSpPr>
            <p:spPr bwMode="auto">
              <a:xfrm>
                <a:off x="2498" y="991"/>
                <a:ext cx="907" cy="228"/>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800" b="1">
                    <a:latin typeface="Arial" panose="020B0604020202020204" pitchFamily="34" charset="0"/>
                  </a:rPr>
                  <a:t>Alarm Control</a:t>
                </a:r>
                <a:endParaRPr lang="en-GB" altLang="en-US" sz="1400" b="1">
                  <a:latin typeface="Arial" panose="020B0604020202020204" pitchFamily="34" charset="0"/>
                </a:endParaRPr>
              </a:p>
            </p:txBody>
          </p:sp>
        </p:grpSp>
        <p:grpSp>
          <p:nvGrpSpPr>
            <p:cNvPr id="101414" name="Group 38">
              <a:extLst>
                <a:ext uri="{FF2B5EF4-FFF2-40B4-BE49-F238E27FC236}">
                  <a16:creationId xmlns:a16="http://schemas.microsoft.com/office/drawing/2014/main" id="{84E36208-5863-A1E0-4D0E-293C9683D5CB}"/>
                </a:ext>
              </a:extLst>
            </p:cNvPr>
            <p:cNvGrpSpPr>
              <a:grpSpLocks/>
            </p:cNvGrpSpPr>
            <p:nvPr/>
          </p:nvGrpSpPr>
          <p:grpSpPr bwMode="auto">
            <a:xfrm>
              <a:off x="288" y="2352"/>
              <a:ext cx="912" cy="765"/>
              <a:chOff x="1728" y="240"/>
              <a:chExt cx="1488" cy="1248"/>
            </a:xfrm>
          </p:grpSpPr>
          <p:sp>
            <p:nvSpPr>
              <p:cNvPr id="101415" name="AutoShape 39">
                <a:extLst>
                  <a:ext uri="{FF2B5EF4-FFF2-40B4-BE49-F238E27FC236}">
                    <a16:creationId xmlns:a16="http://schemas.microsoft.com/office/drawing/2014/main" id="{324444D5-2598-B7F1-98F9-5D06EF742DAB}"/>
                  </a:ext>
                </a:extLst>
              </p:cNvPr>
              <p:cNvSpPr>
                <a:spLocks noChangeArrowheads="1"/>
              </p:cNvSpPr>
              <p:nvPr/>
            </p:nvSpPr>
            <p:spPr bwMode="auto">
              <a:xfrm>
                <a:off x="1728" y="240"/>
                <a:ext cx="1488" cy="1248"/>
              </a:xfrm>
              <a:prstGeom prst="bevel">
                <a:avLst>
                  <a:gd name="adj" fmla="val 3819"/>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a:p>
            </p:txBody>
          </p:sp>
          <p:sp>
            <p:nvSpPr>
              <p:cNvPr id="101416" name="Text Box 40">
                <a:extLst>
                  <a:ext uri="{FF2B5EF4-FFF2-40B4-BE49-F238E27FC236}">
                    <a16:creationId xmlns:a16="http://schemas.microsoft.com/office/drawing/2014/main" id="{A1655B6E-851D-9C5E-5F14-3AE5E727A966}"/>
                  </a:ext>
                </a:extLst>
              </p:cNvPr>
              <p:cNvSpPr txBox="1">
                <a:spLocks noChangeArrowheads="1"/>
              </p:cNvSpPr>
              <p:nvPr/>
            </p:nvSpPr>
            <p:spPr bwMode="auto">
              <a:xfrm>
                <a:off x="1823" y="410"/>
                <a:ext cx="988" cy="223"/>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800" b="1">
                    <a:latin typeface="Arial" panose="020B0604020202020204" pitchFamily="34" charset="0"/>
                  </a:rPr>
                  <a:t>Reactor Targets</a:t>
                </a:r>
              </a:p>
            </p:txBody>
          </p:sp>
          <p:sp>
            <p:nvSpPr>
              <p:cNvPr id="101417" name="Text Box 41">
                <a:extLst>
                  <a:ext uri="{FF2B5EF4-FFF2-40B4-BE49-F238E27FC236}">
                    <a16:creationId xmlns:a16="http://schemas.microsoft.com/office/drawing/2014/main" id="{FC8DA1B2-29C7-B452-A78E-F0E5E0CAD09B}"/>
                  </a:ext>
                </a:extLst>
              </p:cNvPr>
              <p:cNvSpPr txBox="1">
                <a:spLocks noChangeArrowheads="1"/>
              </p:cNvSpPr>
              <p:nvPr/>
            </p:nvSpPr>
            <p:spPr bwMode="auto">
              <a:xfrm>
                <a:off x="1823" y="697"/>
                <a:ext cx="641" cy="223"/>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800" b="1">
                    <a:latin typeface="Arial" panose="020B0604020202020204" pitchFamily="34" charset="0"/>
                  </a:rPr>
                  <a:t>Pressure</a:t>
                </a:r>
              </a:p>
            </p:txBody>
          </p:sp>
          <p:sp>
            <p:nvSpPr>
              <p:cNvPr id="101418" name="Text Box 42">
                <a:extLst>
                  <a:ext uri="{FF2B5EF4-FFF2-40B4-BE49-F238E27FC236}">
                    <a16:creationId xmlns:a16="http://schemas.microsoft.com/office/drawing/2014/main" id="{5928AA7B-4A74-3441-6BF1-B94D03E1524E}"/>
                  </a:ext>
                </a:extLst>
              </p:cNvPr>
              <p:cNvSpPr txBox="1">
                <a:spLocks noChangeArrowheads="1"/>
              </p:cNvSpPr>
              <p:nvPr/>
            </p:nvSpPr>
            <p:spPr bwMode="auto">
              <a:xfrm>
                <a:off x="2545" y="620"/>
                <a:ext cx="526" cy="233"/>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GB" altLang="en-US" sz="800" b="1">
                    <a:latin typeface="Courier" panose="02070309020205020404" pitchFamily="49" charset="0"/>
                  </a:rPr>
                  <a:t>7934</a:t>
                </a:r>
              </a:p>
            </p:txBody>
          </p:sp>
          <p:sp>
            <p:nvSpPr>
              <p:cNvPr id="101419" name="Text Box 43">
                <a:extLst>
                  <a:ext uri="{FF2B5EF4-FFF2-40B4-BE49-F238E27FC236}">
                    <a16:creationId xmlns:a16="http://schemas.microsoft.com/office/drawing/2014/main" id="{4CD734F8-8B0A-78CD-066E-E57F74D81039}"/>
                  </a:ext>
                </a:extLst>
              </p:cNvPr>
              <p:cNvSpPr txBox="1">
                <a:spLocks noChangeArrowheads="1"/>
              </p:cNvSpPr>
              <p:nvPr/>
            </p:nvSpPr>
            <p:spPr bwMode="auto">
              <a:xfrm>
                <a:off x="1823" y="941"/>
                <a:ext cx="470" cy="222"/>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800" b="1">
                    <a:latin typeface="Arial" panose="020B0604020202020204" pitchFamily="34" charset="0"/>
                  </a:rPr>
                  <a:t>Temp</a:t>
                </a:r>
              </a:p>
            </p:txBody>
          </p:sp>
          <p:sp>
            <p:nvSpPr>
              <p:cNvPr id="101420" name="Text Box 44">
                <a:extLst>
                  <a:ext uri="{FF2B5EF4-FFF2-40B4-BE49-F238E27FC236}">
                    <a16:creationId xmlns:a16="http://schemas.microsoft.com/office/drawing/2014/main" id="{B5814C2C-017E-4A39-4060-51B2480988DE}"/>
                  </a:ext>
                </a:extLst>
              </p:cNvPr>
              <p:cNvSpPr txBox="1">
                <a:spLocks noChangeArrowheads="1"/>
              </p:cNvSpPr>
              <p:nvPr/>
            </p:nvSpPr>
            <p:spPr bwMode="auto">
              <a:xfrm>
                <a:off x="2545" y="865"/>
                <a:ext cx="526" cy="233"/>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GB" altLang="en-US" sz="800" b="1">
                    <a:latin typeface="Courier" panose="02070309020205020404" pitchFamily="49" charset="0"/>
                  </a:rPr>
                  <a:t>325</a:t>
                </a:r>
              </a:p>
            </p:txBody>
          </p:sp>
          <p:sp>
            <p:nvSpPr>
              <p:cNvPr id="101421" name="Text Box 45">
                <a:extLst>
                  <a:ext uri="{FF2B5EF4-FFF2-40B4-BE49-F238E27FC236}">
                    <a16:creationId xmlns:a16="http://schemas.microsoft.com/office/drawing/2014/main" id="{38F3D905-AC69-9B25-153E-24D96C0CB73D}"/>
                  </a:ext>
                </a:extLst>
              </p:cNvPr>
              <p:cNvSpPr txBox="1">
                <a:spLocks noChangeArrowheads="1"/>
              </p:cNvSpPr>
              <p:nvPr/>
            </p:nvSpPr>
            <p:spPr bwMode="auto">
              <a:xfrm>
                <a:off x="1823" y="1220"/>
                <a:ext cx="685" cy="224"/>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800" b="1">
                    <a:latin typeface="Arial" panose="020B0604020202020204" pitchFamily="34" charset="0"/>
                  </a:rPr>
                  <a:t>Flow Rate</a:t>
                </a:r>
              </a:p>
            </p:txBody>
          </p:sp>
          <p:sp>
            <p:nvSpPr>
              <p:cNvPr id="101422" name="Text Box 46">
                <a:extLst>
                  <a:ext uri="{FF2B5EF4-FFF2-40B4-BE49-F238E27FC236}">
                    <a16:creationId xmlns:a16="http://schemas.microsoft.com/office/drawing/2014/main" id="{521BDDAB-D8E2-0E84-99D9-0B0B666420A7}"/>
                  </a:ext>
                </a:extLst>
              </p:cNvPr>
              <p:cNvSpPr txBox="1">
                <a:spLocks noChangeArrowheads="1"/>
              </p:cNvSpPr>
              <p:nvPr/>
            </p:nvSpPr>
            <p:spPr bwMode="auto">
              <a:xfrm>
                <a:off x="2545" y="1144"/>
                <a:ext cx="526" cy="233"/>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GB" altLang="en-US" sz="800" b="1">
                    <a:latin typeface="Courier" panose="02070309020205020404" pitchFamily="49" charset="0"/>
                  </a:rPr>
                  <a:t>10256</a:t>
                </a:r>
              </a:p>
            </p:txBody>
          </p:sp>
        </p:grpSp>
        <p:grpSp>
          <p:nvGrpSpPr>
            <p:cNvPr id="101423" name="Group 47">
              <a:extLst>
                <a:ext uri="{FF2B5EF4-FFF2-40B4-BE49-F238E27FC236}">
                  <a16:creationId xmlns:a16="http://schemas.microsoft.com/office/drawing/2014/main" id="{A77563DB-9845-D37B-4E93-87F60D196EC9}"/>
                </a:ext>
              </a:extLst>
            </p:cNvPr>
            <p:cNvGrpSpPr>
              <a:grpSpLocks/>
            </p:cNvGrpSpPr>
            <p:nvPr/>
          </p:nvGrpSpPr>
          <p:grpSpPr bwMode="auto">
            <a:xfrm>
              <a:off x="4656" y="2400"/>
              <a:ext cx="912" cy="765"/>
              <a:chOff x="3552" y="240"/>
              <a:chExt cx="1488" cy="1248"/>
            </a:xfrm>
          </p:grpSpPr>
          <p:sp>
            <p:nvSpPr>
              <p:cNvPr id="101424" name="AutoShape 48">
                <a:extLst>
                  <a:ext uri="{FF2B5EF4-FFF2-40B4-BE49-F238E27FC236}">
                    <a16:creationId xmlns:a16="http://schemas.microsoft.com/office/drawing/2014/main" id="{185AB8F8-5C68-3FD7-08DD-0450DFF78612}"/>
                  </a:ext>
                </a:extLst>
              </p:cNvPr>
              <p:cNvSpPr>
                <a:spLocks noChangeArrowheads="1"/>
              </p:cNvSpPr>
              <p:nvPr/>
            </p:nvSpPr>
            <p:spPr bwMode="auto">
              <a:xfrm>
                <a:off x="3552" y="240"/>
                <a:ext cx="1488" cy="1248"/>
              </a:xfrm>
              <a:prstGeom prst="bevel">
                <a:avLst>
                  <a:gd name="adj" fmla="val 3819"/>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a:p>
            </p:txBody>
          </p:sp>
          <p:sp>
            <p:nvSpPr>
              <p:cNvPr id="101425" name="AutoShape 49">
                <a:extLst>
                  <a:ext uri="{FF2B5EF4-FFF2-40B4-BE49-F238E27FC236}">
                    <a16:creationId xmlns:a16="http://schemas.microsoft.com/office/drawing/2014/main" id="{B3092BA4-73D3-1CD5-125E-0CA52A204ADC}"/>
                  </a:ext>
                </a:extLst>
              </p:cNvPr>
              <p:cNvSpPr>
                <a:spLocks noChangeArrowheads="1"/>
              </p:cNvSpPr>
              <p:nvPr/>
            </p:nvSpPr>
            <p:spPr bwMode="auto">
              <a:xfrm>
                <a:off x="3792" y="624"/>
                <a:ext cx="1008" cy="720"/>
              </a:xfrm>
              <a:prstGeom prst="bevel">
                <a:avLst>
                  <a:gd name="adj" fmla="val 125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IMMEDIATE</a:t>
                </a:r>
              </a:p>
              <a:p>
                <a:pPr algn="ctr"/>
                <a:r>
                  <a:rPr lang="en-GB" altLang="en-US" sz="800" b="1">
                    <a:latin typeface="Arial" panose="020B0604020202020204" pitchFamily="34" charset="0"/>
                  </a:rPr>
                  <a:t>SHUTDOWN</a:t>
                </a:r>
              </a:p>
              <a:p>
                <a:pPr algn="ctr"/>
                <a:r>
                  <a:rPr lang="en-GB" altLang="en-US" sz="800" b="1">
                    <a:latin typeface="Arial" panose="020B0604020202020204" pitchFamily="34" charset="0"/>
                  </a:rPr>
                  <a:t>COMMENCE</a:t>
                </a:r>
              </a:p>
            </p:txBody>
          </p:sp>
          <p:sp>
            <p:nvSpPr>
              <p:cNvPr id="101426" name="Text Box 50">
                <a:extLst>
                  <a:ext uri="{FF2B5EF4-FFF2-40B4-BE49-F238E27FC236}">
                    <a16:creationId xmlns:a16="http://schemas.microsoft.com/office/drawing/2014/main" id="{C6F0FBCD-3133-934D-0E3B-F7FABF12A36F}"/>
                  </a:ext>
                </a:extLst>
              </p:cNvPr>
              <p:cNvSpPr txBox="1">
                <a:spLocks noChangeArrowheads="1"/>
              </p:cNvSpPr>
              <p:nvPr/>
            </p:nvSpPr>
            <p:spPr bwMode="auto">
              <a:xfrm>
                <a:off x="3647" y="382"/>
                <a:ext cx="1290" cy="223"/>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800" b="1">
                    <a:latin typeface="Arial" panose="020B0604020202020204" pitchFamily="34" charset="0"/>
                  </a:rPr>
                  <a:t>Emergency Shutdown</a:t>
                </a:r>
              </a:p>
            </p:txBody>
          </p:sp>
        </p:grpSp>
        <p:grpSp>
          <p:nvGrpSpPr>
            <p:cNvPr id="101427" name="Group 51">
              <a:extLst>
                <a:ext uri="{FF2B5EF4-FFF2-40B4-BE49-F238E27FC236}">
                  <a16:creationId xmlns:a16="http://schemas.microsoft.com/office/drawing/2014/main" id="{6C7A5609-8650-F94E-75D6-B317E26A6B1A}"/>
                </a:ext>
              </a:extLst>
            </p:cNvPr>
            <p:cNvGrpSpPr>
              <a:grpSpLocks/>
            </p:cNvGrpSpPr>
            <p:nvPr/>
          </p:nvGrpSpPr>
          <p:grpSpPr bwMode="auto">
            <a:xfrm>
              <a:off x="4656" y="3360"/>
              <a:ext cx="912" cy="765"/>
              <a:chOff x="1728" y="240"/>
              <a:chExt cx="1488" cy="1248"/>
            </a:xfrm>
          </p:grpSpPr>
          <p:sp>
            <p:nvSpPr>
              <p:cNvPr id="101428" name="AutoShape 52">
                <a:extLst>
                  <a:ext uri="{FF2B5EF4-FFF2-40B4-BE49-F238E27FC236}">
                    <a16:creationId xmlns:a16="http://schemas.microsoft.com/office/drawing/2014/main" id="{69BE267A-0CC6-A0C9-4976-BE5E5A616D85}"/>
                  </a:ext>
                </a:extLst>
              </p:cNvPr>
              <p:cNvSpPr>
                <a:spLocks noChangeArrowheads="1"/>
              </p:cNvSpPr>
              <p:nvPr/>
            </p:nvSpPr>
            <p:spPr bwMode="auto">
              <a:xfrm>
                <a:off x="1728" y="240"/>
                <a:ext cx="1488" cy="1248"/>
              </a:xfrm>
              <a:prstGeom prst="bevel">
                <a:avLst>
                  <a:gd name="adj" fmla="val 3819"/>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a:p>
            </p:txBody>
          </p:sp>
          <p:sp>
            <p:nvSpPr>
              <p:cNvPr id="101429" name="AutoShape 53">
                <a:extLst>
                  <a:ext uri="{FF2B5EF4-FFF2-40B4-BE49-F238E27FC236}">
                    <a16:creationId xmlns:a16="http://schemas.microsoft.com/office/drawing/2014/main" id="{32A57FFB-522B-DE6D-2E7C-490421506324}"/>
                  </a:ext>
                </a:extLst>
              </p:cNvPr>
              <p:cNvSpPr>
                <a:spLocks noChangeArrowheads="1"/>
              </p:cNvSpPr>
              <p:nvPr/>
            </p:nvSpPr>
            <p:spPr bwMode="auto">
              <a:xfrm>
                <a:off x="1968" y="624"/>
                <a:ext cx="1008" cy="240"/>
              </a:xfrm>
              <a:prstGeom prst="bevel">
                <a:avLst>
                  <a:gd name="adj" fmla="val 125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CONFIRM</a:t>
                </a:r>
              </a:p>
            </p:txBody>
          </p:sp>
          <p:sp>
            <p:nvSpPr>
              <p:cNvPr id="101430" name="Text Box 54">
                <a:extLst>
                  <a:ext uri="{FF2B5EF4-FFF2-40B4-BE49-F238E27FC236}">
                    <a16:creationId xmlns:a16="http://schemas.microsoft.com/office/drawing/2014/main" id="{25C1CC7E-FFA8-F274-88DF-AF3975F25A86}"/>
                  </a:ext>
                </a:extLst>
              </p:cNvPr>
              <p:cNvSpPr txBox="1">
                <a:spLocks noChangeArrowheads="1"/>
              </p:cNvSpPr>
              <p:nvPr/>
            </p:nvSpPr>
            <p:spPr bwMode="auto">
              <a:xfrm>
                <a:off x="1823" y="384"/>
                <a:ext cx="1186" cy="221"/>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800" b="1">
                    <a:latin typeface="Arial" panose="020B0604020202020204" pitchFamily="34" charset="0"/>
                  </a:rPr>
                  <a:t>Emergency Confirm</a:t>
                </a:r>
              </a:p>
            </p:txBody>
          </p:sp>
          <p:sp>
            <p:nvSpPr>
              <p:cNvPr id="101431" name="AutoShape 55">
                <a:extLst>
                  <a:ext uri="{FF2B5EF4-FFF2-40B4-BE49-F238E27FC236}">
                    <a16:creationId xmlns:a16="http://schemas.microsoft.com/office/drawing/2014/main" id="{99E73C46-4E07-D763-0A29-FB6D258D19F8}"/>
                  </a:ext>
                </a:extLst>
              </p:cNvPr>
              <p:cNvSpPr>
                <a:spLocks noChangeArrowheads="1"/>
              </p:cNvSpPr>
              <p:nvPr/>
            </p:nvSpPr>
            <p:spPr bwMode="auto">
              <a:xfrm>
                <a:off x="1968" y="1008"/>
                <a:ext cx="1008" cy="240"/>
              </a:xfrm>
              <a:prstGeom prst="bevel">
                <a:avLst>
                  <a:gd name="adj" fmla="val 12500"/>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CANCEL</a:t>
                </a:r>
              </a:p>
            </p:txBody>
          </p:sp>
        </p:grpSp>
        <p:sp>
          <p:nvSpPr>
            <p:cNvPr id="101432" name="Text Box 56">
              <a:extLst>
                <a:ext uri="{FF2B5EF4-FFF2-40B4-BE49-F238E27FC236}">
                  <a16:creationId xmlns:a16="http://schemas.microsoft.com/office/drawing/2014/main" id="{060EBADC-189B-4A6C-0DC6-0C9B4603D44E}"/>
                </a:ext>
              </a:extLst>
            </p:cNvPr>
            <p:cNvSpPr txBox="1">
              <a:spLocks noChangeArrowheads="1"/>
            </p:cNvSpPr>
            <p:nvPr/>
          </p:nvSpPr>
          <p:spPr bwMode="auto">
            <a:xfrm>
              <a:off x="215" y="577"/>
              <a:ext cx="3258" cy="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GB" altLang="en-US" sz="4800" b="1">
                  <a:solidFill>
                    <a:srgbClr val="777777"/>
                  </a:solidFill>
                </a:rPr>
                <a:t>LOTS OF OTHER</a:t>
              </a:r>
            </a:p>
            <a:p>
              <a:pPr algn="r"/>
              <a:r>
                <a:rPr lang="en-GB" altLang="en-US" sz="4800" b="1">
                  <a:solidFill>
                    <a:srgbClr val="777777"/>
                  </a:solidFill>
                </a:rPr>
                <a:t>CONTROLS</a:t>
              </a:r>
            </a:p>
          </p:txBody>
        </p:sp>
        <p:sp>
          <p:nvSpPr>
            <p:cNvPr id="101433" name="AutoShape 57">
              <a:extLst>
                <a:ext uri="{FF2B5EF4-FFF2-40B4-BE49-F238E27FC236}">
                  <a16:creationId xmlns:a16="http://schemas.microsoft.com/office/drawing/2014/main" id="{C24D9DDD-04F7-21E7-67C3-49DA4B8CD799}"/>
                </a:ext>
              </a:extLst>
            </p:cNvPr>
            <p:cNvSpPr>
              <a:spLocks noChangeArrowheads="1"/>
            </p:cNvSpPr>
            <p:nvPr/>
          </p:nvSpPr>
          <p:spPr bwMode="auto">
            <a:xfrm>
              <a:off x="1248" y="1488"/>
              <a:ext cx="1008" cy="720"/>
            </a:xfrm>
            <a:prstGeom prst="wedgeRoundRectCallout">
              <a:avLst>
                <a:gd name="adj1" fmla="val -69542"/>
                <a:gd name="adj2" fmla="val 90694"/>
                <a:gd name="adj3" fmla="val 16667"/>
              </a:avLst>
            </a:prstGeom>
            <a:solidFill>
              <a:schemeClr val="bg1"/>
            </a:solidFill>
            <a:ln w="38100">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01434" name="Text Box 58">
              <a:extLst>
                <a:ext uri="{FF2B5EF4-FFF2-40B4-BE49-F238E27FC236}">
                  <a16:creationId xmlns:a16="http://schemas.microsoft.com/office/drawing/2014/main" id="{D12C432F-A202-5F34-3886-38017E3A11FB}"/>
                </a:ext>
              </a:extLst>
            </p:cNvPr>
            <p:cNvSpPr txBox="1">
              <a:spLocks noChangeArrowheads="1"/>
            </p:cNvSpPr>
            <p:nvPr/>
          </p:nvSpPr>
          <p:spPr bwMode="auto">
            <a:xfrm>
              <a:off x="1300" y="1555"/>
              <a:ext cx="938" cy="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t>reactor targets</a:t>
              </a:r>
            </a:p>
            <a:p>
              <a:pPr algn="ctr"/>
              <a:r>
                <a:rPr lang="en-GB" altLang="en-US" sz="1800"/>
                <a:t>information</a:t>
              </a:r>
            </a:p>
            <a:p>
              <a:pPr algn="ctr"/>
              <a:r>
                <a:rPr lang="en-GB" altLang="en-US" sz="1800"/>
                <a:t>panel</a:t>
              </a:r>
            </a:p>
          </p:txBody>
        </p:sp>
        <p:sp>
          <p:nvSpPr>
            <p:cNvPr id="101435" name="AutoShape 59">
              <a:extLst>
                <a:ext uri="{FF2B5EF4-FFF2-40B4-BE49-F238E27FC236}">
                  <a16:creationId xmlns:a16="http://schemas.microsoft.com/office/drawing/2014/main" id="{5C828618-53EF-B67B-2DCC-1755686CB106}"/>
                </a:ext>
              </a:extLst>
            </p:cNvPr>
            <p:cNvSpPr>
              <a:spLocks noChangeArrowheads="1"/>
            </p:cNvSpPr>
            <p:nvPr/>
          </p:nvSpPr>
          <p:spPr bwMode="auto">
            <a:xfrm>
              <a:off x="3504" y="960"/>
              <a:ext cx="1008" cy="720"/>
            </a:xfrm>
            <a:prstGeom prst="wedgeRoundRectCallout">
              <a:avLst>
                <a:gd name="adj1" fmla="val 74403"/>
                <a:gd name="adj2" fmla="val -68750"/>
                <a:gd name="adj3" fmla="val 16667"/>
              </a:avLst>
            </a:prstGeom>
            <a:solidFill>
              <a:schemeClr val="bg1"/>
            </a:solidFill>
            <a:ln w="38100">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01436" name="Text Box 60">
              <a:extLst>
                <a:ext uri="{FF2B5EF4-FFF2-40B4-BE49-F238E27FC236}">
                  <a16:creationId xmlns:a16="http://schemas.microsoft.com/office/drawing/2014/main" id="{4FD0CCFF-4B57-7621-3532-8B9954927B9A}"/>
                </a:ext>
              </a:extLst>
            </p:cNvPr>
            <p:cNvSpPr txBox="1">
              <a:spLocks noChangeArrowheads="1"/>
            </p:cNvSpPr>
            <p:nvPr/>
          </p:nvSpPr>
          <p:spPr bwMode="auto">
            <a:xfrm>
              <a:off x="3710" y="1007"/>
              <a:ext cx="524" cy="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t>alarm</a:t>
              </a:r>
            </a:p>
            <a:p>
              <a:pPr algn="ctr"/>
              <a:r>
                <a:rPr lang="en-GB" altLang="en-US" sz="1800"/>
                <a:t>control</a:t>
              </a:r>
            </a:p>
            <a:p>
              <a:pPr algn="ctr"/>
              <a:r>
                <a:rPr lang="en-GB" altLang="en-US" sz="1800"/>
                <a:t>panel</a:t>
              </a:r>
            </a:p>
          </p:txBody>
        </p:sp>
        <p:sp>
          <p:nvSpPr>
            <p:cNvPr id="101437" name="AutoShape 61">
              <a:extLst>
                <a:ext uri="{FF2B5EF4-FFF2-40B4-BE49-F238E27FC236}">
                  <a16:creationId xmlns:a16="http://schemas.microsoft.com/office/drawing/2014/main" id="{B606D938-B283-5011-BD9B-2225710FD63E}"/>
                </a:ext>
              </a:extLst>
            </p:cNvPr>
            <p:cNvSpPr>
              <a:spLocks noChangeArrowheads="1"/>
            </p:cNvSpPr>
            <p:nvPr/>
          </p:nvSpPr>
          <p:spPr bwMode="auto">
            <a:xfrm>
              <a:off x="3456" y="1872"/>
              <a:ext cx="1008" cy="720"/>
            </a:xfrm>
            <a:prstGeom prst="wedgeRoundRectCallout">
              <a:avLst>
                <a:gd name="adj1" fmla="val 78671"/>
                <a:gd name="adj2" fmla="val 70000"/>
                <a:gd name="adj3" fmla="val 16667"/>
              </a:avLst>
            </a:prstGeom>
            <a:solidFill>
              <a:schemeClr val="bg1"/>
            </a:solidFill>
            <a:ln w="38100">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01438" name="Text Box 62">
              <a:extLst>
                <a:ext uri="{FF2B5EF4-FFF2-40B4-BE49-F238E27FC236}">
                  <a16:creationId xmlns:a16="http://schemas.microsoft.com/office/drawing/2014/main" id="{907BC618-ED64-C5DD-8622-C97668995E0F}"/>
                </a:ext>
              </a:extLst>
            </p:cNvPr>
            <p:cNvSpPr txBox="1">
              <a:spLocks noChangeArrowheads="1"/>
            </p:cNvSpPr>
            <p:nvPr/>
          </p:nvSpPr>
          <p:spPr bwMode="auto">
            <a:xfrm>
              <a:off x="3549" y="1968"/>
              <a:ext cx="749" cy="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t>emergency</a:t>
              </a:r>
            </a:p>
            <a:p>
              <a:pPr algn="ctr"/>
              <a:r>
                <a:rPr lang="en-GB" altLang="en-US" sz="1800"/>
                <a:t>shutdown</a:t>
              </a:r>
            </a:p>
            <a:p>
              <a:pPr algn="ctr"/>
              <a:r>
                <a:rPr lang="en-GB" altLang="en-US" sz="1800"/>
                <a:t>panel</a:t>
              </a:r>
            </a:p>
          </p:txBody>
        </p:sp>
        <p:sp>
          <p:nvSpPr>
            <p:cNvPr id="101439" name="AutoShape 63">
              <a:extLst>
                <a:ext uri="{FF2B5EF4-FFF2-40B4-BE49-F238E27FC236}">
                  <a16:creationId xmlns:a16="http://schemas.microsoft.com/office/drawing/2014/main" id="{302EE5FC-A370-AF0C-9782-2AD4B739DB67}"/>
                </a:ext>
              </a:extLst>
            </p:cNvPr>
            <p:cNvSpPr>
              <a:spLocks noChangeArrowheads="1"/>
            </p:cNvSpPr>
            <p:nvPr/>
          </p:nvSpPr>
          <p:spPr bwMode="auto">
            <a:xfrm>
              <a:off x="3456" y="2928"/>
              <a:ext cx="1008" cy="720"/>
            </a:xfrm>
            <a:prstGeom prst="wedgeRoundRectCallout">
              <a:avLst>
                <a:gd name="adj1" fmla="val 78671"/>
                <a:gd name="adj2" fmla="val 70000"/>
                <a:gd name="adj3" fmla="val 16667"/>
              </a:avLst>
            </a:prstGeom>
            <a:solidFill>
              <a:schemeClr val="bg1"/>
            </a:solidFill>
            <a:ln w="38100">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01440" name="Text Box 64">
              <a:extLst>
                <a:ext uri="{FF2B5EF4-FFF2-40B4-BE49-F238E27FC236}">
                  <a16:creationId xmlns:a16="http://schemas.microsoft.com/office/drawing/2014/main" id="{82849338-B52A-5D08-C3FF-BED21BEC3782}"/>
                </a:ext>
              </a:extLst>
            </p:cNvPr>
            <p:cNvSpPr txBox="1">
              <a:spLocks noChangeArrowheads="1"/>
            </p:cNvSpPr>
            <p:nvPr/>
          </p:nvSpPr>
          <p:spPr bwMode="auto">
            <a:xfrm>
              <a:off x="3549" y="3024"/>
              <a:ext cx="749" cy="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t>emergency</a:t>
              </a:r>
            </a:p>
            <a:p>
              <a:pPr algn="ctr"/>
              <a:r>
                <a:rPr lang="en-GB" altLang="en-US" sz="1800"/>
                <a:t>confirm</a:t>
              </a:r>
            </a:p>
            <a:p>
              <a:pPr algn="ctr"/>
              <a:r>
                <a:rPr lang="en-GB" altLang="en-US" sz="1800"/>
                <a:t>panel</a:t>
              </a:r>
            </a:p>
          </p:txBody>
        </p:sp>
        <p:sp>
          <p:nvSpPr>
            <p:cNvPr id="101441" name="Text Box 65">
              <a:extLst>
                <a:ext uri="{FF2B5EF4-FFF2-40B4-BE49-F238E27FC236}">
                  <a16:creationId xmlns:a16="http://schemas.microsoft.com/office/drawing/2014/main" id="{CB9CE60B-422F-F22D-256B-74AD159A7EBE}"/>
                </a:ext>
              </a:extLst>
            </p:cNvPr>
            <p:cNvSpPr txBox="1">
              <a:spLocks noChangeArrowheads="1"/>
            </p:cNvSpPr>
            <p:nvPr/>
          </p:nvSpPr>
          <p:spPr bwMode="auto">
            <a:xfrm>
              <a:off x="155" y="144"/>
              <a:ext cx="4315"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b="1">
                  <a:latin typeface="Arial" panose="020B0604020202020204" pitchFamily="34" charset="0"/>
                </a:rPr>
                <a:t>NUCLEAR REACTOR MAIN CONTROL PANEL</a:t>
              </a:r>
            </a:p>
          </p:txBody>
        </p:sp>
        <p:sp>
          <p:nvSpPr>
            <p:cNvPr id="101442" name="AutoShape 66">
              <a:extLst>
                <a:ext uri="{FF2B5EF4-FFF2-40B4-BE49-F238E27FC236}">
                  <a16:creationId xmlns:a16="http://schemas.microsoft.com/office/drawing/2014/main" id="{EC79AB9C-90A8-0C2F-6C4D-4C679FC84316}"/>
                </a:ext>
              </a:extLst>
            </p:cNvPr>
            <p:cNvSpPr>
              <a:spLocks noChangeArrowheads="1"/>
            </p:cNvSpPr>
            <p:nvPr/>
          </p:nvSpPr>
          <p:spPr bwMode="auto">
            <a:xfrm>
              <a:off x="1344" y="3312"/>
              <a:ext cx="960" cy="768"/>
            </a:xfrm>
            <a:prstGeom prst="bevel">
              <a:avLst>
                <a:gd name="adj" fmla="val 3819"/>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a:p>
          </p:txBody>
        </p:sp>
        <p:grpSp>
          <p:nvGrpSpPr>
            <p:cNvPr id="101443" name="Group 67">
              <a:extLst>
                <a:ext uri="{FF2B5EF4-FFF2-40B4-BE49-F238E27FC236}">
                  <a16:creationId xmlns:a16="http://schemas.microsoft.com/office/drawing/2014/main" id="{8376B2E1-B509-339C-6DA7-C070B49DFB34}"/>
                </a:ext>
              </a:extLst>
            </p:cNvPr>
            <p:cNvGrpSpPr>
              <a:grpSpLocks/>
            </p:cNvGrpSpPr>
            <p:nvPr/>
          </p:nvGrpSpPr>
          <p:grpSpPr bwMode="auto">
            <a:xfrm>
              <a:off x="1421" y="3405"/>
              <a:ext cx="806" cy="561"/>
              <a:chOff x="3072" y="2592"/>
              <a:chExt cx="1248" cy="912"/>
            </a:xfrm>
          </p:grpSpPr>
          <p:sp>
            <p:nvSpPr>
              <p:cNvPr id="101444" name="AutoShape 68">
                <a:extLst>
                  <a:ext uri="{FF2B5EF4-FFF2-40B4-BE49-F238E27FC236}">
                    <a16:creationId xmlns:a16="http://schemas.microsoft.com/office/drawing/2014/main" id="{E1034EFB-62B6-2418-1D8E-496FA25092DF}"/>
                  </a:ext>
                </a:extLst>
              </p:cNvPr>
              <p:cNvSpPr>
                <a:spLocks noChangeArrowheads="1"/>
              </p:cNvSpPr>
              <p:nvPr/>
            </p:nvSpPr>
            <p:spPr bwMode="auto">
              <a:xfrm>
                <a:off x="3072" y="3264"/>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0</a:t>
                </a:r>
              </a:p>
            </p:txBody>
          </p:sp>
          <p:sp>
            <p:nvSpPr>
              <p:cNvPr id="101445" name="AutoShape 69">
                <a:extLst>
                  <a:ext uri="{FF2B5EF4-FFF2-40B4-BE49-F238E27FC236}">
                    <a16:creationId xmlns:a16="http://schemas.microsoft.com/office/drawing/2014/main" id="{21E3B28E-38A0-D8DE-3AF6-15DFC007D937}"/>
                  </a:ext>
                </a:extLst>
              </p:cNvPr>
              <p:cNvSpPr>
                <a:spLocks noChangeArrowheads="1"/>
              </p:cNvSpPr>
              <p:nvPr/>
            </p:nvSpPr>
            <p:spPr bwMode="auto">
              <a:xfrm>
                <a:off x="3408" y="3264"/>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1</a:t>
                </a:r>
              </a:p>
            </p:txBody>
          </p:sp>
          <p:sp>
            <p:nvSpPr>
              <p:cNvPr id="101446" name="AutoShape 70">
                <a:extLst>
                  <a:ext uri="{FF2B5EF4-FFF2-40B4-BE49-F238E27FC236}">
                    <a16:creationId xmlns:a16="http://schemas.microsoft.com/office/drawing/2014/main" id="{F0EAB5B6-D30B-422B-DC56-1285DA1180FC}"/>
                  </a:ext>
                </a:extLst>
              </p:cNvPr>
              <p:cNvSpPr>
                <a:spLocks noChangeArrowheads="1"/>
              </p:cNvSpPr>
              <p:nvPr/>
            </p:nvSpPr>
            <p:spPr bwMode="auto">
              <a:xfrm>
                <a:off x="3408" y="2928"/>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4</a:t>
                </a:r>
              </a:p>
            </p:txBody>
          </p:sp>
          <p:sp>
            <p:nvSpPr>
              <p:cNvPr id="101447" name="AutoShape 71">
                <a:extLst>
                  <a:ext uri="{FF2B5EF4-FFF2-40B4-BE49-F238E27FC236}">
                    <a16:creationId xmlns:a16="http://schemas.microsoft.com/office/drawing/2014/main" id="{F23A9CA7-A4A5-26A6-954D-CE2737AF01DF}"/>
                  </a:ext>
                </a:extLst>
              </p:cNvPr>
              <p:cNvSpPr>
                <a:spLocks noChangeArrowheads="1"/>
              </p:cNvSpPr>
              <p:nvPr/>
            </p:nvSpPr>
            <p:spPr bwMode="auto">
              <a:xfrm>
                <a:off x="3408" y="2592"/>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7</a:t>
                </a:r>
              </a:p>
            </p:txBody>
          </p:sp>
          <p:sp>
            <p:nvSpPr>
              <p:cNvPr id="101448" name="AutoShape 72">
                <a:extLst>
                  <a:ext uri="{FF2B5EF4-FFF2-40B4-BE49-F238E27FC236}">
                    <a16:creationId xmlns:a16="http://schemas.microsoft.com/office/drawing/2014/main" id="{8AF5B6DC-B987-CEF7-A6FB-6953EC6533A8}"/>
                  </a:ext>
                </a:extLst>
              </p:cNvPr>
              <p:cNvSpPr>
                <a:spLocks noChangeArrowheads="1"/>
              </p:cNvSpPr>
              <p:nvPr/>
            </p:nvSpPr>
            <p:spPr bwMode="auto">
              <a:xfrm>
                <a:off x="3744" y="2592"/>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8</a:t>
                </a:r>
              </a:p>
            </p:txBody>
          </p:sp>
          <p:sp>
            <p:nvSpPr>
              <p:cNvPr id="101449" name="AutoShape 73">
                <a:extLst>
                  <a:ext uri="{FF2B5EF4-FFF2-40B4-BE49-F238E27FC236}">
                    <a16:creationId xmlns:a16="http://schemas.microsoft.com/office/drawing/2014/main" id="{11D0CE14-C698-0034-3105-69F43C96FC27}"/>
                  </a:ext>
                </a:extLst>
              </p:cNvPr>
              <p:cNvSpPr>
                <a:spLocks noChangeArrowheads="1"/>
              </p:cNvSpPr>
              <p:nvPr/>
            </p:nvSpPr>
            <p:spPr bwMode="auto">
              <a:xfrm>
                <a:off x="4080" y="2592"/>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9</a:t>
                </a:r>
              </a:p>
            </p:txBody>
          </p:sp>
          <p:sp>
            <p:nvSpPr>
              <p:cNvPr id="101450" name="AutoShape 74">
                <a:extLst>
                  <a:ext uri="{FF2B5EF4-FFF2-40B4-BE49-F238E27FC236}">
                    <a16:creationId xmlns:a16="http://schemas.microsoft.com/office/drawing/2014/main" id="{1BFEE9D6-84B2-9106-7D0B-796A130B2F43}"/>
                  </a:ext>
                </a:extLst>
              </p:cNvPr>
              <p:cNvSpPr>
                <a:spLocks noChangeArrowheads="1"/>
              </p:cNvSpPr>
              <p:nvPr/>
            </p:nvSpPr>
            <p:spPr bwMode="auto">
              <a:xfrm>
                <a:off x="4080" y="3264"/>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3</a:t>
                </a:r>
              </a:p>
            </p:txBody>
          </p:sp>
          <p:sp>
            <p:nvSpPr>
              <p:cNvPr id="101451" name="AutoShape 75">
                <a:extLst>
                  <a:ext uri="{FF2B5EF4-FFF2-40B4-BE49-F238E27FC236}">
                    <a16:creationId xmlns:a16="http://schemas.microsoft.com/office/drawing/2014/main" id="{2140DDF3-C8FF-39F4-B50F-6D29F80121DE}"/>
                  </a:ext>
                </a:extLst>
              </p:cNvPr>
              <p:cNvSpPr>
                <a:spLocks noChangeArrowheads="1"/>
              </p:cNvSpPr>
              <p:nvPr/>
            </p:nvSpPr>
            <p:spPr bwMode="auto">
              <a:xfrm>
                <a:off x="4080" y="2928"/>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6</a:t>
                </a:r>
              </a:p>
            </p:txBody>
          </p:sp>
          <p:sp>
            <p:nvSpPr>
              <p:cNvPr id="101452" name="AutoShape 76">
                <a:extLst>
                  <a:ext uri="{FF2B5EF4-FFF2-40B4-BE49-F238E27FC236}">
                    <a16:creationId xmlns:a16="http://schemas.microsoft.com/office/drawing/2014/main" id="{8A8C8FCB-8DA6-BAE0-7234-B92036E16D7D}"/>
                  </a:ext>
                </a:extLst>
              </p:cNvPr>
              <p:cNvSpPr>
                <a:spLocks noChangeArrowheads="1"/>
              </p:cNvSpPr>
              <p:nvPr/>
            </p:nvSpPr>
            <p:spPr bwMode="auto">
              <a:xfrm>
                <a:off x="3744" y="2928"/>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5</a:t>
                </a:r>
              </a:p>
            </p:txBody>
          </p:sp>
          <p:sp>
            <p:nvSpPr>
              <p:cNvPr id="101453" name="AutoShape 77">
                <a:extLst>
                  <a:ext uri="{FF2B5EF4-FFF2-40B4-BE49-F238E27FC236}">
                    <a16:creationId xmlns:a16="http://schemas.microsoft.com/office/drawing/2014/main" id="{9F8BF029-2FBC-9D70-3E02-49EEA28A5C51}"/>
                  </a:ext>
                </a:extLst>
              </p:cNvPr>
              <p:cNvSpPr>
                <a:spLocks noChangeArrowheads="1"/>
              </p:cNvSpPr>
              <p:nvPr/>
            </p:nvSpPr>
            <p:spPr bwMode="auto">
              <a:xfrm>
                <a:off x="3744" y="3264"/>
                <a:ext cx="240" cy="240"/>
              </a:xfrm>
              <a:prstGeom prst="bevel">
                <a:avLst>
                  <a:gd name="adj" fmla="val 12500"/>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800" b="1">
                    <a:latin typeface="Arial" panose="020B0604020202020204" pitchFamily="34" charset="0"/>
                  </a:rPr>
                  <a:t>2</a:t>
                </a:r>
              </a:p>
            </p:txBody>
          </p:sp>
        </p:grpSp>
        <p:sp>
          <p:nvSpPr>
            <p:cNvPr id="101454" name="AutoShape 78">
              <a:extLst>
                <a:ext uri="{FF2B5EF4-FFF2-40B4-BE49-F238E27FC236}">
                  <a16:creationId xmlns:a16="http://schemas.microsoft.com/office/drawing/2014/main" id="{8C6F7F33-13CB-2EF6-0EDC-8155366AD690}"/>
                </a:ext>
              </a:extLst>
            </p:cNvPr>
            <p:cNvSpPr>
              <a:spLocks noChangeArrowheads="1"/>
            </p:cNvSpPr>
            <p:nvPr/>
          </p:nvSpPr>
          <p:spPr bwMode="auto">
            <a:xfrm>
              <a:off x="2400" y="2736"/>
              <a:ext cx="1008" cy="720"/>
            </a:xfrm>
            <a:prstGeom prst="wedgeRoundRectCallout">
              <a:avLst>
                <a:gd name="adj1" fmla="val -71824"/>
                <a:gd name="adj2" fmla="val 86250"/>
                <a:gd name="adj3" fmla="val 16667"/>
              </a:avLst>
            </a:prstGeom>
            <a:solidFill>
              <a:schemeClr val="bg1"/>
            </a:solidFill>
            <a:ln w="38100">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01455" name="AutoShape 79">
              <a:extLst>
                <a:ext uri="{FF2B5EF4-FFF2-40B4-BE49-F238E27FC236}">
                  <a16:creationId xmlns:a16="http://schemas.microsoft.com/office/drawing/2014/main" id="{52BF7E6D-2DB3-AF09-B0D7-4ACBC9E13CCC}"/>
                </a:ext>
              </a:extLst>
            </p:cNvPr>
            <p:cNvSpPr>
              <a:spLocks noChangeArrowheads="1"/>
            </p:cNvSpPr>
            <p:nvPr/>
          </p:nvSpPr>
          <p:spPr bwMode="auto">
            <a:xfrm>
              <a:off x="1296" y="2496"/>
              <a:ext cx="1008" cy="720"/>
            </a:xfrm>
            <a:prstGeom prst="wedgeRoundRectCallout">
              <a:avLst>
                <a:gd name="adj1" fmla="val -71824"/>
                <a:gd name="adj2" fmla="val 86250"/>
                <a:gd name="adj3" fmla="val 16667"/>
              </a:avLst>
            </a:prstGeom>
            <a:solidFill>
              <a:schemeClr val="bg1"/>
            </a:solidFill>
            <a:ln w="38100">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01456" name="Text Box 80">
              <a:extLst>
                <a:ext uri="{FF2B5EF4-FFF2-40B4-BE49-F238E27FC236}">
                  <a16:creationId xmlns:a16="http://schemas.microsoft.com/office/drawing/2014/main" id="{A7CF5696-BFB0-B65C-54D5-6F4B945DE75C}"/>
                </a:ext>
              </a:extLst>
            </p:cNvPr>
            <p:cNvSpPr txBox="1">
              <a:spLocks noChangeArrowheads="1"/>
            </p:cNvSpPr>
            <p:nvPr/>
          </p:nvSpPr>
          <p:spPr bwMode="auto">
            <a:xfrm>
              <a:off x="1517" y="2592"/>
              <a:ext cx="597" cy="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t>manual</a:t>
              </a:r>
            </a:p>
            <a:p>
              <a:pPr algn="ctr"/>
              <a:r>
                <a:rPr lang="en-GB" altLang="en-US" sz="1800"/>
                <a:t>override</a:t>
              </a:r>
            </a:p>
            <a:p>
              <a:pPr algn="ctr"/>
              <a:r>
                <a:rPr lang="en-GB" altLang="en-US" sz="1800"/>
                <a:t>panel</a:t>
              </a:r>
            </a:p>
          </p:txBody>
        </p:sp>
        <p:sp>
          <p:nvSpPr>
            <p:cNvPr id="101457" name="Text Box 81">
              <a:extLst>
                <a:ext uri="{FF2B5EF4-FFF2-40B4-BE49-F238E27FC236}">
                  <a16:creationId xmlns:a16="http://schemas.microsoft.com/office/drawing/2014/main" id="{4A228BA8-19DA-2E48-F431-9341778FDCC2}"/>
                </a:ext>
              </a:extLst>
            </p:cNvPr>
            <p:cNvSpPr txBox="1">
              <a:spLocks noChangeArrowheads="1"/>
            </p:cNvSpPr>
            <p:nvPr/>
          </p:nvSpPr>
          <p:spPr bwMode="auto">
            <a:xfrm>
              <a:off x="2518" y="2832"/>
              <a:ext cx="745" cy="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t>keypad</a:t>
              </a:r>
            </a:p>
            <a:p>
              <a:pPr algn="ctr"/>
              <a:r>
                <a:rPr lang="en-GB" altLang="en-US" sz="1800"/>
                <a:t>for manual</a:t>
              </a:r>
            </a:p>
            <a:p>
              <a:pPr algn="ctr"/>
              <a:r>
                <a:rPr lang="en-GB" altLang="en-US" sz="1800"/>
                <a:t>override</a:t>
              </a:r>
            </a:p>
          </p:txBody>
        </p:sp>
        <p:sp>
          <p:nvSpPr>
            <p:cNvPr id="101458" name="AutoShape 82">
              <a:extLst>
                <a:ext uri="{FF2B5EF4-FFF2-40B4-BE49-F238E27FC236}">
                  <a16:creationId xmlns:a16="http://schemas.microsoft.com/office/drawing/2014/main" id="{896A38FA-F2F3-367F-1743-3C0A753500CE}"/>
                </a:ext>
              </a:extLst>
            </p:cNvPr>
            <p:cNvSpPr>
              <a:spLocks noChangeArrowheads="1"/>
            </p:cNvSpPr>
            <p:nvPr/>
          </p:nvSpPr>
          <p:spPr bwMode="auto">
            <a:xfrm>
              <a:off x="4656" y="1440"/>
              <a:ext cx="912" cy="768"/>
            </a:xfrm>
            <a:prstGeom prst="bevel">
              <a:avLst>
                <a:gd name="adj" fmla="val 3819"/>
              </a:avLst>
            </a:prstGeom>
            <a:solidFill>
              <a:srgbClr val="DDDDD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800" b="1"/>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A262C4AE-12D8-55DD-1F9B-BD63CC30470F}"/>
              </a:ext>
            </a:extLst>
          </p:cNvPr>
          <p:cNvSpPr>
            <a:spLocks noGrp="1" noChangeArrowheads="1"/>
          </p:cNvSpPr>
          <p:nvPr>
            <p:ph type="title"/>
          </p:nvPr>
        </p:nvSpPr>
        <p:spPr/>
        <p:txBody>
          <a:bodyPr/>
          <a:lstStyle/>
          <a:p>
            <a:r>
              <a:rPr lang="en-GB" altLang="en-US" b="1"/>
              <a:t>Emergency Scenario</a:t>
            </a:r>
            <a:br>
              <a:rPr lang="en-GB" altLang="en-US" b="1"/>
            </a:br>
            <a:endParaRPr lang="en-GB" altLang="en-US" b="1"/>
          </a:p>
        </p:txBody>
      </p:sp>
      <p:sp>
        <p:nvSpPr>
          <p:cNvPr id="102403" name="Rectangle 3">
            <a:extLst>
              <a:ext uri="{FF2B5EF4-FFF2-40B4-BE49-F238E27FC236}">
                <a16:creationId xmlns:a16="http://schemas.microsoft.com/office/drawing/2014/main" id="{D8A68DA5-3D09-DA2F-9F0E-7F1A40A32067}"/>
              </a:ext>
            </a:extLst>
          </p:cNvPr>
          <p:cNvSpPr>
            <a:spLocks noGrp="1" noChangeArrowheads="1"/>
          </p:cNvSpPr>
          <p:nvPr>
            <p:ph type="body" idx="1"/>
          </p:nvPr>
        </p:nvSpPr>
        <p:spPr/>
        <p:txBody>
          <a:bodyPr/>
          <a:lstStyle/>
          <a:p>
            <a:pPr marL="0" indent="0">
              <a:lnSpc>
                <a:spcPct val="90000"/>
              </a:lnSpc>
              <a:buFontTx/>
              <a:buNone/>
              <a:tabLst>
                <a:tab pos="381000" algn="l"/>
              </a:tabLst>
            </a:pPr>
            <a:r>
              <a:rPr lang="en-GB" altLang="en-US" sz="1600"/>
              <a:t>Jenny, the Nuclear Power Plant operator has normal sight and no physical or perceptual impairments.  Her shift started at 11pm and it is now 5am in the morning.  So far the plant has been operating within normal parameters and the current alarm state is therefore green</a:t>
            </a:r>
          </a:p>
          <a:p>
            <a:pPr marL="0" indent="0">
              <a:lnSpc>
                <a:spcPct val="90000"/>
              </a:lnSpc>
              <a:buFontTx/>
              <a:buNone/>
              <a:tabLst>
                <a:tab pos="381000" algn="l"/>
              </a:tabLst>
            </a:pPr>
            <a:endParaRPr lang="en-GB" altLang="en-US" sz="700"/>
          </a:p>
          <a:p>
            <a:pPr marL="0" indent="0">
              <a:lnSpc>
                <a:spcPct val="90000"/>
              </a:lnSpc>
              <a:buFontTx/>
              <a:buNone/>
              <a:tabLst>
                <a:tab pos="381000" algn="l"/>
              </a:tabLst>
            </a:pPr>
            <a:r>
              <a:rPr lang="en-GB" altLang="en-US" sz="1600"/>
              <a:t>1 	Jenny notices the core reaction rate has risen very rapidly</a:t>
            </a:r>
          </a:p>
          <a:p>
            <a:pPr marL="0" indent="0">
              <a:lnSpc>
                <a:spcPct val="90000"/>
              </a:lnSpc>
              <a:buFontTx/>
              <a:buNone/>
              <a:tabLst>
                <a:tab pos="381000" algn="l"/>
              </a:tabLst>
            </a:pPr>
            <a:r>
              <a:rPr lang="en-GB" altLang="en-US" sz="1600"/>
              <a:t>2.	she realises she must immediately change the reactor </a:t>
            </a:r>
            <a:br>
              <a:rPr lang="en-GB" altLang="en-US" sz="1600"/>
            </a:br>
            <a:r>
              <a:rPr lang="en-GB" altLang="en-US" sz="1600"/>
              <a:t>	target pressure to correct this</a:t>
            </a:r>
          </a:p>
          <a:p>
            <a:pPr marL="0" indent="0">
              <a:lnSpc>
                <a:spcPct val="90000"/>
              </a:lnSpc>
              <a:buFontTx/>
              <a:buNone/>
              <a:tabLst>
                <a:tab pos="381000" algn="l"/>
              </a:tabLst>
            </a:pPr>
            <a:r>
              <a:rPr lang="en-GB" altLang="en-US" sz="1600"/>
              <a:t>3.	she goes to the Alarm Control Panel on the far right of the</a:t>
            </a:r>
            <a:br>
              <a:rPr lang="en-GB" altLang="en-US" sz="1600"/>
            </a:br>
            <a:r>
              <a:rPr lang="en-GB" altLang="en-US" sz="1600"/>
              <a:t>	main reactor control panel and presses '+' twice (as it is</a:t>
            </a:r>
            <a:br>
              <a:rPr lang="en-GB" altLang="en-US" sz="1600"/>
            </a:br>
            <a:r>
              <a:rPr lang="en-GB" altLang="en-US" sz="1600"/>
              <a:t>	starting off in green state)</a:t>
            </a:r>
          </a:p>
          <a:p>
            <a:pPr marL="0" indent="0">
              <a:lnSpc>
                <a:spcPct val="90000"/>
              </a:lnSpc>
              <a:buFontTx/>
              <a:buNone/>
              <a:tabLst>
                <a:tab pos="381000" algn="l"/>
              </a:tabLst>
            </a:pPr>
            <a:r>
              <a:rPr lang="en-GB" altLang="en-US" sz="1600"/>
              <a:t>4.	the Emergency Confirm button glows red</a:t>
            </a:r>
          </a:p>
          <a:p>
            <a:pPr marL="0" indent="0">
              <a:lnSpc>
                <a:spcPct val="90000"/>
              </a:lnSpc>
              <a:buFontTx/>
              <a:buNone/>
              <a:tabLst>
                <a:tab pos="381000" algn="l"/>
              </a:tabLst>
            </a:pPr>
            <a:r>
              <a:rPr lang="en-GB" altLang="en-US" sz="1600"/>
              <a:t>5.	she moves across to the Manual Override panel on the </a:t>
            </a:r>
            <a:br>
              <a:rPr lang="en-GB" altLang="en-US" sz="1600"/>
            </a:br>
            <a:r>
              <a:rPr lang="en-GB" altLang="en-US" sz="1600"/>
              <a:t>	far left of the main reactor control panel</a:t>
            </a:r>
          </a:p>
          <a:p>
            <a:pPr marL="0" indent="0">
              <a:lnSpc>
                <a:spcPct val="90000"/>
              </a:lnSpc>
              <a:buFontTx/>
              <a:buNone/>
              <a:tabLst>
                <a:tab pos="381000" algn="l"/>
              </a:tabLst>
            </a:pPr>
            <a:r>
              <a:rPr lang="en-GB" altLang="en-US" sz="1600"/>
              <a:t>	… … …</a:t>
            </a:r>
          </a:p>
        </p:txBody>
      </p:sp>
    </p:spTree>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Comic Sans MS"/>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400" b="0" i="0" u="none" strike="noStrike" cap="none" normalizeH="0" baseline="0" smtClean="0">
            <a:ln>
              <a:noFill/>
            </a:ln>
            <a:solidFill>
              <a:schemeClr val="tx1"/>
            </a:solidFill>
            <a:effectLst/>
            <a:latin typeface="Time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470</TotalTime>
  <Words>223</Words>
  <Application>Microsoft Macintosh PowerPoint</Application>
  <PresentationFormat>On-screen Show (4:3)</PresentationFormat>
  <Paragraphs>62</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Comic Sans MS</vt:lpstr>
      <vt:lpstr>Courier</vt:lpstr>
      <vt:lpstr>Times</vt:lpstr>
      <vt:lpstr>Verdana</vt:lpstr>
      <vt:lpstr>Blank</vt:lpstr>
      <vt:lpstr>PowerPoint Presentation</vt:lpstr>
      <vt:lpstr>Emergency Scenario </vt:lpstr>
    </vt:vector>
  </TitlesOfParts>
  <Company>Lancaster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Alan Dix</dc:creator>
  <cp:lastModifiedBy>Alan Dix</cp:lastModifiedBy>
  <cp:revision>14</cp:revision>
  <dcterms:created xsi:type="dcterms:W3CDTF">2003-08-07T14:10:51Z</dcterms:created>
  <dcterms:modified xsi:type="dcterms:W3CDTF">2025-03-02T09:49:34Z</dcterms:modified>
</cp:coreProperties>
</file>