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96" r:id="rId2"/>
    <p:sldMasterId id="2147483708" r:id="rId3"/>
    <p:sldMasterId id="2147483744" r:id="rId4"/>
  </p:sldMasterIdLst>
  <p:notesMasterIdLst>
    <p:notesMasterId r:id="rId34"/>
  </p:notesMasterIdLst>
  <p:handoutMasterIdLst>
    <p:handoutMasterId r:id="rId35"/>
  </p:handoutMasterIdLst>
  <p:sldIdLst>
    <p:sldId id="385" r:id="rId5"/>
    <p:sldId id="421" r:id="rId6"/>
    <p:sldId id="504" r:id="rId7"/>
    <p:sldId id="505" r:id="rId8"/>
    <p:sldId id="506" r:id="rId9"/>
    <p:sldId id="507" r:id="rId10"/>
    <p:sldId id="503" r:id="rId11"/>
    <p:sldId id="509" r:id="rId12"/>
    <p:sldId id="510" r:id="rId13"/>
    <p:sldId id="511" r:id="rId14"/>
    <p:sldId id="512" r:id="rId15"/>
    <p:sldId id="508" r:id="rId16"/>
    <p:sldId id="513" r:id="rId17"/>
    <p:sldId id="514" r:id="rId18"/>
    <p:sldId id="515" r:id="rId19"/>
    <p:sldId id="516" r:id="rId20"/>
    <p:sldId id="419" r:id="rId21"/>
    <p:sldId id="420" r:id="rId22"/>
    <p:sldId id="502" r:id="rId23"/>
    <p:sldId id="460" r:id="rId24"/>
    <p:sldId id="465" r:id="rId25"/>
    <p:sldId id="461" r:id="rId26"/>
    <p:sldId id="462" r:id="rId27"/>
    <p:sldId id="463" r:id="rId28"/>
    <p:sldId id="464" r:id="rId29"/>
    <p:sldId id="517" r:id="rId30"/>
    <p:sldId id="467" r:id="rId31"/>
    <p:sldId id="468" r:id="rId32"/>
    <p:sldId id="469" r:id="rId33"/>
  </p:sldIdLst>
  <p:sldSz cx="9144000" cy="6858000" type="screen4x3"/>
  <p:notesSz cx="7102475" cy="10234613"/>
  <p:defaultTextStyle>
    <a:defPPr>
      <a:defRPr lang="it-IT"/>
    </a:defPPr>
    <a:lvl1pPr marL="0" algn="l" defTabSz="914353" rtl="0" eaLnBrk="1" latinLnBrk="0" hangingPunct="1">
      <a:defRPr sz="1800" kern="1200">
        <a:solidFill>
          <a:schemeClr val="tx1"/>
        </a:solidFill>
        <a:latin typeface="+mn-lt"/>
        <a:ea typeface="+mn-ea"/>
        <a:cs typeface="+mn-cs"/>
      </a:defRPr>
    </a:lvl1pPr>
    <a:lvl2pPr marL="457177" algn="l" defTabSz="914353" rtl="0" eaLnBrk="1" latinLnBrk="0" hangingPunct="1">
      <a:defRPr sz="1800" kern="1200">
        <a:solidFill>
          <a:schemeClr val="tx1"/>
        </a:solidFill>
        <a:latin typeface="+mn-lt"/>
        <a:ea typeface="+mn-ea"/>
        <a:cs typeface="+mn-cs"/>
      </a:defRPr>
    </a:lvl2pPr>
    <a:lvl3pPr marL="914353" algn="l" defTabSz="914353" rtl="0" eaLnBrk="1" latinLnBrk="0" hangingPunct="1">
      <a:defRPr sz="1800" kern="1200">
        <a:solidFill>
          <a:schemeClr val="tx1"/>
        </a:solidFill>
        <a:latin typeface="+mn-lt"/>
        <a:ea typeface="+mn-ea"/>
        <a:cs typeface="+mn-cs"/>
      </a:defRPr>
    </a:lvl3pPr>
    <a:lvl4pPr marL="1371530" algn="l" defTabSz="914353" rtl="0" eaLnBrk="1" latinLnBrk="0" hangingPunct="1">
      <a:defRPr sz="1800" kern="1200">
        <a:solidFill>
          <a:schemeClr val="tx1"/>
        </a:solidFill>
        <a:latin typeface="+mn-lt"/>
        <a:ea typeface="+mn-ea"/>
        <a:cs typeface="+mn-cs"/>
      </a:defRPr>
    </a:lvl4pPr>
    <a:lvl5pPr marL="1828706" algn="l" defTabSz="914353" rtl="0" eaLnBrk="1" latinLnBrk="0" hangingPunct="1">
      <a:defRPr sz="1800" kern="1200">
        <a:solidFill>
          <a:schemeClr val="tx1"/>
        </a:solidFill>
        <a:latin typeface="+mn-lt"/>
        <a:ea typeface="+mn-ea"/>
        <a:cs typeface="+mn-cs"/>
      </a:defRPr>
    </a:lvl5pPr>
    <a:lvl6pPr marL="2285883" algn="l" defTabSz="914353" rtl="0" eaLnBrk="1" latinLnBrk="0" hangingPunct="1">
      <a:defRPr sz="1800" kern="1200">
        <a:solidFill>
          <a:schemeClr val="tx1"/>
        </a:solidFill>
        <a:latin typeface="+mn-lt"/>
        <a:ea typeface="+mn-ea"/>
        <a:cs typeface="+mn-cs"/>
      </a:defRPr>
    </a:lvl6pPr>
    <a:lvl7pPr marL="2743060" algn="l" defTabSz="914353" rtl="0" eaLnBrk="1" latinLnBrk="0" hangingPunct="1">
      <a:defRPr sz="1800" kern="1200">
        <a:solidFill>
          <a:schemeClr val="tx1"/>
        </a:solidFill>
        <a:latin typeface="+mn-lt"/>
        <a:ea typeface="+mn-ea"/>
        <a:cs typeface="+mn-cs"/>
      </a:defRPr>
    </a:lvl7pPr>
    <a:lvl8pPr marL="3200236" algn="l" defTabSz="914353" rtl="0" eaLnBrk="1" latinLnBrk="0" hangingPunct="1">
      <a:defRPr sz="1800" kern="1200">
        <a:solidFill>
          <a:schemeClr val="tx1"/>
        </a:solidFill>
        <a:latin typeface="+mn-lt"/>
        <a:ea typeface="+mn-ea"/>
        <a:cs typeface="+mn-cs"/>
      </a:defRPr>
    </a:lvl8pPr>
    <a:lvl9pPr marL="3657413" algn="l" defTabSz="914353"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CC00"/>
    <a:srgbClr val="0000FF"/>
    <a:srgbClr val="080808"/>
    <a:srgbClr val="FF9900"/>
    <a:srgbClr val="000000"/>
    <a:srgbClr val="FFFFFF"/>
    <a:srgbClr val="F8F8F8"/>
    <a:srgbClr val="B2B2B2"/>
    <a:srgbClr val="008000"/>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Stile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essuno stile, nessuna grigli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essuno stile, griglia tabel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6115" autoAdjust="0"/>
  </p:normalViewPr>
  <p:slideViewPr>
    <p:cSldViewPr>
      <p:cViewPr varScale="1">
        <p:scale>
          <a:sx n="62" d="100"/>
          <a:sy n="62" d="100"/>
        </p:scale>
        <p:origin x="-828" y="-78"/>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3" Type="http://schemas.openxmlformats.org/officeDocument/2006/relationships/slideMaster" Target="slideMasters/slideMaster3.xml"/><Relationship Id="rId21" Type="http://schemas.openxmlformats.org/officeDocument/2006/relationships/slide" Target="slides/slide17.xml"/><Relationship Id="rId34"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1" y="0"/>
            <a:ext cx="3077739" cy="511731"/>
          </a:xfrm>
          <a:prstGeom prst="rect">
            <a:avLst/>
          </a:prstGeom>
        </p:spPr>
        <p:txBody>
          <a:bodyPr vert="horz" lIns="94787" tIns="47393" rIns="94787" bIns="47393" rtlCol="0"/>
          <a:lstStyle>
            <a:lvl1pPr algn="l">
              <a:defRPr sz="1200"/>
            </a:lvl1pPr>
          </a:lstStyle>
          <a:p>
            <a:endParaRPr lang="it-IT"/>
          </a:p>
        </p:txBody>
      </p:sp>
      <p:sp>
        <p:nvSpPr>
          <p:cNvPr id="3" name="Segnaposto data 2"/>
          <p:cNvSpPr>
            <a:spLocks noGrp="1"/>
          </p:cNvSpPr>
          <p:nvPr>
            <p:ph type="dt" sz="quarter" idx="1"/>
          </p:nvPr>
        </p:nvSpPr>
        <p:spPr>
          <a:xfrm>
            <a:off x="4023093" y="0"/>
            <a:ext cx="3077739" cy="511731"/>
          </a:xfrm>
          <a:prstGeom prst="rect">
            <a:avLst/>
          </a:prstGeom>
        </p:spPr>
        <p:txBody>
          <a:bodyPr vert="horz" lIns="94787" tIns="47393" rIns="94787" bIns="47393" rtlCol="0"/>
          <a:lstStyle>
            <a:lvl1pPr algn="r">
              <a:defRPr sz="1200"/>
            </a:lvl1pPr>
          </a:lstStyle>
          <a:p>
            <a:fld id="{896E2EBD-C78F-4A61-9E0F-132E47F41798}" type="datetimeFigureOut">
              <a:rPr lang="it-IT" smtClean="0"/>
              <a:t>27/05/2020</a:t>
            </a:fld>
            <a:endParaRPr lang="it-IT"/>
          </a:p>
        </p:txBody>
      </p:sp>
      <p:sp>
        <p:nvSpPr>
          <p:cNvPr id="4" name="Segnaposto piè di pagina 3"/>
          <p:cNvSpPr>
            <a:spLocks noGrp="1"/>
          </p:cNvSpPr>
          <p:nvPr>
            <p:ph type="ftr" sz="quarter" idx="2"/>
          </p:nvPr>
        </p:nvSpPr>
        <p:spPr>
          <a:xfrm>
            <a:off x="1" y="9721106"/>
            <a:ext cx="3077739" cy="511731"/>
          </a:xfrm>
          <a:prstGeom prst="rect">
            <a:avLst/>
          </a:prstGeom>
        </p:spPr>
        <p:txBody>
          <a:bodyPr vert="horz" lIns="94787" tIns="47393" rIns="94787" bIns="47393" rtlCol="0" anchor="b"/>
          <a:lstStyle>
            <a:lvl1pPr algn="l">
              <a:defRPr sz="1200"/>
            </a:lvl1pPr>
          </a:lstStyle>
          <a:p>
            <a:endParaRPr lang="it-IT"/>
          </a:p>
        </p:txBody>
      </p:sp>
      <p:sp>
        <p:nvSpPr>
          <p:cNvPr id="5" name="Segnaposto numero diapositiva 4"/>
          <p:cNvSpPr>
            <a:spLocks noGrp="1"/>
          </p:cNvSpPr>
          <p:nvPr>
            <p:ph type="sldNum" sz="quarter" idx="3"/>
          </p:nvPr>
        </p:nvSpPr>
        <p:spPr>
          <a:xfrm>
            <a:off x="4023093" y="9721106"/>
            <a:ext cx="3077739" cy="511731"/>
          </a:xfrm>
          <a:prstGeom prst="rect">
            <a:avLst/>
          </a:prstGeom>
        </p:spPr>
        <p:txBody>
          <a:bodyPr vert="horz" lIns="94787" tIns="47393" rIns="94787" bIns="47393" rtlCol="0" anchor="b"/>
          <a:lstStyle>
            <a:lvl1pPr algn="r">
              <a:defRPr sz="1200"/>
            </a:lvl1pPr>
          </a:lstStyle>
          <a:p>
            <a:fld id="{0B6AD203-6BDD-49F0-B6AC-2B453CEF4922}" type="slidenum">
              <a:rPr lang="it-IT" smtClean="0"/>
              <a:t>‹N›</a:t>
            </a:fld>
            <a:endParaRPr lang="it-IT"/>
          </a:p>
        </p:txBody>
      </p:sp>
    </p:spTree>
    <p:extLst>
      <p:ext uri="{BB962C8B-B14F-4D97-AF65-F5344CB8AC3E}">
        <p14:creationId xmlns:p14="http://schemas.microsoft.com/office/powerpoint/2010/main" val="28997371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1" y="0"/>
            <a:ext cx="3077739" cy="511731"/>
          </a:xfrm>
          <a:prstGeom prst="rect">
            <a:avLst/>
          </a:prstGeom>
        </p:spPr>
        <p:txBody>
          <a:bodyPr vert="horz" lIns="94787" tIns="47393" rIns="94787" bIns="47393" rtlCol="0"/>
          <a:lstStyle>
            <a:lvl1pPr algn="l">
              <a:defRPr sz="1200"/>
            </a:lvl1pPr>
          </a:lstStyle>
          <a:p>
            <a:endParaRPr lang="en-US"/>
          </a:p>
        </p:txBody>
      </p:sp>
      <p:sp>
        <p:nvSpPr>
          <p:cNvPr id="3" name="Segnaposto data 2"/>
          <p:cNvSpPr>
            <a:spLocks noGrp="1"/>
          </p:cNvSpPr>
          <p:nvPr>
            <p:ph type="dt" idx="1"/>
          </p:nvPr>
        </p:nvSpPr>
        <p:spPr>
          <a:xfrm>
            <a:off x="4023093" y="0"/>
            <a:ext cx="3077739" cy="511731"/>
          </a:xfrm>
          <a:prstGeom prst="rect">
            <a:avLst/>
          </a:prstGeom>
        </p:spPr>
        <p:txBody>
          <a:bodyPr vert="horz" lIns="94787" tIns="47393" rIns="94787" bIns="47393" rtlCol="0"/>
          <a:lstStyle>
            <a:lvl1pPr algn="r">
              <a:defRPr sz="1200"/>
            </a:lvl1pPr>
          </a:lstStyle>
          <a:p>
            <a:fld id="{4A19745A-1638-4770-A2EB-DE20058C2A36}" type="datetimeFigureOut">
              <a:rPr lang="it-IT" smtClean="0"/>
              <a:pPr/>
              <a:t>27/05/2020</a:t>
            </a:fld>
            <a:endParaRPr lang="en-US"/>
          </a:p>
        </p:txBody>
      </p:sp>
      <p:sp>
        <p:nvSpPr>
          <p:cNvPr id="4" name="Segnaposto immagine diapositiva 3"/>
          <p:cNvSpPr>
            <a:spLocks noGrp="1" noRot="1" noChangeAspect="1"/>
          </p:cNvSpPr>
          <p:nvPr>
            <p:ph type="sldImg" idx="2"/>
          </p:nvPr>
        </p:nvSpPr>
        <p:spPr>
          <a:xfrm>
            <a:off x="993775" y="768350"/>
            <a:ext cx="5114925" cy="3836988"/>
          </a:xfrm>
          <a:prstGeom prst="rect">
            <a:avLst/>
          </a:prstGeom>
          <a:noFill/>
          <a:ln w="12700">
            <a:solidFill>
              <a:prstClr val="black"/>
            </a:solidFill>
          </a:ln>
        </p:spPr>
        <p:txBody>
          <a:bodyPr vert="horz" lIns="94787" tIns="47393" rIns="94787" bIns="47393" rtlCol="0" anchor="ctr"/>
          <a:lstStyle/>
          <a:p>
            <a:endParaRPr lang="en-US"/>
          </a:p>
        </p:txBody>
      </p:sp>
      <p:sp>
        <p:nvSpPr>
          <p:cNvPr id="5" name="Segnaposto note 4"/>
          <p:cNvSpPr>
            <a:spLocks noGrp="1"/>
          </p:cNvSpPr>
          <p:nvPr>
            <p:ph type="body" sz="quarter" idx="3"/>
          </p:nvPr>
        </p:nvSpPr>
        <p:spPr>
          <a:xfrm>
            <a:off x="710248" y="4861442"/>
            <a:ext cx="5681980" cy="4605576"/>
          </a:xfrm>
          <a:prstGeom prst="rect">
            <a:avLst/>
          </a:prstGeom>
        </p:spPr>
        <p:txBody>
          <a:bodyPr vert="horz" lIns="94787" tIns="47393" rIns="94787" bIns="47393" rtlCol="0">
            <a:normAutofit/>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en-US"/>
          </a:p>
        </p:txBody>
      </p:sp>
      <p:sp>
        <p:nvSpPr>
          <p:cNvPr id="6" name="Segnaposto piè di pagina 5"/>
          <p:cNvSpPr>
            <a:spLocks noGrp="1"/>
          </p:cNvSpPr>
          <p:nvPr>
            <p:ph type="ftr" sz="quarter" idx="4"/>
          </p:nvPr>
        </p:nvSpPr>
        <p:spPr>
          <a:xfrm>
            <a:off x="1" y="9721106"/>
            <a:ext cx="3077739" cy="511731"/>
          </a:xfrm>
          <a:prstGeom prst="rect">
            <a:avLst/>
          </a:prstGeom>
        </p:spPr>
        <p:txBody>
          <a:bodyPr vert="horz" lIns="94787" tIns="47393" rIns="94787" bIns="47393" rtlCol="0" anchor="b"/>
          <a:lstStyle>
            <a:lvl1pPr algn="l">
              <a:defRPr sz="1200"/>
            </a:lvl1pPr>
          </a:lstStyle>
          <a:p>
            <a:endParaRPr lang="en-US"/>
          </a:p>
        </p:txBody>
      </p:sp>
      <p:sp>
        <p:nvSpPr>
          <p:cNvPr id="7" name="Segnaposto numero diapositiva 6"/>
          <p:cNvSpPr>
            <a:spLocks noGrp="1"/>
          </p:cNvSpPr>
          <p:nvPr>
            <p:ph type="sldNum" sz="quarter" idx="5"/>
          </p:nvPr>
        </p:nvSpPr>
        <p:spPr>
          <a:xfrm>
            <a:off x="4023093" y="9721106"/>
            <a:ext cx="3077739" cy="511731"/>
          </a:xfrm>
          <a:prstGeom prst="rect">
            <a:avLst/>
          </a:prstGeom>
        </p:spPr>
        <p:txBody>
          <a:bodyPr vert="horz" lIns="94787" tIns="47393" rIns="94787" bIns="47393" rtlCol="0" anchor="b"/>
          <a:lstStyle>
            <a:lvl1pPr algn="r">
              <a:defRPr sz="1200"/>
            </a:lvl1pPr>
          </a:lstStyle>
          <a:p>
            <a:fld id="{C607C43A-9C21-4148-960A-F0D57A93020B}" type="slidenum">
              <a:rPr lang="en-US" smtClean="0"/>
              <a:pPr/>
              <a:t>‹N›</a:t>
            </a:fld>
            <a:endParaRPr lang="en-US"/>
          </a:p>
        </p:txBody>
      </p:sp>
    </p:spTree>
    <p:extLst>
      <p:ext uri="{BB962C8B-B14F-4D97-AF65-F5344CB8AC3E}">
        <p14:creationId xmlns:p14="http://schemas.microsoft.com/office/powerpoint/2010/main" val="1029076731"/>
      </p:ext>
    </p:extLst>
  </p:cSld>
  <p:clrMap bg1="lt1" tx1="dk1" bg2="lt2" tx2="dk2" accent1="accent1" accent2="accent2" accent3="accent3" accent4="accent4" accent5="accent5" accent6="accent6" hlink="hlink" folHlink="folHlink"/>
  <p:notesStyle>
    <a:lvl1pPr marL="0" algn="l" defTabSz="914353" rtl="0" eaLnBrk="1" latinLnBrk="0" hangingPunct="1">
      <a:defRPr sz="1200" kern="1200">
        <a:solidFill>
          <a:schemeClr val="tx1"/>
        </a:solidFill>
        <a:latin typeface="+mn-lt"/>
        <a:ea typeface="+mn-ea"/>
        <a:cs typeface="+mn-cs"/>
      </a:defRPr>
    </a:lvl1pPr>
    <a:lvl2pPr marL="457177" algn="l" defTabSz="914353" rtl="0" eaLnBrk="1" latinLnBrk="0" hangingPunct="1">
      <a:defRPr sz="1200" kern="1200">
        <a:solidFill>
          <a:schemeClr val="tx1"/>
        </a:solidFill>
        <a:latin typeface="+mn-lt"/>
        <a:ea typeface="+mn-ea"/>
        <a:cs typeface="+mn-cs"/>
      </a:defRPr>
    </a:lvl2pPr>
    <a:lvl3pPr marL="914353" algn="l" defTabSz="914353" rtl="0" eaLnBrk="1" latinLnBrk="0" hangingPunct="1">
      <a:defRPr sz="1200" kern="1200">
        <a:solidFill>
          <a:schemeClr val="tx1"/>
        </a:solidFill>
        <a:latin typeface="+mn-lt"/>
        <a:ea typeface="+mn-ea"/>
        <a:cs typeface="+mn-cs"/>
      </a:defRPr>
    </a:lvl3pPr>
    <a:lvl4pPr marL="1371530" algn="l" defTabSz="914353" rtl="0" eaLnBrk="1" latinLnBrk="0" hangingPunct="1">
      <a:defRPr sz="1200" kern="1200">
        <a:solidFill>
          <a:schemeClr val="tx1"/>
        </a:solidFill>
        <a:latin typeface="+mn-lt"/>
        <a:ea typeface="+mn-ea"/>
        <a:cs typeface="+mn-cs"/>
      </a:defRPr>
    </a:lvl4pPr>
    <a:lvl5pPr marL="1828706" algn="l" defTabSz="914353" rtl="0" eaLnBrk="1" latinLnBrk="0" hangingPunct="1">
      <a:defRPr sz="1200" kern="1200">
        <a:solidFill>
          <a:schemeClr val="tx1"/>
        </a:solidFill>
        <a:latin typeface="+mn-lt"/>
        <a:ea typeface="+mn-ea"/>
        <a:cs typeface="+mn-cs"/>
      </a:defRPr>
    </a:lvl5pPr>
    <a:lvl6pPr marL="2285883" algn="l" defTabSz="914353" rtl="0" eaLnBrk="1" latinLnBrk="0" hangingPunct="1">
      <a:defRPr sz="1200" kern="1200">
        <a:solidFill>
          <a:schemeClr val="tx1"/>
        </a:solidFill>
        <a:latin typeface="+mn-lt"/>
        <a:ea typeface="+mn-ea"/>
        <a:cs typeface="+mn-cs"/>
      </a:defRPr>
    </a:lvl6pPr>
    <a:lvl7pPr marL="2743060" algn="l" defTabSz="914353" rtl="0" eaLnBrk="1" latinLnBrk="0" hangingPunct="1">
      <a:defRPr sz="1200" kern="1200">
        <a:solidFill>
          <a:schemeClr val="tx1"/>
        </a:solidFill>
        <a:latin typeface="+mn-lt"/>
        <a:ea typeface="+mn-ea"/>
        <a:cs typeface="+mn-cs"/>
      </a:defRPr>
    </a:lvl7pPr>
    <a:lvl8pPr marL="3200236" algn="l" defTabSz="914353" rtl="0" eaLnBrk="1" latinLnBrk="0" hangingPunct="1">
      <a:defRPr sz="1200" kern="1200">
        <a:solidFill>
          <a:schemeClr val="tx1"/>
        </a:solidFill>
        <a:latin typeface="+mn-lt"/>
        <a:ea typeface="+mn-ea"/>
        <a:cs typeface="+mn-cs"/>
      </a:defRPr>
    </a:lvl8pPr>
    <a:lvl9pPr marL="3657413" algn="l" defTabSz="914353"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normAutofit/>
          </a:bodyPr>
          <a:lstStyle/>
          <a:p>
            <a:pPr defTabSz="947818">
              <a:defRPr/>
            </a:pPr>
            <a:r>
              <a:rPr lang="en-US" dirty="0" smtClean="0">
                <a:latin typeface="Comic Sans MS" pitchFamily="66" charset="0"/>
              </a:rPr>
              <a:t>Warning! You are not allowed to distribute or publish this </a:t>
            </a:r>
            <a:r>
              <a:rPr lang="en-US" dirty="0" err="1" smtClean="0">
                <a:latin typeface="Comic Sans MS" pitchFamily="66" charset="0"/>
              </a:rPr>
              <a:t>powerpoint</a:t>
            </a:r>
            <a:endParaRPr lang="en-GB" dirty="0">
              <a:latin typeface="Comic Sans MS" pitchFamily="66" charset="0"/>
            </a:endParaRPr>
          </a:p>
        </p:txBody>
      </p:sp>
      <p:sp>
        <p:nvSpPr>
          <p:cNvPr id="4" name="Segnaposto numero diapositiva 3"/>
          <p:cNvSpPr>
            <a:spLocks noGrp="1"/>
          </p:cNvSpPr>
          <p:nvPr>
            <p:ph type="sldNum" sz="quarter" idx="10"/>
          </p:nvPr>
        </p:nvSpPr>
        <p:spPr/>
        <p:txBody>
          <a:bodyPr/>
          <a:lstStyle/>
          <a:p>
            <a:fld id="{5832CB72-861E-4FAB-A637-0AAF1D79D751}" type="slidenum">
              <a:rPr lang="it-IT" smtClean="0"/>
              <a:pPr/>
              <a:t>1</a:t>
            </a:fld>
            <a:endParaRPr lang="it-IT"/>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normAutofit/>
          </a:bodyPr>
          <a:lstStyle/>
          <a:p>
            <a:pPr defTabSz="947867">
              <a:defRPr/>
            </a:pPr>
            <a:endParaRPr lang="it-IT" dirty="0" smtClean="0"/>
          </a:p>
        </p:txBody>
      </p:sp>
      <p:sp>
        <p:nvSpPr>
          <p:cNvPr id="4" name="Segnaposto numero diapositiva 3"/>
          <p:cNvSpPr>
            <a:spLocks noGrp="1"/>
          </p:cNvSpPr>
          <p:nvPr>
            <p:ph type="sldNum" sz="quarter" idx="10"/>
          </p:nvPr>
        </p:nvSpPr>
        <p:spPr/>
        <p:txBody>
          <a:bodyPr/>
          <a:lstStyle/>
          <a:p>
            <a:fld id="{5832CB72-861E-4FAB-A637-0AAF1D79D751}" type="slidenum">
              <a:rPr lang="it-IT" smtClean="0"/>
              <a:pPr/>
              <a:t>2</a:t>
            </a:fld>
            <a:endParaRPr lang="it-IT"/>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normAutofit/>
          </a:bodyPr>
          <a:lstStyle/>
          <a:p>
            <a:endParaRPr lang="en-US" dirty="0"/>
          </a:p>
        </p:txBody>
      </p:sp>
      <p:sp>
        <p:nvSpPr>
          <p:cNvPr id="4" name="Segnaposto numero diapositiva 3"/>
          <p:cNvSpPr>
            <a:spLocks noGrp="1"/>
          </p:cNvSpPr>
          <p:nvPr>
            <p:ph type="sldNum" sz="quarter" idx="10"/>
          </p:nvPr>
        </p:nvSpPr>
        <p:spPr/>
        <p:txBody>
          <a:bodyPr/>
          <a:lstStyle/>
          <a:p>
            <a:fld id="{C607C43A-9C21-4148-960A-F0D57A93020B}" type="slidenum">
              <a:rPr lang="en-US" smtClean="0"/>
              <a:pPr/>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normAutofit/>
          </a:bodyPr>
          <a:lstStyle/>
          <a:p>
            <a:r>
              <a:rPr lang="en-US" dirty="0" smtClean="0"/>
              <a:t>There are a lot of different types of grid, and they all serve different purposes. </a:t>
            </a:r>
          </a:p>
          <a:p>
            <a:r>
              <a:rPr lang="en-US" dirty="0" smtClean="0"/>
              <a:t>Here are a couple of main examples</a:t>
            </a:r>
            <a:endParaRPr lang="en-US" dirty="0"/>
          </a:p>
        </p:txBody>
      </p:sp>
      <p:sp>
        <p:nvSpPr>
          <p:cNvPr id="4" name="Segnaposto numero diapositiva 3"/>
          <p:cNvSpPr>
            <a:spLocks noGrp="1"/>
          </p:cNvSpPr>
          <p:nvPr>
            <p:ph type="sldNum" sz="quarter" idx="10"/>
          </p:nvPr>
        </p:nvSpPr>
        <p:spPr/>
        <p:txBody>
          <a:bodyPr/>
          <a:lstStyle/>
          <a:p>
            <a:fld id="{C607C43A-9C21-4148-960A-F0D57A93020B}" type="slidenum">
              <a:rPr lang="en-US" smtClean="0"/>
              <a:pPr/>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normAutofit/>
          </a:bodyPr>
          <a:lstStyle/>
          <a:p>
            <a:r>
              <a:rPr lang="en-US" dirty="0" smtClean="0"/>
              <a:t>There are a lot of different types of grid, and they all serve different purposes. </a:t>
            </a:r>
          </a:p>
          <a:p>
            <a:r>
              <a:rPr lang="en-US" dirty="0" smtClean="0"/>
              <a:t>Here are a couple of main examples</a:t>
            </a:r>
            <a:endParaRPr lang="en-US" dirty="0"/>
          </a:p>
        </p:txBody>
      </p:sp>
      <p:sp>
        <p:nvSpPr>
          <p:cNvPr id="4" name="Segnaposto numero diapositiva 3"/>
          <p:cNvSpPr>
            <a:spLocks noGrp="1"/>
          </p:cNvSpPr>
          <p:nvPr>
            <p:ph type="sldNum" sz="quarter" idx="10"/>
          </p:nvPr>
        </p:nvSpPr>
        <p:spPr/>
        <p:txBody>
          <a:bodyPr/>
          <a:lstStyle/>
          <a:p>
            <a:fld id="{C607C43A-9C21-4148-960A-F0D57A93020B}" type="slidenum">
              <a:rPr lang="en-US" smtClean="0"/>
              <a:pPr/>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normAutofit/>
          </a:bodyPr>
          <a:lstStyle/>
          <a:p>
            <a:endParaRPr lang="en-US" dirty="0"/>
          </a:p>
        </p:txBody>
      </p:sp>
      <p:sp>
        <p:nvSpPr>
          <p:cNvPr id="4" name="Segnaposto numero diapositiva 3"/>
          <p:cNvSpPr>
            <a:spLocks noGrp="1"/>
          </p:cNvSpPr>
          <p:nvPr>
            <p:ph type="sldNum" sz="quarter" idx="10"/>
          </p:nvPr>
        </p:nvSpPr>
        <p:spPr/>
        <p:txBody>
          <a:bodyPr/>
          <a:lstStyle/>
          <a:p>
            <a:fld id="{C607C43A-9C21-4148-960A-F0D57A93020B}" type="slidenum">
              <a:rPr lang="en-US" smtClean="0"/>
              <a:pPr/>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normAutofit/>
          </a:bodyPr>
          <a:lstStyle/>
          <a:p>
            <a:pPr defTabSz="947867">
              <a:defRPr/>
            </a:pPr>
            <a:endParaRPr lang="it-IT" dirty="0" smtClean="0"/>
          </a:p>
        </p:txBody>
      </p:sp>
      <p:sp>
        <p:nvSpPr>
          <p:cNvPr id="4" name="Segnaposto numero diapositiva 3"/>
          <p:cNvSpPr>
            <a:spLocks noGrp="1"/>
          </p:cNvSpPr>
          <p:nvPr>
            <p:ph type="sldNum" sz="quarter" idx="10"/>
          </p:nvPr>
        </p:nvSpPr>
        <p:spPr/>
        <p:txBody>
          <a:bodyPr/>
          <a:lstStyle/>
          <a:p>
            <a:fld id="{5832CB72-861E-4FAB-A637-0AAF1D79D751}" type="slidenum">
              <a:rPr lang="it-IT" smtClean="0"/>
              <a:pPr/>
              <a:t>7</a:t>
            </a:fld>
            <a:endParaRPr lang="it-IT"/>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it-IT" baseline="0" dirty="0" smtClean="0"/>
          </a:p>
        </p:txBody>
      </p:sp>
      <p:sp>
        <p:nvSpPr>
          <p:cNvPr id="4" name="Segnaposto numero diapositiva 3"/>
          <p:cNvSpPr>
            <a:spLocks noGrp="1"/>
          </p:cNvSpPr>
          <p:nvPr>
            <p:ph type="sldNum" sz="quarter" idx="10"/>
          </p:nvPr>
        </p:nvSpPr>
        <p:spPr/>
        <p:txBody>
          <a:bodyPr/>
          <a:lstStyle/>
          <a:p>
            <a:fld id="{5832CB72-861E-4FAB-A637-0AAF1D79D751}" type="slidenum">
              <a:rPr lang="it-IT" smtClean="0"/>
              <a:pPr/>
              <a:t>8</a:t>
            </a:fld>
            <a:endParaRPr lang="it-IT"/>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it-IT" baseline="0" dirty="0" smtClean="0"/>
          </a:p>
        </p:txBody>
      </p:sp>
      <p:sp>
        <p:nvSpPr>
          <p:cNvPr id="4" name="Segnaposto numero diapositiva 3"/>
          <p:cNvSpPr>
            <a:spLocks noGrp="1"/>
          </p:cNvSpPr>
          <p:nvPr>
            <p:ph type="sldNum" sz="quarter" idx="10"/>
          </p:nvPr>
        </p:nvSpPr>
        <p:spPr/>
        <p:txBody>
          <a:bodyPr/>
          <a:lstStyle/>
          <a:p>
            <a:fld id="{5832CB72-861E-4FAB-A637-0AAF1D79D751}" type="slidenum">
              <a:rPr lang="it-IT" smtClean="0"/>
              <a:pPr/>
              <a:t>9</a:t>
            </a:fld>
            <a:endParaRPr lang="it-IT"/>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it-IT" baseline="0" dirty="0" smtClean="0"/>
          </a:p>
        </p:txBody>
      </p:sp>
      <p:sp>
        <p:nvSpPr>
          <p:cNvPr id="4" name="Segnaposto numero diapositiva 3"/>
          <p:cNvSpPr>
            <a:spLocks noGrp="1"/>
          </p:cNvSpPr>
          <p:nvPr>
            <p:ph type="sldNum" sz="quarter" idx="10"/>
          </p:nvPr>
        </p:nvSpPr>
        <p:spPr/>
        <p:txBody>
          <a:bodyPr/>
          <a:lstStyle/>
          <a:p>
            <a:fld id="{5832CB72-861E-4FAB-A637-0AAF1D79D751}" type="slidenum">
              <a:rPr lang="it-IT" smtClean="0"/>
              <a:pPr/>
              <a:t>10</a:t>
            </a:fld>
            <a:endParaRPr lang="it-IT"/>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it-IT" baseline="0" dirty="0" smtClean="0"/>
          </a:p>
        </p:txBody>
      </p:sp>
      <p:sp>
        <p:nvSpPr>
          <p:cNvPr id="4" name="Segnaposto numero diapositiva 3"/>
          <p:cNvSpPr>
            <a:spLocks noGrp="1"/>
          </p:cNvSpPr>
          <p:nvPr>
            <p:ph type="sldNum" sz="quarter" idx="10"/>
          </p:nvPr>
        </p:nvSpPr>
        <p:spPr/>
        <p:txBody>
          <a:bodyPr/>
          <a:lstStyle/>
          <a:p>
            <a:fld id="{5832CB72-861E-4FAB-A637-0AAF1D79D751}" type="slidenum">
              <a:rPr lang="it-IT" smtClean="0"/>
              <a:pPr/>
              <a:t>11</a:t>
            </a:fld>
            <a:endParaRPr lang="it-IT"/>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normAutofit/>
          </a:bodyPr>
          <a:lstStyle/>
          <a:p>
            <a:pPr defTabSz="947867">
              <a:defRPr/>
            </a:pPr>
            <a:endParaRPr lang="it-IT" dirty="0" smtClean="0"/>
          </a:p>
        </p:txBody>
      </p:sp>
      <p:sp>
        <p:nvSpPr>
          <p:cNvPr id="4" name="Segnaposto numero diapositiva 3"/>
          <p:cNvSpPr>
            <a:spLocks noGrp="1"/>
          </p:cNvSpPr>
          <p:nvPr>
            <p:ph type="sldNum" sz="quarter" idx="10"/>
          </p:nvPr>
        </p:nvSpPr>
        <p:spPr/>
        <p:txBody>
          <a:bodyPr/>
          <a:lstStyle/>
          <a:p>
            <a:fld id="{5832CB72-861E-4FAB-A637-0AAF1D79D751}" type="slidenum">
              <a:rPr lang="it-IT" smtClean="0"/>
              <a:pPr/>
              <a:t>12</a:t>
            </a:fld>
            <a:endParaRPr lang="it-IT"/>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it-IT" baseline="0" dirty="0" smtClean="0"/>
          </a:p>
        </p:txBody>
      </p:sp>
      <p:sp>
        <p:nvSpPr>
          <p:cNvPr id="4" name="Segnaposto numero diapositiva 3"/>
          <p:cNvSpPr>
            <a:spLocks noGrp="1"/>
          </p:cNvSpPr>
          <p:nvPr>
            <p:ph type="sldNum" sz="quarter" idx="10"/>
          </p:nvPr>
        </p:nvSpPr>
        <p:spPr/>
        <p:txBody>
          <a:bodyPr/>
          <a:lstStyle/>
          <a:p>
            <a:fld id="{5832CB72-861E-4FAB-A637-0AAF1D79D751}" type="slidenum">
              <a:rPr lang="it-IT" smtClean="0"/>
              <a:pPr/>
              <a:t>13</a:t>
            </a:fld>
            <a:endParaRPr lang="it-IT"/>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it-IT" baseline="0" dirty="0" smtClean="0"/>
          </a:p>
        </p:txBody>
      </p:sp>
      <p:sp>
        <p:nvSpPr>
          <p:cNvPr id="4" name="Segnaposto numero diapositiva 3"/>
          <p:cNvSpPr>
            <a:spLocks noGrp="1"/>
          </p:cNvSpPr>
          <p:nvPr>
            <p:ph type="sldNum" sz="quarter" idx="10"/>
          </p:nvPr>
        </p:nvSpPr>
        <p:spPr/>
        <p:txBody>
          <a:bodyPr/>
          <a:lstStyle/>
          <a:p>
            <a:fld id="{5832CB72-861E-4FAB-A637-0AAF1D79D751}" type="slidenum">
              <a:rPr lang="it-IT" smtClean="0"/>
              <a:pPr/>
              <a:t>14</a:t>
            </a:fld>
            <a:endParaRPr lang="it-IT"/>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it-IT" baseline="0" dirty="0" smtClean="0"/>
          </a:p>
        </p:txBody>
      </p:sp>
      <p:sp>
        <p:nvSpPr>
          <p:cNvPr id="4" name="Segnaposto numero diapositiva 3"/>
          <p:cNvSpPr>
            <a:spLocks noGrp="1"/>
          </p:cNvSpPr>
          <p:nvPr>
            <p:ph type="sldNum" sz="quarter" idx="10"/>
          </p:nvPr>
        </p:nvSpPr>
        <p:spPr/>
        <p:txBody>
          <a:bodyPr/>
          <a:lstStyle/>
          <a:p>
            <a:fld id="{5832CB72-861E-4FAB-A637-0AAF1D79D751}" type="slidenum">
              <a:rPr lang="it-IT" smtClean="0"/>
              <a:pPr/>
              <a:t>15</a:t>
            </a:fld>
            <a:endParaRPr lang="it-IT"/>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normAutofit/>
          </a:bodyPr>
          <a:lstStyle/>
          <a:p>
            <a:pPr defTabSz="947867">
              <a:defRPr/>
            </a:pPr>
            <a:endParaRPr lang="it-IT" dirty="0" smtClean="0"/>
          </a:p>
        </p:txBody>
      </p:sp>
      <p:sp>
        <p:nvSpPr>
          <p:cNvPr id="4" name="Segnaposto numero diapositiva 3"/>
          <p:cNvSpPr>
            <a:spLocks noGrp="1"/>
          </p:cNvSpPr>
          <p:nvPr>
            <p:ph type="sldNum" sz="quarter" idx="10"/>
          </p:nvPr>
        </p:nvSpPr>
        <p:spPr/>
        <p:txBody>
          <a:bodyPr/>
          <a:lstStyle/>
          <a:p>
            <a:fld id="{5832CB72-861E-4FAB-A637-0AAF1D79D751}" type="slidenum">
              <a:rPr lang="it-IT" smtClean="0"/>
              <a:pPr/>
              <a:t>16</a:t>
            </a:fld>
            <a:endParaRPr lang="it-IT"/>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normAutofit/>
          </a:bodyPr>
          <a:lstStyle/>
          <a:p>
            <a:pPr marL="0" marR="0" indent="0" algn="l" defTabSz="914353" rtl="0" eaLnBrk="1" fontAlgn="auto" latinLnBrk="0" hangingPunct="1">
              <a:lnSpc>
                <a:spcPct val="100000"/>
              </a:lnSpc>
              <a:spcBef>
                <a:spcPts val="0"/>
              </a:spcBef>
              <a:spcAft>
                <a:spcPts val="0"/>
              </a:spcAft>
              <a:buClrTx/>
              <a:buSzTx/>
              <a:buFontTx/>
              <a:buNone/>
              <a:tabLst/>
              <a:defRPr/>
            </a:pPr>
            <a:r>
              <a:rPr lang="en-US" dirty="0" smtClean="0"/>
              <a:t>Which of these arrows should be the longest?</a:t>
            </a:r>
            <a:endParaRPr lang="it-IT" dirty="0"/>
          </a:p>
        </p:txBody>
      </p:sp>
      <p:sp>
        <p:nvSpPr>
          <p:cNvPr id="4" name="Segnaposto numero diapositiva 3"/>
          <p:cNvSpPr>
            <a:spLocks noGrp="1"/>
          </p:cNvSpPr>
          <p:nvPr>
            <p:ph type="sldNum" sz="quarter" idx="10"/>
          </p:nvPr>
        </p:nvSpPr>
        <p:spPr/>
        <p:txBody>
          <a:bodyPr/>
          <a:lstStyle/>
          <a:p>
            <a:fld id="{0FDFB926-DF82-4DA2-B260-CC3F939AC0DD}" type="slidenum">
              <a:rPr lang="it-IT" smtClean="0"/>
              <a:pPr/>
              <a:t>17</a:t>
            </a:fld>
            <a:endParaRPr lang="it-IT"/>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normAutofit/>
          </a:bodyPr>
          <a:lstStyle/>
          <a:p>
            <a:r>
              <a:rPr lang="en-US" dirty="0" smtClean="0"/>
              <a:t>Be careful of line spacing when using large fonts</a:t>
            </a:r>
            <a:endParaRPr lang="it-IT" dirty="0"/>
          </a:p>
        </p:txBody>
      </p:sp>
      <p:sp>
        <p:nvSpPr>
          <p:cNvPr id="4" name="Segnaposto numero diapositiva 3"/>
          <p:cNvSpPr>
            <a:spLocks noGrp="1"/>
          </p:cNvSpPr>
          <p:nvPr>
            <p:ph type="sldNum" sz="quarter" idx="10"/>
          </p:nvPr>
        </p:nvSpPr>
        <p:spPr/>
        <p:txBody>
          <a:bodyPr/>
          <a:lstStyle/>
          <a:p>
            <a:fld id="{0FDFB926-DF82-4DA2-B260-CC3F939AC0DD}" type="slidenum">
              <a:rPr lang="it-IT" smtClean="0"/>
              <a:pPr/>
              <a:t>18</a:t>
            </a:fld>
            <a:endParaRPr lang="it-IT"/>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normAutofit/>
          </a:bodyPr>
          <a:lstStyle/>
          <a:p>
            <a:pPr defTabSz="947867">
              <a:defRPr/>
            </a:pPr>
            <a:endParaRPr lang="it-IT" dirty="0" smtClean="0"/>
          </a:p>
        </p:txBody>
      </p:sp>
      <p:sp>
        <p:nvSpPr>
          <p:cNvPr id="4" name="Segnaposto numero diapositiva 3"/>
          <p:cNvSpPr>
            <a:spLocks noGrp="1"/>
          </p:cNvSpPr>
          <p:nvPr>
            <p:ph type="sldNum" sz="quarter" idx="10"/>
          </p:nvPr>
        </p:nvSpPr>
        <p:spPr/>
        <p:txBody>
          <a:bodyPr/>
          <a:lstStyle/>
          <a:p>
            <a:fld id="{5832CB72-861E-4FAB-A637-0AAF1D79D751}" type="slidenum">
              <a:rPr lang="it-IT" smtClean="0">
                <a:solidFill>
                  <a:prstClr val="black"/>
                </a:solidFill>
              </a:rPr>
              <a:pPr/>
              <a:t>19</a:t>
            </a:fld>
            <a:endParaRPr lang="it-IT">
              <a:solidFill>
                <a:prstClr val="black"/>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normAutofit/>
          </a:bodyPr>
          <a:lstStyle/>
          <a:p>
            <a:pPr marL="0" marR="0" indent="0" algn="l" defTabSz="914353" rtl="0" eaLnBrk="1" fontAlgn="auto" latinLnBrk="0" hangingPunct="1">
              <a:lnSpc>
                <a:spcPct val="100000"/>
              </a:lnSpc>
              <a:spcBef>
                <a:spcPts val="0"/>
              </a:spcBef>
              <a:spcAft>
                <a:spcPts val="0"/>
              </a:spcAft>
              <a:buClrTx/>
              <a:buSzTx/>
              <a:buFontTx/>
              <a:buNone/>
              <a:tabLst/>
              <a:defRPr/>
            </a:pPr>
            <a:r>
              <a:rPr lang="en-US" dirty="0" smtClean="0"/>
              <a:t>These slides were made by the authors of the textbook</a:t>
            </a:r>
          </a:p>
          <a:p>
            <a:pPr marL="0" marR="0" indent="0" algn="l" defTabSz="914353" rtl="0" eaLnBrk="1" fontAlgn="auto" latinLnBrk="0" hangingPunct="1">
              <a:lnSpc>
                <a:spcPct val="100000"/>
              </a:lnSpc>
              <a:spcBef>
                <a:spcPts val="0"/>
              </a:spcBef>
              <a:spcAft>
                <a:spcPts val="0"/>
              </a:spcAft>
              <a:buClrTx/>
              <a:buSzTx/>
              <a:buFontTx/>
              <a:buNone/>
              <a:tabLst/>
              <a:defRPr/>
            </a:pPr>
            <a:endParaRPr lang="en-US" dirty="0" smtClean="0"/>
          </a:p>
          <a:p>
            <a:pPr marL="0" marR="0" indent="0" algn="l" defTabSz="914353" rtl="0" eaLnBrk="1" fontAlgn="auto" latinLnBrk="0" hangingPunct="1">
              <a:lnSpc>
                <a:spcPct val="100000"/>
              </a:lnSpc>
              <a:spcBef>
                <a:spcPts val="0"/>
              </a:spcBef>
              <a:spcAft>
                <a:spcPts val="0"/>
              </a:spcAft>
              <a:buClrTx/>
              <a:buSzTx/>
              <a:buFontTx/>
              <a:buNone/>
              <a:tabLst/>
              <a:defRPr/>
            </a:pPr>
            <a:r>
              <a:rPr lang="en-US" dirty="0" smtClean="0"/>
              <a:t>This is microwave.</a:t>
            </a:r>
          </a:p>
          <a:p>
            <a:endParaRPr lang="en-US" dirty="0" smtClean="0"/>
          </a:p>
          <a:p>
            <a:r>
              <a:rPr lang="en-US" dirty="0" smtClean="0"/>
              <a:t>What criteria have been followed in the design of the panel layout?</a:t>
            </a:r>
            <a:endParaRPr lang="en-US" dirty="0"/>
          </a:p>
        </p:txBody>
      </p:sp>
      <p:sp>
        <p:nvSpPr>
          <p:cNvPr id="4" name="Segnaposto numero diapositiva 3"/>
          <p:cNvSpPr>
            <a:spLocks noGrp="1"/>
          </p:cNvSpPr>
          <p:nvPr>
            <p:ph type="sldNum" sz="quarter" idx="10"/>
          </p:nvPr>
        </p:nvSpPr>
        <p:spPr/>
        <p:txBody>
          <a:bodyPr/>
          <a:lstStyle/>
          <a:p>
            <a:fld id="{C607C43A-9C21-4148-960A-F0D57A93020B}" type="slidenum">
              <a:rPr lang="en-US" smtClean="0"/>
              <a:pPr/>
              <a:t>20</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dirty="0" smtClean="0"/>
              <a:t>* common </a:t>
            </a:r>
            <a:r>
              <a:rPr lang="it-IT" dirty="0" err="1" smtClean="0"/>
              <a:t>region</a:t>
            </a:r>
            <a:r>
              <a:rPr lang="it-IT" dirty="0" smtClean="0"/>
              <a:t>,</a:t>
            </a:r>
            <a:r>
              <a:rPr lang="it-IT" baseline="0" dirty="0" smtClean="0"/>
              <a:t> </a:t>
            </a:r>
            <a:r>
              <a:rPr lang="it-IT" baseline="0" dirty="0" err="1" smtClean="0"/>
              <a:t>similarity</a:t>
            </a:r>
            <a:r>
              <a:rPr lang="it-IT" baseline="0" dirty="0" smtClean="0"/>
              <a:t>, </a:t>
            </a:r>
            <a:r>
              <a:rPr lang="it-IT" baseline="0" dirty="0" err="1" smtClean="0"/>
              <a:t>repetition</a:t>
            </a:r>
            <a:endParaRPr lang="it-IT" dirty="0"/>
          </a:p>
        </p:txBody>
      </p:sp>
      <p:sp>
        <p:nvSpPr>
          <p:cNvPr id="4" name="Segnaposto numero diapositiva 3"/>
          <p:cNvSpPr>
            <a:spLocks noGrp="1"/>
          </p:cNvSpPr>
          <p:nvPr>
            <p:ph type="sldNum" sz="quarter" idx="10"/>
          </p:nvPr>
        </p:nvSpPr>
        <p:spPr/>
        <p:txBody>
          <a:bodyPr/>
          <a:lstStyle/>
          <a:p>
            <a:fld id="{C607C43A-9C21-4148-960A-F0D57A93020B}" type="slidenum">
              <a:rPr lang="en-US" smtClean="0"/>
              <a:pPr/>
              <a:t>23</a:t>
            </a:fld>
            <a:endParaRPr lang="en-US"/>
          </a:p>
        </p:txBody>
      </p:sp>
    </p:spTree>
    <p:extLst>
      <p:ext uri="{BB962C8B-B14F-4D97-AF65-F5344CB8AC3E}">
        <p14:creationId xmlns:p14="http://schemas.microsoft.com/office/powerpoint/2010/main" val="232714234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dirty="0" smtClean="0"/>
              <a:t>* </a:t>
            </a:r>
            <a:r>
              <a:rPr lang="it-IT" dirty="0" err="1" smtClean="0"/>
              <a:t>proximity</a:t>
            </a:r>
            <a:endParaRPr lang="it-IT" dirty="0"/>
          </a:p>
        </p:txBody>
      </p:sp>
      <p:sp>
        <p:nvSpPr>
          <p:cNvPr id="4" name="Segnaposto numero diapositiva 3"/>
          <p:cNvSpPr>
            <a:spLocks noGrp="1"/>
          </p:cNvSpPr>
          <p:nvPr>
            <p:ph type="sldNum" sz="quarter" idx="10"/>
          </p:nvPr>
        </p:nvSpPr>
        <p:spPr/>
        <p:txBody>
          <a:bodyPr/>
          <a:lstStyle/>
          <a:p>
            <a:fld id="{C607C43A-9C21-4148-960A-F0D57A93020B}" type="slidenum">
              <a:rPr lang="en-US" smtClean="0"/>
              <a:pPr/>
              <a:t>25</a:t>
            </a:fld>
            <a:endParaRPr lang="en-US"/>
          </a:p>
        </p:txBody>
      </p:sp>
    </p:spTree>
    <p:extLst>
      <p:ext uri="{BB962C8B-B14F-4D97-AF65-F5344CB8AC3E}">
        <p14:creationId xmlns:p14="http://schemas.microsoft.com/office/powerpoint/2010/main" val="151811157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normAutofit/>
          </a:bodyPr>
          <a:lstStyle/>
          <a:p>
            <a:pPr defTabSz="947867">
              <a:defRPr/>
            </a:pPr>
            <a:endParaRPr lang="it-IT" dirty="0" smtClean="0"/>
          </a:p>
        </p:txBody>
      </p:sp>
      <p:sp>
        <p:nvSpPr>
          <p:cNvPr id="4" name="Segnaposto numero diapositiva 3"/>
          <p:cNvSpPr>
            <a:spLocks noGrp="1"/>
          </p:cNvSpPr>
          <p:nvPr>
            <p:ph type="sldNum" sz="quarter" idx="10"/>
          </p:nvPr>
        </p:nvSpPr>
        <p:spPr/>
        <p:txBody>
          <a:bodyPr/>
          <a:lstStyle/>
          <a:p>
            <a:fld id="{5832CB72-861E-4FAB-A637-0AAF1D79D751}" type="slidenum">
              <a:rPr lang="it-IT" smtClean="0">
                <a:solidFill>
                  <a:prstClr val="black"/>
                </a:solidFill>
              </a:rPr>
              <a:pPr/>
              <a:t>26</a:t>
            </a:fld>
            <a:endParaRPr lang="it-IT">
              <a:solidFill>
                <a:prstClr val="black"/>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10"/>
          </p:nvPr>
        </p:nvSpPr>
        <p:spPr/>
        <p:txBody>
          <a:bodyPr/>
          <a:lstStyle/>
          <a:p>
            <a:fld id="{C607C43A-9C21-4148-960A-F0D57A93020B}" type="slidenum">
              <a:rPr lang="en-US" smtClean="0"/>
              <a:pPr/>
              <a:t>28</a:t>
            </a:fld>
            <a:endParaRPr lang="en-US"/>
          </a:p>
        </p:txBody>
      </p:sp>
    </p:spTree>
    <p:extLst>
      <p:ext uri="{BB962C8B-B14F-4D97-AF65-F5344CB8AC3E}">
        <p14:creationId xmlns:p14="http://schemas.microsoft.com/office/powerpoint/2010/main" val="172703443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en-US" dirty="0" smtClean="0"/>
              <a:t>You don't have to get caught in the local peaks!</a:t>
            </a:r>
          </a:p>
          <a:p>
            <a:r>
              <a:rPr lang="en-US" dirty="0" smtClean="0"/>
              <a:t>So, you have to work on multiple initial ideas.</a:t>
            </a:r>
            <a:endParaRPr lang="it-IT" dirty="0"/>
          </a:p>
        </p:txBody>
      </p:sp>
      <p:sp>
        <p:nvSpPr>
          <p:cNvPr id="4" name="Segnaposto numero diapositiva 3"/>
          <p:cNvSpPr>
            <a:spLocks noGrp="1"/>
          </p:cNvSpPr>
          <p:nvPr>
            <p:ph type="sldNum" sz="quarter" idx="10"/>
          </p:nvPr>
        </p:nvSpPr>
        <p:spPr/>
        <p:txBody>
          <a:bodyPr/>
          <a:lstStyle/>
          <a:p>
            <a:fld id="{C607C43A-9C21-4148-960A-F0D57A93020B}" type="slidenum">
              <a:rPr lang="en-US" smtClean="0"/>
              <a:pPr/>
              <a:t>29</a:t>
            </a:fld>
            <a:endParaRPr lang="en-US"/>
          </a:p>
        </p:txBody>
      </p:sp>
    </p:spTree>
    <p:extLst>
      <p:ext uri="{BB962C8B-B14F-4D97-AF65-F5344CB8AC3E}">
        <p14:creationId xmlns:p14="http://schemas.microsoft.com/office/powerpoint/2010/main" val="26347922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p:cNvSpPr>
            <a:spLocks noGrp="1"/>
          </p:cNvSpPr>
          <p:nvPr>
            <p:ph type="ctrTitle"/>
          </p:nvPr>
        </p:nvSpPr>
        <p:spPr>
          <a:xfrm>
            <a:off x="685800" y="2130426"/>
            <a:ext cx="7772400" cy="1470025"/>
          </a:xfrm>
        </p:spPr>
        <p:txBody>
          <a:bodyPr/>
          <a:lstStyle/>
          <a:p>
            <a:r>
              <a:rPr lang="it-IT" smtClean="0"/>
              <a:t>Fare clic per modificare lo stile del titolo</a:t>
            </a:r>
            <a:endParaRPr lang="it-IT"/>
          </a:p>
        </p:txBody>
      </p:sp>
      <p:sp>
        <p:nvSpPr>
          <p:cNvPr id="3" name="Sottotitolo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177" indent="0" algn="ctr">
              <a:buNone/>
              <a:defRPr>
                <a:solidFill>
                  <a:schemeClr val="tx1">
                    <a:tint val="75000"/>
                  </a:schemeClr>
                </a:solidFill>
              </a:defRPr>
            </a:lvl2pPr>
            <a:lvl3pPr marL="914353" indent="0" algn="ctr">
              <a:buNone/>
              <a:defRPr>
                <a:solidFill>
                  <a:schemeClr val="tx1">
                    <a:tint val="75000"/>
                  </a:schemeClr>
                </a:solidFill>
              </a:defRPr>
            </a:lvl3pPr>
            <a:lvl4pPr marL="1371530" indent="0" algn="ctr">
              <a:buNone/>
              <a:defRPr>
                <a:solidFill>
                  <a:schemeClr val="tx1">
                    <a:tint val="75000"/>
                  </a:schemeClr>
                </a:solidFill>
              </a:defRPr>
            </a:lvl4pPr>
            <a:lvl5pPr marL="1828706" indent="0" algn="ctr">
              <a:buNone/>
              <a:defRPr>
                <a:solidFill>
                  <a:schemeClr val="tx1">
                    <a:tint val="75000"/>
                  </a:schemeClr>
                </a:solidFill>
              </a:defRPr>
            </a:lvl5pPr>
            <a:lvl6pPr marL="2285883" indent="0" algn="ctr">
              <a:buNone/>
              <a:defRPr>
                <a:solidFill>
                  <a:schemeClr val="tx1">
                    <a:tint val="75000"/>
                  </a:schemeClr>
                </a:solidFill>
              </a:defRPr>
            </a:lvl6pPr>
            <a:lvl7pPr marL="2743060" indent="0" algn="ctr">
              <a:buNone/>
              <a:defRPr>
                <a:solidFill>
                  <a:schemeClr val="tx1">
                    <a:tint val="75000"/>
                  </a:schemeClr>
                </a:solidFill>
              </a:defRPr>
            </a:lvl7pPr>
            <a:lvl8pPr marL="3200236" indent="0" algn="ctr">
              <a:buNone/>
              <a:defRPr>
                <a:solidFill>
                  <a:schemeClr val="tx1">
                    <a:tint val="75000"/>
                  </a:schemeClr>
                </a:solidFill>
              </a:defRPr>
            </a:lvl8pPr>
            <a:lvl9pPr marL="3657413" indent="0" algn="ctr">
              <a:buNone/>
              <a:defRPr>
                <a:solidFill>
                  <a:schemeClr val="tx1">
                    <a:tint val="75000"/>
                  </a:schemeClr>
                </a:solidFill>
              </a:defRPr>
            </a:lvl9pPr>
          </a:lstStyle>
          <a:p>
            <a:r>
              <a:rPr lang="it-IT" smtClean="0"/>
              <a:t>Fare clic per modificare lo stile del sottotitolo dello schema</a:t>
            </a:r>
            <a:endParaRPr lang="it-IT"/>
          </a:p>
        </p:txBody>
      </p:sp>
      <p:sp>
        <p:nvSpPr>
          <p:cNvPr id="4" name="Segnaposto data 3"/>
          <p:cNvSpPr>
            <a:spLocks noGrp="1"/>
          </p:cNvSpPr>
          <p:nvPr>
            <p:ph type="dt" sz="half" idx="10"/>
          </p:nvPr>
        </p:nvSpPr>
        <p:spPr/>
        <p:txBody>
          <a:bodyPr/>
          <a:lstStyle/>
          <a:p>
            <a:fld id="{00F0E56D-F31C-4174-9F9A-BA2FA4D6E529}" type="datetimeFigureOut">
              <a:rPr lang="it-IT" smtClean="0"/>
              <a:pPr/>
              <a:t>27/05/2020</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0523B431-EA36-47EB-83C7-842502818703}" type="slidenum">
              <a:rPr lang="it-IT" smtClean="0"/>
              <a:pPr/>
              <a:t>‹N›</a:t>
            </a:fld>
            <a:endParaRPr lang="it-IT"/>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contenuto 2"/>
          <p:cNvSpPr>
            <a:spLocks noGrp="1"/>
          </p:cNvSpPr>
          <p:nvPr>
            <p:ph idx="1"/>
          </p:nvPr>
        </p:nvSpPr>
        <p:spPr/>
        <p:txBody>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10"/>
          </p:nvPr>
        </p:nvSpPr>
        <p:spPr/>
        <p:txBody>
          <a:bodyPr/>
          <a:lstStyle/>
          <a:p>
            <a:fld id="{00F0E56D-F31C-4174-9F9A-BA2FA4D6E529}" type="datetimeFigureOut">
              <a:rPr lang="it-IT" smtClean="0"/>
              <a:pPr/>
              <a:t>27/05/2020</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0523B431-EA36-47EB-83C7-842502818703}" type="slidenum">
              <a:rPr lang="it-IT" smtClean="0"/>
              <a:pPr/>
              <a:t>‹N›</a:t>
            </a:fld>
            <a:endParaRPr lang="it-IT"/>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p:cNvSpPr>
            <a:spLocks noGrp="1"/>
          </p:cNvSpPr>
          <p:nvPr>
            <p:ph type="title"/>
          </p:nvPr>
        </p:nvSpPr>
        <p:spPr>
          <a:xfrm>
            <a:off x="722313" y="4406901"/>
            <a:ext cx="7772400" cy="1362075"/>
          </a:xfrm>
        </p:spPr>
        <p:txBody>
          <a:bodyPr anchor="t"/>
          <a:lstStyle>
            <a:lvl1pPr algn="l">
              <a:defRPr sz="4000" b="1" cap="all"/>
            </a:lvl1pPr>
          </a:lstStyle>
          <a:p>
            <a:r>
              <a:rPr lang="it-IT" smtClean="0"/>
              <a:t>Fare clic per modificare lo stile del titolo</a:t>
            </a:r>
            <a:endParaRPr lang="it-IT"/>
          </a:p>
        </p:txBody>
      </p:sp>
      <p:sp>
        <p:nvSpPr>
          <p:cNvPr id="3" name="Segnaposto testo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177" indent="0">
              <a:buNone/>
              <a:defRPr sz="1800">
                <a:solidFill>
                  <a:schemeClr val="tx1">
                    <a:tint val="75000"/>
                  </a:schemeClr>
                </a:solidFill>
              </a:defRPr>
            </a:lvl2pPr>
            <a:lvl3pPr marL="914353" indent="0">
              <a:buNone/>
              <a:defRPr sz="1600">
                <a:solidFill>
                  <a:schemeClr val="tx1">
                    <a:tint val="75000"/>
                  </a:schemeClr>
                </a:solidFill>
              </a:defRPr>
            </a:lvl3pPr>
            <a:lvl4pPr marL="1371530" indent="0">
              <a:buNone/>
              <a:defRPr sz="1400">
                <a:solidFill>
                  <a:schemeClr val="tx1">
                    <a:tint val="75000"/>
                  </a:schemeClr>
                </a:solidFill>
              </a:defRPr>
            </a:lvl4pPr>
            <a:lvl5pPr marL="1828706" indent="0">
              <a:buNone/>
              <a:defRPr sz="1400">
                <a:solidFill>
                  <a:schemeClr val="tx1">
                    <a:tint val="75000"/>
                  </a:schemeClr>
                </a:solidFill>
              </a:defRPr>
            </a:lvl5pPr>
            <a:lvl6pPr marL="2285883" indent="0">
              <a:buNone/>
              <a:defRPr sz="1400">
                <a:solidFill>
                  <a:schemeClr val="tx1">
                    <a:tint val="75000"/>
                  </a:schemeClr>
                </a:solidFill>
              </a:defRPr>
            </a:lvl6pPr>
            <a:lvl7pPr marL="2743060" indent="0">
              <a:buNone/>
              <a:defRPr sz="1400">
                <a:solidFill>
                  <a:schemeClr val="tx1">
                    <a:tint val="75000"/>
                  </a:schemeClr>
                </a:solidFill>
              </a:defRPr>
            </a:lvl7pPr>
            <a:lvl8pPr marL="3200236" indent="0">
              <a:buNone/>
              <a:defRPr sz="1400">
                <a:solidFill>
                  <a:schemeClr val="tx1">
                    <a:tint val="75000"/>
                  </a:schemeClr>
                </a:solidFill>
              </a:defRPr>
            </a:lvl8pPr>
            <a:lvl9pPr marL="3657413" indent="0">
              <a:buNone/>
              <a:defRPr sz="1400">
                <a:solidFill>
                  <a:schemeClr val="tx1">
                    <a:tint val="75000"/>
                  </a:schemeClr>
                </a:solidFill>
              </a:defRPr>
            </a:lvl9pPr>
          </a:lstStyle>
          <a:p>
            <a:pPr lvl="0"/>
            <a:r>
              <a:rPr lang="it-IT" smtClean="0"/>
              <a:t>Fare clic per modificare stili del testo dello schema</a:t>
            </a:r>
          </a:p>
        </p:txBody>
      </p:sp>
      <p:sp>
        <p:nvSpPr>
          <p:cNvPr id="4" name="Segnaposto data 3"/>
          <p:cNvSpPr>
            <a:spLocks noGrp="1"/>
          </p:cNvSpPr>
          <p:nvPr>
            <p:ph type="dt" sz="half" idx="10"/>
          </p:nvPr>
        </p:nvSpPr>
        <p:spPr/>
        <p:txBody>
          <a:bodyPr/>
          <a:lstStyle/>
          <a:p>
            <a:fld id="{00F0E56D-F31C-4174-9F9A-BA2FA4D6E529}" type="datetimeFigureOut">
              <a:rPr lang="it-IT" smtClean="0"/>
              <a:pPr/>
              <a:t>27/05/2020</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0523B431-EA36-47EB-83C7-842502818703}" type="slidenum">
              <a:rPr lang="it-IT" smtClean="0"/>
              <a:pPr/>
              <a:t>‹N›</a:t>
            </a:fld>
            <a:endParaRPr lang="it-IT"/>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contenuto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contenuto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5" name="Segnaposto data 4"/>
          <p:cNvSpPr>
            <a:spLocks noGrp="1"/>
          </p:cNvSpPr>
          <p:nvPr>
            <p:ph type="dt" sz="half" idx="10"/>
          </p:nvPr>
        </p:nvSpPr>
        <p:spPr/>
        <p:txBody>
          <a:bodyPr/>
          <a:lstStyle/>
          <a:p>
            <a:fld id="{00F0E56D-F31C-4174-9F9A-BA2FA4D6E529}" type="datetimeFigureOut">
              <a:rPr lang="it-IT" smtClean="0"/>
              <a:pPr/>
              <a:t>27/05/2020</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0523B431-EA36-47EB-83C7-842502818703}" type="slidenum">
              <a:rPr lang="it-IT" smtClean="0"/>
              <a:pPr/>
              <a:t>‹N›</a:t>
            </a:fld>
            <a:endParaRPr lang="it-IT"/>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lvl1pPr>
              <a:defRPr/>
            </a:lvl1pPr>
          </a:lstStyle>
          <a:p>
            <a:r>
              <a:rPr lang="it-IT" smtClean="0"/>
              <a:t>Fare clic per modificare lo stile del titolo</a:t>
            </a:r>
            <a:endParaRPr lang="it-IT"/>
          </a:p>
        </p:txBody>
      </p:sp>
      <p:sp>
        <p:nvSpPr>
          <p:cNvPr id="3" name="Segnaposto testo 2"/>
          <p:cNvSpPr>
            <a:spLocks noGrp="1"/>
          </p:cNvSpPr>
          <p:nvPr>
            <p:ph type="body" idx="1"/>
          </p:nvPr>
        </p:nvSpPr>
        <p:spPr>
          <a:xfrm>
            <a:off x="457200" y="1535113"/>
            <a:ext cx="4040188" cy="639762"/>
          </a:xfrm>
        </p:spPr>
        <p:txBody>
          <a:bodyPr anchor="b"/>
          <a:lstStyle>
            <a:lvl1pPr marL="0" indent="0">
              <a:buNone/>
              <a:defRPr sz="2400" b="1"/>
            </a:lvl1pPr>
            <a:lvl2pPr marL="457177" indent="0">
              <a:buNone/>
              <a:defRPr sz="2000" b="1"/>
            </a:lvl2pPr>
            <a:lvl3pPr marL="914353" indent="0">
              <a:buNone/>
              <a:defRPr sz="1800" b="1"/>
            </a:lvl3pPr>
            <a:lvl4pPr marL="1371530" indent="0">
              <a:buNone/>
              <a:defRPr sz="1600" b="1"/>
            </a:lvl4pPr>
            <a:lvl5pPr marL="1828706" indent="0">
              <a:buNone/>
              <a:defRPr sz="1600" b="1"/>
            </a:lvl5pPr>
            <a:lvl6pPr marL="2285883" indent="0">
              <a:buNone/>
              <a:defRPr sz="1600" b="1"/>
            </a:lvl6pPr>
            <a:lvl7pPr marL="2743060" indent="0">
              <a:buNone/>
              <a:defRPr sz="1600" b="1"/>
            </a:lvl7pPr>
            <a:lvl8pPr marL="3200236" indent="0">
              <a:buNone/>
              <a:defRPr sz="1600" b="1"/>
            </a:lvl8pPr>
            <a:lvl9pPr marL="3657413" indent="0">
              <a:buNone/>
              <a:defRPr sz="1600" b="1"/>
            </a:lvl9pPr>
          </a:lstStyle>
          <a:p>
            <a:pPr lvl="0"/>
            <a:r>
              <a:rPr lang="it-IT" smtClean="0"/>
              <a:t>Fare clic per modificare stili del testo dello schema</a:t>
            </a:r>
          </a:p>
        </p:txBody>
      </p:sp>
      <p:sp>
        <p:nvSpPr>
          <p:cNvPr id="4" name="Segnaposto contenuto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5" name="Segnaposto testo 4"/>
          <p:cNvSpPr>
            <a:spLocks noGrp="1"/>
          </p:cNvSpPr>
          <p:nvPr>
            <p:ph type="body" sz="quarter" idx="3"/>
          </p:nvPr>
        </p:nvSpPr>
        <p:spPr>
          <a:xfrm>
            <a:off x="4645026" y="1535113"/>
            <a:ext cx="4041775" cy="639762"/>
          </a:xfrm>
        </p:spPr>
        <p:txBody>
          <a:bodyPr anchor="b"/>
          <a:lstStyle>
            <a:lvl1pPr marL="0" indent="0">
              <a:buNone/>
              <a:defRPr sz="2400" b="1"/>
            </a:lvl1pPr>
            <a:lvl2pPr marL="457177" indent="0">
              <a:buNone/>
              <a:defRPr sz="2000" b="1"/>
            </a:lvl2pPr>
            <a:lvl3pPr marL="914353" indent="0">
              <a:buNone/>
              <a:defRPr sz="1800" b="1"/>
            </a:lvl3pPr>
            <a:lvl4pPr marL="1371530" indent="0">
              <a:buNone/>
              <a:defRPr sz="1600" b="1"/>
            </a:lvl4pPr>
            <a:lvl5pPr marL="1828706" indent="0">
              <a:buNone/>
              <a:defRPr sz="1600" b="1"/>
            </a:lvl5pPr>
            <a:lvl6pPr marL="2285883" indent="0">
              <a:buNone/>
              <a:defRPr sz="1600" b="1"/>
            </a:lvl6pPr>
            <a:lvl7pPr marL="2743060" indent="0">
              <a:buNone/>
              <a:defRPr sz="1600" b="1"/>
            </a:lvl7pPr>
            <a:lvl8pPr marL="3200236" indent="0">
              <a:buNone/>
              <a:defRPr sz="1600" b="1"/>
            </a:lvl8pPr>
            <a:lvl9pPr marL="3657413" indent="0">
              <a:buNone/>
              <a:defRPr sz="1600" b="1"/>
            </a:lvl9pPr>
          </a:lstStyle>
          <a:p>
            <a:pPr lvl="0"/>
            <a:r>
              <a:rPr lang="it-IT" smtClean="0"/>
              <a:t>Fare clic per modificare stili del testo dello schema</a:t>
            </a:r>
          </a:p>
        </p:txBody>
      </p:sp>
      <p:sp>
        <p:nvSpPr>
          <p:cNvPr id="6" name="Segnaposto contenuto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7" name="Segnaposto data 6"/>
          <p:cNvSpPr>
            <a:spLocks noGrp="1"/>
          </p:cNvSpPr>
          <p:nvPr>
            <p:ph type="dt" sz="half" idx="10"/>
          </p:nvPr>
        </p:nvSpPr>
        <p:spPr/>
        <p:txBody>
          <a:bodyPr/>
          <a:lstStyle/>
          <a:p>
            <a:fld id="{00F0E56D-F31C-4174-9F9A-BA2FA4D6E529}" type="datetimeFigureOut">
              <a:rPr lang="it-IT" smtClean="0"/>
              <a:pPr/>
              <a:t>27/05/2020</a:t>
            </a:fld>
            <a:endParaRPr lang="it-IT"/>
          </a:p>
        </p:txBody>
      </p:sp>
      <p:sp>
        <p:nvSpPr>
          <p:cNvPr id="8" name="Segnaposto piè di pagina 7"/>
          <p:cNvSpPr>
            <a:spLocks noGrp="1"/>
          </p:cNvSpPr>
          <p:nvPr>
            <p:ph type="ftr" sz="quarter" idx="11"/>
          </p:nvPr>
        </p:nvSpPr>
        <p:spPr/>
        <p:txBody>
          <a:bodyPr/>
          <a:lstStyle/>
          <a:p>
            <a:endParaRPr lang="it-IT"/>
          </a:p>
        </p:txBody>
      </p:sp>
      <p:sp>
        <p:nvSpPr>
          <p:cNvPr id="9" name="Segnaposto numero diapositiva 8"/>
          <p:cNvSpPr>
            <a:spLocks noGrp="1"/>
          </p:cNvSpPr>
          <p:nvPr>
            <p:ph type="sldNum" sz="quarter" idx="12"/>
          </p:nvPr>
        </p:nvSpPr>
        <p:spPr/>
        <p:txBody>
          <a:bodyPr/>
          <a:lstStyle/>
          <a:p>
            <a:fld id="{0523B431-EA36-47EB-83C7-842502818703}" type="slidenum">
              <a:rPr lang="it-IT" smtClean="0"/>
              <a:pPr/>
              <a:t>‹N›</a:t>
            </a:fld>
            <a:endParaRPr lang="it-IT"/>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data 2"/>
          <p:cNvSpPr>
            <a:spLocks noGrp="1"/>
          </p:cNvSpPr>
          <p:nvPr>
            <p:ph type="dt" sz="half" idx="10"/>
          </p:nvPr>
        </p:nvSpPr>
        <p:spPr/>
        <p:txBody>
          <a:bodyPr/>
          <a:lstStyle/>
          <a:p>
            <a:fld id="{00F0E56D-F31C-4174-9F9A-BA2FA4D6E529}" type="datetimeFigureOut">
              <a:rPr lang="it-IT" smtClean="0"/>
              <a:pPr/>
              <a:t>27/05/2020</a:t>
            </a:fld>
            <a:endParaRPr lang="it-IT"/>
          </a:p>
        </p:txBody>
      </p:sp>
      <p:sp>
        <p:nvSpPr>
          <p:cNvPr id="4" name="Segnaposto piè di pagina 3"/>
          <p:cNvSpPr>
            <a:spLocks noGrp="1"/>
          </p:cNvSpPr>
          <p:nvPr>
            <p:ph type="ftr" sz="quarter" idx="11"/>
          </p:nvPr>
        </p:nvSpPr>
        <p:spPr/>
        <p:txBody>
          <a:bodyPr/>
          <a:lstStyle/>
          <a:p>
            <a:endParaRPr lang="it-IT"/>
          </a:p>
        </p:txBody>
      </p:sp>
      <p:sp>
        <p:nvSpPr>
          <p:cNvPr id="5" name="Segnaposto numero diapositiva 4"/>
          <p:cNvSpPr>
            <a:spLocks noGrp="1"/>
          </p:cNvSpPr>
          <p:nvPr>
            <p:ph type="sldNum" sz="quarter" idx="12"/>
          </p:nvPr>
        </p:nvSpPr>
        <p:spPr/>
        <p:txBody>
          <a:bodyPr/>
          <a:lstStyle/>
          <a:p>
            <a:fld id="{0523B431-EA36-47EB-83C7-842502818703}" type="slidenum">
              <a:rPr lang="it-IT" smtClean="0"/>
              <a:pPr/>
              <a:t>‹N›</a:t>
            </a:fld>
            <a:endParaRPr lang="it-IT"/>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p:cNvSpPr>
            <a:spLocks noGrp="1"/>
          </p:cNvSpPr>
          <p:nvPr>
            <p:ph type="dt" sz="half" idx="10"/>
          </p:nvPr>
        </p:nvSpPr>
        <p:spPr/>
        <p:txBody>
          <a:bodyPr/>
          <a:lstStyle/>
          <a:p>
            <a:fld id="{00F0E56D-F31C-4174-9F9A-BA2FA4D6E529}" type="datetimeFigureOut">
              <a:rPr lang="it-IT" smtClean="0"/>
              <a:pPr/>
              <a:t>27/05/2020</a:t>
            </a:fld>
            <a:endParaRPr lang="it-IT"/>
          </a:p>
        </p:txBody>
      </p:sp>
      <p:sp>
        <p:nvSpPr>
          <p:cNvPr id="3" name="Segnaposto piè di pagina 2"/>
          <p:cNvSpPr>
            <a:spLocks noGrp="1"/>
          </p:cNvSpPr>
          <p:nvPr>
            <p:ph type="ftr" sz="quarter" idx="11"/>
          </p:nvPr>
        </p:nvSpPr>
        <p:spPr/>
        <p:txBody>
          <a:bodyPr/>
          <a:lstStyle/>
          <a:p>
            <a:endParaRPr lang="it-IT"/>
          </a:p>
        </p:txBody>
      </p:sp>
      <p:sp>
        <p:nvSpPr>
          <p:cNvPr id="4" name="Segnaposto numero diapositiva 3"/>
          <p:cNvSpPr>
            <a:spLocks noGrp="1"/>
          </p:cNvSpPr>
          <p:nvPr>
            <p:ph type="sldNum" sz="quarter" idx="12"/>
          </p:nvPr>
        </p:nvSpPr>
        <p:spPr/>
        <p:txBody>
          <a:bodyPr/>
          <a:lstStyle/>
          <a:p>
            <a:fld id="{0523B431-EA36-47EB-83C7-842502818703}" type="slidenum">
              <a:rPr lang="it-IT" smtClean="0"/>
              <a:pPr/>
              <a:t>‹N›</a:t>
            </a:fld>
            <a:endParaRPr lang="it-IT"/>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457201" y="273050"/>
            <a:ext cx="3008313" cy="1162050"/>
          </a:xfrm>
        </p:spPr>
        <p:txBody>
          <a:bodyPr anchor="b"/>
          <a:lstStyle>
            <a:lvl1pPr algn="l">
              <a:defRPr sz="2000" b="1"/>
            </a:lvl1pPr>
          </a:lstStyle>
          <a:p>
            <a:r>
              <a:rPr lang="it-IT" smtClean="0"/>
              <a:t>Fare clic per modificare lo stile del titolo</a:t>
            </a:r>
            <a:endParaRPr lang="it-IT"/>
          </a:p>
        </p:txBody>
      </p:sp>
      <p:sp>
        <p:nvSpPr>
          <p:cNvPr id="3" name="Segnaposto contenuto 2"/>
          <p:cNvSpPr>
            <a:spLocks noGrp="1"/>
          </p:cNvSpPr>
          <p:nvPr>
            <p:ph idx="1"/>
          </p:nvPr>
        </p:nvSpPr>
        <p:spPr>
          <a:xfrm>
            <a:off x="3575050" y="273051"/>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testo 3"/>
          <p:cNvSpPr>
            <a:spLocks noGrp="1"/>
          </p:cNvSpPr>
          <p:nvPr>
            <p:ph type="body" sz="half" idx="2"/>
          </p:nvPr>
        </p:nvSpPr>
        <p:spPr>
          <a:xfrm>
            <a:off x="457201" y="1435101"/>
            <a:ext cx="3008313" cy="4691063"/>
          </a:xfrm>
        </p:spPr>
        <p:txBody>
          <a:bodyPr/>
          <a:lstStyle>
            <a:lvl1pPr marL="0" indent="0">
              <a:buNone/>
              <a:defRPr sz="1400"/>
            </a:lvl1pPr>
            <a:lvl2pPr marL="457177" indent="0">
              <a:buNone/>
              <a:defRPr sz="1200"/>
            </a:lvl2pPr>
            <a:lvl3pPr marL="914353" indent="0">
              <a:buNone/>
              <a:defRPr sz="1000"/>
            </a:lvl3pPr>
            <a:lvl4pPr marL="1371530" indent="0">
              <a:buNone/>
              <a:defRPr sz="900"/>
            </a:lvl4pPr>
            <a:lvl5pPr marL="1828706" indent="0">
              <a:buNone/>
              <a:defRPr sz="900"/>
            </a:lvl5pPr>
            <a:lvl6pPr marL="2285883" indent="0">
              <a:buNone/>
              <a:defRPr sz="900"/>
            </a:lvl6pPr>
            <a:lvl7pPr marL="2743060" indent="0">
              <a:buNone/>
              <a:defRPr sz="900"/>
            </a:lvl7pPr>
            <a:lvl8pPr marL="3200236" indent="0">
              <a:buNone/>
              <a:defRPr sz="900"/>
            </a:lvl8pPr>
            <a:lvl9pPr marL="3657413" indent="0">
              <a:buNone/>
              <a:defRPr sz="900"/>
            </a:lvl9pPr>
          </a:lstStyle>
          <a:p>
            <a:pPr lvl="0"/>
            <a:r>
              <a:rPr lang="it-IT" smtClean="0"/>
              <a:t>Fare clic per modificare stili del testo dello schema</a:t>
            </a:r>
          </a:p>
        </p:txBody>
      </p:sp>
      <p:sp>
        <p:nvSpPr>
          <p:cNvPr id="5" name="Segnaposto data 4"/>
          <p:cNvSpPr>
            <a:spLocks noGrp="1"/>
          </p:cNvSpPr>
          <p:nvPr>
            <p:ph type="dt" sz="half" idx="10"/>
          </p:nvPr>
        </p:nvSpPr>
        <p:spPr/>
        <p:txBody>
          <a:bodyPr/>
          <a:lstStyle/>
          <a:p>
            <a:fld id="{00F0E56D-F31C-4174-9F9A-BA2FA4D6E529}" type="datetimeFigureOut">
              <a:rPr lang="it-IT" smtClean="0"/>
              <a:pPr/>
              <a:t>27/05/2020</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0523B431-EA36-47EB-83C7-842502818703}" type="slidenum">
              <a:rPr lang="it-IT" smtClean="0"/>
              <a:pPr/>
              <a:t>‹N›</a:t>
            </a:fld>
            <a:endParaRPr lang="it-IT"/>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1792288" y="4800600"/>
            <a:ext cx="5486400" cy="566738"/>
          </a:xfrm>
        </p:spPr>
        <p:txBody>
          <a:bodyPr anchor="b"/>
          <a:lstStyle>
            <a:lvl1pPr algn="l">
              <a:defRPr sz="2000" b="1"/>
            </a:lvl1pPr>
          </a:lstStyle>
          <a:p>
            <a:r>
              <a:rPr lang="it-IT" smtClean="0"/>
              <a:t>Fare clic per modificare lo stile del titolo</a:t>
            </a:r>
            <a:endParaRPr lang="it-IT"/>
          </a:p>
        </p:txBody>
      </p:sp>
      <p:sp>
        <p:nvSpPr>
          <p:cNvPr id="3" name="Segnaposto immagine 2"/>
          <p:cNvSpPr>
            <a:spLocks noGrp="1"/>
          </p:cNvSpPr>
          <p:nvPr>
            <p:ph type="pic" idx="1"/>
          </p:nvPr>
        </p:nvSpPr>
        <p:spPr>
          <a:xfrm>
            <a:off x="1792288" y="612775"/>
            <a:ext cx="5486400" cy="4114800"/>
          </a:xfrm>
        </p:spPr>
        <p:txBody>
          <a:bodyPr/>
          <a:lstStyle>
            <a:lvl1pPr marL="0" indent="0">
              <a:buNone/>
              <a:defRPr sz="3200"/>
            </a:lvl1pPr>
            <a:lvl2pPr marL="457177" indent="0">
              <a:buNone/>
              <a:defRPr sz="2800"/>
            </a:lvl2pPr>
            <a:lvl3pPr marL="914353" indent="0">
              <a:buNone/>
              <a:defRPr sz="2400"/>
            </a:lvl3pPr>
            <a:lvl4pPr marL="1371530" indent="0">
              <a:buNone/>
              <a:defRPr sz="2000"/>
            </a:lvl4pPr>
            <a:lvl5pPr marL="1828706" indent="0">
              <a:buNone/>
              <a:defRPr sz="2000"/>
            </a:lvl5pPr>
            <a:lvl6pPr marL="2285883" indent="0">
              <a:buNone/>
              <a:defRPr sz="2000"/>
            </a:lvl6pPr>
            <a:lvl7pPr marL="2743060" indent="0">
              <a:buNone/>
              <a:defRPr sz="2000"/>
            </a:lvl7pPr>
            <a:lvl8pPr marL="3200236" indent="0">
              <a:buNone/>
              <a:defRPr sz="2000"/>
            </a:lvl8pPr>
            <a:lvl9pPr marL="3657413" indent="0">
              <a:buNone/>
              <a:defRPr sz="2000"/>
            </a:lvl9pPr>
          </a:lstStyle>
          <a:p>
            <a:endParaRPr lang="it-IT"/>
          </a:p>
        </p:txBody>
      </p:sp>
      <p:sp>
        <p:nvSpPr>
          <p:cNvPr id="4" name="Segnaposto testo 3"/>
          <p:cNvSpPr>
            <a:spLocks noGrp="1"/>
          </p:cNvSpPr>
          <p:nvPr>
            <p:ph type="body" sz="half" idx="2"/>
          </p:nvPr>
        </p:nvSpPr>
        <p:spPr>
          <a:xfrm>
            <a:off x="1792288" y="5367338"/>
            <a:ext cx="5486400" cy="804862"/>
          </a:xfrm>
        </p:spPr>
        <p:txBody>
          <a:bodyPr/>
          <a:lstStyle>
            <a:lvl1pPr marL="0" indent="0">
              <a:buNone/>
              <a:defRPr sz="1400"/>
            </a:lvl1pPr>
            <a:lvl2pPr marL="457177" indent="0">
              <a:buNone/>
              <a:defRPr sz="1200"/>
            </a:lvl2pPr>
            <a:lvl3pPr marL="914353" indent="0">
              <a:buNone/>
              <a:defRPr sz="1000"/>
            </a:lvl3pPr>
            <a:lvl4pPr marL="1371530" indent="0">
              <a:buNone/>
              <a:defRPr sz="900"/>
            </a:lvl4pPr>
            <a:lvl5pPr marL="1828706" indent="0">
              <a:buNone/>
              <a:defRPr sz="900"/>
            </a:lvl5pPr>
            <a:lvl6pPr marL="2285883" indent="0">
              <a:buNone/>
              <a:defRPr sz="900"/>
            </a:lvl6pPr>
            <a:lvl7pPr marL="2743060" indent="0">
              <a:buNone/>
              <a:defRPr sz="900"/>
            </a:lvl7pPr>
            <a:lvl8pPr marL="3200236" indent="0">
              <a:buNone/>
              <a:defRPr sz="900"/>
            </a:lvl8pPr>
            <a:lvl9pPr marL="3657413" indent="0">
              <a:buNone/>
              <a:defRPr sz="900"/>
            </a:lvl9pPr>
          </a:lstStyle>
          <a:p>
            <a:pPr lvl="0"/>
            <a:r>
              <a:rPr lang="it-IT" smtClean="0"/>
              <a:t>Fare clic per modificare stili del testo dello schema</a:t>
            </a:r>
          </a:p>
        </p:txBody>
      </p:sp>
      <p:sp>
        <p:nvSpPr>
          <p:cNvPr id="5" name="Segnaposto data 4"/>
          <p:cNvSpPr>
            <a:spLocks noGrp="1"/>
          </p:cNvSpPr>
          <p:nvPr>
            <p:ph type="dt" sz="half" idx="10"/>
          </p:nvPr>
        </p:nvSpPr>
        <p:spPr/>
        <p:txBody>
          <a:bodyPr/>
          <a:lstStyle/>
          <a:p>
            <a:fld id="{00F0E56D-F31C-4174-9F9A-BA2FA4D6E529}" type="datetimeFigureOut">
              <a:rPr lang="it-IT" smtClean="0"/>
              <a:pPr/>
              <a:t>27/05/2020</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0523B431-EA36-47EB-83C7-842502818703}" type="slidenum">
              <a:rPr lang="it-IT" smtClean="0"/>
              <a:pPr/>
              <a:t>‹N›</a:t>
            </a:fld>
            <a:endParaRPr lang="it-IT"/>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testo verticale 2"/>
          <p:cNvSpPr>
            <a:spLocks noGrp="1"/>
          </p:cNvSpPr>
          <p:nvPr>
            <p:ph type="body" orient="vert" idx="1"/>
          </p:nvPr>
        </p:nvSpPr>
        <p:spPr/>
        <p:txBody>
          <a:bodyPr vert="eaVert"/>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10"/>
          </p:nvPr>
        </p:nvSpPr>
        <p:spPr/>
        <p:txBody>
          <a:bodyPr/>
          <a:lstStyle/>
          <a:p>
            <a:fld id="{00F0E56D-F31C-4174-9F9A-BA2FA4D6E529}" type="datetimeFigureOut">
              <a:rPr lang="it-IT" smtClean="0"/>
              <a:pPr/>
              <a:t>27/05/2020</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0523B431-EA36-47EB-83C7-842502818703}" type="slidenum">
              <a:rPr lang="it-IT" smtClean="0"/>
              <a:pPr/>
              <a:t>‹N›</a:t>
            </a:fld>
            <a:endParaRPr lang="it-IT"/>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p:cNvSpPr>
            <a:spLocks noGrp="1"/>
          </p:cNvSpPr>
          <p:nvPr>
            <p:ph type="title" orient="vert"/>
          </p:nvPr>
        </p:nvSpPr>
        <p:spPr>
          <a:xfrm>
            <a:off x="6629400" y="274639"/>
            <a:ext cx="2057400" cy="5851525"/>
          </a:xfrm>
        </p:spPr>
        <p:txBody>
          <a:bodyPr vert="eaVert"/>
          <a:lstStyle/>
          <a:p>
            <a:r>
              <a:rPr lang="it-IT" smtClean="0"/>
              <a:t>Fare clic per modificare lo stile del titolo</a:t>
            </a:r>
            <a:endParaRPr lang="it-IT"/>
          </a:p>
        </p:txBody>
      </p:sp>
      <p:sp>
        <p:nvSpPr>
          <p:cNvPr id="3" name="Segnaposto testo verticale 2"/>
          <p:cNvSpPr>
            <a:spLocks noGrp="1"/>
          </p:cNvSpPr>
          <p:nvPr>
            <p:ph type="body" orient="vert" idx="1"/>
          </p:nvPr>
        </p:nvSpPr>
        <p:spPr>
          <a:xfrm>
            <a:off x="457200" y="274639"/>
            <a:ext cx="6019800" cy="5851525"/>
          </a:xfrm>
        </p:spPr>
        <p:txBody>
          <a:bodyPr vert="eaVert"/>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10"/>
          </p:nvPr>
        </p:nvSpPr>
        <p:spPr/>
        <p:txBody>
          <a:bodyPr/>
          <a:lstStyle/>
          <a:p>
            <a:fld id="{00F0E56D-F31C-4174-9F9A-BA2FA4D6E529}" type="datetimeFigureOut">
              <a:rPr lang="it-IT" smtClean="0"/>
              <a:pPr/>
              <a:t>27/05/2020</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0523B431-EA36-47EB-83C7-842502818703}" type="slidenum">
              <a:rPr lang="it-IT" smtClean="0"/>
              <a:pPr/>
              <a:t>‹N›</a:t>
            </a:fld>
            <a:endParaRPr lang="it-IT"/>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p:cNvSpPr>
            <a:spLocks noGrp="1"/>
          </p:cNvSpPr>
          <p:nvPr>
            <p:ph type="ctrTitle"/>
          </p:nvPr>
        </p:nvSpPr>
        <p:spPr>
          <a:xfrm>
            <a:off x="685800" y="2130425"/>
            <a:ext cx="7772400" cy="1470025"/>
          </a:xfrm>
        </p:spPr>
        <p:txBody>
          <a:bodyPr/>
          <a:lstStyle/>
          <a:p>
            <a:r>
              <a:rPr lang="it-IT" smtClean="0"/>
              <a:t>Fare clic per modificare lo stile del titolo</a:t>
            </a:r>
            <a:endParaRPr lang="it-IT"/>
          </a:p>
        </p:txBody>
      </p:sp>
      <p:sp>
        <p:nvSpPr>
          <p:cNvPr id="3" name="Sottotitolo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smtClean="0"/>
              <a:t>Fare clic per modificare lo stile del sottotitolo dello schema</a:t>
            </a:r>
            <a:endParaRPr lang="it-IT"/>
          </a:p>
        </p:txBody>
      </p:sp>
      <p:sp>
        <p:nvSpPr>
          <p:cNvPr id="4" name="Segnaposto data 3"/>
          <p:cNvSpPr>
            <a:spLocks noGrp="1"/>
          </p:cNvSpPr>
          <p:nvPr>
            <p:ph type="dt" sz="half" idx="10"/>
          </p:nvPr>
        </p:nvSpPr>
        <p:spPr/>
        <p:txBody>
          <a:bodyPr/>
          <a:lstStyle/>
          <a:p>
            <a:fld id="{DD1D9959-A38D-484D-9838-C423DC6716E8}" type="datetimeFigureOut">
              <a:rPr lang="it-IT" smtClean="0"/>
              <a:pPr/>
              <a:t>27/05/2020</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BB0896F7-A5A1-4FEA-A1C3-BA271084232E}" type="slidenum">
              <a:rPr lang="it-IT" smtClean="0"/>
              <a:pPr/>
              <a:t>‹N›</a:t>
            </a:fld>
            <a:endParaRPr lang="it-IT"/>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contenuto 2"/>
          <p:cNvSpPr>
            <a:spLocks noGrp="1"/>
          </p:cNvSpPr>
          <p:nvPr>
            <p:ph idx="1"/>
          </p:nvPr>
        </p:nvSpPr>
        <p:spPr/>
        <p:txBody>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10"/>
          </p:nvPr>
        </p:nvSpPr>
        <p:spPr/>
        <p:txBody>
          <a:bodyPr/>
          <a:lstStyle/>
          <a:p>
            <a:fld id="{DD1D9959-A38D-484D-9838-C423DC6716E8}" type="datetimeFigureOut">
              <a:rPr lang="it-IT" smtClean="0"/>
              <a:pPr/>
              <a:t>27/05/2020</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BB0896F7-A5A1-4FEA-A1C3-BA271084232E}" type="slidenum">
              <a:rPr lang="it-IT" smtClean="0"/>
              <a:pPr/>
              <a:t>‹N›</a:t>
            </a:fld>
            <a:endParaRPr lang="it-IT"/>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p:cNvSpPr>
            <a:spLocks noGrp="1"/>
          </p:cNvSpPr>
          <p:nvPr>
            <p:ph type="title"/>
          </p:nvPr>
        </p:nvSpPr>
        <p:spPr>
          <a:xfrm>
            <a:off x="722313" y="4406900"/>
            <a:ext cx="7772400" cy="1362075"/>
          </a:xfrm>
        </p:spPr>
        <p:txBody>
          <a:bodyPr anchor="t"/>
          <a:lstStyle>
            <a:lvl1pPr algn="l">
              <a:defRPr sz="4000" b="1" cap="all"/>
            </a:lvl1pPr>
          </a:lstStyle>
          <a:p>
            <a:r>
              <a:rPr lang="it-IT" smtClean="0"/>
              <a:t>Fare clic per modificare lo stile del titolo</a:t>
            </a:r>
            <a:endParaRPr lang="it-IT"/>
          </a:p>
        </p:txBody>
      </p:sp>
      <p:sp>
        <p:nvSpPr>
          <p:cNvPr id="3" name="Segnaposto testo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smtClean="0"/>
              <a:t>Fare clic per modificare stili del testo dello schema</a:t>
            </a:r>
          </a:p>
        </p:txBody>
      </p:sp>
      <p:sp>
        <p:nvSpPr>
          <p:cNvPr id="4" name="Segnaposto data 3"/>
          <p:cNvSpPr>
            <a:spLocks noGrp="1"/>
          </p:cNvSpPr>
          <p:nvPr>
            <p:ph type="dt" sz="half" idx="10"/>
          </p:nvPr>
        </p:nvSpPr>
        <p:spPr/>
        <p:txBody>
          <a:bodyPr/>
          <a:lstStyle/>
          <a:p>
            <a:fld id="{DD1D9959-A38D-484D-9838-C423DC6716E8}" type="datetimeFigureOut">
              <a:rPr lang="it-IT" smtClean="0"/>
              <a:pPr/>
              <a:t>27/05/2020</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BB0896F7-A5A1-4FEA-A1C3-BA271084232E}" type="slidenum">
              <a:rPr lang="it-IT" smtClean="0"/>
              <a:pPr/>
              <a:t>‹N›</a:t>
            </a:fld>
            <a:endParaRPr lang="it-IT"/>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contenuto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contenuto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5" name="Segnaposto data 4"/>
          <p:cNvSpPr>
            <a:spLocks noGrp="1"/>
          </p:cNvSpPr>
          <p:nvPr>
            <p:ph type="dt" sz="half" idx="10"/>
          </p:nvPr>
        </p:nvSpPr>
        <p:spPr/>
        <p:txBody>
          <a:bodyPr/>
          <a:lstStyle/>
          <a:p>
            <a:fld id="{DD1D9959-A38D-484D-9838-C423DC6716E8}" type="datetimeFigureOut">
              <a:rPr lang="it-IT" smtClean="0"/>
              <a:pPr/>
              <a:t>27/05/2020</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BB0896F7-A5A1-4FEA-A1C3-BA271084232E}" type="slidenum">
              <a:rPr lang="it-IT" smtClean="0"/>
              <a:pPr/>
              <a:t>‹N›</a:t>
            </a:fld>
            <a:endParaRPr lang="it-IT"/>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lvl1pPr>
              <a:defRPr/>
            </a:lvl1pPr>
          </a:lstStyle>
          <a:p>
            <a:r>
              <a:rPr lang="it-IT" smtClean="0"/>
              <a:t>Fare clic per modificare lo stile del titolo</a:t>
            </a:r>
            <a:endParaRPr lang="it-IT"/>
          </a:p>
        </p:txBody>
      </p:sp>
      <p:sp>
        <p:nvSpPr>
          <p:cNvPr id="3" name="Segnaposto testo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smtClean="0"/>
              <a:t>Fare clic per modificare stili del testo dello schema</a:t>
            </a:r>
          </a:p>
        </p:txBody>
      </p:sp>
      <p:sp>
        <p:nvSpPr>
          <p:cNvPr id="4" name="Segnaposto contenuto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5" name="Segnaposto testo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smtClean="0"/>
              <a:t>Fare clic per modificare stili del testo dello schema</a:t>
            </a:r>
          </a:p>
        </p:txBody>
      </p:sp>
      <p:sp>
        <p:nvSpPr>
          <p:cNvPr id="6" name="Segnaposto contenuto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7" name="Segnaposto data 6"/>
          <p:cNvSpPr>
            <a:spLocks noGrp="1"/>
          </p:cNvSpPr>
          <p:nvPr>
            <p:ph type="dt" sz="half" idx="10"/>
          </p:nvPr>
        </p:nvSpPr>
        <p:spPr/>
        <p:txBody>
          <a:bodyPr/>
          <a:lstStyle/>
          <a:p>
            <a:fld id="{DD1D9959-A38D-484D-9838-C423DC6716E8}" type="datetimeFigureOut">
              <a:rPr lang="it-IT" smtClean="0"/>
              <a:pPr/>
              <a:t>27/05/2020</a:t>
            </a:fld>
            <a:endParaRPr lang="it-IT"/>
          </a:p>
        </p:txBody>
      </p:sp>
      <p:sp>
        <p:nvSpPr>
          <p:cNvPr id="8" name="Segnaposto piè di pagina 7"/>
          <p:cNvSpPr>
            <a:spLocks noGrp="1"/>
          </p:cNvSpPr>
          <p:nvPr>
            <p:ph type="ftr" sz="quarter" idx="11"/>
          </p:nvPr>
        </p:nvSpPr>
        <p:spPr/>
        <p:txBody>
          <a:bodyPr/>
          <a:lstStyle/>
          <a:p>
            <a:endParaRPr lang="it-IT"/>
          </a:p>
        </p:txBody>
      </p:sp>
      <p:sp>
        <p:nvSpPr>
          <p:cNvPr id="9" name="Segnaposto numero diapositiva 8"/>
          <p:cNvSpPr>
            <a:spLocks noGrp="1"/>
          </p:cNvSpPr>
          <p:nvPr>
            <p:ph type="sldNum" sz="quarter" idx="12"/>
          </p:nvPr>
        </p:nvSpPr>
        <p:spPr/>
        <p:txBody>
          <a:bodyPr/>
          <a:lstStyle/>
          <a:p>
            <a:fld id="{BB0896F7-A5A1-4FEA-A1C3-BA271084232E}" type="slidenum">
              <a:rPr lang="it-IT" smtClean="0"/>
              <a:pPr/>
              <a:t>‹N›</a:t>
            </a:fld>
            <a:endParaRPr lang="it-IT"/>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data 2"/>
          <p:cNvSpPr>
            <a:spLocks noGrp="1"/>
          </p:cNvSpPr>
          <p:nvPr>
            <p:ph type="dt" sz="half" idx="10"/>
          </p:nvPr>
        </p:nvSpPr>
        <p:spPr/>
        <p:txBody>
          <a:bodyPr/>
          <a:lstStyle/>
          <a:p>
            <a:fld id="{DD1D9959-A38D-484D-9838-C423DC6716E8}" type="datetimeFigureOut">
              <a:rPr lang="it-IT" smtClean="0"/>
              <a:pPr/>
              <a:t>27/05/2020</a:t>
            </a:fld>
            <a:endParaRPr lang="it-IT"/>
          </a:p>
        </p:txBody>
      </p:sp>
      <p:sp>
        <p:nvSpPr>
          <p:cNvPr id="4" name="Segnaposto piè di pagina 3"/>
          <p:cNvSpPr>
            <a:spLocks noGrp="1"/>
          </p:cNvSpPr>
          <p:nvPr>
            <p:ph type="ftr" sz="quarter" idx="11"/>
          </p:nvPr>
        </p:nvSpPr>
        <p:spPr/>
        <p:txBody>
          <a:bodyPr/>
          <a:lstStyle/>
          <a:p>
            <a:endParaRPr lang="it-IT"/>
          </a:p>
        </p:txBody>
      </p:sp>
      <p:sp>
        <p:nvSpPr>
          <p:cNvPr id="5" name="Segnaposto numero diapositiva 4"/>
          <p:cNvSpPr>
            <a:spLocks noGrp="1"/>
          </p:cNvSpPr>
          <p:nvPr>
            <p:ph type="sldNum" sz="quarter" idx="12"/>
          </p:nvPr>
        </p:nvSpPr>
        <p:spPr/>
        <p:txBody>
          <a:bodyPr/>
          <a:lstStyle/>
          <a:p>
            <a:fld id="{BB0896F7-A5A1-4FEA-A1C3-BA271084232E}" type="slidenum">
              <a:rPr lang="it-IT" smtClean="0"/>
              <a:pPr/>
              <a:t>‹N›</a:t>
            </a:fld>
            <a:endParaRPr lang="it-IT"/>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p:cNvSpPr>
            <a:spLocks noGrp="1"/>
          </p:cNvSpPr>
          <p:nvPr>
            <p:ph type="dt" sz="half" idx="10"/>
          </p:nvPr>
        </p:nvSpPr>
        <p:spPr/>
        <p:txBody>
          <a:bodyPr/>
          <a:lstStyle/>
          <a:p>
            <a:fld id="{DD1D9959-A38D-484D-9838-C423DC6716E8}" type="datetimeFigureOut">
              <a:rPr lang="it-IT" smtClean="0"/>
              <a:pPr/>
              <a:t>27/05/2020</a:t>
            </a:fld>
            <a:endParaRPr lang="it-IT"/>
          </a:p>
        </p:txBody>
      </p:sp>
      <p:sp>
        <p:nvSpPr>
          <p:cNvPr id="3" name="Segnaposto piè di pagina 2"/>
          <p:cNvSpPr>
            <a:spLocks noGrp="1"/>
          </p:cNvSpPr>
          <p:nvPr>
            <p:ph type="ftr" sz="quarter" idx="11"/>
          </p:nvPr>
        </p:nvSpPr>
        <p:spPr/>
        <p:txBody>
          <a:bodyPr/>
          <a:lstStyle/>
          <a:p>
            <a:endParaRPr lang="it-IT"/>
          </a:p>
        </p:txBody>
      </p:sp>
      <p:sp>
        <p:nvSpPr>
          <p:cNvPr id="4" name="Segnaposto numero diapositiva 3"/>
          <p:cNvSpPr>
            <a:spLocks noGrp="1"/>
          </p:cNvSpPr>
          <p:nvPr>
            <p:ph type="sldNum" sz="quarter" idx="12"/>
          </p:nvPr>
        </p:nvSpPr>
        <p:spPr/>
        <p:txBody>
          <a:bodyPr/>
          <a:lstStyle/>
          <a:p>
            <a:fld id="{BB0896F7-A5A1-4FEA-A1C3-BA271084232E}" type="slidenum">
              <a:rPr lang="it-IT" smtClean="0"/>
              <a:pPr/>
              <a:t>‹N›</a:t>
            </a:fld>
            <a:endParaRPr lang="it-IT"/>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457200" y="273050"/>
            <a:ext cx="3008313" cy="1162050"/>
          </a:xfrm>
        </p:spPr>
        <p:txBody>
          <a:bodyPr anchor="b"/>
          <a:lstStyle>
            <a:lvl1pPr algn="l">
              <a:defRPr sz="2000" b="1"/>
            </a:lvl1pPr>
          </a:lstStyle>
          <a:p>
            <a:r>
              <a:rPr lang="it-IT" smtClean="0"/>
              <a:t>Fare clic per modificare lo stile del titolo</a:t>
            </a:r>
            <a:endParaRPr lang="it-IT"/>
          </a:p>
        </p:txBody>
      </p:sp>
      <p:sp>
        <p:nvSpPr>
          <p:cNvPr id="3" name="Segnaposto contenuto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testo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smtClean="0"/>
              <a:t>Fare clic per modificare stili del testo dello schema</a:t>
            </a:r>
          </a:p>
        </p:txBody>
      </p:sp>
      <p:sp>
        <p:nvSpPr>
          <p:cNvPr id="5" name="Segnaposto data 4"/>
          <p:cNvSpPr>
            <a:spLocks noGrp="1"/>
          </p:cNvSpPr>
          <p:nvPr>
            <p:ph type="dt" sz="half" idx="10"/>
          </p:nvPr>
        </p:nvSpPr>
        <p:spPr/>
        <p:txBody>
          <a:bodyPr/>
          <a:lstStyle/>
          <a:p>
            <a:fld id="{DD1D9959-A38D-484D-9838-C423DC6716E8}" type="datetimeFigureOut">
              <a:rPr lang="it-IT" smtClean="0"/>
              <a:pPr/>
              <a:t>27/05/2020</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BB0896F7-A5A1-4FEA-A1C3-BA271084232E}" type="slidenum">
              <a:rPr lang="it-IT" smtClean="0"/>
              <a:pPr/>
              <a:t>‹N›</a:t>
            </a:fld>
            <a:endParaRPr lang="it-IT"/>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1792288" y="4800600"/>
            <a:ext cx="5486400" cy="566738"/>
          </a:xfrm>
        </p:spPr>
        <p:txBody>
          <a:bodyPr anchor="b"/>
          <a:lstStyle>
            <a:lvl1pPr algn="l">
              <a:defRPr sz="2000" b="1"/>
            </a:lvl1pPr>
          </a:lstStyle>
          <a:p>
            <a:r>
              <a:rPr lang="it-IT" smtClean="0"/>
              <a:t>Fare clic per modificare lo stile del titolo</a:t>
            </a:r>
            <a:endParaRPr lang="it-IT"/>
          </a:p>
        </p:txBody>
      </p:sp>
      <p:sp>
        <p:nvSpPr>
          <p:cNvPr id="3" name="Segnaposto immagin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smtClean="0"/>
              <a:t>Fare clic per modificare stili del testo dello schema</a:t>
            </a:r>
          </a:p>
        </p:txBody>
      </p:sp>
      <p:sp>
        <p:nvSpPr>
          <p:cNvPr id="5" name="Segnaposto data 4"/>
          <p:cNvSpPr>
            <a:spLocks noGrp="1"/>
          </p:cNvSpPr>
          <p:nvPr>
            <p:ph type="dt" sz="half" idx="10"/>
          </p:nvPr>
        </p:nvSpPr>
        <p:spPr/>
        <p:txBody>
          <a:bodyPr/>
          <a:lstStyle/>
          <a:p>
            <a:fld id="{DD1D9959-A38D-484D-9838-C423DC6716E8}" type="datetimeFigureOut">
              <a:rPr lang="it-IT" smtClean="0"/>
              <a:pPr/>
              <a:t>27/05/2020</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BB0896F7-A5A1-4FEA-A1C3-BA271084232E}" type="slidenum">
              <a:rPr lang="it-IT" smtClean="0"/>
              <a:pPr/>
              <a:t>‹N›</a:t>
            </a:fld>
            <a:endParaRPr lang="it-IT"/>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testo verticale 2"/>
          <p:cNvSpPr>
            <a:spLocks noGrp="1"/>
          </p:cNvSpPr>
          <p:nvPr>
            <p:ph type="body" orient="vert" idx="1"/>
          </p:nvPr>
        </p:nvSpPr>
        <p:spPr/>
        <p:txBody>
          <a:bodyPr vert="eaVert"/>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10"/>
          </p:nvPr>
        </p:nvSpPr>
        <p:spPr/>
        <p:txBody>
          <a:bodyPr/>
          <a:lstStyle/>
          <a:p>
            <a:fld id="{DD1D9959-A38D-484D-9838-C423DC6716E8}" type="datetimeFigureOut">
              <a:rPr lang="it-IT" smtClean="0"/>
              <a:pPr/>
              <a:t>27/05/2020</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BB0896F7-A5A1-4FEA-A1C3-BA271084232E}" type="slidenum">
              <a:rPr lang="it-IT" smtClean="0"/>
              <a:pPr/>
              <a:t>‹N›</a:t>
            </a:fld>
            <a:endParaRPr lang="it-IT"/>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p:cNvSpPr>
            <a:spLocks noGrp="1"/>
          </p:cNvSpPr>
          <p:nvPr>
            <p:ph type="title" orient="vert"/>
          </p:nvPr>
        </p:nvSpPr>
        <p:spPr>
          <a:xfrm>
            <a:off x="6629400" y="274638"/>
            <a:ext cx="2057400" cy="5851525"/>
          </a:xfrm>
        </p:spPr>
        <p:txBody>
          <a:bodyPr vert="eaVert"/>
          <a:lstStyle/>
          <a:p>
            <a:r>
              <a:rPr lang="it-IT" smtClean="0"/>
              <a:t>Fare clic per modificare lo stile del titolo</a:t>
            </a:r>
            <a:endParaRPr lang="it-IT"/>
          </a:p>
        </p:txBody>
      </p:sp>
      <p:sp>
        <p:nvSpPr>
          <p:cNvPr id="3" name="Segnaposto testo verticale 2"/>
          <p:cNvSpPr>
            <a:spLocks noGrp="1"/>
          </p:cNvSpPr>
          <p:nvPr>
            <p:ph type="body" orient="vert" idx="1"/>
          </p:nvPr>
        </p:nvSpPr>
        <p:spPr>
          <a:xfrm>
            <a:off x="457200" y="274638"/>
            <a:ext cx="6019800" cy="5851525"/>
          </a:xfrm>
        </p:spPr>
        <p:txBody>
          <a:bodyPr vert="eaVert"/>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10"/>
          </p:nvPr>
        </p:nvSpPr>
        <p:spPr/>
        <p:txBody>
          <a:bodyPr/>
          <a:lstStyle/>
          <a:p>
            <a:fld id="{DD1D9959-A38D-484D-9838-C423DC6716E8}" type="datetimeFigureOut">
              <a:rPr lang="it-IT" smtClean="0"/>
              <a:pPr/>
              <a:t>27/05/2020</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BB0896F7-A5A1-4FEA-A1C3-BA271084232E}" type="slidenum">
              <a:rPr lang="it-IT" smtClean="0"/>
              <a:pPr/>
              <a:t>‹N›</a:t>
            </a:fld>
            <a:endParaRPr lang="it-IT"/>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p:cNvSpPr>
            <a:spLocks noGrp="1"/>
          </p:cNvSpPr>
          <p:nvPr>
            <p:ph type="ctrTitle"/>
          </p:nvPr>
        </p:nvSpPr>
        <p:spPr>
          <a:xfrm>
            <a:off x="685800" y="2130425"/>
            <a:ext cx="7772400" cy="1470025"/>
          </a:xfrm>
        </p:spPr>
        <p:txBody>
          <a:bodyPr/>
          <a:lstStyle/>
          <a:p>
            <a:r>
              <a:rPr lang="it-IT" smtClean="0"/>
              <a:t>Fare clic per modificare lo stile del titolo</a:t>
            </a:r>
            <a:endParaRPr lang="en-US"/>
          </a:p>
        </p:txBody>
      </p:sp>
      <p:sp>
        <p:nvSpPr>
          <p:cNvPr id="3" name="Sottotitolo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it-IT" smtClean="0"/>
              <a:t>Fare clic per modificare lo stile del sottotitolo dello schema</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22892171-13AE-4D9E-8624-050A3855D6B9}" type="slidenum">
              <a:rPr lang="en-GB"/>
              <a:pPr>
                <a:defRPr/>
              </a:pPr>
              <a:t>‹N›</a:t>
            </a:fld>
            <a:endParaRPr lang="en-GB"/>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en-US"/>
          </a:p>
        </p:txBody>
      </p:sp>
      <p:sp>
        <p:nvSpPr>
          <p:cNvPr id="3" name="Segnaposto contenuto 2"/>
          <p:cNvSpPr>
            <a:spLocks noGrp="1"/>
          </p:cNvSpPr>
          <p:nvPr>
            <p:ph idx="1"/>
          </p:nvPr>
        </p:nvSpPr>
        <p:spPr/>
        <p:txBody>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A73B47FB-1786-498E-9008-3A400575E028}" type="slidenum">
              <a:rPr lang="en-GB"/>
              <a:pPr>
                <a:defRPr/>
              </a:pPr>
              <a:t>‹N›</a:t>
            </a:fld>
            <a:endParaRPr lang="en-GB"/>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p:cNvSpPr>
            <a:spLocks noGrp="1"/>
          </p:cNvSpPr>
          <p:nvPr>
            <p:ph type="title"/>
          </p:nvPr>
        </p:nvSpPr>
        <p:spPr>
          <a:xfrm>
            <a:off x="722313" y="4406900"/>
            <a:ext cx="7772400" cy="1362075"/>
          </a:xfrm>
        </p:spPr>
        <p:txBody>
          <a:bodyPr anchor="t"/>
          <a:lstStyle>
            <a:lvl1pPr algn="l">
              <a:defRPr sz="4000" b="1" cap="all"/>
            </a:lvl1pPr>
          </a:lstStyle>
          <a:p>
            <a:r>
              <a:rPr lang="it-IT" smtClean="0"/>
              <a:t>Fare clic per modificare lo stile del titolo</a:t>
            </a:r>
            <a:endParaRPr lang="en-US"/>
          </a:p>
        </p:txBody>
      </p:sp>
      <p:sp>
        <p:nvSpPr>
          <p:cNvPr id="3" name="Segnaposto testo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it-IT" smtClean="0"/>
              <a:t>Fare clic per modificare stili del testo dello schema</a:t>
            </a:r>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99F5FA99-B1F7-46A9-B367-6646B47E07B6}" type="slidenum">
              <a:rPr lang="en-GB"/>
              <a:pPr>
                <a:defRPr/>
              </a:pPr>
              <a:t>‹N›</a:t>
            </a:fld>
            <a:endParaRPr lang="en-GB"/>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en-US"/>
          </a:p>
        </p:txBody>
      </p:sp>
      <p:sp>
        <p:nvSpPr>
          <p:cNvPr id="3" name="Segnaposto contenuto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en-US"/>
          </a:p>
        </p:txBody>
      </p:sp>
      <p:sp>
        <p:nvSpPr>
          <p:cNvPr id="4" name="Segnaposto contenuto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D3FFEFDF-2B54-4EBC-8C8F-BEF38090A20A}" type="slidenum">
              <a:rPr lang="en-GB"/>
              <a:pPr>
                <a:defRPr/>
              </a:pPr>
              <a:t>‹N›</a:t>
            </a:fld>
            <a:endParaRPr lang="en-GB"/>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p:cNvSpPr>
            <a:spLocks noGrp="1"/>
          </p:cNvSpPr>
          <p:nvPr>
            <p:ph type="title"/>
          </p:nvPr>
        </p:nvSpPr>
        <p:spPr>
          <a:xfrm>
            <a:off x="457200" y="274638"/>
            <a:ext cx="8229600" cy="1143000"/>
          </a:xfrm>
        </p:spPr>
        <p:txBody>
          <a:bodyPr/>
          <a:lstStyle>
            <a:lvl1pPr>
              <a:defRPr/>
            </a:lvl1pPr>
          </a:lstStyle>
          <a:p>
            <a:r>
              <a:rPr lang="it-IT" smtClean="0"/>
              <a:t>Fare clic per modificare lo stile del titolo</a:t>
            </a:r>
            <a:endParaRPr lang="en-US"/>
          </a:p>
        </p:txBody>
      </p:sp>
      <p:sp>
        <p:nvSpPr>
          <p:cNvPr id="3" name="Segnaposto testo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smtClean="0"/>
              <a:t>Fare clic per modificare stili del testo dello schema</a:t>
            </a:r>
          </a:p>
        </p:txBody>
      </p:sp>
      <p:sp>
        <p:nvSpPr>
          <p:cNvPr id="4" name="Segnaposto contenuto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en-US"/>
          </a:p>
        </p:txBody>
      </p:sp>
      <p:sp>
        <p:nvSpPr>
          <p:cNvPr id="5" name="Segnaposto testo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smtClean="0"/>
              <a:t>Fare clic per modificare stili del testo dello schema</a:t>
            </a:r>
          </a:p>
        </p:txBody>
      </p:sp>
      <p:sp>
        <p:nvSpPr>
          <p:cNvPr id="6" name="Segnaposto contenuto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GB"/>
          </a:p>
        </p:txBody>
      </p:sp>
      <p:sp>
        <p:nvSpPr>
          <p:cNvPr id="8" name="Rectangle 5"/>
          <p:cNvSpPr>
            <a:spLocks noGrp="1" noChangeArrowheads="1"/>
          </p:cNvSpPr>
          <p:nvPr>
            <p:ph type="ftr" sz="quarter" idx="11"/>
          </p:nvPr>
        </p:nvSpPr>
        <p:spPr>
          <a:ln/>
        </p:spPr>
        <p:txBody>
          <a:bodyPr/>
          <a:lstStyle>
            <a:lvl1pPr>
              <a:defRPr/>
            </a:lvl1pPr>
          </a:lstStyle>
          <a:p>
            <a:pPr>
              <a:defRPr/>
            </a:pPr>
            <a:endParaRPr lang="en-GB"/>
          </a:p>
        </p:txBody>
      </p:sp>
      <p:sp>
        <p:nvSpPr>
          <p:cNvPr id="9" name="Rectangle 6"/>
          <p:cNvSpPr>
            <a:spLocks noGrp="1" noChangeArrowheads="1"/>
          </p:cNvSpPr>
          <p:nvPr>
            <p:ph type="sldNum" sz="quarter" idx="12"/>
          </p:nvPr>
        </p:nvSpPr>
        <p:spPr>
          <a:ln/>
        </p:spPr>
        <p:txBody>
          <a:bodyPr/>
          <a:lstStyle>
            <a:lvl1pPr>
              <a:defRPr/>
            </a:lvl1pPr>
          </a:lstStyle>
          <a:p>
            <a:pPr>
              <a:defRPr/>
            </a:pPr>
            <a:fld id="{2311F731-9E29-42A3-9946-4852F6D77B31}" type="slidenum">
              <a:rPr lang="en-GB"/>
              <a:pPr>
                <a:defRPr/>
              </a:pPr>
              <a:t>‹N›</a:t>
            </a:fld>
            <a:endParaRPr lang="en-GB"/>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GB"/>
          </a:p>
        </p:txBody>
      </p:sp>
      <p:sp>
        <p:nvSpPr>
          <p:cNvPr id="4" name="Rectangle 5"/>
          <p:cNvSpPr>
            <a:spLocks noGrp="1" noChangeArrowheads="1"/>
          </p:cNvSpPr>
          <p:nvPr>
            <p:ph type="ftr" sz="quarter" idx="11"/>
          </p:nvPr>
        </p:nvSpPr>
        <p:spPr>
          <a:ln/>
        </p:spPr>
        <p:txBody>
          <a:bodyPr/>
          <a:lstStyle>
            <a:lvl1pPr>
              <a:defRPr/>
            </a:lvl1pPr>
          </a:lstStyle>
          <a:p>
            <a:pPr>
              <a:defRPr/>
            </a:pPr>
            <a:endParaRPr lang="en-GB"/>
          </a:p>
        </p:txBody>
      </p:sp>
      <p:sp>
        <p:nvSpPr>
          <p:cNvPr id="5" name="Rectangle 6"/>
          <p:cNvSpPr>
            <a:spLocks noGrp="1" noChangeArrowheads="1"/>
          </p:cNvSpPr>
          <p:nvPr>
            <p:ph type="sldNum" sz="quarter" idx="12"/>
          </p:nvPr>
        </p:nvSpPr>
        <p:spPr>
          <a:ln/>
        </p:spPr>
        <p:txBody>
          <a:bodyPr/>
          <a:lstStyle>
            <a:lvl1pPr>
              <a:defRPr/>
            </a:lvl1pPr>
          </a:lstStyle>
          <a:p>
            <a:pPr>
              <a:defRPr/>
            </a:pPr>
            <a:fld id="{8A056C1F-3E2E-460A-AD2D-42612312DB8E}" type="slidenum">
              <a:rPr lang="en-GB"/>
              <a:pPr>
                <a:defRPr/>
              </a:pPr>
              <a:t>‹N›</a:t>
            </a:fld>
            <a:endParaRPr lang="en-GB"/>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GB"/>
          </a:p>
        </p:txBody>
      </p:sp>
      <p:sp>
        <p:nvSpPr>
          <p:cNvPr id="3" name="Rectangle 5"/>
          <p:cNvSpPr>
            <a:spLocks noGrp="1" noChangeArrowheads="1"/>
          </p:cNvSpPr>
          <p:nvPr>
            <p:ph type="ftr" sz="quarter" idx="11"/>
          </p:nvPr>
        </p:nvSpPr>
        <p:spPr>
          <a:ln/>
        </p:spPr>
        <p:txBody>
          <a:bodyPr/>
          <a:lstStyle>
            <a:lvl1pPr>
              <a:defRPr/>
            </a:lvl1pPr>
          </a:lstStyle>
          <a:p>
            <a:pPr>
              <a:defRPr/>
            </a:pPr>
            <a:endParaRPr lang="en-GB"/>
          </a:p>
        </p:txBody>
      </p:sp>
      <p:sp>
        <p:nvSpPr>
          <p:cNvPr id="4" name="Rectangle 6"/>
          <p:cNvSpPr>
            <a:spLocks noGrp="1" noChangeArrowheads="1"/>
          </p:cNvSpPr>
          <p:nvPr>
            <p:ph type="sldNum" sz="quarter" idx="12"/>
          </p:nvPr>
        </p:nvSpPr>
        <p:spPr>
          <a:ln/>
        </p:spPr>
        <p:txBody>
          <a:bodyPr/>
          <a:lstStyle>
            <a:lvl1pPr>
              <a:defRPr/>
            </a:lvl1pPr>
          </a:lstStyle>
          <a:p>
            <a:pPr>
              <a:defRPr/>
            </a:pPr>
            <a:fld id="{40B25572-F5B9-4F28-8B81-2025F1A6554B}" type="slidenum">
              <a:rPr lang="en-GB"/>
              <a:pPr>
                <a:defRPr/>
              </a:pPr>
              <a:t>‹N›</a:t>
            </a:fld>
            <a:endParaRPr lang="en-GB"/>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457200" y="273050"/>
            <a:ext cx="3008313" cy="1162050"/>
          </a:xfrm>
        </p:spPr>
        <p:txBody>
          <a:bodyPr anchor="b"/>
          <a:lstStyle>
            <a:lvl1pPr algn="l">
              <a:defRPr sz="2000" b="1"/>
            </a:lvl1pPr>
          </a:lstStyle>
          <a:p>
            <a:r>
              <a:rPr lang="it-IT" smtClean="0"/>
              <a:t>Fare clic per modificare lo stile del titolo</a:t>
            </a:r>
            <a:endParaRPr lang="en-US"/>
          </a:p>
        </p:txBody>
      </p:sp>
      <p:sp>
        <p:nvSpPr>
          <p:cNvPr id="3" name="Segnaposto contenuto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en-US"/>
          </a:p>
        </p:txBody>
      </p:sp>
      <p:sp>
        <p:nvSpPr>
          <p:cNvPr id="4" name="Segnaposto testo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smtClean="0"/>
              <a:t>Fare clic per modificare stili del testo dello schema</a:t>
            </a:r>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8DC11644-EF0E-459D-94D0-D408B388C8A9}" type="slidenum">
              <a:rPr lang="en-GB"/>
              <a:pPr>
                <a:defRPr/>
              </a:pPr>
              <a:t>‹N›</a:t>
            </a:fld>
            <a:endParaRPr lang="en-GB"/>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1792288" y="4800600"/>
            <a:ext cx="5486400" cy="566738"/>
          </a:xfrm>
        </p:spPr>
        <p:txBody>
          <a:bodyPr anchor="b"/>
          <a:lstStyle>
            <a:lvl1pPr algn="l">
              <a:defRPr sz="2000" b="1"/>
            </a:lvl1pPr>
          </a:lstStyle>
          <a:p>
            <a:r>
              <a:rPr lang="it-IT" smtClean="0"/>
              <a:t>Fare clic per modificare lo stile del titolo</a:t>
            </a:r>
            <a:endParaRPr lang="en-US"/>
          </a:p>
        </p:txBody>
      </p:sp>
      <p:sp>
        <p:nvSpPr>
          <p:cNvPr id="3" name="Segnaposto immagin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Segnaposto testo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smtClean="0"/>
              <a:t>Fare clic per modificare stili del testo dello schema</a:t>
            </a:r>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D556A68A-9D33-49F2-B32B-5066D7382174}" type="slidenum">
              <a:rPr lang="en-GB"/>
              <a:pPr>
                <a:defRPr/>
              </a:pPr>
              <a:t>‹N›</a:t>
            </a:fld>
            <a:endParaRPr lang="en-GB"/>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en-US"/>
          </a:p>
        </p:txBody>
      </p:sp>
      <p:sp>
        <p:nvSpPr>
          <p:cNvPr id="3" name="Segnaposto testo verticale 2"/>
          <p:cNvSpPr>
            <a:spLocks noGrp="1"/>
          </p:cNvSpPr>
          <p:nvPr>
            <p:ph type="body" orient="vert" idx="1"/>
          </p:nvPr>
        </p:nvSpPr>
        <p:spPr/>
        <p:txBody>
          <a:bodyPr vert="eaVert"/>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DC415AE2-1A90-40CD-9AC1-8C98C8FC829F}" type="slidenum">
              <a:rPr lang="en-GB"/>
              <a:pPr>
                <a:defRPr/>
              </a:pPr>
              <a:t>‹N›</a:t>
            </a:fld>
            <a:endParaRPr lang="en-GB"/>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p:cNvSpPr>
            <a:spLocks noGrp="1"/>
          </p:cNvSpPr>
          <p:nvPr>
            <p:ph type="title" orient="vert"/>
          </p:nvPr>
        </p:nvSpPr>
        <p:spPr>
          <a:xfrm>
            <a:off x="6515100" y="609600"/>
            <a:ext cx="1943100" cy="5486400"/>
          </a:xfrm>
        </p:spPr>
        <p:txBody>
          <a:bodyPr vert="eaVert"/>
          <a:lstStyle/>
          <a:p>
            <a:r>
              <a:rPr lang="it-IT" smtClean="0"/>
              <a:t>Fare clic per modificare lo stile del titolo</a:t>
            </a:r>
            <a:endParaRPr lang="en-US"/>
          </a:p>
        </p:txBody>
      </p:sp>
      <p:sp>
        <p:nvSpPr>
          <p:cNvPr id="3" name="Segnaposto testo verticale 2"/>
          <p:cNvSpPr>
            <a:spLocks noGrp="1"/>
          </p:cNvSpPr>
          <p:nvPr>
            <p:ph type="body" orient="vert" idx="1"/>
          </p:nvPr>
        </p:nvSpPr>
        <p:spPr>
          <a:xfrm>
            <a:off x="685800" y="609600"/>
            <a:ext cx="5676900" cy="5486400"/>
          </a:xfrm>
        </p:spPr>
        <p:txBody>
          <a:bodyPr vert="eaVert"/>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8F0C9579-A162-44D2-94DE-D3C2E3E6E61D}" type="slidenum">
              <a:rPr lang="en-GB"/>
              <a:pPr>
                <a:defRPr/>
              </a:pPr>
              <a:t>‹N›</a:t>
            </a:fld>
            <a:endParaRPr lang="en-GB"/>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p:cNvSpPr>
            <a:spLocks noGrp="1"/>
          </p:cNvSpPr>
          <p:nvPr>
            <p:ph type="ctrTitle"/>
          </p:nvPr>
        </p:nvSpPr>
        <p:spPr>
          <a:xfrm>
            <a:off x="685800" y="2130425"/>
            <a:ext cx="7772400" cy="1470025"/>
          </a:xfrm>
        </p:spPr>
        <p:txBody>
          <a:bodyPr/>
          <a:lstStyle/>
          <a:p>
            <a:r>
              <a:rPr lang="it-IT" smtClean="0"/>
              <a:t>Fare clic per modificare lo stile del titolo</a:t>
            </a:r>
            <a:endParaRPr lang="it-IT"/>
          </a:p>
        </p:txBody>
      </p:sp>
      <p:sp>
        <p:nvSpPr>
          <p:cNvPr id="3" name="Sottotitolo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smtClean="0"/>
              <a:t>Fare clic per modificare lo stile del sottotitolo dello schema</a:t>
            </a:r>
            <a:endParaRPr lang="it-IT"/>
          </a:p>
        </p:txBody>
      </p:sp>
      <p:sp>
        <p:nvSpPr>
          <p:cNvPr id="4" name="Segnaposto data 3"/>
          <p:cNvSpPr>
            <a:spLocks noGrp="1"/>
          </p:cNvSpPr>
          <p:nvPr>
            <p:ph type="dt" sz="half" idx="10"/>
          </p:nvPr>
        </p:nvSpPr>
        <p:spPr/>
        <p:txBody>
          <a:bodyPr/>
          <a:lstStyle/>
          <a:p>
            <a:fld id="{DD1D9959-A38D-484D-9838-C423DC6716E8}" type="datetimeFigureOut">
              <a:rPr lang="it-IT" smtClean="0">
                <a:solidFill>
                  <a:prstClr val="black">
                    <a:tint val="75000"/>
                  </a:prstClr>
                </a:solidFill>
              </a:rPr>
              <a:pPr/>
              <a:t>27/05/2020</a:t>
            </a:fld>
            <a:endParaRPr lang="it-IT">
              <a:solidFill>
                <a:prstClr val="black">
                  <a:tint val="75000"/>
                </a:prstClr>
              </a:solidFill>
            </a:endParaRPr>
          </a:p>
        </p:txBody>
      </p:sp>
      <p:sp>
        <p:nvSpPr>
          <p:cNvPr id="5" name="Segnaposto piè di pagina 4"/>
          <p:cNvSpPr>
            <a:spLocks noGrp="1"/>
          </p:cNvSpPr>
          <p:nvPr>
            <p:ph type="ftr" sz="quarter" idx="11"/>
          </p:nvPr>
        </p:nvSpPr>
        <p:spPr/>
        <p:txBody>
          <a:bodyPr/>
          <a:lstStyle/>
          <a:p>
            <a:endParaRPr lang="it-IT">
              <a:solidFill>
                <a:prstClr val="black">
                  <a:tint val="75000"/>
                </a:prstClr>
              </a:solidFill>
            </a:endParaRPr>
          </a:p>
        </p:txBody>
      </p:sp>
      <p:sp>
        <p:nvSpPr>
          <p:cNvPr id="6" name="Segnaposto numero diapositiva 5"/>
          <p:cNvSpPr>
            <a:spLocks noGrp="1"/>
          </p:cNvSpPr>
          <p:nvPr>
            <p:ph type="sldNum" sz="quarter" idx="12"/>
          </p:nvPr>
        </p:nvSpPr>
        <p:spPr/>
        <p:txBody>
          <a:bodyPr/>
          <a:lstStyle/>
          <a:p>
            <a:fld id="{BB0896F7-A5A1-4FEA-A1C3-BA271084232E}" type="slidenum">
              <a:rPr lang="it-IT" smtClean="0">
                <a:solidFill>
                  <a:prstClr val="black">
                    <a:tint val="75000"/>
                  </a:prstClr>
                </a:solidFill>
              </a:rPr>
              <a:pPr/>
              <a:t>‹N›</a:t>
            </a:fld>
            <a:endParaRPr lang="it-IT">
              <a:solidFill>
                <a:prstClr val="black">
                  <a:tint val="75000"/>
                </a:prstClr>
              </a:solidFill>
            </a:endParaRPr>
          </a:p>
        </p:txBody>
      </p:sp>
    </p:spTree>
    <p:extLst>
      <p:ext uri="{BB962C8B-B14F-4D97-AF65-F5344CB8AC3E}">
        <p14:creationId xmlns:p14="http://schemas.microsoft.com/office/powerpoint/2010/main" val="349425431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contenuto 2"/>
          <p:cNvSpPr>
            <a:spLocks noGrp="1"/>
          </p:cNvSpPr>
          <p:nvPr>
            <p:ph idx="1"/>
          </p:nvPr>
        </p:nvSpPr>
        <p:spPr/>
        <p:txBody>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10"/>
          </p:nvPr>
        </p:nvSpPr>
        <p:spPr/>
        <p:txBody>
          <a:bodyPr/>
          <a:lstStyle/>
          <a:p>
            <a:fld id="{DD1D9959-A38D-484D-9838-C423DC6716E8}" type="datetimeFigureOut">
              <a:rPr lang="it-IT" smtClean="0">
                <a:solidFill>
                  <a:prstClr val="black">
                    <a:tint val="75000"/>
                  </a:prstClr>
                </a:solidFill>
              </a:rPr>
              <a:pPr/>
              <a:t>27/05/2020</a:t>
            </a:fld>
            <a:endParaRPr lang="it-IT">
              <a:solidFill>
                <a:prstClr val="black">
                  <a:tint val="75000"/>
                </a:prstClr>
              </a:solidFill>
            </a:endParaRPr>
          </a:p>
        </p:txBody>
      </p:sp>
      <p:sp>
        <p:nvSpPr>
          <p:cNvPr id="5" name="Segnaposto piè di pagina 4"/>
          <p:cNvSpPr>
            <a:spLocks noGrp="1"/>
          </p:cNvSpPr>
          <p:nvPr>
            <p:ph type="ftr" sz="quarter" idx="11"/>
          </p:nvPr>
        </p:nvSpPr>
        <p:spPr/>
        <p:txBody>
          <a:bodyPr/>
          <a:lstStyle/>
          <a:p>
            <a:endParaRPr lang="it-IT">
              <a:solidFill>
                <a:prstClr val="black">
                  <a:tint val="75000"/>
                </a:prstClr>
              </a:solidFill>
            </a:endParaRPr>
          </a:p>
        </p:txBody>
      </p:sp>
      <p:sp>
        <p:nvSpPr>
          <p:cNvPr id="6" name="Segnaposto numero diapositiva 5"/>
          <p:cNvSpPr>
            <a:spLocks noGrp="1"/>
          </p:cNvSpPr>
          <p:nvPr>
            <p:ph type="sldNum" sz="quarter" idx="12"/>
          </p:nvPr>
        </p:nvSpPr>
        <p:spPr/>
        <p:txBody>
          <a:bodyPr/>
          <a:lstStyle/>
          <a:p>
            <a:fld id="{BB0896F7-A5A1-4FEA-A1C3-BA271084232E}" type="slidenum">
              <a:rPr lang="it-IT" smtClean="0">
                <a:solidFill>
                  <a:prstClr val="black">
                    <a:tint val="75000"/>
                  </a:prstClr>
                </a:solidFill>
              </a:rPr>
              <a:pPr/>
              <a:t>‹N›</a:t>
            </a:fld>
            <a:endParaRPr lang="it-IT">
              <a:solidFill>
                <a:prstClr val="black">
                  <a:tint val="75000"/>
                </a:prstClr>
              </a:solidFill>
            </a:endParaRPr>
          </a:p>
        </p:txBody>
      </p:sp>
    </p:spTree>
    <p:extLst>
      <p:ext uri="{BB962C8B-B14F-4D97-AF65-F5344CB8AC3E}">
        <p14:creationId xmlns:p14="http://schemas.microsoft.com/office/powerpoint/2010/main" val="382306764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p:cNvSpPr>
            <a:spLocks noGrp="1"/>
          </p:cNvSpPr>
          <p:nvPr>
            <p:ph type="title"/>
          </p:nvPr>
        </p:nvSpPr>
        <p:spPr>
          <a:xfrm>
            <a:off x="722313" y="4406900"/>
            <a:ext cx="7772400" cy="1362075"/>
          </a:xfrm>
        </p:spPr>
        <p:txBody>
          <a:bodyPr anchor="t"/>
          <a:lstStyle>
            <a:lvl1pPr algn="l">
              <a:defRPr sz="4000" b="1" cap="all"/>
            </a:lvl1pPr>
          </a:lstStyle>
          <a:p>
            <a:r>
              <a:rPr lang="it-IT" smtClean="0"/>
              <a:t>Fare clic per modificare lo stile del titolo</a:t>
            </a:r>
            <a:endParaRPr lang="it-IT"/>
          </a:p>
        </p:txBody>
      </p:sp>
      <p:sp>
        <p:nvSpPr>
          <p:cNvPr id="3" name="Segnaposto testo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smtClean="0"/>
              <a:t>Fare clic per modificare stili del testo dello schema</a:t>
            </a:r>
          </a:p>
        </p:txBody>
      </p:sp>
      <p:sp>
        <p:nvSpPr>
          <p:cNvPr id="4" name="Segnaposto data 3"/>
          <p:cNvSpPr>
            <a:spLocks noGrp="1"/>
          </p:cNvSpPr>
          <p:nvPr>
            <p:ph type="dt" sz="half" idx="10"/>
          </p:nvPr>
        </p:nvSpPr>
        <p:spPr/>
        <p:txBody>
          <a:bodyPr/>
          <a:lstStyle/>
          <a:p>
            <a:fld id="{DD1D9959-A38D-484D-9838-C423DC6716E8}" type="datetimeFigureOut">
              <a:rPr lang="it-IT" smtClean="0">
                <a:solidFill>
                  <a:prstClr val="black">
                    <a:tint val="75000"/>
                  </a:prstClr>
                </a:solidFill>
              </a:rPr>
              <a:pPr/>
              <a:t>27/05/2020</a:t>
            </a:fld>
            <a:endParaRPr lang="it-IT">
              <a:solidFill>
                <a:prstClr val="black">
                  <a:tint val="75000"/>
                </a:prstClr>
              </a:solidFill>
            </a:endParaRPr>
          </a:p>
        </p:txBody>
      </p:sp>
      <p:sp>
        <p:nvSpPr>
          <p:cNvPr id="5" name="Segnaposto piè di pagina 4"/>
          <p:cNvSpPr>
            <a:spLocks noGrp="1"/>
          </p:cNvSpPr>
          <p:nvPr>
            <p:ph type="ftr" sz="quarter" idx="11"/>
          </p:nvPr>
        </p:nvSpPr>
        <p:spPr/>
        <p:txBody>
          <a:bodyPr/>
          <a:lstStyle/>
          <a:p>
            <a:endParaRPr lang="it-IT">
              <a:solidFill>
                <a:prstClr val="black">
                  <a:tint val="75000"/>
                </a:prstClr>
              </a:solidFill>
            </a:endParaRPr>
          </a:p>
        </p:txBody>
      </p:sp>
      <p:sp>
        <p:nvSpPr>
          <p:cNvPr id="6" name="Segnaposto numero diapositiva 5"/>
          <p:cNvSpPr>
            <a:spLocks noGrp="1"/>
          </p:cNvSpPr>
          <p:nvPr>
            <p:ph type="sldNum" sz="quarter" idx="12"/>
          </p:nvPr>
        </p:nvSpPr>
        <p:spPr/>
        <p:txBody>
          <a:bodyPr/>
          <a:lstStyle/>
          <a:p>
            <a:fld id="{BB0896F7-A5A1-4FEA-A1C3-BA271084232E}" type="slidenum">
              <a:rPr lang="it-IT" smtClean="0">
                <a:solidFill>
                  <a:prstClr val="black">
                    <a:tint val="75000"/>
                  </a:prstClr>
                </a:solidFill>
              </a:rPr>
              <a:pPr/>
              <a:t>‹N›</a:t>
            </a:fld>
            <a:endParaRPr lang="it-IT">
              <a:solidFill>
                <a:prstClr val="black">
                  <a:tint val="75000"/>
                </a:prstClr>
              </a:solidFill>
            </a:endParaRPr>
          </a:p>
        </p:txBody>
      </p:sp>
    </p:spTree>
    <p:extLst>
      <p:ext uri="{BB962C8B-B14F-4D97-AF65-F5344CB8AC3E}">
        <p14:creationId xmlns:p14="http://schemas.microsoft.com/office/powerpoint/2010/main" val="211036144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contenuto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contenuto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5" name="Segnaposto data 4"/>
          <p:cNvSpPr>
            <a:spLocks noGrp="1"/>
          </p:cNvSpPr>
          <p:nvPr>
            <p:ph type="dt" sz="half" idx="10"/>
          </p:nvPr>
        </p:nvSpPr>
        <p:spPr/>
        <p:txBody>
          <a:bodyPr/>
          <a:lstStyle/>
          <a:p>
            <a:fld id="{DD1D9959-A38D-484D-9838-C423DC6716E8}" type="datetimeFigureOut">
              <a:rPr lang="it-IT" smtClean="0">
                <a:solidFill>
                  <a:prstClr val="black">
                    <a:tint val="75000"/>
                  </a:prstClr>
                </a:solidFill>
              </a:rPr>
              <a:pPr/>
              <a:t>27/05/2020</a:t>
            </a:fld>
            <a:endParaRPr lang="it-IT">
              <a:solidFill>
                <a:prstClr val="black">
                  <a:tint val="75000"/>
                </a:prstClr>
              </a:solidFill>
            </a:endParaRPr>
          </a:p>
        </p:txBody>
      </p:sp>
      <p:sp>
        <p:nvSpPr>
          <p:cNvPr id="6" name="Segnaposto piè di pagina 5"/>
          <p:cNvSpPr>
            <a:spLocks noGrp="1"/>
          </p:cNvSpPr>
          <p:nvPr>
            <p:ph type="ftr" sz="quarter" idx="11"/>
          </p:nvPr>
        </p:nvSpPr>
        <p:spPr/>
        <p:txBody>
          <a:bodyPr/>
          <a:lstStyle/>
          <a:p>
            <a:endParaRPr lang="it-IT">
              <a:solidFill>
                <a:prstClr val="black">
                  <a:tint val="75000"/>
                </a:prstClr>
              </a:solidFill>
            </a:endParaRPr>
          </a:p>
        </p:txBody>
      </p:sp>
      <p:sp>
        <p:nvSpPr>
          <p:cNvPr id="7" name="Segnaposto numero diapositiva 6"/>
          <p:cNvSpPr>
            <a:spLocks noGrp="1"/>
          </p:cNvSpPr>
          <p:nvPr>
            <p:ph type="sldNum" sz="quarter" idx="12"/>
          </p:nvPr>
        </p:nvSpPr>
        <p:spPr/>
        <p:txBody>
          <a:bodyPr/>
          <a:lstStyle/>
          <a:p>
            <a:fld id="{BB0896F7-A5A1-4FEA-A1C3-BA271084232E}" type="slidenum">
              <a:rPr lang="it-IT" smtClean="0">
                <a:solidFill>
                  <a:prstClr val="black">
                    <a:tint val="75000"/>
                  </a:prstClr>
                </a:solidFill>
              </a:rPr>
              <a:pPr/>
              <a:t>‹N›</a:t>
            </a:fld>
            <a:endParaRPr lang="it-IT">
              <a:solidFill>
                <a:prstClr val="black">
                  <a:tint val="75000"/>
                </a:prstClr>
              </a:solidFill>
            </a:endParaRPr>
          </a:p>
        </p:txBody>
      </p:sp>
    </p:spTree>
    <p:extLst>
      <p:ext uri="{BB962C8B-B14F-4D97-AF65-F5344CB8AC3E}">
        <p14:creationId xmlns:p14="http://schemas.microsoft.com/office/powerpoint/2010/main" val="81358213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lvl1pPr>
              <a:defRPr/>
            </a:lvl1pPr>
          </a:lstStyle>
          <a:p>
            <a:r>
              <a:rPr lang="it-IT" smtClean="0"/>
              <a:t>Fare clic per modificare lo stile del titolo</a:t>
            </a:r>
            <a:endParaRPr lang="it-IT"/>
          </a:p>
        </p:txBody>
      </p:sp>
      <p:sp>
        <p:nvSpPr>
          <p:cNvPr id="3" name="Segnaposto testo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smtClean="0"/>
              <a:t>Fare clic per modificare stili del testo dello schema</a:t>
            </a:r>
          </a:p>
        </p:txBody>
      </p:sp>
      <p:sp>
        <p:nvSpPr>
          <p:cNvPr id="4" name="Segnaposto contenuto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5" name="Segnaposto testo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smtClean="0"/>
              <a:t>Fare clic per modificare stili del testo dello schema</a:t>
            </a:r>
          </a:p>
        </p:txBody>
      </p:sp>
      <p:sp>
        <p:nvSpPr>
          <p:cNvPr id="6" name="Segnaposto contenuto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7" name="Segnaposto data 6"/>
          <p:cNvSpPr>
            <a:spLocks noGrp="1"/>
          </p:cNvSpPr>
          <p:nvPr>
            <p:ph type="dt" sz="half" idx="10"/>
          </p:nvPr>
        </p:nvSpPr>
        <p:spPr/>
        <p:txBody>
          <a:bodyPr/>
          <a:lstStyle/>
          <a:p>
            <a:fld id="{DD1D9959-A38D-484D-9838-C423DC6716E8}" type="datetimeFigureOut">
              <a:rPr lang="it-IT" smtClean="0">
                <a:solidFill>
                  <a:prstClr val="black">
                    <a:tint val="75000"/>
                  </a:prstClr>
                </a:solidFill>
              </a:rPr>
              <a:pPr/>
              <a:t>27/05/2020</a:t>
            </a:fld>
            <a:endParaRPr lang="it-IT">
              <a:solidFill>
                <a:prstClr val="black">
                  <a:tint val="75000"/>
                </a:prstClr>
              </a:solidFill>
            </a:endParaRPr>
          </a:p>
        </p:txBody>
      </p:sp>
      <p:sp>
        <p:nvSpPr>
          <p:cNvPr id="8" name="Segnaposto piè di pagina 7"/>
          <p:cNvSpPr>
            <a:spLocks noGrp="1"/>
          </p:cNvSpPr>
          <p:nvPr>
            <p:ph type="ftr" sz="quarter" idx="11"/>
          </p:nvPr>
        </p:nvSpPr>
        <p:spPr/>
        <p:txBody>
          <a:bodyPr/>
          <a:lstStyle/>
          <a:p>
            <a:endParaRPr lang="it-IT">
              <a:solidFill>
                <a:prstClr val="black">
                  <a:tint val="75000"/>
                </a:prstClr>
              </a:solidFill>
            </a:endParaRPr>
          </a:p>
        </p:txBody>
      </p:sp>
      <p:sp>
        <p:nvSpPr>
          <p:cNvPr id="9" name="Segnaposto numero diapositiva 8"/>
          <p:cNvSpPr>
            <a:spLocks noGrp="1"/>
          </p:cNvSpPr>
          <p:nvPr>
            <p:ph type="sldNum" sz="quarter" idx="12"/>
          </p:nvPr>
        </p:nvSpPr>
        <p:spPr/>
        <p:txBody>
          <a:bodyPr/>
          <a:lstStyle/>
          <a:p>
            <a:fld id="{BB0896F7-A5A1-4FEA-A1C3-BA271084232E}" type="slidenum">
              <a:rPr lang="it-IT" smtClean="0">
                <a:solidFill>
                  <a:prstClr val="black">
                    <a:tint val="75000"/>
                  </a:prstClr>
                </a:solidFill>
              </a:rPr>
              <a:pPr/>
              <a:t>‹N›</a:t>
            </a:fld>
            <a:endParaRPr lang="it-IT">
              <a:solidFill>
                <a:prstClr val="black">
                  <a:tint val="75000"/>
                </a:prstClr>
              </a:solidFill>
            </a:endParaRPr>
          </a:p>
        </p:txBody>
      </p:sp>
    </p:spTree>
    <p:extLst>
      <p:ext uri="{BB962C8B-B14F-4D97-AF65-F5344CB8AC3E}">
        <p14:creationId xmlns:p14="http://schemas.microsoft.com/office/powerpoint/2010/main" val="56844993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data 2"/>
          <p:cNvSpPr>
            <a:spLocks noGrp="1"/>
          </p:cNvSpPr>
          <p:nvPr>
            <p:ph type="dt" sz="half" idx="10"/>
          </p:nvPr>
        </p:nvSpPr>
        <p:spPr/>
        <p:txBody>
          <a:bodyPr/>
          <a:lstStyle/>
          <a:p>
            <a:fld id="{DD1D9959-A38D-484D-9838-C423DC6716E8}" type="datetimeFigureOut">
              <a:rPr lang="it-IT" smtClean="0">
                <a:solidFill>
                  <a:prstClr val="black">
                    <a:tint val="75000"/>
                  </a:prstClr>
                </a:solidFill>
              </a:rPr>
              <a:pPr/>
              <a:t>27/05/2020</a:t>
            </a:fld>
            <a:endParaRPr lang="it-IT">
              <a:solidFill>
                <a:prstClr val="black">
                  <a:tint val="75000"/>
                </a:prstClr>
              </a:solidFill>
            </a:endParaRPr>
          </a:p>
        </p:txBody>
      </p:sp>
      <p:sp>
        <p:nvSpPr>
          <p:cNvPr id="4" name="Segnaposto piè di pagina 3"/>
          <p:cNvSpPr>
            <a:spLocks noGrp="1"/>
          </p:cNvSpPr>
          <p:nvPr>
            <p:ph type="ftr" sz="quarter" idx="11"/>
          </p:nvPr>
        </p:nvSpPr>
        <p:spPr/>
        <p:txBody>
          <a:bodyPr/>
          <a:lstStyle/>
          <a:p>
            <a:endParaRPr lang="it-IT">
              <a:solidFill>
                <a:prstClr val="black">
                  <a:tint val="75000"/>
                </a:prstClr>
              </a:solidFill>
            </a:endParaRPr>
          </a:p>
        </p:txBody>
      </p:sp>
      <p:sp>
        <p:nvSpPr>
          <p:cNvPr id="5" name="Segnaposto numero diapositiva 4"/>
          <p:cNvSpPr>
            <a:spLocks noGrp="1"/>
          </p:cNvSpPr>
          <p:nvPr>
            <p:ph type="sldNum" sz="quarter" idx="12"/>
          </p:nvPr>
        </p:nvSpPr>
        <p:spPr/>
        <p:txBody>
          <a:bodyPr/>
          <a:lstStyle/>
          <a:p>
            <a:fld id="{BB0896F7-A5A1-4FEA-A1C3-BA271084232E}" type="slidenum">
              <a:rPr lang="it-IT" smtClean="0">
                <a:solidFill>
                  <a:prstClr val="black">
                    <a:tint val="75000"/>
                  </a:prstClr>
                </a:solidFill>
              </a:rPr>
              <a:pPr/>
              <a:t>‹N›</a:t>
            </a:fld>
            <a:endParaRPr lang="it-IT">
              <a:solidFill>
                <a:prstClr val="black">
                  <a:tint val="75000"/>
                </a:prstClr>
              </a:solidFill>
            </a:endParaRPr>
          </a:p>
        </p:txBody>
      </p:sp>
    </p:spTree>
    <p:extLst>
      <p:ext uri="{BB962C8B-B14F-4D97-AF65-F5344CB8AC3E}">
        <p14:creationId xmlns:p14="http://schemas.microsoft.com/office/powerpoint/2010/main" val="337014775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p:cNvSpPr>
            <a:spLocks noGrp="1"/>
          </p:cNvSpPr>
          <p:nvPr>
            <p:ph type="dt" sz="half" idx="10"/>
          </p:nvPr>
        </p:nvSpPr>
        <p:spPr/>
        <p:txBody>
          <a:bodyPr/>
          <a:lstStyle/>
          <a:p>
            <a:fld id="{DD1D9959-A38D-484D-9838-C423DC6716E8}" type="datetimeFigureOut">
              <a:rPr lang="it-IT" smtClean="0">
                <a:solidFill>
                  <a:prstClr val="black">
                    <a:tint val="75000"/>
                  </a:prstClr>
                </a:solidFill>
              </a:rPr>
              <a:pPr/>
              <a:t>27/05/2020</a:t>
            </a:fld>
            <a:endParaRPr lang="it-IT">
              <a:solidFill>
                <a:prstClr val="black">
                  <a:tint val="75000"/>
                </a:prstClr>
              </a:solidFill>
            </a:endParaRPr>
          </a:p>
        </p:txBody>
      </p:sp>
      <p:sp>
        <p:nvSpPr>
          <p:cNvPr id="3" name="Segnaposto piè di pagina 2"/>
          <p:cNvSpPr>
            <a:spLocks noGrp="1"/>
          </p:cNvSpPr>
          <p:nvPr>
            <p:ph type="ftr" sz="quarter" idx="11"/>
          </p:nvPr>
        </p:nvSpPr>
        <p:spPr/>
        <p:txBody>
          <a:bodyPr/>
          <a:lstStyle/>
          <a:p>
            <a:endParaRPr lang="it-IT">
              <a:solidFill>
                <a:prstClr val="black">
                  <a:tint val="75000"/>
                </a:prstClr>
              </a:solidFill>
            </a:endParaRPr>
          </a:p>
        </p:txBody>
      </p:sp>
      <p:sp>
        <p:nvSpPr>
          <p:cNvPr id="4" name="Segnaposto numero diapositiva 3"/>
          <p:cNvSpPr>
            <a:spLocks noGrp="1"/>
          </p:cNvSpPr>
          <p:nvPr>
            <p:ph type="sldNum" sz="quarter" idx="12"/>
          </p:nvPr>
        </p:nvSpPr>
        <p:spPr/>
        <p:txBody>
          <a:bodyPr/>
          <a:lstStyle/>
          <a:p>
            <a:fld id="{BB0896F7-A5A1-4FEA-A1C3-BA271084232E}" type="slidenum">
              <a:rPr lang="it-IT" smtClean="0">
                <a:solidFill>
                  <a:prstClr val="black">
                    <a:tint val="75000"/>
                  </a:prstClr>
                </a:solidFill>
              </a:rPr>
              <a:pPr/>
              <a:t>‹N›</a:t>
            </a:fld>
            <a:endParaRPr lang="it-IT">
              <a:solidFill>
                <a:prstClr val="black">
                  <a:tint val="75000"/>
                </a:prstClr>
              </a:solidFill>
            </a:endParaRPr>
          </a:p>
        </p:txBody>
      </p:sp>
    </p:spTree>
    <p:extLst>
      <p:ext uri="{BB962C8B-B14F-4D97-AF65-F5344CB8AC3E}">
        <p14:creationId xmlns:p14="http://schemas.microsoft.com/office/powerpoint/2010/main" val="112304997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457200" y="273050"/>
            <a:ext cx="3008313" cy="1162050"/>
          </a:xfrm>
        </p:spPr>
        <p:txBody>
          <a:bodyPr anchor="b"/>
          <a:lstStyle>
            <a:lvl1pPr algn="l">
              <a:defRPr sz="2000" b="1"/>
            </a:lvl1pPr>
          </a:lstStyle>
          <a:p>
            <a:r>
              <a:rPr lang="it-IT" smtClean="0"/>
              <a:t>Fare clic per modificare lo stile del titolo</a:t>
            </a:r>
            <a:endParaRPr lang="it-IT"/>
          </a:p>
        </p:txBody>
      </p:sp>
      <p:sp>
        <p:nvSpPr>
          <p:cNvPr id="3" name="Segnaposto contenuto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testo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smtClean="0"/>
              <a:t>Fare clic per modificare stili del testo dello schema</a:t>
            </a:r>
          </a:p>
        </p:txBody>
      </p:sp>
      <p:sp>
        <p:nvSpPr>
          <p:cNvPr id="5" name="Segnaposto data 4"/>
          <p:cNvSpPr>
            <a:spLocks noGrp="1"/>
          </p:cNvSpPr>
          <p:nvPr>
            <p:ph type="dt" sz="half" idx="10"/>
          </p:nvPr>
        </p:nvSpPr>
        <p:spPr/>
        <p:txBody>
          <a:bodyPr/>
          <a:lstStyle/>
          <a:p>
            <a:fld id="{DD1D9959-A38D-484D-9838-C423DC6716E8}" type="datetimeFigureOut">
              <a:rPr lang="it-IT" smtClean="0">
                <a:solidFill>
                  <a:prstClr val="black">
                    <a:tint val="75000"/>
                  </a:prstClr>
                </a:solidFill>
              </a:rPr>
              <a:pPr/>
              <a:t>27/05/2020</a:t>
            </a:fld>
            <a:endParaRPr lang="it-IT">
              <a:solidFill>
                <a:prstClr val="black">
                  <a:tint val="75000"/>
                </a:prstClr>
              </a:solidFill>
            </a:endParaRPr>
          </a:p>
        </p:txBody>
      </p:sp>
      <p:sp>
        <p:nvSpPr>
          <p:cNvPr id="6" name="Segnaposto piè di pagina 5"/>
          <p:cNvSpPr>
            <a:spLocks noGrp="1"/>
          </p:cNvSpPr>
          <p:nvPr>
            <p:ph type="ftr" sz="quarter" idx="11"/>
          </p:nvPr>
        </p:nvSpPr>
        <p:spPr/>
        <p:txBody>
          <a:bodyPr/>
          <a:lstStyle/>
          <a:p>
            <a:endParaRPr lang="it-IT">
              <a:solidFill>
                <a:prstClr val="black">
                  <a:tint val="75000"/>
                </a:prstClr>
              </a:solidFill>
            </a:endParaRPr>
          </a:p>
        </p:txBody>
      </p:sp>
      <p:sp>
        <p:nvSpPr>
          <p:cNvPr id="7" name="Segnaposto numero diapositiva 6"/>
          <p:cNvSpPr>
            <a:spLocks noGrp="1"/>
          </p:cNvSpPr>
          <p:nvPr>
            <p:ph type="sldNum" sz="quarter" idx="12"/>
          </p:nvPr>
        </p:nvSpPr>
        <p:spPr/>
        <p:txBody>
          <a:bodyPr/>
          <a:lstStyle/>
          <a:p>
            <a:fld id="{BB0896F7-A5A1-4FEA-A1C3-BA271084232E}" type="slidenum">
              <a:rPr lang="it-IT" smtClean="0">
                <a:solidFill>
                  <a:prstClr val="black">
                    <a:tint val="75000"/>
                  </a:prstClr>
                </a:solidFill>
              </a:rPr>
              <a:pPr/>
              <a:t>‹N›</a:t>
            </a:fld>
            <a:endParaRPr lang="it-IT">
              <a:solidFill>
                <a:prstClr val="black">
                  <a:tint val="75000"/>
                </a:prstClr>
              </a:solidFill>
            </a:endParaRPr>
          </a:p>
        </p:txBody>
      </p:sp>
    </p:spTree>
    <p:extLst>
      <p:ext uri="{BB962C8B-B14F-4D97-AF65-F5344CB8AC3E}">
        <p14:creationId xmlns:p14="http://schemas.microsoft.com/office/powerpoint/2010/main" val="243052641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1792288" y="4800600"/>
            <a:ext cx="5486400" cy="566738"/>
          </a:xfrm>
        </p:spPr>
        <p:txBody>
          <a:bodyPr anchor="b"/>
          <a:lstStyle>
            <a:lvl1pPr algn="l">
              <a:defRPr sz="2000" b="1"/>
            </a:lvl1pPr>
          </a:lstStyle>
          <a:p>
            <a:r>
              <a:rPr lang="it-IT" smtClean="0"/>
              <a:t>Fare clic per modificare lo stile del titolo</a:t>
            </a:r>
            <a:endParaRPr lang="it-IT"/>
          </a:p>
        </p:txBody>
      </p:sp>
      <p:sp>
        <p:nvSpPr>
          <p:cNvPr id="3" name="Segnaposto immagin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smtClean="0"/>
              <a:t>Fare clic per modificare stili del testo dello schema</a:t>
            </a:r>
          </a:p>
        </p:txBody>
      </p:sp>
      <p:sp>
        <p:nvSpPr>
          <p:cNvPr id="5" name="Segnaposto data 4"/>
          <p:cNvSpPr>
            <a:spLocks noGrp="1"/>
          </p:cNvSpPr>
          <p:nvPr>
            <p:ph type="dt" sz="half" idx="10"/>
          </p:nvPr>
        </p:nvSpPr>
        <p:spPr/>
        <p:txBody>
          <a:bodyPr/>
          <a:lstStyle/>
          <a:p>
            <a:fld id="{DD1D9959-A38D-484D-9838-C423DC6716E8}" type="datetimeFigureOut">
              <a:rPr lang="it-IT" smtClean="0">
                <a:solidFill>
                  <a:prstClr val="black">
                    <a:tint val="75000"/>
                  </a:prstClr>
                </a:solidFill>
              </a:rPr>
              <a:pPr/>
              <a:t>27/05/2020</a:t>
            </a:fld>
            <a:endParaRPr lang="it-IT">
              <a:solidFill>
                <a:prstClr val="black">
                  <a:tint val="75000"/>
                </a:prstClr>
              </a:solidFill>
            </a:endParaRPr>
          </a:p>
        </p:txBody>
      </p:sp>
      <p:sp>
        <p:nvSpPr>
          <p:cNvPr id="6" name="Segnaposto piè di pagina 5"/>
          <p:cNvSpPr>
            <a:spLocks noGrp="1"/>
          </p:cNvSpPr>
          <p:nvPr>
            <p:ph type="ftr" sz="quarter" idx="11"/>
          </p:nvPr>
        </p:nvSpPr>
        <p:spPr/>
        <p:txBody>
          <a:bodyPr/>
          <a:lstStyle/>
          <a:p>
            <a:endParaRPr lang="it-IT">
              <a:solidFill>
                <a:prstClr val="black">
                  <a:tint val="75000"/>
                </a:prstClr>
              </a:solidFill>
            </a:endParaRPr>
          </a:p>
        </p:txBody>
      </p:sp>
      <p:sp>
        <p:nvSpPr>
          <p:cNvPr id="7" name="Segnaposto numero diapositiva 6"/>
          <p:cNvSpPr>
            <a:spLocks noGrp="1"/>
          </p:cNvSpPr>
          <p:nvPr>
            <p:ph type="sldNum" sz="quarter" idx="12"/>
          </p:nvPr>
        </p:nvSpPr>
        <p:spPr/>
        <p:txBody>
          <a:bodyPr/>
          <a:lstStyle/>
          <a:p>
            <a:fld id="{BB0896F7-A5A1-4FEA-A1C3-BA271084232E}" type="slidenum">
              <a:rPr lang="it-IT" smtClean="0">
                <a:solidFill>
                  <a:prstClr val="black">
                    <a:tint val="75000"/>
                  </a:prstClr>
                </a:solidFill>
              </a:rPr>
              <a:pPr/>
              <a:t>‹N›</a:t>
            </a:fld>
            <a:endParaRPr lang="it-IT">
              <a:solidFill>
                <a:prstClr val="black">
                  <a:tint val="75000"/>
                </a:prstClr>
              </a:solidFill>
            </a:endParaRPr>
          </a:p>
        </p:txBody>
      </p:sp>
    </p:spTree>
    <p:extLst>
      <p:ext uri="{BB962C8B-B14F-4D97-AF65-F5344CB8AC3E}">
        <p14:creationId xmlns:p14="http://schemas.microsoft.com/office/powerpoint/2010/main" val="22462757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testo verticale 2"/>
          <p:cNvSpPr>
            <a:spLocks noGrp="1"/>
          </p:cNvSpPr>
          <p:nvPr>
            <p:ph type="body" orient="vert" idx="1"/>
          </p:nvPr>
        </p:nvSpPr>
        <p:spPr/>
        <p:txBody>
          <a:bodyPr vert="eaVert"/>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10"/>
          </p:nvPr>
        </p:nvSpPr>
        <p:spPr/>
        <p:txBody>
          <a:bodyPr/>
          <a:lstStyle/>
          <a:p>
            <a:fld id="{DD1D9959-A38D-484D-9838-C423DC6716E8}" type="datetimeFigureOut">
              <a:rPr lang="it-IT" smtClean="0">
                <a:solidFill>
                  <a:prstClr val="black">
                    <a:tint val="75000"/>
                  </a:prstClr>
                </a:solidFill>
              </a:rPr>
              <a:pPr/>
              <a:t>27/05/2020</a:t>
            </a:fld>
            <a:endParaRPr lang="it-IT">
              <a:solidFill>
                <a:prstClr val="black">
                  <a:tint val="75000"/>
                </a:prstClr>
              </a:solidFill>
            </a:endParaRPr>
          </a:p>
        </p:txBody>
      </p:sp>
      <p:sp>
        <p:nvSpPr>
          <p:cNvPr id="5" name="Segnaposto piè di pagina 4"/>
          <p:cNvSpPr>
            <a:spLocks noGrp="1"/>
          </p:cNvSpPr>
          <p:nvPr>
            <p:ph type="ftr" sz="quarter" idx="11"/>
          </p:nvPr>
        </p:nvSpPr>
        <p:spPr/>
        <p:txBody>
          <a:bodyPr/>
          <a:lstStyle/>
          <a:p>
            <a:endParaRPr lang="it-IT">
              <a:solidFill>
                <a:prstClr val="black">
                  <a:tint val="75000"/>
                </a:prstClr>
              </a:solidFill>
            </a:endParaRPr>
          </a:p>
        </p:txBody>
      </p:sp>
      <p:sp>
        <p:nvSpPr>
          <p:cNvPr id="6" name="Segnaposto numero diapositiva 5"/>
          <p:cNvSpPr>
            <a:spLocks noGrp="1"/>
          </p:cNvSpPr>
          <p:nvPr>
            <p:ph type="sldNum" sz="quarter" idx="12"/>
          </p:nvPr>
        </p:nvSpPr>
        <p:spPr/>
        <p:txBody>
          <a:bodyPr/>
          <a:lstStyle/>
          <a:p>
            <a:fld id="{BB0896F7-A5A1-4FEA-A1C3-BA271084232E}" type="slidenum">
              <a:rPr lang="it-IT" smtClean="0">
                <a:solidFill>
                  <a:prstClr val="black">
                    <a:tint val="75000"/>
                  </a:prstClr>
                </a:solidFill>
              </a:rPr>
              <a:pPr/>
              <a:t>‹N›</a:t>
            </a:fld>
            <a:endParaRPr lang="it-IT">
              <a:solidFill>
                <a:prstClr val="black">
                  <a:tint val="75000"/>
                </a:prstClr>
              </a:solidFill>
            </a:endParaRPr>
          </a:p>
        </p:txBody>
      </p:sp>
    </p:spTree>
    <p:extLst>
      <p:ext uri="{BB962C8B-B14F-4D97-AF65-F5344CB8AC3E}">
        <p14:creationId xmlns:p14="http://schemas.microsoft.com/office/powerpoint/2010/main" val="291316606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p:cNvSpPr>
            <a:spLocks noGrp="1"/>
          </p:cNvSpPr>
          <p:nvPr>
            <p:ph type="title" orient="vert"/>
          </p:nvPr>
        </p:nvSpPr>
        <p:spPr>
          <a:xfrm>
            <a:off x="6629400" y="274638"/>
            <a:ext cx="2057400" cy="5851525"/>
          </a:xfrm>
        </p:spPr>
        <p:txBody>
          <a:bodyPr vert="eaVert"/>
          <a:lstStyle/>
          <a:p>
            <a:r>
              <a:rPr lang="it-IT" smtClean="0"/>
              <a:t>Fare clic per modificare lo stile del titolo</a:t>
            </a:r>
            <a:endParaRPr lang="it-IT"/>
          </a:p>
        </p:txBody>
      </p:sp>
      <p:sp>
        <p:nvSpPr>
          <p:cNvPr id="3" name="Segnaposto testo verticale 2"/>
          <p:cNvSpPr>
            <a:spLocks noGrp="1"/>
          </p:cNvSpPr>
          <p:nvPr>
            <p:ph type="body" orient="vert" idx="1"/>
          </p:nvPr>
        </p:nvSpPr>
        <p:spPr>
          <a:xfrm>
            <a:off x="457200" y="274638"/>
            <a:ext cx="6019800" cy="5851525"/>
          </a:xfrm>
        </p:spPr>
        <p:txBody>
          <a:bodyPr vert="eaVert"/>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10"/>
          </p:nvPr>
        </p:nvSpPr>
        <p:spPr/>
        <p:txBody>
          <a:bodyPr/>
          <a:lstStyle/>
          <a:p>
            <a:fld id="{DD1D9959-A38D-484D-9838-C423DC6716E8}" type="datetimeFigureOut">
              <a:rPr lang="it-IT" smtClean="0">
                <a:solidFill>
                  <a:prstClr val="black">
                    <a:tint val="75000"/>
                  </a:prstClr>
                </a:solidFill>
              </a:rPr>
              <a:pPr/>
              <a:t>27/05/2020</a:t>
            </a:fld>
            <a:endParaRPr lang="it-IT">
              <a:solidFill>
                <a:prstClr val="black">
                  <a:tint val="75000"/>
                </a:prstClr>
              </a:solidFill>
            </a:endParaRPr>
          </a:p>
        </p:txBody>
      </p:sp>
      <p:sp>
        <p:nvSpPr>
          <p:cNvPr id="5" name="Segnaposto piè di pagina 4"/>
          <p:cNvSpPr>
            <a:spLocks noGrp="1"/>
          </p:cNvSpPr>
          <p:nvPr>
            <p:ph type="ftr" sz="quarter" idx="11"/>
          </p:nvPr>
        </p:nvSpPr>
        <p:spPr/>
        <p:txBody>
          <a:bodyPr/>
          <a:lstStyle/>
          <a:p>
            <a:endParaRPr lang="it-IT">
              <a:solidFill>
                <a:prstClr val="black">
                  <a:tint val="75000"/>
                </a:prstClr>
              </a:solidFill>
            </a:endParaRPr>
          </a:p>
        </p:txBody>
      </p:sp>
      <p:sp>
        <p:nvSpPr>
          <p:cNvPr id="6" name="Segnaposto numero diapositiva 5"/>
          <p:cNvSpPr>
            <a:spLocks noGrp="1"/>
          </p:cNvSpPr>
          <p:nvPr>
            <p:ph type="sldNum" sz="quarter" idx="12"/>
          </p:nvPr>
        </p:nvSpPr>
        <p:spPr/>
        <p:txBody>
          <a:bodyPr/>
          <a:lstStyle/>
          <a:p>
            <a:fld id="{BB0896F7-A5A1-4FEA-A1C3-BA271084232E}" type="slidenum">
              <a:rPr lang="it-IT" smtClean="0">
                <a:solidFill>
                  <a:prstClr val="black">
                    <a:tint val="75000"/>
                  </a:prstClr>
                </a:solidFill>
              </a:rPr>
              <a:pPr/>
              <a:t>‹N›</a:t>
            </a:fld>
            <a:endParaRPr lang="it-IT">
              <a:solidFill>
                <a:prstClr val="black">
                  <a:tint val="75000"/>
                </a:prstClr>
              </a:solidFill>
            </a:endParaRPr>
          </a:p>
        </p:txBody>
      </p:sp>
    </p:spTree>
    <p:extLst>
      <p:ext uri="{BB962C8B-B14F-4D97-AF65-F5344CB8AC3E}">
        <p14:creationId xmlns:p14="http://schemas.microsoft.com/office/powerpoint/2010/main" val="4627109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1.pn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6" Type="http://schemas.openxmlformats.org/officeDocument/2006/relationships/image" Target="../media/image4.png"/><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openxmlformats.org/officeDocument/2006/relationships/image" Target="../media/image3.png"/><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image" Target="../media/image2.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p:cNvSpPr>
            <a:spLocks noGrp="1"/>
          </p:cNvSpPr>
          <p:nvPr>
            <p:ph type="title"/>
          </p:nvPr>
        </p:nvSpPr>
        <p:spPr>
          <a:xfrm>
            <a:off x="457200" y="274638"/>
            <a:ext cx="8229600" cy="1143000"/>
          </a:xfrm>
          <a:prstGeom prst="rect">
            <a:avLst/>
          </a:prstGeom>
        </p:spPr>
        <p:txBody>
          <a:bodyPr vert="horz" lIns="91435" tIns="45718" rIns="91435" bIns="45718" rtlCol="0" anchor="ctr">
            <a:normAutofit/>
          </a:bodyPr>
          <a:lstStyle/>
          <a:p>
            <a:r>
              <a:rPr lang="it-IT" smtClean="0"/>
              <a:t>Fare clic per modificare lo stile del titolo</a:t>
            </a:r>
            <a:endParaRPr lang="it-IT"/>
          </a:p>
        </p:txBody>
      </p:sp>
      <p:sp>
        <p:nvSpPr>
          <p:cNvPr id="3" name="Segnaposto testo 2"/>
          <p:cNvSpPr>
            <a:spLocks noGrp="1"/>
          </p:cNvSpPr>
          <p:nvPr>
            <p:ph type="body" idx="1"/>
          </p:nvPr>
        </p:nvSpPr>
        <p:spPr>
          <a:xfrm>
            <a:off x="457200" y="1600201"/>
            <a:ext cx="8229600" cy="4525963"/>
          </a:xfrm>
          <a:prstGeom prst="rect">
            <a:avLst/>
          </a:prstGeom>
        </p:spPr>
        <p:txBody>
          <a:bodyPr vert="horz" lIns="91435" tIns="45718" rIns="91435" bIns="45718" rtlCol="0">
            <a:normAutofit/>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2"/>
          </p:nvPr>
        </p:nvSpPr>
        <p:spPr>
          <a:xfrm>
            <a:off x="457200" y="6356351"/>
            <a:ext cx="2133600" cy="365125"/>
          </a:xfrm>
          <a:prstGeom prst="rect">
            <a:avLst/>
          </a:prstGeom>
        </p:spPr>
        <p:txBody>
          <a:bodyPr vert="horz" lIns="91435" tIns="45718" rIns="91435" bIns="45718" rtlCol="0" anchor="ctr"/>
          <a:lstStyle>
            <a:lvl1pPr algn="l">
              <a:defRPr sz="1200">
                <a:solidFill>
                  <a:schemeClr val="tx1">
                    <a:tint val="75000"/>
                  </a:schemeClr>
                </a:solidFill>
              </a:defRPr>
            </a:lvl1pPr>
          </a:lstStyle>
          <a:p>
            <a:fld id="{00F0E56D-F31C-4174-9F9A-BA2FA4D6E529}" type="datetimeFigureOut">
              <a:rPr lang="it-IT" smtClean="0"/>
              <a:pPr/>
              <a:t>27/05/2020</a:t>
            </a:fld>
            <a:endParaRPr lang="it-IT"/>
          </a:p>
        </p:txBody>
      </p:sp>
      <p:sp>
        <p:nvSpPr>
          <p:cNvPr id="5" name="Segnaposto piè di pagina 4"/>
          <p:cNvSpPr>
            <a:spLocks noGrp="1"/>
          </p:cNvSpPr>
          <p:nvPr>
            <p:ph type="ftr" sz="quarter" idx="3"/>
          </p:nvPr>
        </p:nvSpPr>
        <p:spPr>
          <a:xfrm>
            <a:off x="3124201" y="6356351"/>
            <a:ext cx="2895600" cy="365125"/>
          </a:xfrm>
          <a:prstGeom prst="rect">
            <a:avLst/>
          </a:prstGeom>
        </p:spPr>
        <p:txBody>
          <a:bodyPr vert="horz" lIns="91435" tIns="45718" rIns="91435" bIns="45718" rtlCol="0" anchor="ctr"/>
          <a:lstStyle>
            <a:lvl1pPr algn="ctr">
              <a:defRPr sz="1200">
                <a:solidFill>
                  <a:schemeClr val="tx1">
                    <a:tint val="75000"/>
                  </a:schemeClr>
                </a:solidFill>
              </a:defRPr>
            </a:lvl1pPr>
          </a:lstStyle>
          <a:p>
            <a:endParaRPr lang="it-IT"/>
          </a:p>
        </p:txBody>
      </p:sp>
      <p:sp>
        <p:nvSpPr>
          <p:cNvPr id="6" name="Segnaposto numero diapositiva 5"/>
          <p:cNvSpPr>
            <a:spLocks noGrp="1"/>
          </p:cNvSpPr>
          <p:nvPr>
            <p:ph type="sldNum" sz="quarter" idx="4"/>
          </p:nvPr>
        </p:nvSpPr>
        <p:spPr>
          <a:xfrm>
            <a:off x="6553200" y="6356351"/>
            <a:ext cx="2133600" cy="365125"/>
          </a:xfrm>
          <a:prstGeom prst="rect">
            <a:avLst/>
          </a:prstGeom>
        </p:spPr>
        <p:txBody>
          <a:bodyPr vert="horz" lIns="91435" tIns="45718" rIns="91435" bIns="45718" rtlCol="0" anchor="ctr"/>
          <a:lstStyle>
            <a:lvl1pPr algn="r">
              <a:defRPr sz="1200">
                <a:solidFill>
                  <a:schemeClr val="tx1">
                    <a:tint val="75000"/>
                  </a:schemeClr>
                </a:solidFill>
              </a:defRPr>
            </a:lvl1pPr>
          </a:lstStyle>
          <a:p>
            <a:fld id="{0523B431-EA36-47EB-83C7-842502818703}" type="slidenum">
              <a:rPr lang="it-IT" smtClean="0"/>
              <a:pPr/>
              <a:t>‹N›</a:t>
            </a:fld>
            <a:endParaRPr lang="it-IT"/>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353" rtl="0" eaLnBrk="1" latinLnBrk="0" hangingPunct="1">
        <a:spcBef>
          <a:spcPct val="0"/>
        </a:spcBef>
        <a:buNone/>
        <a:defRPr sz="4400" kern="1200">
          <a:solidFill>
            <a:schemeClr val="tx1"/>
          </a:solidFill>
          <a:latin typeface="+mj-lt"/>
          <a:ea typeface="+mj-ea"/>
          <a:cs typeface="+mj-cs"/>
        </a:defRPr>
      </a:lvl1pPr>
    </p:titleStyle>
    <p:bodyStyle>
      <a:lvl1pPr marL="342882" indent="-342882" algn="l" defTabSz="914353"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12" indent="-285736" algn="l" defTabSz="914353"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2942" indent="-228588" algn="l" defTabSz="914353"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118" indent="-228588" algn="l" defTabSz="914353"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295" indent="-228588" algn="l" defTabSz="914353"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471" indent="-228588" algn="l" defTabSz="91435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48" indent="-228588" algn="l" defTabSz="91435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25" indent="-228588" algn="l" defTabSz="91435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01" indent="-228588" algn="l" defTabSz="91435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it-IT"/>
      </a:defPPr>
      <a:lvl1pPr marL="0" algn="l" defTabSz="914353" rtl="0" eaLnBrk="1" latinLnBrk="0" hangingPunct="1">
        <a:defRPr sz="1800" kern="1200">
          <a:solidFill>
            <a:schemeClr val="tx1"/>
          </a:solidFill>
          <a:latin typeface="+mn-lt"/>
          <a:ea typeface="+mn-ea"/>
          <a:cs typeface="+mn-cs"/>
        </a:defRPr>
      </a:lvl1pPr>
      <a:lvl2pPr marL="457177" algn="l" defTabSz="914353" rtl="0" eaLnBrk="1" latinLnBrk="0" hangingPunct="1">
        <a:defRPr sz="1800" kern="1200">
          <a:solidFill>
            <a:schemeClr val="tx1"/>
          </a:solidFill>
          <a:latin typeface="+mn-lt"/>
          <a:ea typeface="+mn-ea"/>
          <a:cs typeface="+mn-cs"/>
        </a:defRPr>
      </a:lvl2pPr>
      <a:lvl3pPr marL="914353" algn="l" defTabSz="914353" rtl="0" eaLnBrk="1" latinLnBrk="0" hangingPunct="1">
        <a:defRPr sz="1800" kern="1200">
          <a:solidFill>
            <a:schemeClr val="tx1"/>
          </a:solidFill>
          <a:latin typeface="+mn-lt"/>
          <a:ea typeface="+mn-ea"/>
          <a:cs typeface="+mn-cs"/>
        </a:defRPr>
      </a:lvl3pPr>
      <a:lvl4pPr marL="1371530" algn="l" defTabSz="914353" rtl="0" eaLnBrk="1" latinLnBrk="0" hangingPunct="1">
        <a:defRPr sz="1800" kern="1200">
          <a:solidFill>
            <a:schemeClr val="tx1"/>
          </a:solidFill>
          <a:latin typeface="+mn-lt"/>
          <a:ea typeface="+mn-ea"/>
          <a:cs typeface="+mn-cs"/>
        </a:defRPr>
      </a:lvl4pPr>
      <a:lvl5pPr marL="1828706" algn="l" defTabSz="914353" rtl="0" eaLnBrk="1" latinLnBrk="0" hangingPunct="1">
        <a:defRPr sz="1800" kern="1200">
          <a:solidFill>
            <a:schemeClr val="tx1"/>
          </a:solidFill>
          <a:latin typeface="+mn-lt"/>
          <a:ea typeface="+mn-ea"/>
          <a:cs typeface="+mn-cs"/>
        </a:defRPr>
      </a:lvl5pPr>
      <a:lvl6pPr marL="2285883" algn="l" defTabSz="914353" rtl="0" eaLnBrk="1" latinLnBrk="0" hangingPunct="1">
        <a:defRPr sz="1800" kern="1200">
          <a:solidFill>
            <a:schemeClr val="tx1"/>
          </a:solidFill>
          <a:latin typeface="+mn-lt"/>
          <a:ea typeface="+mn-ea"/>
          <a:cs typeface="+mn-cs"/>
        </a:defRPr>
      </a:lvl6pPr>
      <a:lvl7pPr marL="2743060" algn="l" defTabSz="914353" rtl="0" eaLnBrk="1" latinLnBrk="0" hangingPunct="1">
        <a:defRPr sz="1800" kern="1200">
          <a:solidFill>
            <a:schemeClr val="tx1"/>
          </a:solidFill>
          <a:latin typeface="+mn-lt"/>
          <a:ea typeface="+mn-ea"/>
          <a:cs typeface="+mn-cs"/>
        </a:defRPr>
      </a:lvl7pPr>
      <a:lvl8pPr marL="3200236" algn="l" defTabSz="914353" rtl="0" eaLnBrk="1" latinLnBrk="0" hangingPunct="1">
        <a:defRPr sz="1800" kern="1200">
          <a:solidFill>
            <a:schemeClr val="tx1"/>
          </a:solidFill>
          <a:latin typeface="+mn-lt"/>
          <a:ea typeface="+mn-ea"/>
          <a:cs typeface="+mn-cs"/>
        </a:defRPr>
      </a:lvl8pPr>
      <a:lvl9pPr marL="3657413" algn="l" defTabSz="914353"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it-IT" smtClean="0"/>
              <a:t>Fare clic per modificare lo stile del titolo</a:t>
            </a:r>
            <a:endParaRPr lang="it-IT"/>
          </a:p>
        </p:txBody>
      </p:sp>
      <p:sp>
        <p:nvSpPr>
          <p:cNvPr id="3" name="Segnaposto testo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D1D9959-A38D-484D-9838-C423DC6716E8}" type="datetimeFigureOut">
              <a:rPr lang="it-IT" smtClean="0"/>
              <a:pPr/>
              <a:t>27/05/2020</a:t>
            </a:fld>
            <a:endParaRPr lang="it-IT"/>
          </a:p>
        </p:txBody>
      </p:sp>
      <p:sp>
        <p:nvSpPr>
          <p:cNvPr id="5" name="Segnaposto piè di pagina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t-IT"/>
          </a:p>
        </p:txBody>
      </p:sp>
      <p:sp>
        <p:nvSpPr>
          <p:cNvPr id="6" name="Segnaposto numero diapositiva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B0896F7-A5A1-4FEA-A1C3-BA271084232E}" type="slidenum">
              <a:rPr lang="it-IT" smtClean="0"/>
              <a:pPr/>
              <a:t>‹N›</a:t>
            </a:fld>
            <a:endParaRPr lang="it-IT"/>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15"/>
          <p:cNvPicPr>
            <a:picLocks noChangeAspect="1" noChangeArrowheads="1"/>
          </p:cNvPicPr>
          <p:nvPr userDrawn="1"/>
        </p:nvPicPr>
        <p:blipFill>
          <a:blip r:embed="rId13"/>
          <a:srcRect/>
          <a:stretch>
            <a:fillRect/>
          </a:stretch>
        </p:blipFill>
        <p:spPr bwMode="auto">
          <a:xfrm>
            <a:off x="9056688" y="1066800"/>
            <a:ext cx="87312" cy="5791200"/>
          </a:xfrm>
          <a:prstGeom prst="rect">
            <a:avLst/>
          </a:prstGeom>
          <a:noFill/>
          <a:ln w="9525">
            <a:noFill/>
            <a:miter lim="800000"/>
            <a:headEnd/>
            <a:tailEnd/>
          </a:ln>
        </p:spPr>
      </p:pic>
      <p:sp>
        <p:nvSpPr>
          <p:cNvPr id="1027" name="Rectangle 2"/>
          <p:cNvSpPr>
            <a:spLocks noGrp="1" noChangeArrowheads="1"/>
          </p:cNvSpPr>
          <p:nvPr>
            <p:ph type="title"/>
          </p:nvPr>
        </p:nvSpPr>
        <p:spPr bwMode="auto">
          <a:xfrm>
            <a:off x="685800" y="609600"/>
            <a:ext cx="68580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smtClean="0"/>
              <a:t>Click to edit Master title style</a:t>
            </a:r>
          </a:p>
        </p:txBody>
      </p:sp>
      <p:sp>
        <p:nvSpPr>
          <p:cNvPr id="1028" name="Rectangle 3"/>
          <p:cNvSpPr>
            <a:spLocks noGrp="1" noChangeArrowheads="1"/>
          </p:cNvSpPr>
          <p:nvPr>
            <p:ph type="body" idx="1"/>
          </p:nvPr>
        </p:nvSpPr>
        <p:spPr bwMode="auto">
          <a:xfrm>
            <a:off x="685800" y="1981200"/>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p>
        </p:txBody>
      </p:sp>
      <p:sp>
        <p:nvSpPr>
          <p:cNvPr id="2"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a:defRPr/>
            </a:pPr>
            <a:endParaRPr lang="en-GB"/>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pPr>
              <a:defRPr/>
            </a:pPr>
            <a:endParaRPr lang="en-GB"/>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a:defRPr/>
            </a:pPr>
            <a:fld id="{23312DE0-64D5-4759-B15A-BA9823CAE3E5}" type="slidenum">
              <a:rPr lang="en-GB"/>
              <a:pPr>
                <a:defRPr/>
              </a:pPr>
              <a:t>‹N›</a:t>
            </a:fld>
            <a:endParaRPr lang="en-GB"/>
          </a:p>
        </p:txBody>
      </p:sp>
      <p:grpSp>
        <p:nvGrpSpPr>
          <p:cNvPr id="3" name="Group 19"/>
          <p:cNvGrpSpPr>
            <a:grpSpLocks/>
          </p:cNvGrpSpPr>
          <p:nvPr userDrawn="1"/>
        </p:nvGrpSpPr>
        <p:grpSpPr bwMode="auto">
          <a:xfrm>
            <a:off x="0" y="228600"/>
            <a:ext cx="9144000" cy="838200"/>
            <a:chOff x="0" y="192"/>
            <a:chExt cx="5760" cy="528"/>
          </a:xfrm>
        </p:grpSpPr>
        <p:sp>
          <p:nvSpPr>
            <p:cNvPr id="1042" name="Rectangle 18"/>
            <p:cNvSpPr>
              <a:spLocks noChangeArrowheads="1"/>
            </p:cNvSpPr>
            <p:nvPr userDrawn="1"/>
          </p:nvSpPr>
          <p:spPr bwMode="auto">
            <a:xfrm>
              <a:off x="5232" y="528"/>
              <a:ext cx="528" cy="192"/>
            </a:xfrm>
            <a:prstGeom prst="rect">
              <a:avLst/>
            </a:prstGeom>
            <a:solidFill>
              <a:schemeClr val="bg1"/>
            </a:solidFill>
            <a:ln w="9525">
              <a:solidFill>
                <a:schemeClr val="accent2"/>
              </a:solidFill>
              <a:miter lim="800000"/>
              <a:headEnd/>
              <a:tailEnd/>
            </a:ln>
            <a:effectLst/>
          </p:spPr>
          <p:txBody>
            <a:bodyPr wrap="none" anchor="ctr"/>
            <a:lstStyle/>
            <a:p>
              <a:pPr>
                <a:defRPr/>
              </a:pPr>
              <a:endParaRPr lang="en-US"/>
            </a:p>
          </p:txBody>
        </p:sp>
        <p:sp>
          <p:nvSpPr>
            <p:cNvPr id="1041" name="Line 17"/>
            <p:cNvSpPr>
              <a:spLocks noChangeShapeType="1"/>
            </p:cNvSpPr>
            <p:nvPr userDrawn="1"/>
          </p:nvSpPr>
          <p:spPr bwMode="auto">
            <a:xfrm>
              <a:off x="1872" y="192"/>
              <a:ext cx="2976" cy="0"/>
            </a:xfrm>
            <a:prstGeom prst="line">
              <a:avLst/>
            </a:prstGeom>
            <a:noFill/>
            <a:ln w="12700">
              <a:solidFill>
                <a:schemeClr val="accent2"/>
              </a:solidFill>
              <a:round/>
              <a:headEnd/>
              <a:tailEnd/>
            </a:ln>
            <a:effectLst/>
          </p:spPr>
          <p:txBody>
            <a:bodyPr wrap="none" anchor="ctr"/>
            <a:lstStyle/>
            <a:p>
              <a:pPr>
                <a:defRPr/>
              </a:pPr>
              <a:endParaRPr lang="en-US"/>
            </a:p>
          </p:txBody>
        </p:sp>
        <p:pic>
          <p:nvPicPr>
            <p:cNvPr id="1035" name="Picture 16"/>
            <p:cNvPicPr>
              <a:picLocks noChangeAspect="1" noChangeArrowheads="1"/>
            </p:cNvPicPr>
            <p:nvPr userDrawn="1"/>
          </p:nvPicPr>
          <p:blipFill>
            <a:blip r:embed="rId14"/>
            <a:srcRect/>
            <a:stretch>
              <a:fillRect/>
            </a:stretch>
          </p:blipFill>
          <p:spPr bwMode="auto">
            <a:xfrm>
              <a:off x="3449" y="192"/>
              <a:ext cx="1063" cy="40"/>
            </a:xfrm>
            <a:prstGeom prst="rect">
              <a:avLst/>
            </a:prstGeom>
            <a:noFill/>
            <a:ln w="9525">
              <a:noFill/>
              <a:miter lim="800000"/>
              <a:headEnd/>
              <a:tailEnd/>
            </a:ln>
          </p:spPr>
        </p:pic>
        <p:pic>
          <p:nvPicPr>
            <p:cNvPr id="1036" name="Picture 13"/>
            <p:cNvPicPr>
              <a:picLocks noChangeAspect="1" noChangeArrowheads="1"/>
            </p:cNvPicPr>
            <p:nvPr userDrawn="1"/>
          </p:nvPicPr>
          <p:blipFill>
            <a:blip r:embed="rId15"/>
            <a:srcRect/>
            <a:stretch>
              <a:fillRect/>
            </a:stretch>
          </p:blipFill>
          <p:spPr bwMode="auto">
            <a:xfrm>
              <a:off x="0" y="192"/>
              <a:ext cx="2016" cy="191"/>
            </a:xfrm>
            <a:prstGeom prst="rect">
              <a:avLst/>
            </a:prstGeom>
            <a:noFill/>
            <a:ln w="9525">
              <a:noFill/>
              <a:miter lim="800000"/>
              <a:headEnd/>
              <a:tailEnd/>
            </a:ln>
          </p:spPr>
        </p:pic>
        <p:pic>
          <p:nvPicPr>
            <p:cNvPr id="1037" name="Picture 14"/>
            <p:cNvPicPr>
              <a:picLocks noChangeAspect="1" noChangeArrowheads="1"/>
            </p:cNvPicPr>
            <p:nvPr userDrawn="1"/>
          </p:nvPicPr>
          <p:blipFill>
            <a:blip r:embed="rId16"/>
            <a:srcRect/>
            <a:stretch>
              <a:fillRect/>
            </a:stretch>
          </p:blipFill>
          <p:spPr bwMode="auto">
            <a:xfrm>
              <a:off x="4752" y="192"/>
              <a:ext cx="1008" cy="481"/>
            </a:xfrm>
            <a:prstGeom prst="rect">
              <a:avLst/>
            </a:prstGeom>
            <a:noFill/>
            <a:ln w="9525">
              <a:noFill/>
              <a:miter lim="800000"/>
              <a:headEnd/>
              <a:tailEnd/>
            </a:ln>
          </p:spPr>
        </p:pic>
      </p:gr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rtl="0" eaLnBrk="0" fontAlgn="base" hangingPunct="0">
        <a:spcBef>
          <a:spcPct val="0"/>
        </a:spcBef>
        <a:spcAft>
          <a:spcPct val="0"/>
        </a:spcAft>
        <a:defRPr sz="3600">
          <a:solidFill>
            <a:schemeClr val="tx2"/>
          </a:solidFill>
          <a:latin typeface="+mj-lt"/>
          <a:ea typeface="+mj-ea"/>
          <a:cs typeface="+mj-cs"/>
        </a:defRPr>
      </a:lvl1pPr>
      <a:lvl2pPr algn="l" rtl="0" eaLnBrk="0" fontAlgn="base" hangingPunct="0">
        <a:spcBef>
          <a:spcPct val="0"/>
        </a:spcBef>
        <a:spcAft>
          <a:spcPct val="0"/>
        </a:spcAft>
        <a:defRPr sz="3600">
          <a:solidFill>
            <a:schemeClr val="tx2"/>
          </a:solidFill>
          <a:latin typeface="Comic Sans MS" pitchFamily="66" charset="0"/>
        </a:defRPr>
      </a:lvl2pPr>
      <a:lvl3pPr algn="l" rtl="0" eaLnBrk="0" fontAlgn="base" hangingPunct="0">
        <a:spcBef>
          <a:spcPct val="0"/>
        </a:spcBef>
        <a:spcAft>
          <a:spcPct val="0"/>
        </a:spcAft>
        <a:defRPr sz="3600">
          <a:solidFill>
            <a:schemeClr val="tx2"/>
          </a:solidFill>
          <a:latin typeface="Comic Sans MS" pitchFamily="66" charset="0"/>
        </a:defRPr>
      </a:lvl3pPr>
      <a:lvl4pPr algn="l" rtl="0" eaLnBrk="0" fontAlgn="base" hangingPunct="0">
        <a:spcBef>
          <a:spcPct val="0"/>
        </a:spcBef>
        <a:spcAft>
          <a:spcPct val="0"/>
        </a:spcAft>
        <a:defRPr sz="3600">
          <a:solidFill>
            <a:schemeClr val="tx2"/>
          </a:solidFill>
          <a:latin typeface="Comic Sans MS" pitchFamily="66" charset="0"/>
        </a:defRPr>
      </a:lvl4pPr>
      <a:lvl5pPr algn="l" rtl="0" eaLnBrk="0" fontAlgn="base" hangingPunct="0">
        <a:spcBef>
          <a:spcPct val="0"/>
        </a:spcBef>
        <a:spcAft>
          <a:spcPct val="0"/>
        </a:spcAft>
        <a:defRPr sz="3600">
          <a:solidFill>
            <a:schemeClr val="tx2"/>
          </a:solidFill>
          <a:latin typeface="Comic Sans MS" pitchFamily="66" charset="0"/>
        </a:defRPr>
      </a:lvl5pPr>
      <a:lvl6pPr marL="457200" algn="l" rtl="0" fontAlgn="base">
        <a:spcBef>
          <a:spcPct val="0"/>
        </a:spcBef>
        <a:spcAft>
          <a:spcPct val="0"/>
        </a:spcAft>
        <a:defRPr sz="3600">
          <a:solidFill>
            <a:schemeClr val="tx2"/>
          </a:solidFill>
          <a:latin typeface="Comic Sans MS" pitchFamily="66" charset="0"/>
        </a:defRPr>
      </a:lvl6pPr>
      <a:lvl7pPr marL="914400" algn="l" rtl="0" fontAlgn="base">
        <a:spcBef>
          <a:spcPct val="0"/>
        </a:spcBef>
        <a:spcAft>
          <a:spcPct val="0"/>
        </a:spcAft>
        <a:defRPr sz="3600">
          <a:solidFill>
            <a:schemeClr val="tx2"/>
          </a:solidFill>
          <a:latin typeface="Comic Sans MS" pitchFamily="66" charset="0"/>
        </a:defRPr>
      </a:lvl7pPr>
      <a:lvl8pPr marL="1371600" algn="l" rtl="0" fontAlgn="base">
        <a:spcBef>
          <a:spcPct val="0"/>
        </a:spcBef>
        <a:spcAft>
          <a:spcPct val="0"/>
        </a:spcAft>
        <a:defRPr sz="3600">
          <a:solidFill>
            <a:schemeClr val="tx2"/>
          </a:solidFill>
          <a:latin typeface="Comic Sans MS" pitchFamily="66" charset="0"/>
        </a:defRPr>
      </a:lvl8pPr>
      <a:lvl9pPr marL="1828800" algn="l" rtl="0" fontAlgn="base">
        <a:spcBef>
          <a:spcPct val="0"/>
        </a:spcBef>
        <a:spcAft>
          <a:spcPct val="0"/>
        </a:spcAft>
        <a:defRPr sz="3600">
          <a:solidFill>
            <a:schemeClr val="tx2"/>
          </a:solidFill>
          <a:latin typeface="Comic Sans MS" pitchFamily="66" charset="0"/>
        </a:defRPr>
      </a:lvl9pPr>
    </p:titleStyle>
    <p:body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a:solidFill>
            <a:schemeClr val="tx1"/>
          </a:solidFill>
          <a:latin typeface="+mn-lt"/>
        </a:defRPr>
      </a:lvl6pPr>
      <a:lvl7pPr marL="2971800" indent="-228600" algn="l" rtl="0" fontAlgn="base">
        <a:spcBef>
          <a:spcPct val="20000"/>
        </a:spcBef>
        <a:spcAft>
          <a:spcPct val="0"/>
        </a:spcAft>
        <a:buChar char="»"/>
        <a:defRPr>
          <a:solidFill>
            <a:schemeClr val="tx1"/>
          </a:solidFill>
          <a:latin typeface="+mn-lt"/>
        </a:defRPr>
      </a:lvl7pPr>
      <a:lvl8pPr marL="3429000" indent="-228600" algn="l" rtl="0" fontAlgn="base">
        <a:spcBef>
          <a:spcPct val="20000"/>
        </a:spcBef>
        <a:spcAft>
          <a:spcPct val="0"/>
        </a:spcAft>
        <a:buChar char="»"/>
        <a:defRPr>
          <a:solidFill>
            <a:schemeClr val="tx1"/>
          </a:solidFill>
          <a:latin typeface="+mn-lt"/>
        </a:defRPr>
      </a:lvl8pPr>
      <a:lvl9pPr marL="3886200" indent="-228600" algn="l" rtl="0" fontAlgn="base">
        <a:spcBef>
          <a:spcPct val="20000"/>
        </a:spcBef>
        <a:spcAft>
          <a:spcPct val="0"/>
        </a:spcAft>
        <a:buChar char="»"/>
        <a:defRPr>
          <a:solidFill>
            <a:schemeClr val="tx1"/>
          </a:solidFill>
          <a:latin typeface="+mn-lt"/>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it-IT" smtClean="0"/>
              <a:t>Fare clic per modificare lo stile del titolo</a:t>
            </a:r>
            <a:endParaRPr lang="it-IT"/>
          </a:p>
        </p:txBody>
      </p:sp>
      <p:sp>
        <p:nvSpPr>
          <p:cNvPr id="3" name="Segnaposto testo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D1D9959-A38D-484D-9838-C423DC6716E8}" type="datetimeFigureOut">
              <a:rPr lang="it-IT" smtClean="0">
                <a:solidFill>
                  <a:prstClr val="black">
                    <a:tint val="75000"/>
                  </a:prstClr>
                </a:solidFill>
              </a:rPr>
              <a:pPr/>
              <a:t>27/05/2020</a:t>
            </a:fld>
            <a:endParaRPr lang="it-IT">
              <a:solidFill>
                <a:prstClr val="black">
                  <a:tint val="75000"/>
                </a:prstClr>
              </a:solidFill>
            </a:endParaRPr>
          </a:p>
        </p:txBody>
      </p:sp>
      <p:sp>
        <p:nvSpPr>
          <p:cNvPr id="5" name="Segnaposto piè di pagina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t-IT">
              <a:solidFill>
                <a:prstClr val="black">
                  <a:tint val="75000"/>
                </a:prstClr>
              </a:solidFill>
            </a:endParaRPr>
          </a:p>
        </p:txBody>
      </p:sp>
      <p:sp>
        <p:nvSpPr>
          <p:cNvPr id="6" name="Segnaposto numero diapositiva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B0896F7-A5A1-4FEA-A1C3-BA271084232E}" type="slidenum">
              <a:rPr lang="it-IT" smtClean="0">
                <a:solidFill>
                  <a:prstClr val="black">
                    <a:tint val="75000"/>
                  </a:prstClr>
                </a:solidFill>
              </a:rPr>
              <a:pPr/>
              <a:t>‹N›</a:t>
            </a:fld>
            <a:endParaRPr lang="it-IT">
              <a:solidFill>
                <a:prstClr val="black">
                  <a:tint val="75000"/>
                </a:prstClr>
              </a:solidFill>
            </a:endParaRPr>
          </a:p>
        </p:txBody>
      </p:sp>
    </p:spTree>
    <p:extLst>
      <p:ext uri="{BB962C8B-B14F-4D97-AF65-F5344CB8AC3E}">
        <p14:creationId xmlns:p14="http://schemas.microsoft.com/office/powerpoint/2010/main" val="1256238082"/>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4.xml"/></Relationships>
</file>

<file path=ppt/slides/_rels/slide2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0.xml"/><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4.xml"/></Relationships>
</file>

<file path=ppt/slides/_rels/slide2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1.xml"/><Relationship Id="rId1" Type="http://schemas.openxmlformats.org/officeDocument/2006/relationships/slideLayout" Target="../slideLayouts/slideLayout24.xml"/></Relationships>
</file>

<file path=ppt/slides/_rels/slide2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4.xml"/></Relationships>
</file>

<file path=ppt/slides/_rels/slide2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2.xml"/><Relationship Id="rId1" Type="http://schemas.openxmlformats.org/officeDocument/2006/relationships/slideLayout" Target="../slideLayouts/slideLayout2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6">
            <a:lumMod val="75000"/>
          </a:schemeClr>
        </a:solidFill>
        <a:effectLst/>
      </p:bgPr>
    </p:bg>
    <p:spTree>
      <p:nvGrpSpPr>
        <p:cNvPr id="1" name=""/>
        <p:cNvGrpSpPr/>
        <p:nvPr/>
      </p:nvGrpSpPr>
      <p:grpSpPr>
        <a:xfrm>
          <a:off x="0" y="0"/>
          <a:ext cx="0" cy="0"/>
          <a:chOff x="0" y="0"/>
          <a:chExt cx="0" cy="0"/>
        </a:xfrm>
      </p:grpSpPr>
      <p:sp>
        <p:nvSpPr>
          <p:cNvPr id="3" name="CasellaDiTesto 2"/>
          <p:cNvSpPr txBox="1"/>
          <p:nvPr/>
        </p:nvSpPr>
        <p:spPr>
          <a:xfrm>
            <a:off x="-32" y="2136341"/>
            <a:ext cx="8286776" cy="2585319"/>
          </a:xfrm>
          <a:prstGeom prst="rect">
            <a:avLst/>
          </a:prstGeom>
          <a:noFill/>
        </p:spPr>
        <p:txBody>
          <a:bodyPr wrap="square" lIns="359982" tIns="45718" rIns="91435" bIns="45718" rtlCol="0">
            <a:spAutoFit/>
          </a:bodyPr>
          <a:lstStyle/>
          <a:p>
            <a:pPr>
              <a:lnSpc>
                <a:spcPct val="90000"/>
              </a:lnSpc>
            </a:pPr>
            <a:r>
              <a:rPr lang="it-IT" sz="6000" smtClean="0">
                <a:solidFill>
                  <a:schemeClr val="bg1"/>
                </a:solidFill>
                <a:effectLst>
                  <a:outerShdw blurRad="38100" dist="38100" dir="2700000" algn="tl">
                    <a:srgbClr val="000000">
                      <a:alpha val="43137"/>
                    </a:srgbClr>
                  </a:outerShdw>
                </a:effectLst>
                <a:latin typeface="Gill Sans MT" pitchFamily="34" charset="0"/>
              </a:rPr>
              <a:t>Design:</a:t>
            </a:r>
            <a:r>
              <a:rPr lang="it-IT" sz="6000" dirty="0" smtClean="0">
                <a:solidFill>
                  <a:schemeClr val="bg1"/>
                </a:solidFill>
                <a:effectLst>
                  <a:outerShdw blurRad="38100" dist="38100" dir="2700000" algn="tl">
                    <a:srgbClr val="000000">
                      <a:alpha val="43137"/>
                    </a:srgbClr>
                  </a:outerShdw>
                </a:effectLst>
                <a:latin typeface="Gill Sans MT" pitchFamily="34" charset="0"/>
              </a:rPr>
              <a:t/>
            </a:r>
            <a:br>
              <a:rPr lang="it-IT" sz="6000" dirty="0" smtClean="0">
                <a:solidFill>
                  <a:schemeClr val="bg1"/>
                </a:solidFill>
                <a:effectLst>
                  <a:outerShdw blurRad="38100" dist="38100" dir="2700000" algn="tl">
                    <a:srgbClr val="000000">
                      <a:alpha val="43137"/>
                    </a:srgbClr>
                  </a:outerShdw>
                </a:effectLst>
                <a:latin typeface="Gill Sans MT" pitchFamily="34" charset="0"/>
              </a:rPr>
            </a:br>
            <a:r>
              <a:rPr lang="en-US" sz="6000" dirty="0">
                <a:solidFill>
                  <a:schemeClr val="bg1"/>
                </a:solidFill>
                <a:effectLst>
                  <a:outerShdw blurRad="38100" dist="38100" dir="2700000" algn="tl">
                    <a:srgbClr val="000000">
                      <a:alpha val="43137"/>
                    </a:srgbClr>
                  </a:outerShdw>
                </a:effectLst>
                <a:latin typeface="Gill Sans MT" pitchFamily="34" charset="0"/>
              </a:rPr>
              <a:t>some additional notes and exercises</a:t>
            </a:r>
            <a:endParaRPr lang="it-IT" sz="6000" dirty="0" smtClean="0">
              <a:solidFill>
                <a:schemeClr val="bg1"/>
              </a:solidFill>
              <a:effectLst>
                <a:outerShdw blurRad="38100" dist="38100" dir="2700000" algn="tl">
                  <a:srgbClr val="000000">
                    <a:alpha val="43137"/>
                  </a:srgbClr>
                </a:outerShdw>
              </a:effectLst>
              <a:latin typeface="Gill Sans MT" pitchFamily="34" charset="0"/>
            </a:endParaRP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5">
            <a:lumMod val="75000"/>
          </a:schemeClr>
        </a:solidFill>
        <a:effectLst/>
      </p:bgPr>
    </p:bg>
    <p:spTree>
      <p:nvGrpSpPr>
        <p:cNvPr id="1" name=""/>
        <p:cNvGrpSpPr/>
        <p:nvPr/>
      </p:nvGrpSpPr>
      <p:grpSpPr>
        <a:xfrm>
          <a:off x="0" y="0"/>
          <a:ext cx="0" cy="0"/>
          <a:chOff x="0" y="0"/>
          <a:chExt cx="0" cy="0"/>
        </a:xfrm>
      </p:grpSpPr>
      <p:sp>
        <p:nvSpPr>
          <p:cNvPr id="4" name="CasellaDiTesto 3"/>
          <p:cNvSpPr txBox="1"/>
          <p:nvPr/>
        </p:nvSpPr>
        <p:spPr>
          <a:xfrm>
            <a:off x="0" y="2890391"/>
            <a:ext cx="7786710" cy="1077218"/>
          </a:xfrm>
          <a:prstGeom prst="rect">
            <a:avLst/>
          </a:prstGeom>
          <a:noFill/>
        </p:spPr>
        <p:txBody>
          <a:bodyPr wrap="square" lIns="360000" rtlCol="0">
            <a:spAutoFit/>
          </a:bodyPr>
          <a:lstStyle/>
          <a:p>
            <a:r>
              <a:rPr lang="it-IT" sz="3200" dirty="0" err="1" smtClean="0">
                <a:solidFill>
                  <a:srgbClr val="FFFF00"/>
                </a:solidFill>
                <a:effectLst>
                  <a:outerShdw blurRad="38100" dist="38100" dir="2700000" algn="tl">
                    <a:srgbClr val="000000">
                      <a:alpha val="43137"/>
                    </a:srgbClr>
                  </a:outerShdw>
                </a:effectLst>
                <a:latin typeface="Gill Sans MT" pitchFamily="34" charset="0"/>
              </a:rPr>
              <a:t>Grids</a:t>
            </a:r>
            <a:r>
              <a:rPr lang="it-IT" sz="3200" dirty="0" smtClean="0">
                <a:solidFill>
                  <a:schemeClr val="bg1"/>
                </a:solidFill>
                <a:effectLst>
                  <a:outerShdw blurRad="38100" dist="38100" dir="2700000" algn="tl">
                    <a:srgbClr val="000000">
                      <a:alpha val="43137"/>
                    </a:srgbClr>
                  </a:outerShdw>
                </a:effectLst>
                <a:latin typeface="Gill Sans MT" pitchFamily="34" charset="0"/>
              </a:rPr>
              <a:t>:</a:t>
            </a:r>
            <a:br>
              <a:rPr lang="it-IT" sz="3200" dirty="0" smtClean="0">
                <a:solidFill>
                  <a:schemeClr val="bg1"/>
                </a:solidFill>
                <a:effectLst>
                  <a:outerShdw blurRad="38100" dist="38100" dir="2700000" algn="tl">
                    <a:srgbClr val="000000">
                      <a:alpha val="43137"/>
                    </a:srgbClr>
                  </a:outerShdw>
                </a:effectLst>
                <a:latin typeface="Gill Sans MT" pitchFamily="34" charset="0"/>
              </a:rPr>
            </a:br>
            <a:r>
              <a:rPr lang="it-IT" sz="3200" dirty="0" smtClean="0">
                <a:solidFill>
                  <a:schemeClr val="bg1"/>
                </a:solidFill>
                <a:effectLst>
                  <a:outerShdw blurRad="38100" dist="38100" dir="2700000" algn="tl">
                    <a:srgbClr val="000000">
                      <a:alpha val="43137"/>
                    </a:srgbClr>
                  </a:outerShdw>
                </a:effectLst>
                <a:latin typeface="Gill Sans MT" pitchFamily="34" charset="0"/>
              </a:rPr>
              <a:t>a </a:t>
            </a:r>
            <a:r>
              <a:rPr lang="it-IT" sz="3200" dirty="0" err="1" smtClean="0">
                <a:solidFill>
                  <a:schemeClr val="bg1"/>
                </a:solidFill>
                <a:effectLst>
                  <a:outerShdw blurRad="38100" dist="38100" dir="2700000" algn="tl">
                    <a:srgbClr val="000000">
                      <a:alpha val="43137"/>
                    </a:srgbClr>
                  </a:outerShdw>
                </a:effectLst>
                <a:latin typeface="Gill Sans MT" pitchFamily="34" charset="0"/>
              </a:rPr>
              <a:t>powerful</a:t>
            </a:r>
            <a:r>
              <a:rPr lang="it-IT" sz="3200" dirty="0" smtClean="0">
                <a:solidFill>
                  <a:schemeClr val="bg1"/>
                </a:solidFill>
                <a:effectLst>
                  <a:outerShdw blurRad="38100" dist="38100" dir="2700000" algn="tl">
                    <a:srgbClr val="000000">
                      <a:alpha val="43137"/>
                    </a:srgbClr>
                  </a:outerShdw>
                </a:effectLst>
                <a:latin typeface="Gill Sans MT" pitchFamily="34" charset="0"/>
              </a:rPr>
              <a:t> </a:t>
            </a:r>
            <a:r>
              <a:rPr lang="it-IT" sz="3200" dirty="0" err="1" smtClean="0">
                <a:solidFill>
                  <a:schemeClr val="bg1"/>
                </a:solidFill>
                <a:effectLst>
                  <a:outerShdw blurRad="38100" dist="38100" dir="2700000" algn="tl">
                    <a:srgbClr val="000000">
                      <a:alpha val="43137"/>
                    </a:srgbClr>
                  </a:outerShdw>
                </a:effectLst>
                <a:latin typeface="Gill Sans MT" pitchFamily="34" charset="0"/>
              </a:rPr>
              <a:t>tool</a:t>
            </a:r>
            <a:r>
              <a:rPr lang="it-IT" sz="3200" dirty="0" smtClean="0">
                <a:solidFill>
                  <a:schemeClr val="bg1"/>
                </a:solidFill>
                <a:effectLst>
                  <a:outerShdw blurRad="38100" dist="38100" dir="2700000" algn="tl">
                    <a:srgbClr val="000000">
                      <a:alpha val="43137"/>
                    </a:srgbClr>
                  </a:outerShdw>
                </a:effectLst>
                <a:latin typeface="Gill Sans MT" pitchFamily="34" charset="0"/>
              </a:rPr>
              <a:t> for designers</a:t>
            </a:r>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olo 1"/>
          <p:cNvSpPr>
            <a:spLocks noGrp="1"/>
          </p:cNvSpPr>
          <p:nvPr>
            <p:ph type="title"/>
          </p:nvPr>
        </p:nvSpPr>
        <p:spPr>
          <a:xfrm>
            <a:off x="0" y="360000"/>
            <a:ext cx="9144000" cy="644400"/>
          </a:xfrm>
          <a:solidFill>
            <a:srgbClr val="000000">
              <a:alpha val="50196"/>
            </a:srgbClr>
          </a:solidFill>
          <a:ln>
            <a:noFill/>
          </a:ln>
        </p:spPr>
        <p:style>
          <a:lnRef idx="2">
            <a:schemeClr val="dk1"/>
          </a:lnRef>
          <a:fillRef idx="1">
            <a:schemeClr val="lt1"/>
          </a:fillRef>
          <a:effectRef idx="0">
            <a:schemeClr val="dk1"/>
          </a:effectRef>
          <a:fontRef idx="minor">
            <a:schemeClr val="dk1"/>
          </a:fontRef>
        </p:style>
        <p:txBody>
          <a:bodyPr vert="horz" lIns="359982" tIns="45718" rIns="91435" bIns="45718" rtlCol="0" anchor="t" anchorCtr="0">
            <a:noAutofit/>
          </a:bodyPr>
          <a:lstStyle/>
          <a:p>
            <a:pPr algn="l"/>
            <a:r>
              <a:rPr lang="en-US" sz="3600" dirty="0" smtClean="0">
                <a:ln w="18415" cmpd="sng">
                  <a:noFill/>
                  <a:prstDash val="solid"/>
                </a:ln>
                <a:solidFill>
                  <a:srgbClr val="FFFFFF"/>
                </a:solidFill>
                <a:effectLst>
                  <a:outerShdw blurRad="38100" dist="38100" dir="2700000" algn="tl">
                    <a:srgbClr val="000000">
                      <a:alpha val="43137"/>
                    </a:srgbClr>
                  </a:outerShdw>
                </a:effectLst>
                <a:latin typeface="Gill Sans MT" pitchFamily="34" charset="0"/>
                <a:ea typeface="Gulim" pitchFamily="34" charset="-127"/>
                <a:cs typeface="Tunga" pitchFamily="2" charset="0"/>
              </a:rPr>
              <a:t>What </a:t>
            </a:r>
            <a:r>
              <a:rPr lang="en-US" sz="3600" dirty="0">
                <a:ln w="18415" cmpd="sng">
                  <a:noFill/>
                  <a:prstDash val="solid"/>
                </a:ln>
                <a:solidFill>
                  <a:srgbClr val="FFFFFF"/>
                </a:solidFill>
                <a:effectLst>
                  <a:outerShdw blurRad="38100" dist="38100" dir="2700000" algn="tl">
                    <a:srgbClr val="000000">
                      <a:alpha val="43137"/>
                    </a:srgbClr>
                  </a:outerShdw>
                </a:effectLst>
                <a:latin typeface="Gill Sans MT" pitchFamily="34" charset="0"/>
                <a:ea typeface="Gulim" pitchFamily="34" charset="-127"/>
                <a:cs typeface="Tunga" pitchFamily="2" charset="0"/>
              </a:rPr>
              <a:t>are grids?</a:t>
            </a:r>
            <a:endParaRPr lang="en-US" sz="3200" dirty="0">
              <a:ln w="18415" cmpd="sng">
                <a:noFill/>
                <a:prstDash val="solid"/>
              </a:ln>
              <a:solidFill>
                <a:schemeClr val="accent3">
                  <a:lumMod val="60000"/>
                  <a:lumOff val="40000"/>
                </a:schemeClr>
              </a:solidFill>
              <a:effectLst>
                <a:outerShdw blurRad="38100" dist="38100" dir="2700000" algn="tl">
                  <a:srgbClr val="000000">
                    <a:alpha val="43137"/>
                  </a:srgbClr>
                </a:outerShdw>
              </a:effectLst>
              <a:latin typeface="Gill Sans MT" pitchFamily="34" charset="0"/>
              <a:ea typeface="Gulim" pitchFamily="34" charset="-127"/>
              <a:cs typeface="Tunga" pitchFamily="2" charset="0"/>
            </a:endParaRPr>
          </a:p>
        </p:txBody>
      </p:sp>
      <p:sp>
        <p:nvSpPr>
          <p:cNvPr id="12" name="CasellaDiTesto 11"/>
          <p:cNvSpPr txBox="1"/>
          <p:nvPr/>
        </p:nvSpPr>
        <p:spPr>
          <a:xfrm>
            <a:off x="0" y="1440000"/>
            <a:ext cx="9001156" cy="4358112"/>
          </a:xfrm>
          <a:prstGeom prst="rect">
            <a:avLst/>
          </a:prstGeom>
          <a:noFill/>
        </p:spPr>
        <p:txBody>
          <a:bodyPr wrap="square" lIns="359982" tIns="45718" rIns="91435" bIns="45718" rtlCol="0">
            <a:spAutoFit/>
          </a:bodyPr>
          <a:lstStyle/>
          <a:p>
            <a:pPr>
              <a:lnSpc>
                <a:spcPct val="90000"/>
              </a:lnSpc>
              <a:spcBef>
                <a:spcPts val="1800"/>
              </a:spcBef>
            </a:pPr>
            <a:r>
              <a:rPr lang="en-US" sz="2800" dirty="0">
                <a:latin typeface="Gill Sans MT" pitchFamily="34" charset="0"/>
              </a:rPr>
              <a:t>In graphic design, a grid is a structure (usually two-dimensional) made up of a series of intersecting straight (vertical, horizontal, and angular) or curved lines (grid lines) used to structure content. </a:t>
            </a:r>
            <a:r>
              <a:rPr lang="en-US" sz="2800" dirty="0" smtClean="0">
                <a:latin typeface="Gill Sans MT" pitchFamily="34" charset="0"/>
              </a:rPr>
              <a:t> The </a:t>
            </a:r>
            <a:r>
              <a:rPr lang="en-US" sz="2800" dirty="0">
                <a:latin typeface="Gill Sans MT" pitchFamily="34" charset="0"/>
              </a:rPr>
              <a:t>grid serves as an armature or framework on which a designer can organize graphic elements (images, glyphs, paragraphs, etc.) in a rational, easy-to-absorb manner. </a:t>
            </a:r>
            <a:r>
              <a:rPr lang="en-US" sz="2800" dirty="0" smtClean="0">
                <a:latin typeface="Gill Sans MT" pitchFamily="34" charset="0"/>
              </a:rPr>
              <a:t> A </a:t>
            </a:r>
            <a:r>
              <a:rPr lang="en-US" sz="2800" dirty="0">
                <a:latin typeface="Gill Sans MT" pitchFamily="34" charset="0"/>
              </a:rPr>
              <a:t>grid can be used to organize graphic elements in relation to a page, in relation to other graphic elements on the page, or relation to other parts of the same graphic element or shape. </a:t>
            </a:r>
            <a:r>
              <a:rPr lang="en-US" sz="2800" dirty="0" smtClean="0">
                <a:latin typeface="Gill Sans MT" pitchFamily="34" charset="0"/>
              </a:rPr>
              <a:t/>
            </a:r>
            <a:br>
              <a:rPr lang="en-US" sz="2800" dirty="0" smtClean="0">
                <a:latin typeface="Gill Sans MT" pitchFamily="34" charset="0"/>
              </a:rPr>
            </a:br>
            <a:r>
              <a:rPr lang="en-US" sz="2800" i="1" dirty="0" smtClean="0">
                <a:latin typeface="Gill Sans MT" pitchFamily="34" charset="0"/>
              </a:rPr>
              <a:t>(from Wikipedia)</a:t>
            </a:r>
          </a:p>
        </p:txBody>
      </p:sp>
    </p:spTree>
    <p:extLst>
      <p:ext uri="{BB962C8B-B14F-4D97-AF65-F5344CB8AC3E}">
        <p14:creationId xmlns:p14="http://schemas.microsoft.com/office/powerpoint/2010/main" val="148035071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11" name="Titolo 1"/>
          <p:cNvSpPr>
            <a:spLocks noGrp="1"/>
          </p:cNvSpPr>
          <p:nvPr>
            <p:ph type="title"/>
          </p:nvPr>
        </p:nvSpPr>
        <p:spPr>
          <a:xfrm>
            <a:off x="0" y="360000"/>
            <a:ext cx="9144000" cy="644400"/>
          </a:xfrm>
          <a:solidFill>
            <a:srgbClr val="000000">
              <a:alpha val="50196"/>
            </a:srgbClr>
          </a:solidFill>
          <a:ln>
            <a:noFill/>
          </a:ln>
        </p:spPr>
        <p:style>
          <a:lnRef idx="2">
            <a:schemeClr val="dk1"/>
          </a:lnRef>
          <a:fillRef idx="1">
            <a:schemeClr val="lt1"/>
          </a:fillRef>
          <a:effectRef idx="0">
            <a:schemeClr val="dk1"/>
          </a:effectRef>
          <a:fontRef idx="minor">
            <a:schemeClr val="dk1"/>
          </a:fontRef>
        </p:style>
        <p:txBody>
          <a:bodyPr vert="horz" lIns="359982" tIns="45718" rIns="91435" bIns="45718" rtlCol="0" anchor="t" anchorCtr="0">
            <a:noAutofit/>
          </a:bodyPr>
          <a:lstStyle/>
          <a:p>
            <a:pPr algn="l"/>
            <a:r>
              <a:rPr lang="en-US" sz="3600" dirty="0" smtClean="0">
                <a:ln w="18415" cmpd="sng">
                  <a:noFill/>
                  <a:prstDash val="solid"/>
                </a:ln>
                <a:solidFill>
                  <a:srgbClr val="FFFFFF"/>
                </a:solidFill>
                <a:effectLst>
                  <a:outerShdw blurRad="38100" dist="38100" dir="2700000" algn="tl">
                    <a:srgbClr val="000000">
                      <a:alpha val="43137"/>
                    </a:srgbClr>
                  </a:outerShdw>
                </a:effectLst>
                <a:latin typeface="Gill Sans MT" pitchFamily="34" charset="0"/>
                <a:ea typeface="Gulim" pitchFamily="34" charset="-127"/>
                <a:cs typeface="Tunga" pitchFamily="2" charset="0"/>
              </a:rPr>
              <a:t>Column grid</a:t>
            </a:r>
            <a:endParaRPr lang="en-US" sz="3200" dirty="0">
              <a:ln w="18415" cmpd="sng">
                <a:noFill/>
                <a:prstDash val="solid"/>
              </a:ln>
              <a:solidFill>
                <a:schemeClr val="accent3">
                  <a:lumMod val="60000"/>
                  <a:lumOff val="40000"/>
                </a:schemeClr>
              </a:solidFill>
              <a:effectLst>
                <a:outerShdw blurRad="38100" dist="38100" dir="2700000" algn="tl">
                  <a:srgbClr val="000000">
                    <a:alpha val="43137"/>
                  </a:srgbClr>
                </a:outerShdw>
              </a:effectLst>
              <a:latin typeface="Gill Sans MT" pitchFamily="34" charset="0"/>
              <a:ea typeface="Gulim" pitchFamily="34" charset="-127"/>
              <a:cs typeface="Tunga" pitchFamily="2" charset="0"/>
            </a:endParaRPr>
          </a:p>
        </p:txBody>
      </p:sp>
      <p:sp>
        <p:nvSpPr>
          <p:cNvPr id="12" name="CasellaDiTesto 11"/>
          <p:cNvSpPr txBox="1"/>
          <p:nvPr/>
        </p:nvSpPr>
        <p:spPr>
          <a:xfrm>
            <a:off x="0" y="1440000"/>
            <a:ext cx="9001156" cy="2031321"/>
          </a:xfrm>
          <a:prstGeom prst="rect">
            <a:avLst/>
          </a:prstGeom>
          <a:noFill/>
        </p:spPr>
        <p:txBody>
          <a:bodyPr wrap="square" lIns="359982" tIns="45718" rIns="91435" bIns="45718" rtlCol="0">
            <a:spAutoFit/>
          </a:bodyPr>
          <a:lstStyle/>
          <a:p>
            <a:pPr>
              <a:lnSpc>
                <a:spcPct val="90000"/>
              </a:lnSpc>
              <a:spcBef>
                <a:spcPts val="1800"/>
              </a:spcBef>
            </a:pPr>
            <a:r>
              <a:rPr lang="en-US" sz="2800" b="1" dirty="0">
                <a:solidFill>
                  <a:srgbClr val="C00000"/>
                </a:solidFill>
                <a:latin typeface="Gill Sans MT" pitchFamily="34" charset="0"/>
              </a:rPr>
              <a:t>Column grid</a:t>
            </a:r>
            <a:r>
              <a:rPr lang="en-US" sz="2800" dirty="0">
                <a:latin typeface="Gill Sans MT" pitchFamily="34" charset="0"/>
              </a:rPr>
              <a:t>. This is the most common type of grid used by graphic and web designers. It involves taking a page and splitting it into a number of vertical fields, which objects are then aligned to. Newspapers and magazines use column grids extensively.</a:t>
            </a:r>
            <a:endParaRPr lang="en-US" sz="2800" dirty="0" smtClean="0">
              <a:latin typeface="Gill Sans MT" pitchFamily="34" charset="0"/>
            </a:endParaRPr>
          </a:p>
        </p:txBody>
      </p:sp>
      <p:pic>
        <p:nvPicPr>
          <p:cNvPr id="1027" name="Picture 3" descr="C:\Users\Amministratore\Desktop\griglia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87824" y="3212976"/>
            <a:ext cx="6418999" cy="34563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775820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11" name="Titolo 1"/>
          <p:cNvSpPr>
            <a:spLocks noGrp="1"/>
          </p:cNvSpPr>
          <p:nvPr>
            <p:ph type="title"/>
          </p:nvPr>
        </p:nvSpPr>
        <p:spPr>
          <a:xfrm>
            <a:off x="0" y="360000"/>
            <a:ext cx="9144000" cy="644400"/>
          </a:xfrm>
          <a:solidFill>
            <a:srgbClr val="000000">
              <a:alpha val="50196"/>
            </a:srgbClr>
          </a:solidFill>
          <a:ln>
            <a:noFill/>
          </a:ln>
        </p:spPr>
        <p:style>
          <a:lnRef idx="2">
            <a:schemeClr val="dk1"/>
          </a:lnRef>
          <a:fillRef idx="1">
            <a:schemeClr val="lt1"/>
          </a:fillRef>
          <a:effectRef idx="0">
            <a:schemeClr val="dk1"/>
          </a:effectRef>
          <a:fontRef idx="minor">
            <a:schemeClr val="dk1"/>
          </a:fontRef>
        </p:style>
        <p:txBody>
          <a:bodyPr vert="horz" lIns="359982" tIns="45718" rIns="91435" bIns="45718" rtlCol="0" anchor="t" anchorCtr="0">
            <a:noAutofit/>
          </a:bodyPr>
          <a:lstStyle/>
          <a:p>
            <a:pPr algn="l"/>
            <a:r>
              <a:rPr lang="en-US" sz="3600" dirty="0" smtClean="0">
                <a:ln w="18415" cmpd="sng">
                  <a:noFill/>
                  <a:prstDash val="solid"/>
                </a:ln>
                <a:solidFill>
                  <a:srgbClr val="FFFFFF"/>
                </a:solidFill>
                <a:effectLst>
                  <a:outerShdw blurRad="38100" dist="38100" dir="2700000" algn="tl">
                    <a:srgbClr val="000000">
                      <a:alpha val="43137"/>
                    </a:srgbClr>
                  </a:outerShdw>
                </a:effectLst>
                <a:latin typeface="Gill Sans MT" pitchFamily="34" charset="0"/>
                <a:ea typeface="Gulim" pitchFamily="34" charset="-127"/>
                <a:cs typeface="Tunga" pitchFamily="2" charset="0"/>
              </a:rPr>
              <a:t>Modular grid</a:t>
            </a:r>
            <a:endParaRPr lang="en-US" sz="3200" dirty="0">
              <a:ln w="18415" cmpd="sng">
                <a:noFill/>
                <a:prstDash val="solid"/>
              </a:ln>
              <a:solidFill>
                <a:schemeClr val="accent3">
                  <a:lumMod val="60000"/>
                  <a:lumOff val="40000"/>
                </a:schemeClr>
              </a:solidFill>
              <a:effectLst>
                <a:outerShdw blurRad="38100" dist="38100" dir="2700000" algn="tl">
                  <a:srgbClr val="000000">
                    <a:alpha val="43137"/>
                  </a:srgbClr>
                </a:outerShdw>
              </a:effectLst>
              <a:latin typeface="Gill Sans MT" pitchFamily="34" charset="0"/>
              <a:ea typeface="Gulim" pitchFamily="34" charset="-127"/>
              <a:cs typeface="Tunga" pitchFamily="2" charset="0"/>
            </a:endParaRPr>
          </a:p>
        </p:txBody>
      </p:sp>
      <p:sp>
        <p:nvSpPr>
          <p:cNvPr id="12" name="CasellaDiTesto 11"/>
          <p:cNvSpPr txBox="1"/>
          <p:nvPr/>
        </p:nvSpPr>
        <p:spPr>
          <a:xfrm>
            <a:off x="0" y="1440000"/>
            <a:ext cx="9001156" cy="2031321"/>
          </a:xfrm>
          <a:prstGeom prst="rect">
            <a:avLst/>
          </a:prstGeom>
          <a:noFill/>
        </p:spPr>
        <p:txBody>
          <a:bodyPr wrap="square" lIns="359982" tIns="45718" rIns="91435" bIns="45718" rtlCol="0">
            <a:spAutoFit/>
          </a:bodyPr>
          <a:lstStyle/>
          <a:p>
            <a:pPr>
              <a:lnSpc>
                <a:spcPct val="90000"/>
              </a:lnSpc>
              <a:spcBef>
                <a:spcPts val="1800"/>
              </a:spcBef>
            </a:pPr>
            <a:r>
              <a:rPr lang="en-US" sz="2800" b="1" dirty="0">
                <a:solidFill>
                  <a:srgbClr val="C00000"/>
                </a:solidFill>
                <a:latin typeface="Gill Sans MT" pitchFamily="34" charset="0"/>
              </a:rPr>
              <a:t>Modular grid. </a:t>
            </a:r>
            <a:r>
              <a:rPr lang="en-US" sz="2800" dirty="0">
                <a:latin typeface="Gill Sans MT" pitchFamily="34" charset="0"/>
              </a:rPr>
              <a:t>Kind of an extension of the column grid, a modular grid involves taking a column grid and adding rows to it. The intersecting rows and columns create “modules” that can then be used to govern layout decisions. Magazines and corporate reports often use modular grids.</a:t>
            </a:r>
            <a:endParaRPr lang="en-US" sz="2800" dirty="0" smtClean="0">
              <a:latin typeface="Gill Sans MT" pitchFamily="34" charset="0"/>
            </a:endParaRPr>
          </a:p>
        </p:txBody>
      </p:sp>
      <p:pic>
        <p:nvPicPr>
          <p:cNvPr id="2050" name="Picture 2" descr="C:\Users\Amministratore\Desktop\griglia2.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5696" y="3140968"/>
            <a:ext cx="7308304" cy="39352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8630989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olo 1"/>
          <p:cNvSpPr>
            <a:spLocks noGrp="1"/>
          </p:cNvSpPr>
          <p:nvPr>
            <p:ph type="title"/>
          </p:nvPr>
        </p:nvSpPr>
        <p:spPr>
          <a:xfrm>
            <a:off x="0" y="360000"/>
            <a:ext cx="9144000" cy="644400"/>
          </a:xfrm>
          <a:solidFill>
            <a:srgbClr val="000000">
              <a:alpha val="50196"/>
            </a:srgbClr>
          </a:solidFill>
          <a:ln>
            <a:noFill/>
          </a:ln>
        </p:spPr>
        <p:style>
          <a:lnRef idx="2">
            <a:schemeClr val="dk1"/>
          </a:lnRef>
          <a:fillRef idx="1">
            <a:schemeClr val="lt1"/>
          </a:fillRef>
          <a:effectRef idx="0">
            <a:schemeClr val="dk1"/>
          </a:effectRef>
          <a:fontRef idx="minor">
            <a:schemeClr val="dk1"/>
          </a:fontRef>
        </p:style>
        <p:txBody>
          <a:bodyPr vert="horz" lIns="359982" tIns="45718" rIns="91435" bIns="45718" rtlCol="0" anchor="t" anchorCtr="0">
            <a:noAutofit/>
          </a:bodyPr>
          <a:lstStyle/>
          <a:p>
            <a:pPr algn="l"/>
            <a:r>
              <a:rPr lang="en-US" sz="3600" dirty="0" smtClean="0">
                <a:ln w="18415" cmpd="sng">
                  <a:noFill/>
                  <a:prstDash val="solid"/>
                </a:ln>
                <a:solidFill>
                  <a:srgbClr val="FFFFFF"/>
                </a:solidFill>
                <a:effectLst>
                  <a:outerShdw blurRad="38100" dist="38100" dir="2700000" algn="tl">
                    <a:srgbClr val="000000">
                      <a:alpha val="43137"/>
                    </a:srgbClr>
                  </a:outerShdw>
                </a:effectLst>
                <a:latin typeface="Gill Sans MT" pitchFamily="34" charset="0"/>
                <a:ea typeface="Gulim" pitchFamily="34" charset="-127"/>
                <a:cs typeface="Tunga" pitchFamily="2" charset="0"/>
              </a:rPr>
              <a:t>Consistency</a:t>
            </a:r>
            <a:endParaRPr lang="en-US" sz="3200" dirty="0">
              <a:ln w="18415" cmpd="sng">
                <a:noFill/>
                <a:prstDash val="solid"/>
              </a:ln>
              <a:solidFill>
                <a:schemeClr val="accent3">
                  <a:lumMod val="60000"/>
                  <a:lumOff val="40000"/>
                </a:schemeClr>
              </a:solidFill>
              <a:effectLst>
                <a:outerShdw blurRad="38100" dist="38100" dir="2700000" algn="tl">
                  <a:srgbClr val="000000">
                    <a:alpha val="43137"/>
                  </a:srgbClr>
                </a:outerShdw>
              </a:effectLst>
              <a:latin typeface="Gill Sans MT" pitchFamily="34" charset="0"/>
              <a:ea typeface="Gulim" pitchFamily="34" charset="-127"/>
              <a:cs typeface="Tunga" pitchFamily="2" charset="0"/>
            </a:endParaRPr>
          </a:p>
        </p:txBody>
      </p:sp>
      <p:sp>
        <p:nvSpPr>
          <p:cNvPr id="12" name="CasellaDiTesto 11"/>
          <p:cNvSpPr txBox="1"/>
          <p:nvPr/>
        </p:nvSpPr>
        <p:spPr>
          <a:xfrm>
            <a:off x="0" y="1440000"/>
            <a:ext cx="9001156" cy="867926"/>
          </a:xfrm>
          <a:prstGeom prst="rect">
            <a:avLst/>
          </a:prstGeom>
          <a:noFill/>
        </p:spPr>
        <p:txBody>
          <a:bodyPr wrap="square" lIns="359982" tIns="45718" rIns="91435" bIns="45718" rtlCol="0">
            <a:spAutoFit/>
          </a:bodyPr>
          <a:lstStyle/>
          <a:p>
            <a:pPr>
              <a:lnSpc>
                <a:spcPct val="90000"/>
              </a:lnSpc>
              <a:spcBef>
                <a:spcPts val="1800"/>
              </a:spcBef>
            </a:pPr>
            <a:r>
              <a:rPr lang="en-US" sz="2800" dirty="0">
                <a:latin typeface="Gill Sans MT" pitchFamily="34" charset="0"/>
              </a:rPr>
              <a:t>The grids make the layout consistent across </a:t>
            </a:r>
            <a:r>
              <a:rPr lang="en-US" sz="2800" dirty="0" smtClean="0">
                <a:latin typeface="Gill Sans MT" pitchFamily="34" charset="0"/>
              </a:rPr>
              <a:t>the various pages </a:t>
            </a:r>
            <a:r>
              <a:rPr lang="en-US" sz="2800" dirty="0">
                <a:latin typeface="Gill Sans MT" pitchFamily="34" charset="0"/>
              </a:rPr>
              <a:t>while still offering a large number of </a:t>
            </a:r>
            <a:r>
              <a:rPr lang="en-US" sz="2800" dirty="0" smtClean="0">
                <a:latin typeface="Gill Sans MT" pitchFamily="34" charset="0"/>
              </a:rPr>
              <a:t>options.</a:t>
            </a:r>
            <a:endParaRPr lang="en-US" sz="2800" i="1" dirty="0" smtClean="0">
              <a:latin typeface="Gill Sans MT" pitchFamily="34" charset="0"/>
            </a:endParaRPr>
          </a:p>
        </p:txBody>
      </p:sp>
      <p:pic>
        <p:nvPicPr>
          <p:cNvPr id="4" name="Picture 4" descr="The Gri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536" y="2404177"/>
            <a:ext cx="4824536" cy="41147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179957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5">
            <a:lumMod val="75000"/>
          </a:schemeClr>
        </a:solidFill>
        <a:effectLst/>
      </p:bgPr>
    </p:bg>
    <p:spTree>
      <p:nvGrpSpPr>
        <p:cNvPr id="1" name=""/>
        <p:cNvGrpSpPr/>
        <p:nvPr/>
      </p:nvGrpSpPr>
      <p:grpSpPr>
        <a:xfrm>
          <a:off x="0" y="0"/>
          <a:ext cx="0" cy="0"/>
          <a:chOff x="0" y="0"/>
          <a:chExt cx="0" cy="0"/>
        </a:xfrm>
      </p:grpSpPr>
      <p:sp>
        <p:nvSpPr>
          <p:cNvPr id="4" name="CasellaDiTesto 3"/>
          <p:cNvSpPr txBox="1"/>
          <p:nvPr/>
        </p:nvSpPr>
        <p:spPr>
          <a:xfrm>
            <a:off x="0" y="2890391"/>
            <a:ext cx="7786710" cy="1077218"/>
          </a:xfrm>
          <a:prstGeom prst="rect">
            <a:avLst/>
          </a:prstGeom>
          <a:noFill/>
        </p:spPr>
        <p:txBody>
          <a:bodyPr wrap="square" lIns="360000" rtlCol="0">
            <a:spAutoFit/>
          </a:bodyPr>
          <a:lstStyle/>
          <a:p>
            <a:r>
              <a:rPr lang="en-US" sz="3200" dirty="0">
                <a:solidFill>
                  <a:schemeClr val="bg1"/>
                </a:solidFill>
                <a:effectLst>
                  <a:outerShdw blurRad="38100" dist="38100" dir="2700000" algn="tl">
                    <a:srgbClr val="000000">
                      <a:alpha val="43137"/>
                    </a:srgbClr>
                  </a:outerShdw>
                </a:effectLst>
                <a:latin typeface="Gill Sans MT" pitchFamily="34" charset="0"/>
              </a:rPr>
              <a:t>Look at the next examples and try to understand how grids are </a:t>
            </a:r>
            <a:r>
              <a:rPr lang="en-US" sz="3200" dirty="0" smtClean="0">
                <a:solidFill>
                  <a:schemeClr val="bg1"/>
                </a:solidFill>
                <a:effectLst>
                  <a:outerShdw blurRad="38100" dist="38100" dir="2700000" algn="tl">
                    <a:srgbClr val="000000">
                      <a:alpha val="43137"/>
                    </a:srgbClr>
                  </a:outerShdw>
                </a:effectLst>
                <a:latin typeface="Gill Sans MT" pitchFamily="34" charset="0"/>
              </a:rPr>
              <a:t>used!</a:t>
            </a:r>
            <a:endParaRPr lang="it-IT" sz="3200" dirty="0" smtClean="0">
              <a:solidFill>
                <a:schemeClr val="bg1"/>
              </a:solidFill>
              <a:effectLst>
                <a:outerShdw blurRad="38100" dist="38100" dir="2700000" algn="tl">
                  <a:srgbClr val="000000">
                    <a:alpha val="43137"/>
                  </a:srgbClr>
                </a:outerShdw>
              </a:effectLst>
              <a:latin typeface="Gill Sans MT" pitchFamily="34" charset="0"/>
            </a:endParaRPr>
          </a:p>
        </p:txBody>
      </p:sp>
    </p:spTree>
    <p:extLst>
      <p:ext uri="{BB962C8B-B14F-4D97-AF65-F5344CB8AC3E}">
        <p14:creationId xmlns:p14="http://schemas.microsoft.com/office/powerpoint/2010/main" val="2802798637"/>
      </p:ext>
    </p:extLst>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olo 1"/>
          <p:cNvSpPr txBox="1">
            <a:spLocks/>
          </p:cNvSpPr>
          <p:nvPr/>
        </p:nvSpPr>
        <p:spPr>
          <a:xfrm>
            <a:off x="0" y="360000"/>
            <a:ext cx="9144000" cy="644400"/>
          </a:xfrm>
          <a:prstGeom prst="rect">
            <a:avLst/>
          </a:prstGeom>
          <a:solidFill>
            <a:srgbClr val="000000">
              <a:alpha val="50196"/>
            </a:srgbClr>
          </a:solidFill>
          <a:ln w="25400" cap="flat" cmpd="sng" algn="ctr">
            <a:noFill/>
            <a:prstDash val="solid"/>
          </a:ln>
        </p:spPr>
        <p:style>
          <a:lnRef idx="2">
            <a:schemeClr val="dk1"/>
          </a:lnRef>
          <a:fillRef idx="1">
            <a:schemeClr val="lt1"/>
          </a:fillRef>
          <a:effectRef idx="0">
            <a:schemeClr val="dk1"/>
          </a:effectRef>
          <a:fontRef idx="minor">
            <a:schemeClr val="dk1"/>
          </a:fontRef>
        </p:style>
        <p:txBody>
          <a:bodyPr vert="horz" lIns="359982" tIns="45718" rIns="91435" bIns="45718" rtlCol="0" anchor="t" anchorCtr="0">
            <a:noAutofit/>
          </a:bodyPr>
          <a:lstStyle/>
          <a:p>
            <a:pPr lvl="0" defTabSz="914400">
              <a:spcBef>
                <a:spcPct val="0"/>
              </a:spcBef>
              <a:defRPr/>
            </a:pPr>
            <a:r>
              <a:rPr lang="en-US" sz="3600" dirty="0" smtClean="0">
                <a:ln w="18415" cmpd="sng">
                  <a:noFill/>
                  <a:prstDash val="solid"/>
                </a:ln>
                <a:solidFill>
                  <a:srgbClr val="FFFFFF"/>
                </a:solidFill>
                <a:effectLst>
                  <a:outerShdw blurRad="38100" dist="38100" dir="2700000" algn="tl">
                    <a:srgbClr val="000000">
                      <a:alpha val="43137"/>
                    </a:srgbClr>
                  </a:outerShdw>
                </a:effectLst>
                <a:latin typeface="Gill Sans MT" pitchFamily="34" charset="0"/>
                <a:ea typeface="Gulim" pitchFamily="34" charset="-127"/>
                <a:cs typeface="Tunga" pitchFamily="2" charset="0"/>
              </a:rPr>
              <a:t>Grids Examples</a:t>
            </a:r>
            <a:endParaRPr lang="en-US" sz="3200" dirty="0">
              <a:ln w="18415" cmpd="sng">
                <a:noFill/>
                <a:prstDash val="solid"/>
              </a:ln>
              <a:solidFill>
                <a:schemeClr val="accent3">
                  <a:lumMod val="60000"/>
                  <a:lumOff val="40000"/>
                </a:schemeClr>
              </a:solidFill>
              <a:effectLst>
                <a:outerShdw blurRad="38100" dist="38100" dir="2700000" algn="tl">
                  <a:srgbClr val="000000">
                    <a:alpha val="43137"/>
                  </a:srgbClr>
                </a:outerShdw>
              </a:effectLst>
              <a:latin typeface="Gill Sans MT" pitchFamily="34" charset="0"/>
              <a:ea typeface="Gulim" pitchFamily="34" charset="-127"/>
              <a:cs typeface="Tunga" pitchFamily="2" charset="0"/>
            </a:endParaRPr>
          </a:p>
        </p:txBody>
      </p:sp>
      <p:pic>
        <p:nvPicPr>
          <p:cNvPr id="2052" name="Picture 4" descr="http://www.graphics.com/sites/default/files/old/sections/peachpit/prodesign/9.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528" y="1412776"/>
            <a:ext cx="6014442" cy="50788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1808722"/>
      </p:ext>
    </p:extLst>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olo 1"/>
          <p:cNvSpPr txBox="1">
            <a:spLocks/>
          </p:cNvSpPr>
          <p:nvPr/>
        </p:nvSpPr>
        <p:spPr>
          <a:xfrm>
            <a:off x="0" y="360000"/>
            <a:ext cx="9144000" cy="644400"/>
          </a:xfrm>
          <a:prstGeom prst="rect">
            <a:avLst/>
          </a:prstGeom>
          <a:solidFill>
            <a:srgbClr val="000000">
              <a:alpha val="50196"/>
            </a:srgbClr>
          </a:solidFill>
          <a:ln w="25400" cap="flat" cmpd="sng" algn="ctr">
            <a:noFill/>
            <a:prstDash val="solid"/>
          </a:ln>
        </p:spPr>
        <p:style>
          <a:lnRef idx="2">
            <a:schemeClr val="dk1"/>
          </a:lnRef>
          <a:fillRef idx="1">
            <a:schemeClr val="lt1"/>
          </a:fillRef>
          <a:effectRef idx="0">
            <a:schemeClr val="dk1"/>
          </a:effectRef>
          <a:fontRef idx="minor">
            <a:schemeClr val="dk1"/>
          </a:fontRef>
        </p:style>
        <p:txBody>
          <a:bodyPr vert="horz" lIns="359982" tIns="45718" rIns="91435" bIns="45718" rtlCol="0" anchor="t" anchorCtr="0">
            <a:noAutofit/>
          </a:bodyPr>
          <a:lstStyle/>
          <a:p>
            <a:pPr defTabSz="914400">
              <a:spcBef>
                <a:spcPct val="0"/>
              </a:spcBef>
              <a:defRPr/>
            </a:pPr>
            <a:r>
              <a:rPr lang="en-US" sz="3600" dirty="0">
                <a:ln w="18415" cmpd="sng">
                  <a:noFill/>
                  <a:prstDash val="solid"/>
                </a:ln>
                <a:solidFill>
                  <a:srgbClr val="FFFFFF"/>
                </a:solidFill>
                <a:effectLst>
                  <a:outerShdw blurRad="38100" dist="38100" dir="2700000" algn="tl">
                    <a:srgbClr val="000000">
                      <a:alpha val="43137"/>
                    </a:srgbClr>
                  </a:outerShdw>
                </a:effectLst>
                <a:latin typeface="Gill Sans MT" pitchFamily="34" charset="0"/>
                <a:ea typeface="Gulim" pitchFamily="34" charset="-127"/>
                <a:cs typeface="Tunga" pitchFamily="2" charset="0"/>
              </a:rPr>
              <a:t>Grids Examples</a:t>
            </a:r>
            <a:endParaRPr lang="en-US" sz="3200" dirty="0">
              <a:ln w="18415" cmpd="sng">
                <a:noFill/>
                <a:prstDash val="solid"/>
              </a:ln>
              <a:solidFill>
                <a:schemeClr val="accent3">
                  <a:lumMod val="60000"/>
                  <a:lumOff val="40000"/>
                </a:schemeClr>
              </a:solidFill>
              <a:effectLst>
                <a:outerShdw blurRad="38100" dist="38100" dir="2700000" algn="tl">
                  <a:srgbClr val="000000">
                    <a:alpha val="43137"/>
                  </a:srgbClr>
                </a:outerShdw>
              </a:effectLst>
              <a:latin typeface="Gill Sans MT" pitchFamily="34" charset="0"/>
              <a:ea typeface="Gulim" pitchFamily="34" charset="-127"/>
              <a:cs typeface="Tunga" pitchFamily="2" charset="0"/>
            </a:endParaRPr>
          </a:p>
          <a:p>
            <a:pPr lvl="0" defTabSz="914400">
              <a:spcBef>
                <a:spcPct val="0"/>
              </a:spcBef>
              <a:defRPr/>
            </a:pPr>
            <a:endParaRPr lang="en-US" sz="3200" dirty="0">
              <a:ln w="18415" cmpd="sng">
                <a:noFill/>
                <a:prstDash val="solid"/>
              </a:ln>
              <a:solidFill>
                <a:schemeClr val="accent3">
                  <a:lumMod val="60000"/>
                  <a:lumOff val="40000"/>
                </a:schemeClr>
              </a:solidFill>
              <a:effectLst>
                <a:outerShdw blurRad="38100" dist="38100" dir="2700000" algn="tl">
                  <a:srgbClr val="000000">
                    <a:alpha val="43137"/>
                  </a:srgbClr>
                </a:outerShdw>
              </a:effectLst>
              <a:latin typeface="Gill Sans MT" pitchFamily="34" charset="0"/>
              <a:ea typeface="Gulim" pitchFamily="34" charset="-127"/>
              <a:cs typeface="Tunga" pitchFamily="2" charset="0"/>
            </a:endParaRPr>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512" y="1268760"/>
            <a:ext cx="6192688" cy="53739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50779455"/>
      </p:ext>
    </p:extLst>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olo 1"/>
          <p:cNvSpPr txBox="1">
            <a:spLocks/>
          </p:cNvSpPr>
          <p:nvPr/>
        </p:nvSpPr>
        <p:spPr>
          <a:xfrm>
            <a:off x="0" y="360000"/>
            <a:ext cx="9144000" cy="644400"/>
          </a:xfrm>
          <a:prstGeom prst="rect">
            <a:avLst/>
          </a:prstGeom>
          <a:solidFill>
            <a:srgbClr val="000000">
              <a:alpha val="50196"/>
            </a:srgbClr>
          </a:solidFill>
          <a:ln w="25400" cap="flat" cmpd="sng" algn="ctr">
            <a:noFill/>
            <a:prstDash val="solid"/>
          </a:ln>
        </p:spPr>
        <p:style>
          <a:lnRef idx="2">
            <a:schemeClr val="dk1"/>
          </a:lnRef>
          <a:fillRef idx="1">
            <a:schemeClr val="lt1"/>
          </a:fillRef>
          <a:effectRef idx="0">
            <a:schemeClr val="dk1"/>
          </a:effectRef>
          <a:fontRef idx="minor">
            <a:schemeClr val="dk1"/>
          </a:fontRef>
        </p:style>
        <p:txBody>
          <a:bodyPr vert="horz" lIns="359982" tIns="45718" rIns="91435" bIns="45718" rtlCol="0" anchor="t" anchorCtr="0">
            <a:noAutofit/>
          </a:bodyPr>
          <a:lstStyle/>
          <a:p>
            <a:pPr defTabSz="914400">
              <a:spcBef>
                <a:spcPct val="0"/>
              </a:spcBef>
              <a:defRPr/>
            </a:pPr>
            <a:r>
              <a:rPr lang="en-US" sz="3600" dirty="0">
                <a:ln w="18415" cmpd="sng">
                  <a:noFill/>
                  <a:prstDash val="solid"/>
                </a:ln>
                <a:solidFill>
                  <a:srgbClr val="FFFFFF"/>
                </a:solidFill>
                <a:effectLst>
                  <a:outerShdw blurRad="38100" dist="38100" dir="2700000" algn="tl">
                    <a:srgbClr val="000000">
                      <a:alpha val="43137"/>
                    </a:srgbClr>
                  </a:outerShdw>
                </a:effectLst>
                <a:latin typeface="Gill Sans MT" pitchFamily="34" charset="0"/>
                <a:ea typeface="Gulim" pitchFamily="34" charset="-127"/>
                <a:cs typeface="Tunga" pitchFamily="2" charset="0"/>
              </a:rPr>
              <a:t>Grids Examples</a:t>
            </a:r>
            <a:endParaRPr lang="en-US" sz="3200" dirty="0">
              <a:ln w="18415" cmpd="sng">
                <a:noFill/>
                <a:prstDash val="solid"/>
              </a:ln>
              <a:solidFill>
                <a:schemeClr val="accent3">
                  <a:lumMod val="60000"/>
                  <a:lumOff val="40000"/>
                </a:schemeClr>
              </a:solidFill>
              <a:effectLst>
                <a:outerShdw blurRad="38100" dist="38100" dir="2700000" algn="tl">
                  <a:srgbClr val="000000">
                    <a:alpha val="43137"/>
                  </a:srgbClr>
                </a:outerShdw>
              </a:effectLst>
              <a:latin typeface="Gill Sans MT" pitchFamily="34" charset="0"/>
              <a:ea typeface="Gulim" pitchFamily="34" charset="-127"/>
              <a:cs typeface="Tunga" pitchFamily="2" charset="0"/>
            </a:endParaRPr>
          </a:p>
          <a:p>
            <a:pPr lvl="0" defTabSz="914400">
              <a:spcBef>
                <a:spcPct val="0"/>
              </a:spcBef>
              <a:defRPr/>
            </a:pPr>
            <a:endParaRPr lang="en-US" sz="3200" dirty="0">
              <a:ln w="18415" cmpd="sng">
                <a:noFill/>
                <a:prstDash val="solid"/>
              </a:ln>
              <a:solidFill>
                <a:schemeClr val="accent3">
                  <a:lumMod val="60000"/>
                  <a:lumOff val="40000"/>
                </a:schemeClr>
              </a:solidFill>
              <a:effectLst>
                <a:outerShdw blurRad="38100" dist="38100" dir="2700000" algn="tl">
                  <a:srgbClr val="000000">
                    <a:alpha val="43137"/>
                  </a:srgbClr>
                </a:outerShdw>
              </a:effectLst>
              <a:latin typeface="Gill Sans MT" pitchFamily="34" charset="0"/>
              <a:ea typeface="Gulim" pitchFamily="34" charset="-127"/>
              <a:cs typeface="Tunga" pitchFamily="2" charset="0"/>
            </a:endParaRP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512" y="1268760"/>
            <a:ext cx="6336703" cy="449107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31750573"/>
      </p:ext>
    </p:extLst>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olo 1"/>
          <p:cNvSpPr txBox="1">
            <a:spLocks/>
          </p:cNvSpPr>
          <p:nvPr/>
        </p:nvSpPr>
        <p:spPr>
          <a:xfrm>
            <a:off x="0" y="360000"/>
            <a:ext cx="9144000" cy="644400"/>
          </a:xfrm>
          <a:prstGeom prst="rect">
            <a:avLst/>
          </a:prstGeom>
          <a:solidFill>
            <a:srgbClr val="000000">
              <a:alpha val="50196"/>
            </a:srgbClr>
          </a:solidFill>
          <a:ln w="25400" cap="flat" cmpd="sng" algn="ctr">
            <a:noFill/>
            <a:prstDash val="solid"/>
          </a:ln>
        </p:spPr>
        <p:style>
          <a:lnRef idx="2">
            <a:schemeClr val="dk1"/>
          </a:lnRef>
          <a:fillRef idx="1">
            <a:schemeClr val="lt1"/>
          </a:fillRef>
          <a:effectRef idx="0">
            <a:schemeClr val="dk1"/>
          </a:effectRef>
          <a:fontRef idx="minor">
            <a:schemeClr val="dk1"/>
          </a:fontRef>
        </p:style>
        <p:txBody>
          <a:bodyPr vert="horz" lIns="359982" tIns="45718" rIns="91435" bIns="45718" rtlCol="0" anchor="t" anchorCtr="0">
            <a:noAutofit/>
          </a:bodyPr>
          <a:lstStyle/>
          <a:p>
            <a:pPr defTabSz="914400">
              <a:spcBef>
                <a:spcPct val="0"/>
              </a:spcBef>
              <a:defRPr/>
            </a:pPr>
            <a:r>
              <a:rPr lang="en-US" sz="3600" dirty="0">
                <a:ln w="18415" cmpd="sng">
                  <a:noFill/>
                  <a:prstDash val="solid"/>
                </a:ln>
                <a:solidFill>
                  <a:srgbClr val="FFFFFF"/>
                </a:solidFill>
                <a:effectLst>
                  <a:outerShdw blurRad="38100" dist="38100" dir="2700000" algn="tl">
                    <a:srgbClr val="000000">
                      <a:alpha val="43137"/>
                    </a:srgbClr>
                  </a:outerShdw>
                </a:effectLst>
                <a:latin typeface="Gill Sans MT" pitchFamily="34" charset="0"/>
                <a:ea typeface="Gulim" pitchFamily="34" charset="-127"/>
                <a:cs typeface="Tunga" pitchFamily="2" charset="0"/>
              </a:rPr>
              <a:t>Grids Examples</a:t>
            </a:r>
            <a:endParaRPr lang="en-US" sz="3200" dirty="0">
              <a:ln w="18415" cmpd="sng">
                <a:noFill/>
                <a:prstDash val="solid"/>
              </a:ln>
              <a:solidFill>
                <a:schemeClr val="accent3">
                  <a:lumMod val="60000"/>
                  <a:lumOff val="40000"/>
                </a:schemeClr>
              </a:solidFill>
              <a:effectLst>
                <a:outerShdw blurRad="38100" dist="38100" dir="2700000" algn="tl">
                  <a:srgbClr val="000000">
                    <a:alpha val="43137"/>
                  </a:srgbClr>
                </a:outerShdw>
              </a:effectLst>
              <a:latin typeface="Gill Sans MT" pitchFamily="34" charset="0"/>
              <a:ea typeface="Gulim" pitchFamily="34" charset="-127"/>
              <a:cs typeface="Tunga" pitchFamily="2" charset="0"/>
            </a:endParaRPr>
          </a:p>
          <a:p>
            <a:pPr lvl="0" defTabSz="914400">
              <a:spcBef>
                <a:spcPct val="0"/>
              </a:spcBef>
              <a:defRPr/>
            </a:pPr>
            <a:endParaRPr lang="en-US" sz="3200" dirty="0">
              <a:ln w="18415" cmpd="sng">
                <a:noFill/>
                <a:prstDash val="solid"/>
              </a:ln>
              <a:solidFill>
                <a:schemeClr val="accent3">
                  <a:lumMod val="60000"/>
                  <a:lumOff val="40000"/>
                </a:schemeClr>
              </a:solidFill>
              <a:effectLst>
                <a:outerShdw blurRad="38100" dist="38100" dir="2700000" algn="tl">
                  <a:srgbClr val="000000">
                    <a:alpha val="43137"/>
                  </a:srgbClr>
                </a:outerShdw>
              </a:effectLst>
              <a:latin typeface="Gill Sans MT" pitchFamily="34" charset="0"/>
              <a:ea typeface="Gulim" pitchFamily="34" charset="-127"/>
              <a:cs typeface="Tunga" pitchFamily="2" charset="0"/>
            </a:endParaRP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28" y="1124744"/>
            <a:ext cx="6343651" cy="52387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39238648"/>
      </p:ext>
    </p:extLst>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5">
            <a:lumMod val="75000"/>
          </a:schemeClr>
        </a:solidFill>
        <a:effectLst/>
      </p:bgPr>
    </p:bg>
    <p:spTree>
      <p:nvGrpSpPr>
        <p:cNvPr id="1" name=""/>
        <p:cNvGrpSpPr/>
        <p:nvPr/>
      </p:nvGrpSpPr>
      <p:grpSpPr>
        <a:xfrm>
          <a:off x="0" y="0"/>
          <a:ext cx="0" cy="0"/>
          <a:chOff x="0" y="0"/>
          <a:chExt cx="0" cy="0"/>
        </a:xfrm>
      </p:grpSpPr>
      <p:sp>
        <p:nvSpPr>
          <p:cNvPr id="4" name="CasellaDiTesto 3"/>
          <p:cNvSpPr txBox="1"/>
          <p:nvPr/>
        </p:nvSpPr>
        <p:spPr>
          <a:xfrm>
            <a:off x="0" y="1790090"/>
            <a:ext cx="7786710" cy="3277820"/>
          </a:xfrm>
          <a:prstGeom prst="rect">
            <a:avLst/>
          </a:prstGeom>
          <a:noFill/>
        </p:spPr>
        <p:txBody>
          <a:bodyPr wrap="square" lIns="360000" rtlCol="0">
            <a:spAutoFit/>
          </a:bodyPr>
          <a:lstStyle/>
          <a:p>
            <a:r>
              <a:rPr lang="en-US" sz="3200" dirty="0">
                <a:solidFill>
                  <a:schemeClr val="bg1"/>
                </a:solidFill>
                <a:effectLst>
                  <a:outerShdw blurRad="38100" dist="38100" dir="2700000" algn="tl">
                    <a:srgbClr val="000000">
                      <a:alpha val="43137"/>
                    </a:srgbClr>
                  </a:outerShdw>
                </a:effectLst>
                <a:latin typeface="Gill Sans MT" pitchFamily="34" charset="0"/>
              </a:rPr>
              <a:t>If you are a web developer, </a:t>
            </a:r>
            <a:r>
              <a:rPr lang="en-US" sz="3200" dirty="0" smtClean="0">
                <a:solidFill>
                  <a:schemeClr val="bg1"/>
                </a:solidFill>
                <a:effectLst>
                  <a:outerShdw blurRad="38100" dist="38100" dir="2700000" algn="tl">
                    <a:srgbClr val="000000">
                      <a:alpha val="43137"/>
                    </a:srgbClr>
                  </a:outerShdw>
                </a:effectLst>
                <a:latin typeface="Gill Sans MT" pitchFamily="34" charset="0"/>
              </a:rPr>
              <a:t> you </a:t>
            </a:r>
            <a:r>
              <a:rPr lang="en-US" sz="3200" dirty="0">
                <a:solidFill>
                  <a:schemeClr val="bg1"/>
                </a:solidFill>
                <a:effectLst>
                  <a:outerShdw blurRad="38100" dist="38100" dir="2700000" algn="tl">
                    <a:srgbClr val="000000">
                      <a:alpha val="43137"/>
                    </a:srgbClr>
                  </a:outerShdw>
                </a:effectLst>
                <a:latin typeface="Gill Sans MT" pitchFamily="34" charset="0"/>
              </a:rPr>
              <a:t>most likely know the </a:t>
            </a:r>
            <a:r>
              <a:rPr lang="en-US" sz="3200" dirty="0">
                <a:solidFill>
                  <a:srgbClr val="FFFF00"/>
                </a:solidFill>
                <a:effectLst>
                  <a:outerShdw blurRad="38100" dist="38100" dir="2700000" algn="tl">
                    <a:srgbClr val="000000">
                      <a:alpha val="43137"/>
                    </a:srgbClr>
                  </a:outerShdw>
                </a:effectLst>
                <a:latin typeface="Gill Sans MT" pitchFamily="34" charset="0"/>
              </a:rPr>
              <a:t>Bootstrap Grid </a:t>
            </a:r>
            <a:r>
              <a:rPr lang="en-US" sz="3200" dirty="0" smtClean="0">
                <a:solidFill>
                  <a:srgbClr val="FFFF00"/>
                </a:solidFill>
                <a:effectLst>
                  <a:outerShdw blurRad="38100" dist="38100" dir="2700000" algn="tl">
                    <a:srgbClr val="000000">
                      <a:alpha val="43137"/>
                    </a:srgbClr>
                  </a:outerShdw>
                </a:effectLst>
                <a:latin typeface="Gill Sans MT" pitchFamily="34" charset="0"/>
              </a:rPr>
              <a:t>System</a:t>
            </a:r>
            <a:r>
              <a:rPr lang="en-US" sz="3200" dirty="0" smtClean="0">
                <a:solidFill>
                  <a:schemeClr val="bg1"/>
                </a:solidFill>
                <a:effectLst>
                  <a:outerShdw blurRad="38100" dist="38100" dir="2700000" algn="tl">
                    <a:srgbClr val="000000">
                      <a:alpha val="43137"/>
                    </a:srgbClr>
                  </a:outerShdw>
                </a:effectLst>
                <a:latin typeface="Gill Sans MT" pitchFamily="34" charset="0"/>
              </a:rPr>
              <a:t>.</a:t>
            </a:r>
          </a:p>
          <a:p>
            <a:pPr>
              <a:spcBef>
                <a:spcPts val="1800"/>
              </a:spcBef>
            </a:pPr>
            <a:r>
              <a:rPr lang="en-US" sz="3200" dirty="0">
                <a:solidFill>
                  <a:schemeClr val="bg1"/>
                </a:solidFill>
                <a:effectLst>
                  <a:outerShdw blurRad="38100" dist="38100" dir="2700000" algn="tl">
                    <a:srgbClr val="000000">
                      <a:alpha val="43137"/>
                    </a:srgbClr>
                  </a:outerShdw>
                </a:effectLst>
                <a:latin typeface="Gill Sans MT" pitchFamily="34" charset="0"/>
              </a:rPr>
              <a:t>Do not worry! At the exam you will not be asked to remember the code! But with the next slides, if you don't already know it, you can get an idea about it</a:t>
            </a:r>
            <a:r>
              <a:rPr lang="en-US" sz="3200" dirty="0" smtClean="0">
                <a:solidFill>
                  <a:schemeClr val="bg1"/>
                </a:solidFill>
                <a:effectLst>
                  <a:outerShdw blurRad="38100" dist="38100" dir="2700000" algn="tl">
                    <a:srgbClr val="000000">
                      <a:alpha val="43137"/>
                    </a:srgbClr>
                  </a:outerShdw>
                </a:effectLst>
                <a:latin typeface="Gill Sans MT" pitchFamily="34" charset="0"/>
              </a:rPr>
              <a:t>.</a:t>
            </a:r>
          </a:p>
        </p:txBody>
      </p:sp>
    </p:spTree>
    <p:extLst>
      <p:ext uri="{BB962C8B-B14F-4D97-AF65-F5344CB8AC3E}">
        <p14:creationId xmlns:p14="http://schemas.microsoft.com/office/powerpoint/2010/main" val="404266819"/>
      </p:ext>
    </p:extLst>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olo 1"/>
          <p:cNvSpPr txBox="1">
            <a:spLocks/>
          </p:cNvSpPr>
          <p:nvPr/>
        </p:nvSpPr>
        <p:spPr>
          <a:xfrm>
            <a:off x="0" y="360000"/>
            <a:ext cx="9144000" cy="644400"/>
          </a:xfrm>
          <a:prstGeom prst="rect">
            <a:avLst/>
          </a:prstGeom>
          <a:solidFill>
            <a:srgbClr val="000000">
              <a:alpha val="50196"/>
            </a:srgbClr>
          </a:solidFill>
          <a:ln w="25400" cap="flat" cmpd="sng" algn="ctr">
            <a:noFill/>
            <a:prstDash val="solid"/>
          </a:ln>
        </p:spPr>
        <p:style>
          <a:lnRef idx="2">
            <a:schemeClr val="dk1"/>
          </a:lnRef>
          <a:fillRef idx="1">
            <a:schemeClr val="lt1"/>
          </a:fillRef>
          <a:effectRef idx="0">
            <a:schemeClr val="dk1"/>
          </a:effectRef>
          <a:fontRef idx="minor">
            <a:schemeClr val="dk1"/>
          </a:fontRef>
        </p:style>
        <p:txBody>
          <a:bodyPr vert="horz" lIns="359982" tIns="45718" rIns="91435" bIns="45718" rtlCol="0" anchor="t" anchorCtr="0">
            <a:noAutofit/>
          </a:bodyPr>
          <a:lstStyle/>
          <a:p>
            <a:pPr lvl="0" defTabSz="914400">
              <a:spcBef>
                <a:spcPct val="0"/>
              </a:spcBef>
              <a:defRPr/>
            </a:pPr>
            <a:r>
              <a:rPr lang="en-US" sz="3600" dirty="0" smtClean="0">
                <a:ln w="18415" cmpd="sng">
                  <a:noFill/>
                  <a:prstDash val="solid"/>
                </a:ln>
                <a:solidFill>
                  <a:srgbClr val="FFFFFF"/>
                </a:solidFill>
                <a:effectLst>
                  <a:outerShdw blurRad="38100" dist="38100" dir="2700000" algn="tl">
                    <a:srgbClr val="000000">
                      <a:alpha val="43137"/>
                    </a:srgbClr>
                  </a:outerShdw>
                </a:effectLst>
                <a:latin typeface="Gill Sans MT" pitchFamily="34" charset="0"/>
                <a:ea typeface="Gulim" pitchFamily="34" charset="-127"/>
                <a:cs typeface="Tunga" pitchFamily="2" charset="0"/>
              </a:rPr>
              <a:t>Grids for the web – Bootstrap grid system</a:t>
            </a:r>
            <a:endParaRPr lang="en-US" sz="3200" dirty="0">
              <a:ln w="18415" cmpd="sng">
                <a:noFill/>
                <a:prstDash val="solid"/>
              </a:ln>
              <a:solidFill>
                <a:schemeClr val="accent3">
                  <a:lumMod val="60000"/>
                  <a:lumOff val="40000"/>
                </a:schemeClr>
              </a:solidFill>
              <a:effectLst>
                <a:outerShdw blurRad="38100" dist="38100" dir="2700000" algn="tl">
                  <a:srgbClr val="000000">
                    <a:alpha val="43137"/>
                  </a:srgbClr>
                </a:outerShdw>
              </a:effectLst>
              <a:latin typeface="Gill Sans MT" pitchFamily="34" charset="0"/>
              <a:ea typeface="Gulim" pitchFamily="34" charset="-127"/>
              <a:cs typeface="Tunga" pitchFamily="2" charset="0"/>
            </a:endParaRPr>
          </a:p>
        </p:txBody>
      </p:sp>
      <p:pic>
        <p:nvPicPr>
          <p:cNvPr id="7170" name="Picture 2" descr="Risultati immagini"/>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504" y="1607020"/>
            <a:ext cx="5715001" cy="44862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0648926"/>
      </p:ext>
    </p:extLst>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olo 1"/>
          <p:cNvSpPr txBox="1">
            <a:spLocks/>
          </p:cNvSpPr>
          <p:nvPr/>
        </p:nvSpPr>
        <p:spPr>
          <a:xfrm>
            <a:off x="0" y="360000"/>
            <a:ext cx="9144000" cy="644400"/>
          </a:xfrm>
          <a:prstGeom prst="rect">
            <a:avLst/>
          </a:prstGeom>
          <a:solidFill>
            <a:srgbClr val="000000">
              <a:alpha val="50196"/>
            </a:srgbClr>
          </a:solidFill>
          <a:ln w="25400" cap="flat" cmpd="sng" algn="ctr">
            <a:noFill/>
            <a:prstDash val="solid"/>
          </a:ln>
        </p:spPr>
        <p:style>
          <a:lnRef idx="2">
            <a:schemeClr val="dk1"/>
          </a:lnRef>
          <a:fillRef idx="1">
            <a:schemeClr val="lt1"/>
          </a:fillRef>
          <a:effectRef idx="0">
            <a:schemeClr val="dk1"/>
          </a:effectRef>
          <a:fontRef idx="minor">
            <a:schemeClr val="dk1"/>
          </a:fontRef>
        </p:style>
        <p:txBody>
          <a:bodyPr vert="horz" lIns="359982" tIns="45718" rIns="91435" bIns="45718" rtlCol="0" anchor="t" anchorCtr="0">
            <a:noAutofit/>
          </a:bodyPr>
          <a:lstStyle/>
          <a:p>
            <a:pPr lvl="0" defTabSz="914400">
              <a:spcBef>
                <a:spcPct val="0"/>
              </a:spcBef>
              <a:defRPr/>
            </a:pPr>
            <a:r>
              <a:rPr lang="en-US" sz="3600" dirty="0" smtClean="0">
                <a:ln w="18415" cmpd="sng">
                  <a:noFill/>
                  <a:prstDash val="solid"/>
                </a:ln>
                <a:solidFill>
                  <a:srgbClr val="FFFFFF"/>
                </a:solidFill>
                <a:effectLst>
                  <a:outerShdw blurRad="38100" dist="38100" dir="2700000" algn="tl">
                    <a:srgbClr val="000000">
                      <a:alpha val="43137"/>
                    </a:srgbClr>
                  </a:outerShdw>
                </a:effectLst>
                <a:latin typeface="Gill Sans MT" pitchFamily="34" charset="0"/>
                <a:ea typeface="Gulim" pitchFamily="34" charset="-127"/>
                <a:cs typeface="Tunga" pitchFamily="2" charset="0"/>
              </a:rPr>
              <a:t>Grids for the web – Bootstrap grid system</a:t>
            </a:r>
            <a:endParaRPr lang="en-US" sz="3200" dirty="0">
              <a:ln w="18415" cmpd="sng">
                <a:noFill/>
                <a:prstDash val="solid"/>
              </a:ln>
              <a:solidFill>
                <a:schemeClr val="accent3">
                  <a:lumMod val="60000"/>
                  <a:lumOff val="40000"/>
                </a:schemeClr>
              </a:solidFill>
              <a:effectLst>
                <a:outerShdw blurRad="38100" dist="38100" dir="2700000" algn="tl">
                  <a:srgbClr val="000000">
                    <a:alpha val="43137"/>
                  </a:srgbClr>
                </a:outerShdw>
              </a:effectLst>
              <a:latin typeface="Gill Sans MT" pitchFamily="34" charset="0"/>
              <a:ea typeface="Gulim" pitchFamily="34" charset="-127"/>
              <a:cs typeface="Tunga" pitchFamily="2" charset="0"/>
            </a:endParaRPr>
          </a:p>
        </p:txBody>
      </p:sp>
      <p:pic>
        <p:nvPicPr>
          <p:cNvPr id="81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5181" y="1196752"/>
            <a:ext cx="6882159" cy="53285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44514016"/>
      </p:ext>
    </p:extLst>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olo 1"/>
          <p:cNvSpPr txBox="1">
            <a:spLocks/>
          </p:cNvSpPr>
          <p:nvPr/>
        </p:nvSpPr>
        <p:spPr>
          <a:xfrm>
            <a:off x="0" y="360000"/>
            <a:ext cx="9144000" cy="644400"/>
          </a:xfrm>
          <a:prstGeom prst="rect">
            <a:avLst/>
          </a:prstGeom>
          <a:solidFill>
            <a:srgbClr val="000000">
              <a:alpha val="50196"/>
            </a:srgbClr>
          </a:solidFill>
          <a:ln w="25400" cap="flat" cmpd="sng" algn="ctr">
            <a:noFill/>
            <a:prstDash val="solid"/>
          </a:ln>
        </p:spPr>
        <p:style>
          <a:lnRef idx="2">
            <a:schemeClr val="dk1"/>
          </a:lnRef>
          <a:fillRef idx="1">
            <a:schemeClr val="lt1"/>
          </a:fillRef>
          <a:effectRef idx="0">
            <a:schemeClr val="dk1"/>
          </a:effectRef>
          <a:fontRef idx="minor">
            <a:schemeClr val="dk1"/>
          </a:fontRef>
        </p:style>
        <p:txBody>
          <a:bodyPr vert="horz" lIns="359982" tIns="45718" rIns="91435" bIns="45718" rtlCol="0" anchor="t" anchorCtr="0">
            <a:noAutofit/>
          </a:bodyPr>
          <a:lstStyle/>
          <a:p>
            <a:pPr lvl="0" defTabSz="914400">
              <a:spcBef>
                <a:spcPct val="0"/>
              </a:spcBef>
              <a:defRPr/>
            </a:pPr>
            <a:r>
              <a:rPr lang="en-US" sz="3600" dirty="0" smtClean="0">
                <a:ln w="18415" cmpd="sng">
                  <a:noFill/>
                  <a:prstDash val="solid"/>
                </a:ln>
                <a:solidFill>
                  <a:srgbClr val="FFFFFF"/>
                </a:solidFill>
                <a:effectLst>
                  <a:outerShdw blurRad="38100" dist="38100" dir="2700000" algn="tl">
                    <a:srgbClr val="000000">
                      <a:alpha val="43137"/>
                    </a:srgbClr>
                  </a:outerShdw>
                </a:effectLst>
                <a:latin typeface="Gill Sans MT" pitchFamily="34" charset="0"/>
                <a:ea typeface="Gulim" pitchFamily="34" charset="-127"/>
                <a:cs typeface="Tunga" pitchFamily="2" charset="0"/>
              </a:rPr>
              <a:t>Grids for the web – Bootstrap grid system</a:t>
            </a:r>
            <a:endParaRPr lang="en-US" sz="3200" dirty="0">
              <a:ln w="18415" cmpd="sng">
                <a:noFill/>
                <a:prstDash val="solid"/>
              </a:ln>
              <a:solidFill>
                <a:schemeClr val="accent3">
                  <a:lumMod val="60000"/>
                  <a:lumOff val="40000"/>
                </a:schemeClr>
              </a:solidFill>
              <a:effectLst>
                <a:outerShdw blurRad="38100" dist="38100" dir="2700000" algn="tl">
                  <a:srgbClr val="000000">
                    <a:alpha val="43137"/>
                  </a:srgbClr>
                </a:outerShdw>
              </a:effectLst>
              <a:latin typeface="Gill Sans MT" pitchFamily="34" charset="0"/>
              <a:ea typeface="Gulim" pitchFamily="34" charset="-127"/>
              <a:cs typeface="Tunga" pitchFamily="2" charset="0"/>
            </a:endParaRPr>
          </a:p>
        </p:txBody>
      </p:sp>
      <p:pic>
        <p:nvPicPr>
          <p:cNvPr id="92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870" y="1141174"/>
            <a:ext cx="9087634" cy="57442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13300385"/>
      </p:ext>
    </p:extLst>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5">
            <a:lumMod val="75000"/>
          </a:schemeClr>
        </a:solidFill>
        <a:effectLst/>
      </p:bgPr>
    </p:bg>
    <p:spTree>
      <p:nvGrpSpPr>
        <p:cNvPr id="1" name=""/>
        <p:cNvGrpSpPr/>
        <p:nvPr/>
      </p:nvGrpSpPr>
      <p:grpSpPr>
        <a:xfrm>
          <a:off x="0" y="0"/>
          <a:ext cx="0" cy="0"/>
          <a:chOff x="0" y="0"/>
          <a:chExt cx="0" cy="0"/>
        </a:xfrm>
      </p:grpSpPr>
      <p:sp>
        <p:nvSpPr>
          <p:cNvPr id="4" name="CasellaDiTesto 3"/>
          <p:cNvSpPr txBox="1"/>
          <p:nvPr/>
        </p:nvSpPr>
        <p:spPr>
          <a:xfrm>
            <a:off x="0" y="3136613"/>
            <a:ext cx="7786710" cy="584775"/>
          </a:xfrm>
          <a:prstGeom prst="rect">
            <a:avLst/>
          </a:prstGeom>
          <a:noFill/>
        </p:spPr>
        <p:txBody>
          <a:bodyPr wrap="square" lIns="360000" rtlCol="0">
            <a:spAutoFit/>
          </a:bodyPr>
          <a:lstStyle/>
          <a:p>
            <a:r>
              <a:rPr lang="it-IT" sz="3200" dirty="0" smtClean="0">
                <a:solidFill>
                  <a:schemeClr val="bg1"/>
                </a:solidFill>
                <a:effectLst>
                  <a:outerShdw blurRad="38100" dist="38100" dir="2700000" algn="tl">
                    <a:srgbClr val="000000">
                      <a:alpha val="43137"/>
                    </a:srgbClr>
                  </a:outerShdw>
                </a:effectLst>
                <a:latin typeface="Gill Sans MT" pitchFamily="34" charset="0"/>
              </a:rPr>
              <a:t>A </a:t>
            </a:r>
            <a:r>
              <a:rPr lang="it-IT" sz="3200" dirty="0" err="1" smtClean="0">
                <a:solidFill>
                  <a:schemeClr val="bg1"/>
                </a:solidFill>
                <a:effectLst>
                  <a:outerShdw blurRad="38100" dist="38100" dir="2700000" algn="tl">
                    <a:srgbClr val="000000">
                      <a:alpha val="43137"/>
                    </a:srgbClr>
                  </a:outerShdw>
                </a:effectLst>
                <a:latin typeface="Gill Sans MT" pitchFamily="34" charset="0"/>
              </a:rPr>
              <a:t>simple</a:t>
            </a:r>
            <a:r>
              <a:rPr lang="it-IT" sz="3200" dirty="0" smtClean="0">
                <a:solidFill>
                  <a:schemeClr val="bg1"/>
                </a:solidFill>
                <a:effectLst>
                  <a:outerShdw blurRad="38100" dist="38100" dir="2700000" algn="tl">
                    <a:srgbClr val="000000">
                      <a:alpha val="43137"/>
                    </a:srgbClr>
                  </a:outerShdw>
                </a:effectLst>
                <a:latin typeface="Gill Sans MT" pitchFamily="34" charset="0"/>
              </a:rPr>
              <a:t> test </a:t>
            </a:r>
            <a:r>
              <a:rPr lang="it-IT" sz="3200" dirty="0" err="1" smtClean="0">
                <a:solidFill>
                  <a:schemeClr val="bg1"/>
                </a:solidFill>
                <a:effectLst>
                  <a:outerShdw blurRad="38100" dist="38100" dir="2700000" algn="tl">
                    <a:srgbClr val="000000">
                      <a:alpha val="43137"/>
                    </a:srgbClr>
                  </a:outerShdw>
                </a:effectLst>
                <a:latin typeface="Gill Sans MT" pitchFamily="34" charset="0"/>
              </a:rPr>
              <a:t>about</a:t>
            </a:r>
            <a:r>
              <a:rPr lang="it-IT" sz="3200" dirty="0" smtClean="0">
                <a:solidFill>
                  <a:schemeClr val="bg1"/>
                </a:solidFill>
                <a:effectLst>
                  <a:outerShdw blurRad="38100" dist="38100" dir="2700000" algn="tl">
                    <a:srgbClr val="000000">
                      <a:alpha val="43137"/>
                    </a:srgbClr>
                  </a:outerShdw>
                </a:effectLst>
                <a:latin typeface="Gill Sans MT" pitchFamily="34" charset="0"/>
              </a:rPr>
              <a:t> </a:t>
            </a:r>
            <a:r>
              <a:rPr lang="it-IT" sz="3200" dirty="0" err="1" smtClean="0">
                <a:solidFill>
                  <a:srgbClr val="FFFF00"/>
                </a:solidFill>
                <a:effectLst>
                  <a:outerShdw blurRad="38100" dist="38100" dir="2700000" algn="tl">
                    <a:srgbClr val="000000">
                      <a:alpha val="43137"/>
                    </a:srgbClr>
                  </a:outerShdw>
                </a:effectLst>
                <a:latin typeface="Gill Sans MT" pitchFamily="34" charset="0"/>
              </a:rPr>
              <a:t>proximity</a:t>
            </a:r>
            <a:endParaRPr lang="it-IT" sz="3200" dirty="0" smtClean="0">
              <a:solidFill>
                <a:srgbClr val="FFFF00"/>
              </a:solidFill>
              <a:effectLst>
                <a:outerShdw blurRad="38100" dist="38100" dir="2700000" algn="tl">
                  <a:srgbClr val="000000">
                    <a:alpha val="43137"/>
                  </a:srgbClr>
                </a:outerShdw>
              </a:effectLst>
              <a:latin typeface="Gill Sans MT" pitchFamily="34" charset="0"/>
            </a:endParaRPr>
          </a:p>
        </p:txBody>
      </p:sp>
    </p:spTree>
    <p:extLst>
      <p:ext uri="{BB962C8B-B14F-4D97-AF65-F5344CB8AC3E}">
        <p14:creationId xmlns:p14="http://schemas.microsoft.com/office/powerpoint/2010/main" val="2735315128"/>
      </p:ext>
    </p:extLst>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457200" y="506433"/>
            <a:ext cx="8229600" cy="1143000"/>
          </a:xfrm>
        </p:spPr>
        <p:txBody>
          <a:bodyPr>
            <a:noAutofit/>
          </a:bodyPr>
          <a:lstStyle/>
          <a:p>
            <a:r>
              <a:rPr lang="it-IT" sz="5400" b="1" smtClean="0">
                <a:solidFill>
                  <a:schemeClr val="tx2">
                    <a:lumMod val="60000"/>
                    <a:lumOff val="40000"/>
                  </a:schemeClr>
                </a:solidFill>
              </a:rPr>
              <a:t>An example with a very long title</a:t>
            </a:r>
            <a:endParaRPr lang="it-IT" sz="5400" b="1" dirty="0">
              <a:solidFill>
                <a:schemeClr val="tx2">
                  <a:lumMod val="60000"/>
                  <a:lumOff val="40000"/>
                </a:schemeClr>
              </a:solidFill>
            </a:endParaRPr>
          </a:p>
        </p:txBody>
      </p:sp>
      <p:sp>
        <p:nvSpPr>
          <p:cNvPr id="3" name="Segnaposto contenuto 2"/>
          <p:cNvSpPr>
            <a:spLocks noGrp="1"/>
          </p:cNvSpPr>
          <p:nvPr>
            <p:ph idx="1"/>
          </p:nvPr>
        </p:nvSpPr>
        <p:spPr>
          <a:xfrm>
            <a:off x="457200" y="1831995"/>
            <a:ext cx="8229600" cy="4525963"/>
          </a:xfrm>
        </p:spPr>
        <p:txBody>
          <a:bodyPr>
            <a:normAutofit/>
          </a:bodyPr>
          <a:lstStyle/>
          <a:p>
            <a:r>
              <a:rPr lang="it-IT" dirty="0" err="1" smtClean="0"/>
              <a:t>This</a:t>
            </a:r>
            <a:r>
              <a:rPr lang="it-IT" dirty="0" smtClean="0"/>
              <a:t> </a:t>
            </a:r>
            <a:r>
              <a:rPr lang="it-IT" dirty="0" err="1" smtClean="0"/>
              <a:t>is</a:t>
            </a:r>
            <a:r>
              <a:rPr lang="it-IT" dirty="0" smtClean="0"/>
              <a:t> the first </a:t>
            </a:r>
            <a:r>
              <a:rPr lang="it-IT" dirty="0" err="1" smtClean="0"/>
              <a:t>sentence</a:t>
            </a:r>
            <a:r>
              <a:rPr lang="it-IT" dirty="0" smtClean="0"/>
              <a:t>.</a:t>
            </a:r>
            <a:br>
              <a:rPr lang="it-IT" dirty="0" smtClean="0"/>
            </a:br>
            <a:endParaRPr lang="it-IT" dirty="0" smtClean="0"/>
          </a:p>
          <a:p>
            <a:r>
              <a:rPr lang="it-IT" dirty="0" err="1" smtClean="0"/>
              <a:t>This</a:t>
            </a:r>
            <a:r>
              <a:rPr lang="it-IT" dirty="0" smtClean="0"/>
              <a:t> </a:t>
            </a:r>
            <a:r>
              <a:rPr lang="it-IT" dirty="0" err="1" smtClean="0"/>
              <a:t>is</a:t>
            </a:r>
            <a:r>
              <a:rPr lang="it-IT" dirty="0" smtClean="0"/>
              <a:t> the </a:t>
            </a:r>
            <a:r>
              <a:rPr lang="it-IT" dirty="0" err="1" smtClean="0"/>
              <a:t>second</a:t>
            </a:r>
            <a:r>
              <a:rPr lang="it-IT" dirty="0" smtClean="0"/>
              <a:t> </a:t>
            </a:r>
            <a:r>
              <a:rPr lang="it-IT" dirty="0" err="1" smtClean="0"/>
              <a:t>sentence</a:t>
            </a:r>
            <a:r>
              <a:rPr lang="it-IT" dirty="0" smtClean="0"/>
              <a:t>.</a:t>
            </a:r>
            <a:br>
              <a:rPr lang="it-IT" dirty="0" smtClean="0"/>
            </a:br>
            <a:endParaRPr lang="it-IT" dirty="0" smtClean="0"/>
          </a:p>
          <a:p>
            <a:r>
              <a:rPr lang="en-US" dirty="0" smtClean="0"/>
              <a:t>The author of this page is frightened by white space.</a:t>
            </a:r>
            <a:r>
              <a:rPr lang="it-IT" dirty="0" smtClean="0"/>
              <a:t/>
            </a:r>
            <a:br>
              <a:rPr lang="it-IT" dirty="0" smtClean="0"/>
            </a:br>
            <a:endParaRPr lang="it-IT" dirty="0" smtClean="0"/>
          </a:p>
          <a:p>
            <a:r>
              <a:rPr lang="it-IT" b="1" dirty="0" err="1" smtClean="0">
                <a:solidFill>
                  <a:srgbClr val="FF0000"/>
                </a:solidFill>
              </a:rPr>
              <a:t>What</a:t>
            </a:r>
            <a:r>
              <a:rPr lang="it-IT" b="1" dirty="0" smtClean="0">
                <a:solidFill>
                  <a:srgbClr val="FF0000"/>
                </a:solidFill>
              </a:rPr>
              <a:t> </a:t>
            </a:r>
            <a:r>
              <a:rPr lang="it-IT" b="1" dirty="0" err="1" smtClean="0">
                <a:solidFill>
                  <a:srgbClr val="FF0000"/>
                </a:solidFill>
              </a:rPr>
              <a:t>is</a:t>
            </a:r>
            <a:r>
              <a:rPr lang="it-IT" b="1" dirty="0" smtClean="0">
                <a:solidFill>
                  <a:srgbClr val="FF0000"/>
                </a:solidFill>
              </a:rPr>
              <a:t> </a:t>
            </a:r>
            <a:r>
              <a:rPr lang="it-IT" b="1" dirty="0" err="1" smtClean="0">
                <a:solidFill>
                  <a:srgbClr val="FF0000"/>
                </a:solidFill>
              </a:rPr>
              <a:t>wrong</a:t>
            </a:r>
            <a:r>
              <a:rPr lang="it-IT" b="1" dirty="0" smtClean="0">
                <a:solidFill>
                  <a:srgbClr val="FF0000"/>
                </a:solidFill>
              </a:rPr>
              <a:t> </a:t>
            </a:r>
            <a:r>
              <a:rPr lang="it-IT" b="1" dirty="0" err="1" smtClean="0">
                <a:solidFill>
                  <a:srgbClr val="FF0000"/>
                </a:solidFill>
              </a:rPr>
              <a:t>within</a:t>
            </a:r>
            <a:r>
              <a:rPr lang="it-IT" b="1" dirty="0" smtClean="0">
                <a:solidFill>
                  <a:srgbClr val="FF0000"/>
                </a:solidFill>
              </a:rPr>
              <a:t> </a:t>
            </a:r>
            <a:r>
              <a:rPr lang="it-IT" b="1" dirty="0" err="1" smtClean="0">
                <a:solidFill>
                  <a:srgbClr val="FF0000"/>
                </a:solidFill>
              </a:rPr>
              <a:t>this</a:t>
            </a:r>
            <a:r>
              <a:rPr lang="it-IT" b="1" dirty="0" smtClean="0">
                <a:solidFill>
                  <a:srgbClr val="FF0000"/>
                </a:solidFill>
              </a:rPr>
              <a:t> slide?</a:t>
            </a:r>
            <a:br>
              <a:rPr lang="it-IT" b="1" dirty="0" smtClean="0">
                <a:solidFill>
                  <a:srgbClr val="FF0000"/>
                </a:solidFill>
              </a:rPr>
            </a:br>
            <a:endParaRPr lang="it-IT" b="1" dirty="0" smtClean="0">
              <a:solidFill>
                <a:srgbClr val="FF0000"/>
              </a:solidFill>
            </a:endParaRPr>
          </a:p>
        </p:txBody>
      </p:sp>
      <p:grpSp>
        <p:nvGrpSpPr>
          <p:cNvPr id="4" name="Gruppo 13"/>
          <p:cNvGrpSpPr/>
          <p:nvPr/>
        </p:nvGrpSpPr>
        <p:grpSpPr>
          <a:xfrm>
            <a:off x="2498710" y="874713"/>
            <a:ext cx="2789258" cy="2234901"/>
            <a:chOff x="2498710" y="642918"/>
            <a:chExt cx="2789258" cy="2234901"/>
          </a:xfrm>
        </p:grpSpPr>
        <p:cxnSp>
          <p:nvCxnSpPr>
            <p:cNvPr id="7" name="Connettore 1 6"/>
            <p:cNvCxnSpPr/>
            <p:nvPr/>
          </p:nvCxnSpPr>
          <p:spPr>
            <a:xfrm rot="5400000">
              <a:off x="5001422" y="927876"/>
              <a:ext cx="571504" cy="1588"/>
            </a:xfrm>
            <a:prstGeom prst="line">
              <a:avLst/>
            </a:prstGeom>
            <a:ln w="381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 name="Connettore 1 9"/>
            <p:cNvCxnSpPr/>
            <p:nvPr/>
          </p:nvCxnSpPr>
          <p:spPr>
            <a:xfrm rot="5400000">
              <a:off x="3178959" y="1677975"/>
              <a:ext cx="357190" cy="1588"/>
            </a:xfrm>
            <a:prstGeom prst="line">
              <a:avLst/>
            </a:prstGeom>
            <a:ln w="38100">
              <a:solidFill>
                <a:srgbClr val="00B05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2" name="Connettore 1 11"/>
            <p:cNvCxnSpPr/>
            <p:nvPr/>
          </p:nvCxnSpPr>
          <p:spPr>
            <a:xfrm rot="5400000">
              <a:off x="2071273" y="2448000"/>
              <a:ext cx="857256" cy="2382"/>
            </a:xfrm>
            <a:prstGeom prst="line">
              <a:avLst/>
            </a:prstGeom>
            <a:ln w="38100">
              <a:solidFill>
                <a:srgbClr val="7030A0"/>
              </a:solidFill>
              <a:headEnd type="triangle"/>
              <a:tailEnd type="triangle"/>
            </a:ln>
          </p:spPr>
          <p:style>
            <a:lnRef idx="1">
              <a:schemeClr val="accent1"/>
            </a:lnRef>
            <a:fillRef idx="0">
              <a:schemeClr val="accent1"/>
            </a:fillRef>
            <a:effectRef idx="0">
              <a:schemeClr val="accent1"/>
            </a:effectRef>
            <a:fontRef idx="minor">
              <a:schemeClr val="tx1"/>
            </a:fontRef>
          </p:style>
        </p:cxnSp>
      </p:grpSp>
      <p:sp>
        <p:nvSpPr>
          <p:cNvPr id="8" name="Rettangolo 7"/>
          <p:cNvSpPr/>
          <p:nvPr/>
        </p:nvSpPr>
        <p:spPr>
          <a:xfrm>
            <a:off x="107504" y="116632"/>
            <a:ext cx="8928992" cy="6624736"/>
          </a:xfrm>
          <a:prstGeom prst="rect">
            <a:avLst/>
          </a:prstGeom>
          <a:noFill/>
          <a:ln w="3810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457200" y="560390"/>
            <a:ext cx="8229600" cy="1143000"/>
          </a:xfrm>
        </p:spPr>
        <p:txBody>
          <a:bodyPr>
            <a:noAutofit/>
          </a:bodyPr>
          <a:lstStyle/>
          <a:p>
            <a:pPr algn="l">
              <a:lnSpc>
                <a:spcPct val="80000"/>
              </a:lnSpc>
            </a:pPr>
            <a:r>
              <a:rPr lang="it-IT" sz="5400" b="1" smtClean="0">
                <a:solidFill>
                  <a:schemeClr val="tx2">
                    <a:lumMod val="60000"/>
                    <a:lumOff val="40000"/>
                  </a:schemeClr>
                </a:solidFill>
              </a:rPr>
              <a:t>The same example with a new interline: multiple 0.8</a:t>
            </a:r>
            <a:endParaRPr lang="it-IT" sz="5400" b="1" dirty="0">
              <a:solidFill>
                <a:schemeClr val="tx2">
                  <a:lumMod val="60000"/>
                  <a:lumOff val="40000"/>
                </a:schemeClr>
              </a:solidFill>
            </a:endParaRPr>
          </a:p>
        </p:txBody>
      </p:sp>
      <p:sp>
        <p:nvSpPr>
          <p:cNvPr id="3" name="Segnaposto contenuto 2"/>
          <p:cNvSpPr>
            <a:spLocks noGrp="1"/>
          </p:cNvSpPr>
          <p:nvPr>
            <p:ph idx="1"/>
          </p:nvPr>
        </p:nvSpPr>
        <p:spPr>
          <a:xfrm>
            <a:off x="457200" y="2189185"/>
            <a:ext cx="8229600" cy="4525963"/>
          </a:xfrm>
        </p:spPr>
        <p:txBody>
          <a:bodyPr>
            <a:normAutofit/>
          </a:bodyPr>
          <a:lstStyle/>
          <a:p>
            <a:pPr>
              <a:spcAft>
                <a:spcPts val="800"/>
              </a:spcAft>
            </a:pPr>
            <a:r>
              <a:rPr lang="en-US" dirty="0"/>
              <a:t>This is the first sentence</a:t>
            </a:r>
            <a:r>
              <a:rPr lang="it-IT" dirty="0" smtClean="0"/>
              <a:t>.</a:t>
            </a:r>
          </a:p>
          <a:p>
            <a:pPr>
              <a:spcAft>
                <a:spcPts val="800"/>
              </a:spcAft>
            </a:pPr>
            <a:r>
              <a:rPr lang="en-US" dirty="0"/>
              <a:t>This is the second sentence</a:t>
            </a:r>
            <a:r>
              <a:rPr lang="it-IT" dirty="0" smtClean="0"/>
              <a:t>.</a:t>
            </a:r>
          </a:p>
          <a:p>
            <a:pPr>
              <a:spcAft>
                <a:spcPts val="800"/>
              </a:spcAft>
            </a:pPr>
            <a:r>
              <a:rPr lang="en-US" dirty="0"/>
              <a:t>The author of this page is no longer afraid of white </a:t>
            </a:r>
            <a:r>
              <a:rPr lang="en-US" dirty="0" smtClean="0"/>
              <a:t>spaces</a:t>
            </a:r>
            <a:r>
              <a:rPr lang="it-IT" dirty="0" smtClean="0"/>
              <a:t>.</a:t>
            </a:r>
          </a:p>
          <a:p>
            <a:pPr>
              <a:spcAft>
                <a:spcPts val="800"/>
              </a:spcAft>
            </a:pPr>
            <a:r>
              <a:rPr lang="it-IT" dirty="0" smtClean="0"/>
              <a:t>Vertical </a:t>
            </a:r>
            <a:r>
              <a:rPr lang="it-IT" dirty="0" err="1" smtClean="0"/>
              <a:t>spacing</a:t>
            </a:r>
            <a:r>
              <a:rPr lang="it-IT" dirty="0" smtClean="0"/>
              <a:t> = </a:t>
            </a:r>
            <a:r>
              <a:rPr lang="it-IT" dirty="0" err="1" smtClean="0"/>
              <a:t>organization</a:t>
            </a:r>
            <a:endParaRPr lang="it-IT" dirty="0" smtClean="0"/>
          </a:p>
        </p:txBody>
      </p:sp>
      <p:grpSp>
        <p:nvGrpSpPr>
          <p:cNvPr id="4" name="Gruppo 18"/>
          <p:cNvGrpSpPr/>
          <p:nvPr/>
        </p:nvGrpSpPr>
        <p:grpSpPr>
          <a:xfrm>
            <a:off x="2500299" y="935951"/>
            <a:ext cx="2357453" cy="2186684"/>
            <a:chOff x="2500299" y="650199"/>
            <a:chExt cx="2357453" cy="2186684"/>
          </a:xfrm>
        </p:grpSpPr>
        <p:cxnSp>
          <p:nvCxnSpPr>
            <p:cNvPr id="7" name="Connettore 1 6"/>
            <p:cNvCxnSpPr/>
            <p:nvPr/>
          </p:nvCxnSpPr>
          <p:spPr>
            <a:xfrm rot="5400000">
              <a:off x="4678363" y="828000"/>
              <a:ext cx="357190" cy="1588"/>
            </a:xfrm>
            <a:prstGeom prst="line">
              <a:avLst/>
            </a:prstGeom>
            <a:ln w="381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 name="Connettore 1 9"/>
            <p:cNvCxnSpPr/>
            <p:nvPr/>
          </p:nvCxnSpPr>
          <p:spPr>
            <a:xfrm rot="5400000">
              <a:off x="2964328" y="1748461"/>
              <a:ext cx="785820" cy="3494"/>
            </a:xfrm>
            <a:prstGeom prst="line">
              <a:avLst/>
            </a:prstGeom>
            <a:ln w="38100">
              <a:solidFill>
                <a:srgbClr val="00B05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2" name="Connettore 1 11"/>
            <p:cNvCxnSpPr/>
            <p:nvPr/>
          </p:nvCxnSpPr>
          <p:spPr>
            <a:xfrm rot="5400000">
              <a:off x="2224854" y="2561437"/>
              <a:ext cx="550891" cy="2"/>
            </a:xfrm>
            <a:prstGeom prst="line">
              <a:avLst/>
            </a:prstGeom>
            <a:ln w="38100">
              <a:solidFill>
                <a:srgbClr val="7030A0"/>
              </a:solidFill>
              <a:headEnd type="triangle"/>
              <a:tailEnd type="triangle"/>
            </a:ln>
          </p:spPr>
          <p:style>
            <a:lnRef idx="1">
              <a:schemeClr val="accent1"/>
            </a:lnRef>
            <a:fillRef idx="0">
              <a:schemeClr val="accent1"/>
            </a:fillRef>
            <a:effectRef idx="0">
              <a:schemeClr val="accent1"/>
            </a:effectRef>
            <a:fontRef idx="minor">
              <a:schemeClr val="tx1"/>
            </a:fontRef>
          </p:style>
        </p:cxnSp>
      </p:grpSp>
      <p:sp>
        <p:nvSpPr>
          <p:cNvPr id="8" name="Rettangolo 7"/>
          <p:cNvSpPr/>
          <p:nvPr/>
        </p:nvSpPr>
        <p:spPr>
          <a:xfrm>
            <a:off x="107504" y="116632"/>
            <a:ext cx="8928992" cy="6624736"/>
          </a:xfrm>
          <a:prstGeom prst="rect">
            <a:avLst/>
          </a:prstGeom>
          <a:noFill/>
          <a:ln w="3810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5">
            <a:lumMod val="75000"/>
          </a:schemeClr>
        </a:solidFill>
        <a:effectLst/>
      </p:bgPr>
    </p:bg>
    <p:spTree>
      <p:nvGrpSpPr>
        <p:cNvPr id="1" name=""/>
        <p:cNvGrpSpPr/>
        <p:nvPr/>
      </p:nvGrpSpPr>
      <p:grpSpPr>
        <a:xfrm>
          <a:off x="0" y="0"/>
          <a:ext cx="0" cy="0"/>
          <a:chOff x="0" y="0"/>
          <a:chExt cx="0" cy="0"/>
        </a:xfrm>
      </p:grpSpPr>
      <p:sp>
        <p:nvSpPr>
          <p:cNvPr id="4" name="CasellaDiTesto 3"/>
          <p:cNvSpPr txBox="1"/>
          <p:nvPr/>
        </p:nvSpPr>
        <p:spPr>
          <a:xfrm>
            <a:off x="0" y="2644170"/>
            <a:ext cx="7786710" cy="1569660"/>
          </a:xfrm>
          <a:prstGeom prst="rect">
            <a:avLst/>
          </a:prstGeom>
          <a:noFill/>
        </p:spPr>
        <p:txBody>
          <a:bodyPr wrap="square" lIns="360000" rtlCol="0">
            <a:spAutoFit/>
          </a:bodyPr>
          <a:lstStyle/>
          <a:p>
            <a:r>
              <a:rPr lang="it-IT" sz="3200" dirty="0" smtClean="0">
                <a:solidFill>
                  <a:prstClr val="white"/>
                </a:solidFill>
                <a:effectLst>
                  <a:outerShdw blurRad="38100" dist="38100" dir="2700000" algn="tl">
                    <a:srgbClr val="000000">
                      <a:alpha val="43137"/>
                    </a:srgbClr>
                  </a:outerShdw>
                </a:effectLst>
                <a:latin typeface="Gill Sans MT" pitchFamily="34" charset="0"/>
              </a:rPr>
              <a:t>A test </a:t>
            </a:r>
            <a:r>
              <a:rPr lang="it-IT" sz="3200" dirty="0" err="1" smtClean="0">
                <a:solidFill>
                  <a:prstClr val="white"/>
                </a:solidFill>
                <a:effectLst>
                  <a:outerShdw blurRad="38100" dist="38100" dir="2700000" algn="tl">
                    <a:srgbClr val="000000">
                      <a:alpha val="43137"/>
                    </a:srgbClr>
                  </a:outerShdw>
                </a:effectLst>
                <a:latin typeface="Gill Sans MT" pitchFamily="34" charset="0"/>
              </a:rPr>
              <a:t>about</a:t>
            </a:r>
            <a:r>
              <a:rPr lang="it-IT" sz="3200" dirty="0" smtClean="0">
                <a:solidFill>
                  <a:prstClr val="white"/>
                </a:solidFill>
                <a:effectLst>
                  <a:outerShdw blurRad="38100" dist="38100" dir="2700000" algn="tl">
                    <a:srgbClr val="000000">
                      <a:alpha val="43137"/>
                    </a:srgbClr>
                  </a:outerShdw>
                </a:effectLst>
                <a:latin typeface="Gill Sans MT" pitchFamily="34" charset="0"/>
              </a:rPr>
              <a:t> </a:t>
            </a:r>
            <a:r>
              <a:rPr lang="it-IT" sz="3200" dirty="0" err="1" smtClean="0">
                <a:solidFill>
                  <a:srgbClr val="FFFF00"/>
                </a:solidFill>
                <a:effectLst>
                  <a:outerShdw blurRad="38100" dist="38100" dir="2700000" algn="tl">
                    <a:srgbClr val="000000">
                      <a:alpha val="43137"/>
                    </a:srgbClr>
                  </a:outerShdw>
                </a:effectLst>
                <a:latin typeface="Gill Sans MT" pitchFamily="34" charset="0"/>
              </a:rPr>
              <a:t>physical</a:t>
            </a:r>
            <a:r>
              <a:rPr lang="it-IT" sz="3200" dirty="0" smtClean="0">
                <a:solidFill>
                  <a:srgbClr val="FFFF00"/>
                </a:solidFill>
                <a:effectLst>
                  <a:outerShdw blurRad="38100" dist="38100" dir="2700000" algn="tl">
                    <a:srgbClr val="000000">
                      <a:alpha val="43137"/>
                    </a:srgbClr>
                  </a:outerShdw>
                </a:effectLst>
                <a:latin typeface="Gill Sans MT" pitchFamily="34" charset="0"/>
              </a:rPr>
              <a:t> </a:t>
            </a:r>
            <a:r>
              <a:rPr lang="it-IT" sz="3200" dirty="0" err="1" smtClean="0">
                <a:solidFill>
                  <a:srgbClr val="FFFF00"/>
                </a:solidFill>
                <a:effectLst>
                  <a:outerShdw blurRad="38100" dist="38100" dir="2700000" algn="tl">
                    <a:srgbClr val="000000">
                      <a:alpha val="43137"/>
                    </a:srgbClr>
                  </a:outerShdw>
                </a:effectLst>
                <a:latin typeface="Gill Sans MT" pitchFamily="34" charset="0"/>
              </a:rPr>
              <a:t>controls</a:t>
            </a:r>
            <a:r>
              <a:rPr lang="it-IT" sz="3200" dirty="0" smtClean="0">
                <a:solidFill>
                  <a:prstClr val="white"/>
                </a:solidFill>
                <a:effectLst>
                  <a:outerShdw blurRad="38100" dist="38100" dir="2700000" algn="tl">
                    <a:srgbClr val="000000">
                      <a:alpha val="43137"/>
                    </a:srgbClr>
                  </a:outerShdw>
                </a:effectLst>
                <a:latin typeface="Gill Sans MT" pitchFamily="34" charset="0"/>
              </a:rPr>
              <a:t>.</a:t>
            </a:r>
          </a:p>
          <a:p>
            <a:r>
              <a:rPr lang="en-US" sz="3200" dirty="0">
                <a:solidFill>
                  <a:prstClr val="white"/>
                </a:solidFill>
                <a:effectLst>
                  <a:outerShdw blurRad="38100" dist="38100" dir="2700000" algn="tl">
                    <a:srgbClr val="000000">
                      <a:alpha val="43137"/>
                    </a:srgbClr>
                  </a:outerShdw>
                </a:effectLst>
                <a:latin typeface="Gill Sans MT" pitchFamily="34" charset="0"/>
              </a:rPr>
              <a:t>What </a:t>
            </a:r>
            <a:r>
              <a:rPr lang="en-US" sz="3200" dirty="0">
                <a:solidFill>
                  <a:srgbClr val="FFFF00"/>
                </a:solidFill>
                <a:effectLst>
                  <a:outerShdw blurRad="38100" dist="38100" dir="2700000" algn="tl">
                    <a:srgbClr val="000000">
                      <a:alpha val="43137"/>
                    </a:srgbClr>
                  </a:outerShdw>
                </a:effectLst>
                <a:latin typeface="Gill Sans MT" pitchFamily="34" charset="0"/>
              </a:rPr>
              <a:t>criteria</a:t>
            </a:r>
            <a:r>
              <a:rPr lang="en-US" sz="3200" dirty="0">
                <a:solidFill>
                  <a:prstClr val="white"/>
                </a:solidFill>
                <a:effectLst>
                  <a:outerShdw blurRad="38100" dist="38100" dir="2700000" algn="tl">
                    <a:srgbClr val="000000">
                      <a:alpha val="43137"/>
                    </a:srgbClr>
                  </a:outerShdw>
                </a:effectLst>
                <a:latin typeface="Gill Sans MT" pitchFamily="34" charset="0"/>
              </a:rPr>
              <a:t> have been followed in the design of the panel </a:t>
            </a:r>
            <a:r>
              <a:rPr lang="en-US" sz="3200" dirty="0" smtClean="0">
                <a:solidFill>
                  <a:prstClr val="white"/>
                </a:solidFill>
                <a:effectLst>
                  <a:outerShdw blurRad="38100" dist="38100" dir="2700000" algn="tl">
                    <a:srgbClr val="000000">
                      <a:alpha val="43137"/>
                    </a:srgbClr>
                  </a:outerShdw>
                </a:effectLst>
                <a:latin typeface="Gill Sans MT" pitchFamily="34" charset="0"/>
              </a:rPr>
              <a:t>layout?</a:t>
            </a:r>
            <a:endParaRPr lang="en-US" sz="3200" dirty="0">
              <a:solidFill>
                <a:prstClr val="white"/>
              </a:solidFill>
              <a:effectLst>
                <a:outerShdw blurRad="38100" dist="38100" dir="2700000" algn="tl">
                  <a:srgbClr val="000000">
                    <a:alpha val="43137"/>
                  </a:srgbClr>
                </a:outerShdw>
              </a:effectLst>
              <a:latin typeface="Gill Sans MT" pitchFamily="34" charset="0"/>
            </a:endParaRPr>
          </a:p>
        </p:txBody>
      </p:sp>
    </p:spTree>
    <p:extLst>
      <p:ext uri="{BB962C8B-B14F-4D97-AF65-F5344CB8AC3E}">
        <p14:creationId xmlns:p14="http://schemas.microsoft.com/office/powerpoint/2010/main" val="708155995"/>
      </p:ext>
    </p:extLst>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eaLnBrk="1" hangingPunct="1"/>
            <a:r>
              <a:rPr lang="en-GB" smtClean="0"/>
              <a:t>physical controls</a:t>
            </a:r>
          </a:p>
        </p:txBody>
      </p:sp>
      <p:pic>
        <p:nvPicPr>
          <p:cNvPr id="34820" name="Picture 4" descr="&#10;microwave.jpg                                                  0007898DMacintosh HD                   ABA78158:"/>
          <p:cNvPicPr>
            <a:picLocks noChangeAspect="1" noChangeArrowheads="1"/>
          </p:cNvPicPr>
          <p:nvPr/>
        </p:nvPicPr>
        <p:blipFill>
          <a:blip r:embed="rId3"/>
          <a:srcRect/>
          <a:stretch>
            <a:fillRect/>
          </a:stretch>
        </p:blipFill>
        <p:spPr bwMode="auto">
          <a:xfrm>
            <a:off x="6226175" y="1600200"/>
            <a:ext cx="2384425" cy="4992688"/>
          </a:xfrm>
          <a:prstGeom prst="rect">
            <a:avLst/>
          </a:prstGeom>
          <a:noFill/>
          <a:ln w="9525">
            <a:noFill/>
            <a:miter lim="800000"/>
            <a:headEnd/>
            <a:tailEnd/>
          </a:ln>
        </p:spPr>
      </p:pic>
      <p:sp>
        <p:nvSpPr>
          <p:cNvPr id="34821" name="Rectangle 14"/>
          <p:cNvSpPr>
            <a:spLocks noChangeArrowheads="1"/>
          </p:cNvSpPr>
          <p:nvPr/>
        </p:nvSpPr>
        <p:spPr bwMode="auto">
          <a:xfrm>
            <a:off x="990600" y="2743200"/>
            <a:ext cx="3429000" cy="1828800"/>
          </a:xfrm>
          <a:prstGeom prst="rect">
            <a:avLst/>
          </a:prstGeom>
          <a:solidFill>
            <a:schemeClr val="bg1"/>
          </a:solidFill>
          <a:ln w="9525">
            <a:solidFill>
              <a:schemeClr val="bg1"/>
            </a:solidFill>
            <a:miter lim="800000"/>
            <a:headEnd/>
            <a:tailEnd/>
          </a:ln>
        </p:spPr>
        <p:txBody>
          <a:bodyPr wrap="none" anchor="ctr"/>
          <a:lstStyle/>
          <a:p>
            <a:endParaRPr lang="en-US"/>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eaLnBrk="1" hangingPunct="1"/>
            <a:r>
              <a:rPr lang="en-GB" smtClean="0"/>
              <a:t>physical controls</a:t>
            </a:r>
          </a:p>
        </p:txBody>
      </p:sp>
      <p:sp>
        <p:nvSpPr>
          <p:cNvPr id="34819" name="Rectangle 3"/>
          <p:cNvSpPr>
            <a:spLocks noGrp="1" noChangeArrowheads="1"/>
          </p:cNvSpPr>
          <p:nvPr>
            <p:ph type="body" idx="1"/>
          </p:nvPr>
        </p:nvSpPr>
        <p:spPr/>
        <p:txBody>
          <a:bodyPr/>
          <a:lstStyle/>
          <a:p>
            <a:pPr marL="381000" indent="-381000" eaLnBrk="1" hangingPunct="1">
              <a:lnSpc>
                <a:spcPct val="120000"/>
              </a:lnSpc>
            </a:pPr>
            <a:r>
              <a:rPr lang="en-US" sz="3200" smtClean="0"/>
              <a:t>grouping of items</a:t>
            </a:r>
          </a:p>
          <a:p>
            <a:pPr marL="857250" lvl="1" eaLnBrk="1" hangingPunct="1">
              <a:lnSpc>
                <a:spcPct val="120000"/>
              </a:lnSpc>
            </a:pPr>
            <a:r>
              <a:rPr lang="en-US" sz="2800" smtClean="0"/>
              <a:t>defrost settings</a:t>
            </a:r>
          </a:p>
          <a:p>
            <a:pPr marL="857250" lvl="1" eaLnBrk="1" hangingPunct="1">
              <a:lnSpc>
                <a:spcPct val="120000"/>
              </a:lnSpc>
            </a:pPr>
            <a:r>
              <a:rPr lang="en-US" sz="2800" smtClean="0"/>
              <a:t>type of food</a:t>
            </a:r>
          </a:p>
          <a:p>
            <a:pPr marL="857250" lvl="1" eaLnBrk="1" hangingPunct="1">
              <a:lnSpc>
                <a:spcPct val="120000"/>
              </a:lnSpc>
            </a:pPr>
            <a:r>
              <a:rPr lang="en-US" sz="2800" smtClean="0"/>
              <a:t>time to cook</a:t>
            </a:r>
          </a:p>
        </p:txBody>
      </p:sp>
      <p:pic>
        <p:nvPicPr>
          <p:cNvPr id="34820" name="Picture 4" descr="&#10;microwave.jpg                                                  0007898DMacintosh HD                   ABA78158:"/>
          <p:cNvPicPr>
            <a:picLocks noChangeAspect="1" noChangeArrowheads="1"/>
          </p:cNvPicPr>
          <p:nvPr/>
        </p:nvPicPr>
        <p:blipFill>
          <a:blip r:embed="rId2"/>
          <a:srcRect/>
          <a:stretch>
            <a:fillRect/>
          </a:stretch>
        </p:blipFill>
        <p:spPr bwMode="auto">
          <a:xfrm>
            <a:off x="6226175" y="1600200"/>
            <a:ext cx="2384425" cy="4992688"/>
          </a:xfrm>
          <a:prstGeom prst="rect">
            <a:avLst/>
          </a:prstGeom>
          <a:noFill/>
          <a:ln w="9525">
            <a:noFill/>
            <a:miter lim="800000"/>
            <a:headEnd/>
            <a:tailEnd/>
          </a:ln>
        </p:spPr>
      </p:pic>
      <p:sp>
        <p:nvSpPr>
          <p:cNvPr id="34821" name="Rectangle 14"/>
          <p:cNvSpPr>
            <a:spLocks noChangeArrowheads="1"/>
          </p:cNvSpPr>
          <p:nvPr/>
        </p:nvSpPr>
        <p:spPr bwMode="auto">
          <a:xfrm>
            <a:off x="990600" y="2743200"/>
            <a:ext cx="3429000" cy="1828800"/>
          </a:xfrm>
          <a:prstGeom prst="rect">
            <a:avLst/>
          </a:prstGeom>
          <a:solidFill>
            <a:schemeClr val="bg1"/>
          </a:solidFill>
          <a:ln w="9525">
            <a:solidFill>
              <a:schemeClr val="bg1"/>
            </a:solidFill>
            <a:miter lim="800000"/>
            <a:headEnd/>
            <a:tailEnd/>
          </a:ln>
        </p:spPr>
        <p:txBody>
          <a:bodyPr wrap="none" anchor="ctr"/>
          <a:lstStyle/>
          <a:p>
            <a:endParaRPr lang="en-US"/>
          </a:p>
        </p:txBody>
      </p:sp>
      <p:grpSp>
        <p:nvGrpSpPr>
          <p:cNvPr id="2" name="Group 17"/>
          <p:cNvGrpSpPr>
            <a:grpSpLocks/>
          </p:cNvGrpSpPr>
          <p:nvPr/>
        </p:nvGrpSpPr>
        <p:grpSpPr bwMode="auto">
          <a:xfrm>
            <a:off x="1374775" y="3429000"/>
            <a:ext cx="7007225" cy="1828800"/>
            <a:chOff x="866" y="2160"/>
            <a:chExt cx="4414" cy="1152"/>
          </a:xfrm>
        </p:grpSpPr>
        <p:sp>
          <p:nvSpPr>
            <p:cNvPr id="34831" name="Oval 6"/>
            <p:cNvSpPr>
              <a:spLocks noChangeArrowheads="1"/>
            </p:cNvSpPr>
            <p:nvPr/>
          </p:nvSpPr>
          <p:spPr bwMode="auto">
            <a:xfrm>
              <a:off x="4656" y="2400"/>
              <a:ext cx="624" cy="912"/>
            </a:xfrm>
            <a:prstGeom prst="ellipse">
              <a:avLst/>
            </a:prstGeom>
            <a:noFill/>
            <a:ln w="57150">
              <a:solidFill>
                <a:srgbClr val="FF0000"/>
              </a:solidFill>
              <a:round/>
              <a:headEnd/>
              <a:tailEnd/>
            </a:ln>
          </p:spPr>
          <p:txBody>
            <a:bodyPr wrap="none" anchor="ctr"/>
            <a:lstStyle/>
            <a:p>
              <a:endParaRPr lang="en-US"/>
            </a:p>
          </p:txBody>
        </p:sp>
        <p:sp>
          <p:nvSpPr>
            <p:cNvPr id="34832" name="Line 9"/>
            <p:cNvSpPr>
              <a:spLocks noChangeShapeType="1"/>
            </p:cNvSpPr>
            <p:nvPr/>
          </p:nvSpPr>
          <p:spPr bwMode="auto">
            <a:xfrm>
              <a:off x="2400" y="2400"/>
              <a:ext cx="2256" cy="336"/>
            </a:xfrm>
            <a:prstGeom prst="line">
              <a:avLst/>
            </a:prstGeom>
            <a:noFill/>
            <a:ln w="57150">
              <a:solidFill>
                <a:srgbClr val="FF0000"/>
              </a:solidFill>
              <a:round/>
              <a:headEnd/>
              <a:tailEnd/>
            </a:ln>
          </p:spPr>
          <p:txBody>
            <a:bodyPr wrap="none" anchor="ctr"/>
            <a:lstStyle/>
            <a:p>
              <a:endParaRPr lang="en-US"/>
            </a:p>
          </p:txBody>
        </p:sp>
        <p:sp>
          <p:nvSpPr>
            <p:cNvPr id="34833" name="Rectangle 11"/>
            <p:cNvSpPr>
              <a:spLocks noChangeArrowheads="1"/>
            </p:cNvSpPr>
            <p:nvPr/>
          </p:nvSpPr>
          <p:spPr bwMode="auto">
            <a:xfrm>
              <a:off x="866" y="2160"/>
              <a:ext cx="1474" cy="384"/>
            </a:xfrm>
            <a:prstGeom prst="rect">
              <a:avLst/>
            </a:prstGeom>
            <a:noFill/>
            <a:ln w="9525">
              <a:noFill/>
              <a:miter lim="800000"/>
              <a:headEnd/>
              <a:tailEnd/>
            </a:ln>
          </p:spPr>
          <p:txBody>
            <a:bodyPr wrap="none">
              <a:spAutoFit/>
            </a:bodyPr>
            <a:lstStyle/>
            <a:p>
              <a:pPr eaLnBrk="1" hangingPunct="1">
                <a:lnSpc>
                  <a:spcPct val="120000"/>
                </a:lnSpc>
                <a:spcBef>
                  <a:spcPct val="20000"/>
                </a:spcBef>
              </a:pPr>
              <a:r>
                <a:rPr lang="en-US" sz="2800">
                  <a:latin typeface="Verdana" charset="0"/>
                </a:rPr>
                <a:t>type of food</a:t>
              </a:r>
              <a:endParaRPr lang="en-GB" sz="2800">
                <a:latin typeface="Verdana" charset="0"/>
              </a:endParaRPr>
            </a:p>
          </p:txBody>
        </p:sp>
      </p:grpSp>
      <p:grpSp>
        <p:nvGrpSpPr>
          <p:cNvPr id="3" name="Group 18"/>
          <p:cNvGrpSpPr>
            <a:grpSpLocks/>
          </p:cNvGrpSpPr>
          <p:nvPr/>
        </p:nvGrpSpPr>
        <p:grpSpPr bwMode="auto">
          <a:xfrm>
            <a:off x="1374775" y="4114800"/>
            <a:ext cx="6931025" cy="2209800"/>
            <a:chOff x="866" y="2592"/>
            <a:chExt cx="4366" cy="1392"/>
          </a:xfrm>
        </p:grpSpPr>
        <p:sp>
          <p:nvSpPr>
            <p:cNvPr id="34828" name="Oval 7"/>
            <p:cNvSpPr>
              <a:spLocks noChangeArrowheads="1"/>
            </p:cNvSpPr>
            <p:nvPr/>
          </p:nvSpPr>
          <p:spPr bwMode="auto">
            <a:xfrm rot="510320">
              <a:off x="4176" y="3456"/>
              <a:ext cx="1056" cy="528"/>
            </a:xfrm>
            <a:prstGeom prst="ellipse">
              <a:avLst/>
            </a:prstGeom>
            <a:noFill/>
            <a:ln w="57150">
              <a:solidFill>
                <a:srgbClr val="FF0000"/>
              </a:solidFill>
              <a:round/>
              <a:headEnd/>
              <a:tailEnd/>
            </a:ln>
          </p:spPr>
          <p:txBody>
            <a:bodyPr wrap="none" anchor="ctr"/>
            <a:lstStyle/>
            <a:p>
              <a:endParaRPr lang="en-US"/>
            </a:p>
          </p:txBody>
        </p:sp>
        <p:sp>
          <p:nvSpPr>
            <p:cNvPr id="34829" name="Line 10"/>
            <p:cNvSpPr>
              <a:spLocks noChangeShapeType="1"/>
            </p:cNvSpPr>
            <p:nvPr/>
          </p:nvSpPr>
          <p:spPr bwMode="auto">
            <a:xfrm>
              <a:off x="2448" y="2880"/>
              <a:ext cx="1776" cy="720"/>
            </a:xfrm>
            <a:prstGeom prst="line">
              <a:avLst/>
            </a:prstGeom>
            <a:noFill/>
            <a:ln w="57150">
              <a:solidFill>
                <a:srgbClr val="FF0000"/>
              </a:solidFill>
              <a:round/>
              <a:headEnd/>
              <a:tailEnd/>
            </a:ln>
          </p:spPr>
          <p:txBody>
            <a:bodyPr wrap="none" anchor="ctr"/>
            <a:lstStyle/>
            <a:p>
              <a:endParaRPr lang="en-US"/>
            </a:p>
          </p:txBody>
        </p:sp>
        <p:sp>
          <p:nvSpPr>
            <p:cNvPr id="34830" name="Rectangle 13"/>
            <p:cNvSpPr>
              <a:spLocks noChangeArrowheads="1"/>
            </p:cNvSpPr>
            <p:nvPr/>
          </p:nvSpPr>
          <p:spPr bwMode="auto">
            <a:xfrm>
              <a:off x="866" y="2592"/>
              <a:ext cx="1520" cy="384"/>
            </a:xfrm>
            <a:prstGeom prst="rect">
              <a:avLst/>
            </a:prstGeom>
            <a:noFill/>
            <a:ln w="9525">
              <a:noFill/>
              <a:miter lim="800000"/>
              <a:headEnd/>
              <a:tailEnd/>
            </a:ln>
          </p:spPr>
          <p:txBody>
            <a:bodyPr wrap="none">
              <a:spAutoFit/>
            </a:bodyPr>
            <a:lstStyle/>
            <a:p>
              <a:pPr eaLnBrk="1" hangingPunct="1">
                <a:lnSpc>
                  <a:spcPct val="120000"/>
                </a:lnSpc>
                <a:spcBef>
                  <a:spcPct val="20000"/>
                </a:spcBef>
              </a:pPr>
              <a:r>
                <a:rPr lang="en-US" sz="2800">
                  <a:latin typeface="Verdana" charset="0"/>
                </a:rPr>
                <a:t>time to cook</a:t>
              </a:r>
              <a:endParaRPr lang="en-GB" sz="2800">
                <a:latin typeface="Verdana" charset="0"/>
              </a:endParaRPr>
            </a:p>
          </p:txBody>
        </p:sp>
      </p:grpSp>
      <p:grpSp>
        <p:nvGrpSpPr>
          <p:cNvPr id="4" name="Group 16"/>
          <p:cNvGrpSpPr>
            <a:grpSpLocks/>
          </p:cNvGrpSpPr>
          <p:nvPr/>
        </p:nvGrpSpPr>
        <p:grpSpPr bwMode="auto">
          <a:xfrm>
            <a:off x="1374775" y="2743200"/>
            <a:ext cx="6245225" cy="1066800"/>
            <a:chOff x="866" y="1728"/>
            <a:chExt cx="3934" cy="672"/>
          </a:xfrm>
        </p:grpSpPr>
        <p:sp>
          <p:nvSpPr>
            <p:cNvPr id="34825" name="Oval 5"/>
            <p:cNvSpPr>
              <a:spLocks noChangeArrowheads="1"/>
            </p:cNvSpPr>
            <p:nvPr/>
          </p:nvSpPr>
          <p:spPr bwMode="auto">
            <a:xfrm>
              <a:off x="4032" y="1824"/>
              <a:ext cx="768" cy="576"/>
            </a:xfrm>
            <a:prstGeom prst="ellipse">
              <a:avLst/>
            </a:prstGeom>
            <a:noFill/>
            <a:ln w="57150">
              <a:solidFill>
                <a:srgbClr val="FF0000"/>
              </a:solidFill>
              <a:round/>
              <a:headEnd/>
              <a:tailEnd/>
            </a:ln>
          </p:spPr>
          <p:txBody>
            <a:bodyPr wrap="none" anchor="ctr"/>
            <a:lstStyle/>
            <a:p>
              <a:endParaRPr lang="en-US"/>
            </a:p>
          </p:txBody>
        </p:sp>
        <p:sp>
          <p:nvSpPr>
            <p:cNvPr id="34826" name="Line 8"/>
            <p:cNvSpPr>
              <a:spLocks noChangeShapeType="1"/>
            </p:cNvSpPr>
            <p:nvPr/>
          </p:nvSpPr>
          <p:spPr bwMode="auto">
            <a:xfrm>
              <a:off x="2832" y="1920"/>
              <a:ext cx="1200" cy="144"/>
            </a:xfrm>
            <a:prstGeom prst="line">
              <a:avLst/>
            </a:prstGeom>
            <a:noFill/>
            <a:ln w="57150">
              <a:solidFill>
                <a:srgbClr val="FF0000"/>
              </a:solidFill>
              <a:round/>
              <a:headEnd/>
              <a:tailEnd/>
            </a:ln>
          </p:spPr>
          <p:txBody>
            <a:bodyPr wrap="none" anchor="ctr"/>
            <a:lstStyle/>
            <a:p>
              <a:endParaRPr lang="en-US"/>
            </a:p>
          </p:txBody>
        </p:sp>
        <p:sp>
          <p:nvSpPr>
            <p:cNvPr id="34827" name="Rectangle 12"/>
            <p:cNvSpPr>
              <a:spLocks noChangeArrowheads="1"/>
            </p:cNvSpPr>
            <p:nvPr/>
          </p:nvSpPr>
          <p:spPr bwMode="auto">
            <a:xfrm>
              <a:off x="866" y="1728"/>
              <a:ext cx="1870" cy="384"/>
            </a:xfrm>
            <a:prstGeom prst="rect">
              <a:avLst/>
            </a:prstGeom>
            <a:noFill/>
            <a:ln w="9525">
              <a:noFill/>
              <a:miter lim="800000"/>
              <a:headEnd/>
              <a:tailEnd/>
            </a:ln>
          </p:spPr>
          <p:txBody>
            <a:bodyPr wrap="none">
              <a:spAutoFit/>
            </a:bodyPr>
            <a:lstStyle/>
            <a:p>
              <a:pPr eaLnBrk="1" hangingPunct="1">
                <a:lnSpc>
                  <a:spcPct val="120000"/>
                </a:lnSpc>
                <a:spcBef>
                  <a:spcPct val="20000"/>
                </a:spcBef>
              </a:pPr>
              <a:r>
                <a:rPr lang="en-US" sz="2800">
                  <a:latin typeface="Verdana" charset="0"/>
                </a:rPr>
                <a:t>defrost settings</a:t>
              </a:r>
              <a:endParaRPr lang="en-GB" sz="2800">
                <a:latin typeface="Verdana"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eaLnBrk="1" hangingPunct="1"/>
            <a:r>
              <a:rPr lang="en-GB" smtClean="0"/>
              <a:t>physical controls</a:t>
            </a:r>
          </a:p>
        </p:txBody>
      </p:sp>
      <p:sp>
        <p:nvSpPr>
          <p:cNvPr id="35843" name="Rectangle 3"/>
          <p:cNvSpPr>
            <a:spLocks noGrp="1" noChangeArrowheads="1"/>
          </p:cNvSpPr>
          <p:nvPr>
            <p:ph type="body" idx="1"/>
          </p:nvPr>
        </p:nvSpPr>
        <p:spPr/>
        <p:txBody>
          <a:bodyPr/>
          <a:lstStyle/>
          <a:p>
            <a:pPr marL="381000" indent="-381000" eaLnBrk="1" hangingPunct="1">
              <a:lnSpc>
                <a:spcPct val="120000"/>
              </a:lnSpc>
            </a:pPr>
            <a:r>
              <a:rPr lang="en-US" sz="3200" smtClean="0">
                <a:solidFill>
                  <a:schemeClr val="bg2"/>
                </a:solidFill>
              </a:rPr>
              <a:t>grouping of items</a:t>
            </a:r>
          </a:p>
          <a:p>
            <a:pPr marL="381000" indent="-381000" eaLnBrk="1" hangingPunct="1">
              <a:lnSpc>
                <a:spcPct val="120000"/>
              </a:lnSpc>
            </a:pPr>
            <a:r>
              <a:rPr lang="en-US" sz="3200" smtClean="0"/>
              <a:t>order of items</a:t>
            </a:r>
          </a:p>
          <a:p>
            <a:pPr marL="1244600" lvl="2" indent="-482600" eaLnBrk="1" hangingPunct="1">
              <a:lnSpc>
                <a:spcPct val="120000"/>
              </a:lnSpc>
              <a:buFont typeface="Times" charset="0"/>
              <a:buAutoNum type="arabicParenR"/>
            </a:pPr>
            <a:r>
              <a:rPr lang="en-US" sz="2400" smtClean="0"/>
              <a:t>type of heating</a:t>
            </a:r>
          </a:p>
          <a:p>
            <a:pPr marL="1244600" lvl="2" indent="-482600" eaLnBrk="1" hangingPunct="1">
              <a:lnSpc>
                <a:spcPct val="120000"/>
              </a:lnSpc>
              <a:buFont typeface="Times" charset="0"/>
              <a:buAutoNum type="arabicParenR"/>
            </a:pPr>
            <a:r>
              <a:rPr lang="en-US" sz="2400" smtClean="0"/>
              <a:t>temperature</a:t>
            </a:r>
          </a:p>
          <a:p>
            <a:pPr marL="1244600" lvl="2" indent="-482600" eaLnBrk="1" hangingPunct="1">
              <a:lnSpc>
                <a:spcPct val="120000"/>
              </a:lnSpc>
              <a:buFont typeface="Times" charset="0"/>
              <a:buAutoNum type="arabicParenR"/>
            </a:pPr>
            <a:r>
              <a:rPr lang="en-US" sz="2400" smtClean="0"/>
              <a:t>time to cook</a:t>
            </a:r>
          </a:p>
          <a:p>
            <a:pPr marL="1244600" lvl="2" indent="-482600" eaLnBrk="1" hangingPunct="1">
              <a:lnSpc>
                <a:spcPct val="120000"/>
              </a:lnSpc>
              <a:buFont typeface="Times" charset="0"/>
              <a:buAutoNum type="arabicParenR"/>
            </a:pPr>
            <a:r>
              <a:rPr lang="en-US" sz="2400" smtClean="0"/>
              <a:t>start</a:t>
            </a:r>
          </a:p>
        </p:txBody>
      </p:sp>
      <p:pic>
        <p:nvPicPr>
          <p:cNvPr id="35844" name="Picture 4" descr="&#10;microwave.jpg                                                  0007898DMacintosh HD                   ABA78158:"/>
          <p:cNvPicPr>
            <a:picLocks noChangeAspect="1" noChangeArrowheads="1"/>
          </p:cNvPicPr>
          <p:nvPr/>
        </p:nvPicPr>
        <p:blipFill>
          <a:blip r:embed="rId2"/>
          <a:srcRect/>
          <a:stretch>
            <a:fillRect/>
          </a:stretch>
        </p:blipFill>
        <p:spPr bwMode="auto">
          <a:xfrm>
            <a:off x="6226175" y="1600200"/>
            <a:ext cx="2384425" cy="4992688"/>
          </a:xfrm>
          <a:prstGeom prst="rect">
            <a:avLst/>
          </a:prstGeom>
          <a:noFill/>
          <a:ln w="9525">
            <a:noFill/>
            <a:miter lim="800000"/>
            <a:headEnd/>
            <a:tailEnd/>
          </a:ln>
        </p:spPr>
      </p:pic>
      <p:sp>
        <p:nvSpPr>
          <p:cNvPr id="35845" name="Rectangle 16"/>
          <p:cNvSpPr>
            <a:spLocks noChangeArrowheads="1"/>
          </p:cNvSpPr>
          <p:nvPr/>
        </p:nvSpPr>
        <p:spPr bwMode="auto">
          <a:xfrm>
            <a:off x="1371600" y="3429000"/>
            <a:ext cx="3048000" cy="2057400"/>
          </a:xfrm>
          <a:prstGeom prst="rect">
            <a:avLst/>
          </a:prstGeom>
          <a:solidFill>
            <a:schemeClr val="bg1"/>
          </a:solidFill>
          <a:ln w="9525">
            <a:solidFill>
              <a:schemeClr val="bg1"/>
            </a:solidFill>
            <a:miter lim="800000"/>
            <a:headEnd/>
            <a:tailEnd/>
          </a:ln>
        </p:spPr>
        <p:txBody>
          <a:bodyPr wrap="none" anchor="ctr"/>
          <a:lstStyle/>
          <a:p>
            <a:endParaRPr lang="en-US"/>
          </a:p>
        </p:txBody>
      </p:sp>
      <p:grpSp>
        <p:nvGrpSpPr>
          <p:cNvPr id="2" name="Group 20"/>
          <p:cNvGrpSpPr>
            <a:grpSpLocks/>
          </p:cNvGrpSpPr>
          <p:nvPr/>
        </p:nvGrpSpPr>
        <p:grpSpPr bwMode="auto">
          <a:xfrm>
            <a:off x="1295400" y="5253038"/>
            <a:ext cx="6172200" cy="1376362"/>
            <a:chOff x="816" y="3309"/>
            <a:chExt cx="3888" cy="867"/>
          </a:xfrm>
        </p:grpSpPr>
        <p:sp>
          <p:nvSpPr>
            <p:cNvPr id="35856" name="Oval 8"/>
            <p:cNvSpPr>
              <a:spLocks noChangeArrowheads="1"/>
            </p:cNvSpPr>
            <p:nvPr/>
          </p:nvSpPr>
          <p:spPr bwMode="auto">
            <a:xfrm>
              <a:off x="4464" y="3936"/>
              <a:ext cx="240" cy="240"/>
            </a:xfrm>
            <a:prstGeom prst="ellipse">
              <a:avLst/>
            </a:prstGeom>
            <a:solidFill>
              <a:schemeClr val="bg1"/>
            </a:solidFill>
            <a:ln w="38100">
              <a:solidFill>
                <a:srgbClr val="FF0000"/>
              </a:solidFill>
              <a:round/>
              <a:headEnd/>
              <a:tailEnd/>
            </a:ln>
          </p:spPr>
          <p:txBody>
            <a:bodyPr wrap="none" anchor="ctr"/>
            <a:lstStyle/>
            <a:p>
              <a:pPr algn="ctr"/>
              <a:r>
                <a:rPr lang="en-GB" b="1">
                  <a:latin typeface="Arial" charset="0"/>
                </a:rPr>
                <a:t>4</a:t>
              </a:r>
            </a:p>
          </p:txBody>
        </p:sp>
        <p:sp>
          <p:nvSpPr>
            <p:cNvPr id="35857" name="Text Box 13"/>
            <p:cNvSpPr txBox="1">
              <a:spLocks noChangeArrowheads="1"/>
            </p:cNvSpPr>
            <p:nvPr/>
          </p:nvSpPr>
          <p:spPr bwMode="auto">
            <a:xfrm>
              <a:off x="816" y="3309"/>
              <a:ext cx="869" cy="291"/>
            </a:xfrm>
            <a:prstGeom prst="rect">
              <a:avLst/>
            </a:prstGeom>
            <a:noFill/>
            <a:ln w="9525">
              <a:noFill/>
              <a:miter lim="800000"/>
              <a:headEnd/>
              <a:tailEnd/>
            </a:ln>
          </p:spPr>
          <p:txBody>
            <a:bodyPr wrap="none">
              <a:spAutoFit/>
            </a:bodyPr>
            <a:lstStyle/>
            <a:p>
              <a:pPr marL="482600" indent="-482600"/>
              <a:r>
                <a:rPr lang="en-GB">
                  <a:latin typeface="Verdana" charset="0"/>
                </a:rPr>
                <a:t>4)	start</a:t>
              </a:r>
            </a:p>
          </p:txBody>
        </p:sp>
      </p:grpSp>
      <p:grpSp>
        <p:nvGrpSpPr>
          <p:cNvPr id="3" name="Group 18"/>
          <p:cNvGrpSpPr>
            <a:grpSpLocks/>
          </p:cNvGrpSpPr>
          <p:nvPr/>
        </p:nvGrpSpPr>
        <p:grpSpPr bwMode="auto">
          <a:xfrm>
            <a:off x="1295400" y="4033838"/>
            <a:ext cx="5410200" cy="1376362"/>
            <a:chOff x="816" y="2541"/>
            <a:chExt cx="3408" cy="867"/>
          </a:xfrm>
        </p:grpSpPr>
        <p:sp>
          <p:nvSpPr>
            <p:cNvPr id="35854" name="Oval 6"/>
            <p:cNvSpPr>
              <a:spLocks noChangeArrowheads="1"/>
            </p:cNvSpPr>
            <p:nvPr/>
          </p:nvSpPr>
          <p:spPr bwMode="auto">
            <a:xfrm>
              <a:off x="3984" y="3168"/>
              <a:ext cx="240" cy="240"/>
            </a:xfrm>
            <a:prstGeom prst="ellipse">
              <a:avLst/>
            </a:prstGeom>
            <a:solidFill>
              <a:schemeClr val="bg1"/>
            </a:solidFill>
            <a:ln w="38100">
              <a:solidFill>
                <a:srgbClr val="FF0000"/>
              </a:solidFill>
              <a:round/>
              <a:headEnd/>
              <a:tailEnd/>
            </a:ln>
          </p:spPr>
          <p:txBody>
            <a:bodyPr wrap="none" anchor="ctr"/>
            <a:lstStyle/>
            <a:p>
              <a:pPr algn="ctr"/>
              <a:r>
                <a:rPr lang="en-GB" b="1">
                  <a:latin typeface="Arial" charset="0"/>
                </a:rPr>
                <a:t>2</a:t>
              </a:r>
            </a:p>
          </p:txBody>
        </p:sp>
        <p:sp>
          <p:nvSpPr>
            <p:cNvPr id="35855" name="Text Box 14"/>
            <p:cNvSpPr txBox="1">
              <a:spLocks noChangeArrowheads="1"/>
            </p:cNvSpPr>
            <p:nvPr/>
          </p:nvSpPr>
          <p:spPr bwMode="auto">
            <a:xfrm>
              <a:off x="816" y="2541"/>
              <a:ext cx="1622" cy="291"/>
            </a:xfrm>
            <a:prstGeom prst="rect">
              <a:avLst/>
            </a:prstGeom>
            <a:noFill/>
            <a:ln w="9525">
              <a:noFill/>
              <a:miter lim="800000"/>
              <a:headEnd/>
              <a:tailEnd/>
            </a:ln>
          </p:spPr>
          <p:txBody>
            <a:bodyPr wrap="none">
              <a:spAutoFit/>
            </a:bodyPr>
            <a:lstStyle/>
            <a:p>
              <a:pPr marL="482600" indent="-482600"/>
              <a:r>
                <a:rPr lang="en-GB">
                  <a:latin typeface="Verdana" charset="0"/>
                </a:rPr>
                <a:t>2)	temperature</a:t>
              </a:r>
            </a:p>
          </p:txBody>
        </p:sp>
      </p:grpSp>
      <p:grpSp>
        <p:nvGrpSpPr>
          <p:cNvPr id="4" name="Group 19"/>
          <p:cNvGrpSpPr>
            <a:grpSpLocks/>
          </p:cNvGrpSpPr>
          <p:nvPr/>
        </p:nvGrpSpPr>
        <p:grpSpPr bwMode="auto">
          <a:xfrm>
            <a:off x="1295400" y="4643438"/>
            <a:ext cx="5562600" cy="1376362"/>
            <a:chOff x="816" y="2925"/>
            <a:chExt cx="3504" cy="867"/>
          </a:xfrm>
        </p:grpSpPr>
        <p:sp>
          <p:nvSpPr>
            <p:cNvPr id="35852" name="Oval 7"/>
            <p:cNvSpPr>
              <a:spLocks noChangeArrowheads="1"/>
            </p:cNvSpPr>
            <p:nvPr/>
          </p:nvSpPr>
          <p:spPr bwMode="auto">
            <a:xfrm>
              <a:off x="4080" y="3552"/>
              <a:ext cx="240" cy="240"/>
            </a:xfrm>
            <a:prstGeom prst="ellipse">
              <a:avLst/>
            </a:prstGeom>
            <a:solidFill>
              <a:schemeClr val="bg1"/>
            </a:solidFill>
            <a:ln w="38100">
              <a:solidFill>
                <a:srgbClr val="FF0000"/>
              </a:solidFill>
              <a:round/>
              <a:headEnd/>
              <a:tailEnd/>
            </a:ln>
          </p:spPr>
          <p:txBody>
            <a:bodyPr wrap="none" anchor="ctr"/>
            <a:lstStyle/>
            <a:p>
              <a:pPr algn="ctr"/>
              <a:r>
                <a:rPr lang="en-GB" b="1">
                  <a:latin typeface="Arial" charset="0"/>
                </a:rPr>
                <a:t>3</a:t>
              </a:r>
            </a:p>
          </p:txBody>
        </p:sp>
        <p:sp>
          <p:nvSpPr>
            <p:cNvPr id="35853" name="Text Box 15"/>
            <p:cNvSpPr txBox="1">
              <a:spLocks noChangeArrowheads="1"/>
            </p:cNvSpPr>
            <p:nvPr/>
          </p:nvSpPr>
          <p:spPr bwMode="auto">
            <a:xfrm>
              <a:off x="816" y="2925"/>
              <a:ext cx="1627" cy="291"/>
            </a:xfrm>
            <a:prstGeom prst="rect">
              <a:avLst/>
            </a:prstGeom>
            <a:noFill/>
            <a:ln w="9525">
              <a:noFill/>
              <a:miter lim="800000"/>
              <a:headEnd/>
              <a:tailEnd/>
            </a:ln>
          </p:spPr>
          <p:txBody>
            <a:bodyPr wrap="none">
              <a:spAutoFit/>
            </a:bodyPr>
            <a:lstStyle/>
            <a:p>
              <a:pPr marL="482600" indent="-482600"/>
              <a:r>
                <a:rPr lang="en-GB">
                  <a:latin typeface="Verdana" charset="0"/>
                </a:rPr>
                <a:t>3)	time to cook</a:t>
              </a:r>
            </a:p>
          </p:txBody>
        </p:sp>
      </p:grpSp>
      <p:grpSp>
        <p:nvGrpSpPr>
          <p:cNvPr id="5" name="Group 17"/>
          <p:cNvGrpSpPr>
            <a:grpSpLocks/>
          </p:cNvGrpSpPr>
          <p:nvPr/>
        </p:nvGrpSpPr>
        <p:grpSpPr bwMode="auto">
          <a:xfrm>
            <a:off x="1295400" y="3429000"/>
            <a:ext cx="5486400" cy="685800"/>
            <a:chOff x="816" y="2160"/>
            <a:chExt cx="3456" cy="432"/>
          </a:xfrm>
        </p:grpSpPr>
        <p:sp>
          <p:nvSpPr>
            <p:cNvPr id="35850" name="Oval 5"/>
            <p:cNvSpPr>
              <a:spLocks noChangeArrowheads="1"/>
            </p:cNvSpPr>
            <p:nvPr/>
          </p:nvSpPr>
          <p:spPr bwMode="auto">
            <a:xfrm>
              <a:off x="4032" y="2352"/>
              <a:ext cx="240" cy="240"/>
            </a:xfrm>
            <a:prstGeom prst="ellipse">
              <a:avLst/>
            </a:prstGeom>
            <a:solidFill>
              <a:schemeClr val="bg1"/>
            </a:solidFill>
            <a:ln w="38100">
              <a:solidFill>
                <a:srgbClr val="FF0000"/>
              </a:solidFill>
              <a:round/>
              <a:headEnd/>
              <a:tailEnd/>
            </a:ln>
          </p:spPr>
          <p:txBody>
            <a:bodyPr wrap="none" anchor="ctr"/>
            <a:lstStyle/>
            <a:p>
              <a:pPr algn="ctr"/>
              <a:r>
                <a:rPr lang="en-GB" b="1">
                  <a:latin typeface="Arial" charset="0"/>
                </a:rPr>
                <a:t>1</a:t>
              </a:r>
            </a:p>
          </p:txBody>
        </p:sp>
        <p:sp>
          <p:nvSpPr>
            <p:cNvPr id="35851" name="Text Box 10"/>
            <p:cNvSpPr txBox="1">
              <a:spLocks noChangeArrowheads="1"/>
            </p:cNvSpPr>
            <p:nvPr/>
          </p:nvSpPr>
          <p:spPr bwMode="auto">
            <a:xfrm>
              <a:off x="816" y="2160"/>
              <a:ext cx="1887" cy="291"/>
            </a:xfrm>
            <a:prstGeom prst="rect">
              <a:avLst/>
            </a:prstGeom>
            <a:noFill/>
            <a:ln w="9525">
              <a:noFill/>
              <a:miter lim="800000"/>
              <a:headEnd/>
              <a:tailEnd/>
            </a:ln>
          </p:spPr>
          <p:txBody>
            <a:bodyPr wrap="none">
              <a:spAutoFit/>
            </a:bodyPr>
            <a:lstStyle/>
            <a:p>
              <a:pPr marL="482600" indent="-482600"/>
              <a:r>
                <a:rPr lang="en-GB">
                  <a:latin typeface="Verdana" charset="0"/>
                </a:rPr>
                <a:t>1)	type of heating</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pPr eaLnBrk="1" hangingPunct="1"/>
            <a:r>
              <a:rPr lang="en-GB" smtClean="0"/>
              <a:t>physical controls</a:t>
            </a:r>
          </a:p>
        </p:txBody>
      </p:sp>
      <p:sp>
        <p:nvSpPr>
          <p:cNvPr id="36867" name="Rectangle 3"/>
          <p:cNvSpPr>
            <a:spLocks noGrp="1" noChangeArrowheads="1"/>
          </p:cNvSpPr>
          <p:nvPr>
            <p:ph type="body" idx="1"/>
          </p:nvPr>
        </p:nvSpPr>
        <p:spPr/>
        <p:txBody>
          <a:bodyPr/>
          <a:lstStyle/>
          <a:p>
            <a:pPr marL="381000" indent="-381000" eaLnBrk="1" hangingPunct="1">
              <a:lnSpc>
                <a:spcPct val="120000"/>
              </a:lnSpc>
            </a:pPr>
            <a:r>
              <a:rPr lang="en-US" sz="3200" dirty="0" smtClean="0">
                <a:solidFill>
                  <a:schemeClr val="bg2"/>
                </a:solidFill>
              </a:rPr>
              <a:t>grouping of items</a:t>
            </a:r>
          </a:p>
          <a:p>
            <a:pPr marL="381000" indent="-381000" eaLnBrk="1" hangingPunct="1">
              <a:lnSpc>
                <a:spcPct val="120000"/>
              </a:lnSpc>
            </a:pPr>
            <a:r>
              <a:rPr lang="en-US" sz="3200" dirty="0" smtClean="0">
                <a:solidFill>
                  <a:schemeClr val="bg2"/>
                </a:solidFill>
              </a:rPr>
              <a:t>order of items</a:t>
            </a:r>
            <a:r>
              <a:rPr lang="en-US" sz="3200" dirty="0" smtClean="0"/>
              <a:t> </a:t>
            </a:r>
          </a:p>
          <a:p>
            <a:pPr marL="381000" indent="-381000" eaLnBrk="1" hangingPunct="1">
              <a:lnSpc>
                <a:spcPct val="120000"/>
              </a:lnSpc>
            </a:pPr>
            <a:r>
              <a:rPr lang="en-US" sz="3200" dirty="0" smtClean="0"/>
              <a:t>decoration *</a:t>
            </a:r>
          </a:p>
          <a:p>
            <a:pPr marL="857250" lvl="1" eaLnBrk="1" hangingPunct="1">
              <a:lnSpc>
                <a:spcPct val="120000"/>
              </a:lnSpc>
            </a:pPr>
            <a:r>
              <a:rPr lang="en-US" dirty="0" smtClean="0"/>
              <a:t>different </a:t>
            </a:r>
            <a:r>
              <a:rPr lang="en-US" dirty="0" err="1" smtClean="0"/>
              <a:t>colours</a:t>
            </a:r>
            <a:r>
              <a:rPr lang="en-US" dirty="0" smtClean="0"/>
              <a:t/>
            </a:r>
            <a:br>
              <a:rPr lang="en-US" dirty="0" smtClean="0"/>
            </a:br>
            <a:r>
              <a:rPr lang="en-US" dirty="0" smtClean="0"/>
              <a:t>for different functions</a:t>
            </a:r>
          </a:p>
          <a:p>
            <a:pPr marL="857250" lvl="1" eaLnBrk="1" hangingPunct="1">
              <a:lnSpc>
                <a:spcPct val="120000"/>
              </a:lnSpc>
            </a:pPr>
            <a:r>
              <a:rPr lang="en-US" dirty="0" smtClean="0"/>
              <a:t>lines around related</a:t>
            </a:r>
            <a:br>
              <a:rPr lang="en-US" dirty="0" smtClean="0"/>
            </a:br>
            <a:r>
              <a:rPr lang="en-US" dirty="0" smtClean="0"/>
              <a:t>buttons</a:t>
            </a:r>
          </a:p>
        </p:txBody>
      </p:sp>
      <p:pic>
        <p:nvPicPr>
          <p:cNvPr id="36868" name="Picture 4" descr="&#10;microwave.jpg                                                  0007898DMacintosh HD                   ABA78158:"/>
          <p:cNvPicPr>
            <a:picLocks noChangeAspect="1" noChangeArrowheads="1"/>
          </p:cNvPicPr>
          <p:nvPr/>
        </p:nvPicPr>
        <p:blipFill>
          <a:blip r:embed="rId3"/>
          <a:srcRect/>
          <a:stretch>
            <a:fillRect/>
          </a:stretch>
        </p:blipFill>
        <p:spPr bwMode="auto">
          <a:xfrm>
            <a:off x="6226175" y="1600200"/>
            <a:ext cx="2384425" cy="4992688"/>
          </a:xfrm>
          <a:prstGeom prst="rect">
            <a:avLst/>
          </a:prstGeom>
          <a:noFill/>
          <a:ln w="9525">
            <a:noFill/>
            <a:miter lim="800000"/>
            <a:headEnd/>
            <a:tailEnd/>
          </a:ln>
        </p:spPr>
      </p:pic>
      <p:sp>
        <p:nvSpPr>
          <p:cNvPr id="36869" name="Rectangle 6"/>
          <p:cNvSpPr>
            <a:spLocks noChangeArrowheads="1"/>
          </p:cNvSpPr>
          <p:nvPr/>
        </p:nvSpPr>
        <p:spPr bwMode="auto">
          <a:xfrm>
            <a:off x="1143000" y="4038600"/>
            <a:ext cx="4038600" cy="1981200"/>
          </a:xfrm>
          <a:prstGeom prst="rect">
            <a:avLst/>
          </a:prstGeom>
          <a:solidFill>
            <a:schemeClr val="bg1"/>
          </a:solidFill>
          <a:ln w="9525">
            <a:solidFill>
              <a:schemeClr val="bg1"/>
            </a:solidFill>
            <a:miter lim="800000"/>
            <a:headEnd/>
            <a:tailEnd/>
          </a:ln>
        </p:spPr>
        <p:txBody>
          <a:bodyPr wrap="none" anchor="ctr"/>
          <a:lstStyle/>
          <a:p>
            <a:endParaRPr lang="en-US"/>
          </a:p>
        </p:txBody>
      </p:sp>
      <p:grpSp>
        <p:nvGrpSpPr>
          <p:cNvPr id="2" name="Group 11"/>
          <p:cNvGrpSpPr>
            <a:grpSpLocks/>
          </p:cNvGrpSpPr>
          <p:nvPr/>
        </p:nvGrpSpPr>
        <p:grpSpPr bwMode="auto">
          <a:xfrm>
            <a:off x="1371600" y="3581400"/>
            <a:ext cx="5562600" cy="1447800"/>
            <a:chOff x="864" y="2256"/>
            <a:chExt cx="3504" cy="912"/>
          </a:xfrm>
        </p:grpSpPr>
        <p:sp>
          <p:nvSpPr>
            <p:cNvPr id="36874" name="Text Box 5"/>
            <p:cNvSpPr txBox="1">
              <a:spLocks noChangeArrowheads="1"/>
            </p:cNvSpPr>
            <p:nvPr/>
          </p:nvSpPr>
          <p:spPr bwMode="auto">
            <a:xfrm>
              <a:off x="864" y="2644"/>
              <a:ext cx="2688" cy="524"/>
            </a:xfrm>
            <a:prstGeom prst="rect">
              <a:avLst/>
            </a:prstGeom>
            <a:noFill/>
            <a:ln w="9525">
              <a:noFill/>
              <a:miter lim="800000"/>
              <a:headEnd/>
              <a:tailEnd/>
            </a:ln>
          </p:spPr>
          <p:txBody>
            <a:bodyPr>
              <a:spAutoFit/>
            </a:bodyPr>
            <a:lstStyle/>
            <a:p>
              <a:r>
                <a:rPr lang="en-GB" dirty="0">
                  <a:latin typeface="Verdana" charset="0"/>
                </a:rPr>
                <a:t>different colours for different functions</a:t>
              </a:r>
            </a:p>
          </p:txBody>
        </p:sp>
        <p:sp>
          <p:nvSpPr>
            <p:cNvPr id="36875" name="Line 8"/>
            <p:cNvSpPr>
              <a:spLocks noChangeShapeType="1"/>
            </p:cNvSpPr>
            <p:nvPr/>
          </p:nvSpPr>
          <p:spPr bwMode="auto">
            <a:xfrm flipV="1">
              <a:off x="2928" y="2256"/>
              <a:ext cx="1344" cy="528"/>
            </a:xfrm>
            <a:prstGeom prst="line">
              <a:avLst/>
            </a:prstGeom>
            <a:noFill/>
            <a:ln w="57150">
              <a:solidFill>
                <a:srgbClr val="FF0000"/>
              </a:solidFill>
              <a:round/>
              <a:headEnd/>
              <a:tailEnd type="triangle" w="med" len="med"/>
            </a:ln>
          </p:spPr>
          <p:txBody>
            <a:bodyPr wrap="none" anchor="ctr"/>
            <a:lstStyle/>
            <a:p>
              <a:endParaRPr lang="en-US"/>
            </a:p>
          </p:txBody>
        </p:sp>
        <p:sp>
          <p:nvSpPr>
            <p:cNvPr id="36876" name="Line 9"/>
            <p:cNvSpPr>
              <a:spLocks noChangeShapeType="1"/>
            </p:cNvSpPr>
            <p:nvPr/>
          </p:nvSpPr>
          <p:spPr bwMode="auto">
            <a:xfrm flipV="1">
              <a:off x="2832" y="2784"/>
              <a:ext cx="1536" cy="240"/>
            </a:xfrm>
            <a:prstGeom prst="line">
              <a:avLst/>
            </a:prstGeom>
            <a:noFill/>
            <a:ln w="57150">
              <a:solidFill>
                <a:srgbClr val="FF0000"/>
              </a:solidFill>
              <a:round/>
              <a:headEnd/>
              <a:tailEnd type="triangle" w="med" len="med"/>
            </a:ln>
          </p:spPr>
          <p:txBody>
            <a:bodyPr wrap="none" anchor="ctr"/>
            <a:lstStyle/>
            <a:p>
              <a:endParaRPr lang="en-US"/>
            </a:p>
          </p:txBody>
        </p:sp>
      </p:grpSp>
      <p:grpSp>
        <p:nvGrpSpPr>
          <p:cNvPr id="3" name="Group 12"/>
          <p:cNvGrpSpPr>
            <a:grpSpLocks/>
          </p:cNvGrpSpPr>
          <p:nvPr/>
        </p:nvGrpSpPr>
        <p:grpSpPr bwMode="auto">
          <a:xfrm>
            <a:off x="1371600" y="5187950"/>
            <a:ext cx="5334000" cy="831850"/>
            <a:chOff x="864" y="3268"/>
            <a:chExt cx="3360" cy="524"/>
          </a:xfrm>
        </p:grpSpPr>
        <p:sp>
          <p:nvSpPr>
            <p:cNvPr id="36872" name="Text Box 7"/>
            <p:cNvSpPr txBox="1">
              <a:spLocks noChangeArrowheads="1"/>
            </p:cNvSpPr>
            <p:nvPr/>
          </p:nvSpPr>
          <p:spPr bwMode="auto">
            <a:xfrm>
              <a:off x="864" y="3268"/>
              <a:ext cx="2236" cy="524"/>
            </a:xfrm>
            <a:prstGeom prst="rect">
              <a:avLst/>
            </a:prstGeom>
            <a:noFill/>
            <a:ln w="9525">
              <a:noFill/>
              <a:miter lim="800000"/>
              <a:headEnd/>
              <a:tailEnd/>
            </a:ln>
          </p:spPr>
          <p:txBody>
            <a:bodyPr wrap="none">
              <a:spAutoFit/>
            </a:bodyPr>
            <a:lstStyle/>
            <a:p>
              <a:r>
                <a:rPr lang="en-GB">
                  <a:latin typeface="Verdana" charset="0"/>
                </a:rPr>
                <a:t>lines around related </a:t>
              </a:r>
              <a:br>
                <a:rPr lang="en-GB">
                  <a:latin typeface="Verdana" charset="0"/>
                </a:rPr>
              </a:br>
              <a:r>
                <a:rPr lang="en-GB">
                  <a:latin typeface="Verdana" charset="0"/>
                </a:rPr>
                <a:t>buttons </a:t>
              </a:r>
              <a:r>
                <a:rPr lang="en-GB" sz="2000">
                  <a:latin typeface="Verdana" charset="0"/>
                </a:rPr>
                <a:t>(temp up/down)</a:t>
              </a:r>
            </a:p>
          </p:txBody>
        </p:sp>
        <p:sp>
          <p:nvSpPr>
            <p:cNvPr id="36873" name="Line 10"/>
            <p:cNvSpPr>
              <a:spLocks noChangeShapeType="1"/>
            </p:cNvSpPr>
            <p:nvPr/>
          </p:nvSpPr>
          <p:spPr bwMode="auto">
            <a:xfrm flipV="1">
              <a:off x="2976" y="3360"/>
              <a:ext cx="1248" cy="144"/>
            </a:xfrm>
            <a:prstGeom prst="line">
              <a:avLst/>
            </a:prstGeom>
            <a:noFill/>
            <a:ln w="57150">
              <a:solidFill>
                <a:srgbClr val="FF0000"/>
              </a:solidFill>
              <a:round/>
              <a:headEnd/>
              <a:tailEnd type="triangle" w="med" len="med"/>
            </a:ln>
          </p:spPr>
          <p:txBody>
            <a:bodyPr wrap="none" anchor="ct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pPr eaLnBrk="1" hangingPunct="1"/>
            <a:r>
              <a:rPr lang="en-GB" smtClean="0"/>
              <a:t>physical controls</a:t>
            </a:r>
          </a:p>
        </p:txBody>
      </p:sp>
      <p:sp>
        <p:nvSpPr>
          <p:cNvPr id="37891" name="Rectangle 3"/>
          <p:cNvSpPr>
            <a:spLocks noGrp="1" noChangeArrowheads="1"/>
          </p:cNvSpPr>
          <p:nvPr>
            <p:ph type="body" idx="1"/>
          </p:nvPr>
        </p:nvSpPr>
        <p:spPr/>
        <p:txBody>
          <a:bodyPr/>
          <a:lstStyle/>
          <a:p>
            <a:pPr marL="381000" indent="-381000" eaLnBrk="1" hangingPunct="1">
              <a:lnSpc>
                <a:spcPct val="120000"/>
              </a:lnSpc>
            </a:pPr>
            <a:r>
              <a:rPr lang="en-US" sz="3200" smtClean="0">
                <a:solidFill>
                  <a:schemeClr val="bg2"/>
                </a:solidFill>
              </a:rPr>
              <a:t>grouping of items</a:t>
            </a:r>
          </a:p>
          <a:p>
            <a:pPr marL="381000" indent="-381000" eaLnBrk="1" hangingPunct="1">
              <a:lnSpc>
                <a:spcPct val="120000"/>
              </a:lnSpc>
            </a:pPr>
            <a:r>
              <a:rPr lang="en-US" sz="3200" smtClean="0">
                <a:solidFill>
                  <a:schemeClr val="bg2"/>
                </a:solidFill>
              </a:rPr>
              <a:t>order of items </a:t>
            </a:r>
          </a:p>
          <a:p>
            <a:pPr marL="381000" indent="-381000" eaLnBrk="1" hangingPunct="1">
              <a:lnSpc>
                <a:spcPct val="120000"/>
              </a:lnSpc>
            </a:pPr>
            <a:r>
              <a:rPr lang="en-US" sz="3200" smtClean="0">
                <a:solidFill>
                  <a:schemeClr val="bg2"/>
                </a:solidFill>
              </a:rPr>
              <a:t>decoration</a:t>
            </a:r>
            <a:endParaRPr lang="en-US" sz="3200" smtClean="0"/>
          </a:p>
          <a:p>
            <a:pPr marL="381000" indent="-381000" eaLnBrk="1" hangingPunct="1">
              <a:lnSpc>
                <a:spcPct val="120000"/>
              </a:lnSpc>
            </a:pPr>
            <a:r>
              <a:rPr lang="en-US" sz="3200" smtClean="0"/>
              <a:t>alignment</a:t>
            </a:r>
          </a:p>
          <a:p>
            <a:pPr marL="857250" lvl="1" eaLnBrk="1" hangingPunct="1">
              <a:lnSpc>
                <a:spcPct val="120000"/>
              </a:lnSpc>
            </a:pPr>
            <a:r>
              <a:rPr lang="en-US" smtClean="0"/>
              <a:t>centered text in buttons</a:t>
            </a:r>
            <a:br>
              <a:rPr lang="en-US" smtClean="0"/>
            </a:br>
            <a:r>
              <a:rPr lang="en-US" smtClean="0"/>
              <a:t>? easy to scan ?</a:t>
            </a:r>
          </a:p>
        </p:txBody>
      </p:sp>
      <p:pic>
        <p:nvPicPr>
          <p:cNvPr id="37892" name="Picture 4" descr="&#10;microwave.jpg                                                  0007898DMacintosh HD                   ABA78158:"/>
          <p:cNvPicPr>
            <a:picLocks noChangeAspect="1" noChangeArrowheads="1"/>
          </p:cNvPicPr>
          <p:nvPr/>
        </p:nvPicPr>
        <p:blipFill>
          <a:blip r:embed="rId2"/>
          <a:srcRect/>
          <a:stretch>
            <a:fillRect/>
          </a:stretch>
        </p:blipFill>
        <p:spPr bwMode="auto">
          <a:xfrm>
            <a:off x="6226175" y="1600200"/>
            <a:ext cx="2384425" cy="4992688"/>
          </a:xfrm>
          <a:prstGeom prst="rect">
            <a:avLst/>
          </a:prstGeom>
          <a:noFill/>
          <a:ln w="9525">
            <a:noFill/>
            <a:miter lim="800000"/>
            <a:headEnd/>
            <a:tailEnd/>
          </a:ln>
        </p:spPr>
      </p:pic>
      <p:sp>
        <p:nvSpPr>
          <p:cNvPr id="37893" name="Rectangle 7"/>
          <p:cNvSpPr>
            <a:spLocks noChangeArrowheads="1"/>
          </p:cNvSpPr>
          <p:nvPr/>
        </p:nvSpPr>
        <p:spPr bwMode="auto">
          <a:xfrm>
            <a:off x="1219200" y="4724400"/>
            <a:ext cx="4267200" cy="1066800"/>
          </a:xfrm>
          <a:prstGeom prst="rect">
            <a:avLst/>
          </a:prstGeom>
          <a:solidFill>
            <a:schemeClr val="bg1"/>
          </a:solidFill>
          <a:ln w="9525">
            <a:solidFill>
              <a:schemeClr val="bg1"/>
            </a:solidFill>
            <a:miter lim="800000"/>
            <a:headEnd/>
            <a:tailEnd/>
          </a:ln>
        </p:spPr>
        <p:txBody>
          <a:bodyPr wrap="none" anchor="ctr"/>
          <a:lstStyle/>
          <a:p>
            <a:endParaRPr lang="en-US"/>
          </a:p>
        </p:txBody>
      </p:sp>
      <p:sp>
        <p:nvSpPr>
          <p:cNvPr id="163846" name="Text Box 6"/>
          <p:cNvSpPr txBox="1">
            <a:spLocks noChangeArrowheads="1"/>
          </p:cNvSpPr>
          <p:nvPr/>
        </p:nvSpPr>
        <p:spPr bwMode="auto">
          <a:xfrm>
            <a:off x="1371600" y="5562600"/>
            <a:ext cx="2652713" cy="461963"/>
          </a:xfrm>
          <a:prstGeom prst="rect">
            <a:avLst/>
          </a:prstGeom>
          <a:noFill/>
          <a:ln w="9525">
            <a:noFill/>
            <a:miter lim="800000"/>
            <a:headEnd/>
            <a:tailEnd/>
          </a:ln>
        </p:spPr>
        <p:txBody>
          <a:bodyPr wrap="none">
            <a:spAutoFit/>
          </a:bodyPr>
          <a:lstStyle/>
          <a:p>
            <a:r>
              <a:rPr lang="en-GB">
                <a:latin typeface="Verdana" charset="0"/>
              </a:rPr>
              <a:t>? easy to scan ?</a:t>
            </a:r>
          </a:p>
        </p:txBody>
      </p:sp>
      <p:grpSp>
        <p:nvGrpSpPr>
          <p:cNvPr id="2" name="Group 10"/>
          <p:cNvGrpSpPr>
            <a:grpSpLocks/>
          </p:cNvGrpSpPr>
          <p:nvPr/>
        </p:nvGrpSpPr>
        <p:grpSpPr bwMode="auto">
          <a:xfrm>
            <a:off x="1447800" y="3886200"/>
            <a:ext cx="6172200" cy="1528763"/>
            <a:chOff x="912" y="2448"/>
            <a:chExt cx="3888" cy="963"/>
          </a:xfrm>
        </p:grpSpPr>
        <p:sp>
          <p:nvSpPr>
            <p:cNvPr id="37896" name="Text Box 5"/>
            <p:cNvSpPr txBox="1">
              <a:spLocks noChangeArrowheads="1"/>
            </p:cNvSpPr>
            <p:nvPr/>
          </p:nvSpPr>
          <p:spPr bwMode="auto">
            <a:xfrm>
              <a:off x="912" y="3120"/>
              <a:ext cx="2336" cy="291"/>
            </a:xfrm>
            <a:prstGeom prst="rect">
              <a:avLst/>
            </a:prstGeom>
            <a:noFill/>
            <a:ln w="9525">
              <a:noFill/>
              <a:miter lim="800000"/>
              <a:headEnd/>
              <a:tailEnd/>
            </a:ln>
          </p:spPr>
          <p:txBody>
            <a:bodyPr wrap="none">
              <a:spAutoFit/>
            </a:bodyPr>
            <a:lstStyle/>
            <a:p>
              <a:r>
                <a:rPr lang="en-GB">
                  <a:latin typeface="Verdana" charset="0"/>
                </a:rPr>
                <a:t>centred text in buttons</a:t>
              </a:r>
            </a:p>
          </p:txBody>
        </p:sp>
        <p:sp>
          <p:nvSpPr>
            <p:cNvPr id="37897" name="AutoShape 8"/>
            <p:cNvSpPr>
              <a:spLocks/>
            </p:cNvSpPr>
            <p:nvPr/>
          </p:nvSpPr>
          <p:spPr bwMode="auto">
            <a:xfrm>
              <a:off x="4608" y="2448"/>
              <a:ext cx="192" cy="816"/>
            </a:xfrm>
            <a:prstGeom prst="leftBrace">
              <a:avLst>
                <a:gd name="adj1" fmla="val 35417"/>
                <a:gd name="adj2" fmla="val 50000"/>
              </a:avLst>
            </a:prstGeom>
            <a:noFill/>
            <a:ln w="57150">
              <a:solidFill>
                <a:srgbClr val="FF0000"/>
              </a:solidFill>
              <a:round/>
              <a:headEnd/>
              <a:tailEnd/>
            </a:ln>
          </p:spPr>
          <p:txBody>
            <a:bodyPr wrap="none" anchor="ctr"/>
            <a:lstStyle/>
            <a:p>
              <a:endParaRPr lang="en-US"/>
            </a:p>
          </p:txBody>
        </p:sp>
        <p:sp>
          <p:nvSpPr>
            <p:cNvPr id="37898" name="Line 9"/>
            <p:cNvSpPr>
              <a:spLocks noChangeShapeType="1"/>
            </p:cNvSpPr>
            <p:nvPr/>
          </p:nvSpPr>
          <p:spPr bwMode="auto">
            <a:xfrm flipV="1">
              <a:off x="3360" y="2928"/>
              <a:ext cx="1152" cy="336"/>
            </a:xfrm>
            <a:prstGeom prst="line">
              <a:avLst/>
            </a:prstGeom>
            <a:noFill/>
            <a:ln w="57150">
              <a:solidFill>
                <a:srgbClr val="FF0000"/>
              </a:solidFill>
              <a:round/>
              <a:headEnd/>
              <a:tailEnd type="triangle" w="med" len="med"/>
            </a:ln>
          </p:spPr>
          <p:txBody>
            <a:bodyPr wrap="none" anchor="ct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6384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46" grpId="0" build="p"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eaLnBrk="1" hangingPunct="1"/>
            <a:r>
              <a:rPr lang="en-GB" smtClean="0"/>
              <a:t>physical controls</a:t>
            </a:r>
          </a:p>
        </p:txBody>
      </p:sp>
      <p:sp>
        <p:nvSpPr>
          <p:cNvPr id="38915" name="Rectangle 3"/>
          <p:cNvSpPr>
            <a:spLocks noGrp="1" noChangeArrowheads="1"/>
          </p:cNvSpPr>
          <p:nvPr>
            <p:ph type="body" idx="1"/>
          </p:nvPr>
        </p:nvSpPr>
        <p:spPr/>
        <p:txBody>
          <a:bodyPr/>
          <a:lstStyle/>
          <a:p>
            <a:pPr marL="381000" indent="-381000" eaLnBrk="1" hangingPunct="1">
              <a:lnSpc>
                <a:spcPct val="120000"/>
              </a:lnSpc>
            </a:pPr>
            <a:r>
              <a:rPr lang="en-US" sz="3200" dirty="0" smtClean="0">
                <a:solidFill>
                  <a:schemeClr val="bg2"/>
                </a:solidFill>
              </a:rPr>
              <a:t>grouping of items</a:t>
            </a:r>
          </a:p>
          <a:p>
            <a:pPr marL="381000" indent="-381000" eaLnBrk="1" hangingPunct="1">
              <a:lnSpc>
                <a:spcPct val="120000"/>
              </a:lnSpc>
            </a:pPr>
            <a:r>
              <a:rPr lang="en-US" sz="3200" dirty="0" smtClean="0">
                <a:solidFill>
                  <a:schemeClr val="bg2"/>
                </a:solidFill>
              </a:rPr>
              <a:t>order of items </a:t>
            </a:r>
          </a:p>
          <a:p>
            <a:pPr marL="381000" indent="-381000" eaLnBrk="1" hangingPunct="1">
              <a:lnSpc>
                <a:spcPct val="120000"/>
              </a:lnSpc>
            </a:pPr>
            <a:r>
              <a:rPr lang="en-US" sz="3200" dirty="0" smtClean="0">
                <a:solidFill>
                  <a:schemeClr val="bg2"/>
                </a:solidFill>
              </a:rPr>
              <a:t>decoration</a:t>
            </a:r>
          </a:p>
          <a:p>
            <a:pPr marL="381000" indent="-381000" eaLnBrk="1" hangingPunct="1">
              <a:lnSpc>
                <a:spcPct val="120000"/>
              </a:lnSpc>
            </a:pPr>
            <a:r>
              <a:rPr lang="en-US" sz="3200" dirty="0" smtClean="0">
                <a:solidFill>
                  <a:schemeClr val="bg2"/>
                </a:solidFill>
              </a:rPr>
              <a:t>alignment</a:t>
            </a:r>
            <a:endParaRPr lang="en-US" sz="3200" dirty="0" smtClean="0"/>
          </a:p>
          <a:p>
            <a:pPr marL="381000" indent="-381000" eaLnBrk="1" hangingPunct="1">
              <a:lnSpc>
                <a:spcPct val="120000"/>
              </a:lnSpc>
            </a:pPr>
            <a:r>
              <a:rPr lang="en-US" sz="3200" dirty="0" smtClean="0"/>
              <a:t>white space *</a:t>
            </a:r>
          </a:p>
          <a:p>
            <a:pPr marL="857250" lvl="1" eaLnBrk="1" hangingPunct="1">
              <a:lnSpc>
                <a:spcPct val="120000"/>
              </a:lnSpc>
            </a:pPr>
            <a:r>
              <a:rPr lang="en-US" dirty="0" smtClean="0"/>
              <a:t>gaps to aid grouping</a:t>
            </a:r>
            <a:endParaRPr lang="en-US" sz="2800" dirty="0" smtClean="0"/>
          </a:p>
        </p:txBody>
      </p:sp>
      <p:pic>
        <p:nvPicPr>
          <p:cNvPr id="38916" name="Picture 4" descr="&#10;microwave.jpg                                                  0007898DMacintosh HD                   ABA78158:"/>
          <p:cNvPicPr>
            <a:picLocks noChangeAspect="1" noChangeArrowheads="1"/>
          </p:cNvPicPr>
          <p:nvPr/>
        </p:nvPicPr>
        <p:blipFill>
          <a:blip r:embed="rId3"/>
          <a:srcRect/>
          <a:stretch>
            <a:fillRect/>
          </a:stretch>
        </p:blipFill>
        <p:spPr bwMode="auto">
          <a:xfrm>
            <a:off x="6226175" y="1600200"/>
            <a:ext cx="2384425" cy="4992688"/>
          </a:xfrm>
          <a:prstGeom prst="rect">
            <a:avLst/>
          </a:prstGeom>
          <a:noFill/>
          <a:ln w="9525">
            <a:noFill/>
            <a:miter lim="800000"/>
            <a:headEnd/>
            <a:tailEnd/>
          </a:ln>
        </p:spPr>
      </p:pic>
      <p:sp>
        <p:nvSpPr>
          <p:cNvPr id="38917" name="Rectangle 6"/>
          <p:cNvSpPr>
            <a:spLocks noChangeArrowheads="1"/>
          </p:cNvSpPr>
          <p:nvPr/>
        </p:nvSpPr>
        <p:spPr bwMode="auto">
          <a:xfrm>
            <a:off x="1219200" y="5410200"/>
            <a:ext cx="3886200" cy="762000"/>
          </a:xfrm>
          <a:prstGeom prst="rect">
            <a:avLst/>
          </a:prstGeom>
          <a:solidFill>
            <a:schemeClr val="bg1"/>
          </a:solidFill>
          <a:ln w="9525">
            <a:solidFill>
              <a:schemeClr val="bg1"/>
            </a:solidFill>
            <a:miter lim="800000"/>
            <a:headEnd/>
            <a:tailEnd/>
          </a:ln>
        </p:spPr>
        <p:txBody>
          <a:bodyPr wrap="none" anchor="ctr"/>
          <a:lstStyle/>
          <a:p>
            <a:endParaRPr lang="en-US"/>
          </a:p>
        </p:txBody>
      </p:sp>
      <p:grpSp>
        <p:nvGrpSpPr>
          <p:cNvPr id="2" name="Group 11"/>
          <p:cNvGrpSpPr>
            <a:grpSpLocks/>
          </p:cNvGrpSpPr>
          <p:nvPr/>
        </p:nvGrpSpPr>
        <p:grpSpPr bwMode="auto">
          <a:xfrm>
            <a:off x="1447800" y="3810000"/>
            <a:ext cx="5943600" cy="2286000"/>
            <a:chOff x="912" y="2400"/>
            <a:chExt cx="3744" cy="1440"/>
          </a:xfrm>
        </p:grpSpPr>
        <p:sp>
          <p:nvSpPr>
            <p:cNvPr id="38919" name="Rectangle 5"/>
            <p:cNvSpPr>
              <a:spLocks noChangeArrowheads="1"/>
            </p:cNvSpPr>
            <p:nvPr/>
          </p:nvSpPr>
          <p:spPr bwMode="auto">
            <a:xfrm>
              <a:off x="912" y="3549"/>
              <a:ext cx="2112" cy="291"/>
            </a:xfrm>
            <a:prstGeom prst="rect">
              <a:avLst/>
            </a:prstGeom>
            <a:noFill/>
            <a:ln w="9525">
              <a:noFill/>
              <a:miter lim="800000"/>
              <a:headEnd/>
              <a:tailEnd/>
            </a:ln>
          </p:spPr>
          <p:txBody>
            <a:bodyPr wrap="none">
              <a:spAutoFit/>
            </a:bodyPr>
            <a:lstStyle/>
            <a:p>
              <a:r>
                <a:rPr lang="en-US">
                  <a:latin typeface="Verdana" charset="0"/>
                </a:rPr>
                <a:t>gaps to aid grouping</a:t>
              </a:r>
              <a:endParaRPr lang="en-GB">
                <a:latin typeface="Verdana" charset="0"/>
              </a:endParaRPr>
            </a:p>
          </p:txBody>
        </p:sp>
        <p:sp>
          <p:nvSpPr>
            <p:cNvPr id="38920" name="Line 7"/>
            <p:cNvSpPr>
              <a:spLocks noChangeShapeType="1"/>
            </p:cNvSpPr>
            <p:nvPr/>
          </p:nvSpPr>
          <p:spPr bwMode="auto">
            <a:xfrm flipV="1">
              <a:off x="3072" y="2400"/>
              <a:ext cx="1152" cy="1200"/>
            </a:xfrm>
            <a:prstGeom prst="line">
              <a:avLst/>
            </a:prstGeom>
            <a:noFill/>
            <a:ln w="57150">
              <a:solidFill>
                <a:srgbClr val="FF0000"/>
              </a:solidFill>
              <a:round/>
              <a:headEnd/>
              <a:tailEnd type="triangle" w="med" len="med"/>
            </a:ln>
          </p:spPr>
          <p:txBody>
            <a:bodyPr wrap="none" anchor="ctr"/>
            <a:lstStyle/>
            <a:p>
              <a:endParaRPr lang="en-US"/>
            </a:p>
          </p:txBody>
        </p:sp>
        <p:sp>
          <p:nvSpPr>
            <p:cNvPr id="38921" name="Line 8"/>
            <p:cNvSpPr>
              <a:spLocks noChangeShapeType="1"/>
            </p:cNvSpPr>
            <p:nvPr/>
          </p:nvSpPr>
          <p:spPr bwMode="auto">
            <a:xfrm flipV="1">
              <a:off x="3120" y="2832"/>
              <a:ext cx="1536" cy="816"/>
            </a:xfrm>
            <a:prstGeom prst="line">
              <a:avLst/>
            </a:prstGeom>
            <a:noFill/>
            <a:ln w="57150">
              <a:solidFill>
                <a:srgbClr val="FF0000"/>
              </a:solidFill>
              <a:round/>
              <a:headEnd/>
              <a:tailEnd type="triangle" w="med" len="med"/>
            </a:ln>
          </p:spPr>
          <p:txBody>
            <a:bodyPr wrap="none" anchor="ctr"/>
            <a:lstStyle/>
            <a:p>
              <a:endParaRPr lang="en-US"/>
            </a:p>
          </p:txBody>
        </p:sp>
        <p:sp>
          <p:nvSpPr>
            <p:cNvPr id="38922" name="Line 9"/>
            <p:cNvSpPr>
              <a:spLocks noChangeShapeType="1"/>
            </p:cNvSpPr>
            <p:nvPr/>
          </p:nvSpPr>
          <p:spPr bwMode="auto">
            <a:xfrm flipV="1">
              <a:off x="3120" y="3552"/>
              <a:ext cx="1488" cy="192"/>
            </a:xfrm>
            <a:prstGeom prst="line">
              <a:avLst/>
            </a:prstGeom>
            <a:noFill/>
            <a:ln w="57150">
              <a:solidFill>
                <a:srgbClr val="FF0000"/>
              </a:solidFill>
              <a:round/>
              <a:headEnd/>
              <a:tailEnd type="triangle" w="med" len="med"/>
            </a:ln>
          </p:spPr>
          <p:txBody>
            <a:bodyPr wrap="none" anchor="ctr"/>
            <a:lstStyle/>
            <a:p>
              <a:endParaRPr lang="en-US"/>
            </a:p>
          </p:txBody>
        </p:sp>
        <p:sp>
          <p:nvSpPr>
            <p:cNvPr id="38923" name="Line 10"/>
            <p:cNvSpPr>
              <a:spLocks noChangeShapeType="1"/>
            </p:cNvSpPr>
            <p:nvPr/>
          </p:nvSpPr>
          <p:spPr bwMode="auto">
            <a:xfrm flipV="1">
              <a:off x="3072" y="3840"/>
              <a:ext cx="1584" cy="0"/>
            </a:xfrm>
            <a:prstGeom prst="line">
              <a:avLst/>
            </a:prstGeom>
            <a:noFill/>
            <a:ln w="57150">
              <a:solidFill>
                <a:srgbClr val="FF0000"/>
              </a:solidFill>
              <a:round/>
              <a:headEnd/>
              <a:tailEnd type="triangle" w="med" len="med"/>
            </a:ln>
          </p:spPr>
          <p:txBody>
            <a:bodyPr wrap="none" anchor="ct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accent5">
            <a:lumMod val="75000"/>
          </a:schemeClr>
        </a:solidFill>
        <a:effectLst/>
      </p:bgPr>
    </p:bg>
    <p:spTree>
      <p:nvGrpSpPr>
        <p:cNvPr id="1" name=""/>
        <p:cNvGrpSpPr/>
        <p:nvPr/>
      </p:nvGrpSpPr>
      <p:grpSpPr>
        <a:xfrm>
          <a:off x="0" y="0"/>
          <a:ext cx="0" cy="0"/>
          <a:chOff x="0" y="0"/>
          <a:chExt cx="0" cy="0"/>
        </a:xfrm>
      </p:grpSpPr>
      <p:sp>
        <p:nvSpPr>
          <p:cNvPr id="4" name="CasellaDiTesto 3"/>
          <p:cNvSpPr txBox="1"/>
          <p:nvPr/>
        </p:nvSpPr>
        <p:spPr>
          <a:xfrm>
            <a:off x="0" y="2644170"/>
            <a:ext cx="7786710" cy="1569660"/>
          </a:xfrm>
          <a:prstGeom prst="rect">
            <a:avLst/>
          </a:prstGeom>
          <a:noFill/>
        </p:spPr>
        <p:txBody>
          <a:bodyPr wrap="square" lIns="360000" rtlCol="0">
            <a:spAutoFit/>
          </a:bodyPr>
          <a:lstStyle/>
          <a:p>
            <a:r>
              <a:rPr lang="it-IT" sz="3200" dirty="0" err="1" smtClean="0">
                <a:solidFill>
                  <a:srgbClr val="FFFF00"/>
                </a:solidFill>
                <a:effectLst>
                  <a:outerShdw blurRad="38100" dist="38100" dir="2700000" algn="tl">
                    <a:srgbClr val="000000">
                      <a:alpha val="43137"/>
                    </a:srgbClr>
                  </a:outerShdw>
                </a:effectLst>
                <a:latin typeface="Gill Sans MT" pitchFamily="34" charset="0"/>
              </a:rPr>
              <a:t>Iteration</a:t>
            </a:r>
            <a:r>
              <a:rPr lang="it-IT" sz="3200" dirty="0" smtClean="0">
                <a:solidFill>
                  <a:srgbClr val="FFFF00"/>
                </a:solidFill>
                <a:effectLst>
                  <a:outerShdw blurRad="38100" dist="38100" dir="2700000" algn="tl">
                    <a:srgbClr val="000000">
                      <a:alpha val="43137"/>
                    </a:srgbClr>
                  </a:outerShdw>
                </a:effectLst>
                <a:latin typeface="Gill Sans MT" pitchFamily="34" charset="0"/>
              </a:rPr>
              <a:t> ad </a:t>
            </a:r>
            <a:r>
              <a:rPr lang="it-IT" sz="3200" dirty="0" err="1" smtClean="0">
                <a:solidFill>
                  <a:srgbClr val="FFFF00"/>
                </a:solidFill>
                <a:effectLst>
                  <a:outerShdw blurRad="38100" dist="38100" dir="2700000" algn="tl">
                    <a:srgbClr val="000000">
                      <a:alpha val="43137"/>
                    </a:srgbClr>
                  </a:outerShdw>
                </a:effectLst>
                <a:latin typeface="Gill Sans MT" pitchFamily="34" charset="0"/>
              </a:rPr>
              <a:t>prototyping</a:t>
            </a:r>
            <a:r>
              <a:rPr lang="it-IT" sz="3200" dirty="0" smtClean="0">
                <a:solidFill>
                  <a:prstClr val="white"/>
                </a:solidFill>
                <a:effectLst>
                  <a:outerShdw blurRad="38100" dist="38100" dir="2700000" algn="tl">
                    <a:srgbClr val="000000">
                      <a:alpha val="43137"/>
                    </a:srgbClr>
                  </a:outerShdw>
                </a:effectLst>
                <a:latin typeface="Gill Sans MT" pitchFamily="34" charset="0"/>
              </a:rPr>
              <a:t>.</a:t>
            </a:r>
          </a:p>
          <a:p>
            <a:r>
              <a:rPr lang="en-US" sz="3200" dirty="0" smtClean="0">
                <a:solidFill>
                  <a:prstClr val="white"/>
                </a:solidFill>
                <a:effectLst>
                  <a:outerShdw blurRad="38100" dist="38100" dir="2700000" algn="tl">
                    <a:srgbClr val="000000">
                      <a:alpha val="43137"/>
                    </a:srgbClr>
                  </a:outerShdw>
                </a:effectLst>
                <a:latin typeface="Gill Sans MT" pitchFamily="34" charset="0"/>
              </a:rPr>
              <a:t>Read section 5.8 of the textbook and try to understand what a </a:t>
            </a:r>
            <a:r>
              <a:rPr lang="en-US" sz="3200" dirty="0" smtClean="0">
                <a:solidFill>
                  <a:srgbClr val="FFFF00"/>
                </a:solidFill>
                <a:effectLst>
                  <a:outerShdw blurRad="38100" dist="38100" dir="2700000" algn="tl">
                    <a:srgbClr val="000000">
                      <a:alpha val="43137"/>
                    </a:srgbClr>
                  </a:outerShdw>
                </a:effectLst>
                <a:latin typeface="Gill Sans MT" pitchFamily="34" charset="0"/>
              </a:rPr>
              <a:t>hill-climbing</a:t>
            </a:r>
            <a:r>
              <a:rPr lang="en-US" sz="3200" dirty="0" smtClean="0">
                <a:solidFill>
                  <a:prstClr val="white"/>
                </a:solidFill>
                <a:effectLst>
                  <a:outerShdw blurRad="38100" dist="38100" dir="2700000" algn="tl">
                    <a:srgbClr val="000000">
                      <a:alpha val="43137"/>
                    </a:srgbClr>
                  </a:outerShdw>
                </a:effectLst>
                <a:latin typeface="Gill Sans MT" pitchFamily="34" charset="0"/>
              </a:rPr>
              <a:t> approach is! </a:t>
            </a:r>
            <a:endParaRPr lang="en-US" sz="3200" dirty="0">
              <a:solidFill>
                <a:prstClr val="white"/>
              </a:solidFill>
              <a:effectLst>
                <a:outerShdw blurRad="38100" dist="38100" dir="2700000" algn="tl">
                  <a:srgbClr val="000000">
                    <a:alpha val="43137"/>
                  </a:srgbClr>
                </a:outerShdw>
              </a:effectLst>
              <a:latin typeface="Gill Sans MT" pitchFamily="34" charset="0"/>
            </a:endParaRPr>
          </a:p>
        </p:txBody>
      </p:sp>
    </p:spTree>
    <p:extLst>
      <p:ext uri="{BB962C8B-B14F-4D97-AF65-F5344CB8AC3E}">
        <p14:creationId xmlns:p14="http://schemas.microsoft.com/office/powerpoint/2010/main" val="3004258551"/>
      </p:ext>
    </p:extLst>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ctrTitle"/>
          </p:nvPr>
        </p:nvSpPr>
        <p:spPr>
          <a:xfrm>
            <a:off x="685800" y="2286000"/>
            <a:ext cx="7772400" cy="1143000"/>
          </a:xfrm>
        </p:spPr>
        <p:txBody>
          <a:bodyPr/>
          <a:lstStyle/>
          <a:p>
            <a:pPr algn="ctr" eaLnBrk="1" hangingPunct="1"/>
            <a:r>
              <a:rPr lang="en-GB" smtClean="0"/>
              <a:t>iteration and prototyping</a:t>
            </a:r>
          </a:p>
        </p:txBody>
      </p:sp>
      <p:sp>
        <p:nvSpPr>
          <p:cNvPr id="56323" name="Rectangle 3"/>
          <p:cNvSpPr>
            <a:spLocks noGrp="1" noChangeArrowheads="1"/>
          </p:cNvSpPr>
          <p:nvPr>
            <p:ph type="subTitle" idx="1"/>
          </p:nvPr>
        </p:nvSpPr>
        <p:spPr/>
        <p:txBody>
          <a:bodyPr/>
          <a:lstStyle/>
          <a:p>
            <a:pPr eaLnBrk="1" hangingPunct="1"/>
            <a:r>
              <a:rPr lang="en-GB" smtClean="0"/>
              <a:t>getting better …</a:t>
            </a:r>
          </a:p>
          <a:p>
            <a:pPr eaLnBrk="1" hangingPunct="1"/>
            <a:r>
              <a:rPr lang="en-GB" smtClean="0"/>
              <a:t>… and starting well</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lstStyle/>
          <a:p>
            <a:pPr eaLnBrk="1" hangingPunct="1"/>
            <a:r>
              <a:rPr lang="en-US" smtClean="0">
                <a:solidFill>
                  <a:schemeClr val="tx1"/>
                </a:solidFill>
              </a:rPr>
              <a:t>prototyping</a:t>
            </a:r>
          </a:p>
        </p:txBody>
      </p:sp>
      <p:sp>
        <p:nvSpPr>
          <p:cNvPr id="57347" name="Rectangle 3"/>
          <p:cNvSpPr>
            <a:spLocks noGrp="1" noChangeArrowheads="1"/>
          </p:cNvSpPr>
          <p:nvPr>
            <p:ph type="body" idx="1"/>
          </p:nvPr>
        </p:nvSpPr>
        <p:spPr/>
        <p:txBody>
          <a:bodyPr/>
          <a:lstStyle/>
          <a:p>
            <a:pPr eaLnBrk="1" hangingPunct="1"/>
            <a:r>
              <a:rPr lang="en-US" smtClean="0"/>
              <a:t>you never get it right first time</a:t>
            </a:r>
          </a:p>
          <a:p>
            <a:pPr eaLnBrk="1" hangingPunct="1"/>
            <a:r>
              <a:rPr lang="en-US" smtClean="0"/>
              <a:t>if at first you don’t succeed …</a:t>
            </a:r>
          </a:p>
          <a:p>
            <a:pPr eaLnBrk="1" hangingPunct="1"/>
            <a:endParaRPr lang="en-US" smtClean="0"/>
          </a:p>
        </p:txBody>
      </p:sp>
      <p:grpSp>
        <p:nvGrpSpPr>
          <p:cNvPr id="2" name="Group 4"/>
          <p:cNvGrpSpPr>
            <a:grpSpLocks/>
          </p:cNvGrpSpPr>
          <p:nvPr/>
        </p:nvGrpSpPr>
        <p:grpSpPr bwMode="auto">
          <a:xfrm>
            <a:off x="762000" y="3595688"/>
            <a:ext cx="7735888" cy="1890712"/>
            <a:chOff x="720" y="2457"/>
            <a:chExt cx="4873" cy="1191"/>
          </a:xfrm>
        </p:grpSpPr>
        <p:sp>
          <p:nvSpPr>
            <p:cNvPr id="57349" name="AutoShape 5"/>
            <p:cNvSpPr>
              <a:spLocks noChangeArrowheads="1"/>
            </p:cNvSpPr>
            <p:nvPr/>
          </p:nvSpPr>
          <p:spPr bwMode="auto">
            <a:xfrm>
              <a:off x="2160" y="2544"/>
              <a:ext cx="1008" cy="384"/>
            </a:xfrm>
            <a:prstGeom prst="flowChartProcess">
              <a:avLst/>
            </a:prstGeom>
            <a:solidFill>
              <a:schemeClr val="accent1"/>
            </a:solidFill>
            <a:ln w="9525">
              <a:solidFill>
                <a:schemeClr val="tx1"/>
              </a:solidFill>
              <a:miter lim="800000"/>
              <a:headEnd/>
              <a:tailEnd/>
            </a:ln>
          </p:spPr>
          <p:txBody>
            <a:bodyPr wrap="none" anchor="ctr"/>
            <a:lstStyle/>
            <a:p>
              <a:pPr algn="ctr"/>
              <a:r>
                <a:rPr lang="en-US">
                  <a:latin typeface="Times New Roman" charset="0"/>
                </a:rPr>
                <a:t>prototype</a:t>
              </a:r>
            </a:p>
          </p:txBody>
        </p:sp>
        <p:sp>
          <p:nvSpPr>
            <p:cNvPr id="57350" name="AutoShape 6"/>
            <p:cNvSpPr>
              <a:spLocks noChangeArrowheads="1"/>
            </p:cNvSpPr>
            <p:nvPr/>
          </p:nvSpPr>
          <p:spPr bwMode="auto">
            <a:xfrm>
              <a:off x="3648" y="2544"/>
              <a:ext cx="960" cy="384"/>
            </a:xfrm>
            <a:prstGeom prst="flowChartPreparation">
              <a:avLst/>
            </a:prstGeom>
            <a:solidFill>
              <a:schemeClr val="accent1"/>
            </a:solidFill>
            <a:ln w="9525">
              <a:solidFill>
                <a:schemeClr val="tx1"/>
              </a:solidFill>
              <a:miter lim="800000"/>
              <a:headEnd/>
              <a:tailEnd/>
            </a:ln>
          </p:spPr>
          <p:txBody>
            <a:bodyPr wrap="none" anchor="ctr"/>
            <a:lstStyle/>
            <a:p>
              <a:pPr algn="ctr"/>
              <a:r>
                <a:rPr lang="en-US">
                  <a:latin typeface="Times New Roman" charset="0"/>
                </a:rPr>
                <a:t>evaluate</a:t>
              </a:r>
            </a:p>
          </p:txBody>
        </p:sp>
        <p:sp>
          <p:nvSpPr>
            <p:cNvPr id="57351" name="AutoShape 7"/>
            <p:cNvSpPr>
              <a:spLocks noChangeArrowheads="1"/>
            </p:cNvSpPr>
            <p:nvPr/>
          </p:nvSpPr>
          <p:spPr bwMode="auto">
            <a:xfrm>
              <a:off x="720" y="2544"/>
              <a:ext cx="960" cy="384"/>
            </a:xfrm>
            <a:prstGeom prst="flowChartAlternateProcess">
              <a:avLst/>
            </a:prstGeom>
            <a:solidFill>
              <a:schemeClr val="accent1"/>
            </a:solidFill>
            <a:ln w="9525">
              <a:solidFill>
                <a:schemeClr val="tx1"/>
              </a:solidFill>
              <a:miter lim="800000"/>
              <a:headEnd/>
              <a:tailEnd/>
            </a:ln>
          </p:spPr>
          <p:txBody>
            <a:bodyPr wrap="none" anchor="ctr"/>
            <a:lstStyle/>
            <a:p>
              <a:pPr algn="ctr"/>
              <a:r>
                <a:rPr lang="en-US">
                  <a:latin typeface="Times New Roman" charset="0"/>
                </a:rPr>
                <a:t>design</a:t>
              </a:r>
            </a:p>
          </p:txBody>
        </p:sp>
        <p:sp>
          <p:nvSpPr>
            <p:cNvPr id="57352" name="AutoShape 8"/>
            <p:cNvSpPr>
              <a:spLocks noChangeArrowheads="1"/>
            </p:cNvSpPr>
            <p:nvPr/>
          </p:nvSpPr>
          <p:spPr bwMode="auto">
            <a:xfrm>
              <a:off x="2184" y="3264"/>
              <a:ext cx="960" cy="384"/>
            </a:xfrm>
            <a:prstGeom prst="flowChartAlternateProcess">
              <a:avLst/>
            </a:prstGeom>
            <a:solidFill>
              <a:schemeClr val="accent1"/>
            </a:solidFill>
            <a:ln w="9525">
              <a:solidFill>
                <a:schemeClr val="tx1"/>
              </a:solidFill>
              <a:miter lim="800000"/>
              <a:headEnd/>
              <a:tailEnd/>
            </a:ln>
          </p:spPr>
          <p:txBody>
            <a:bodyPr wrap="none" anchor="ctr"/>
            <a:lstStyle/>
            <a:p>
              <a:pPr algn="ctr"/>
              <a:r>
                <a:rPr lang="en-US">
                  <a:latin typeface="Times New Roman" charset="0"/>
                </a:rPr>
                <a:t>re-design</a:t>
              </a:r>
            </a:p>
          </p:txBody>
        </p:sp>
        <p:cxnSp>
          <p:nvCxnSpPr>
            <p:cNvPr id="57353" name="AutoShape 9"/>
            <p:cNvCxnSpPr>
              <a:cxnSpLocks noChangeShapeType="1"/>
              <a:stCxn id="57349" idx="3"/>
              <a:endCxn id="57350" idx="1"/>
            </p:cNvCxnSpPr>
            <p:nvPr/>
          </p:nvCxnSpPr>
          <p:spPr bwMode="auto">
            <a:xfrm>
              <a:off x="3168" y="2736"/>
              <a:ext cx="480" cy="0"/>
            </a:xfrm>
            <a:prstGeom prst="straightConnector1">
              <a:avLst/>
            </a:prstGeom>
            <a:noFill/>
            <a:ln w="9525">
              <a:solidFill>
                <a:schemeClr val="tx1"/>
              </a:solidFill>
              <a:round/>
              <a:headEnd/>
              <a:tailEnd type="triangle" w="med" len="med"/>
            </a:ln>
          </p:spPr>
        </p:cxnSp>
        <p:cxnSp>
          <p:nvCxnSpPr>
            <p:cNvPr id="57354" name="AutoShape 10"/>
            <p:cNvCxnSpPr>
              <a:cxnSpLocks noChangeShapeType="1"/>
              <a:stCxn id="57351" idx="3"/>
              <a:endCxn id="57349" idx="1"/>
            </p:cNvCxnSpPr>
            <p:nvPr/>
          </p:nvCxnSpPr>
          <p:spPr bwMode="auto">
            <a:xfrm>
              <a:off x="1680" y="2736"/>
              <a:ext cx="480" cy="0"/>
            </a:xfrm>
            <a:prstGeom prst="straightConnector1">
              <a:avLst/>
            </a:prstGeom>
            <a:noFill/>
            <a:ln w="9525">
              <a:solidFill>
                <a:schemeClr val="tx1"/>
              </a:solidFill>
              <a:round/>
              <a:headEnd/>
              <a:tailEnd type="triangle" w="med" len="med"/>
            </a:ln>
          </p:spPr>
        </p:cxnSp>
        <p:cxnSp>
          <p:nvCxnSpPr>
            <p:cNvPr id="57355" name="AutoShape 11"/>
            <p:cNvCxnSpPr>
              <a:cxnSpLocks noChangeShapeType="1"/>
              <a:stCxn id="57350" idx="2"/>
              <a:endCxn id="57352" idx="3"/>
            </p:cNvCxnSpPr>
            <p:nvPr/>
          </p:nvCxnSpPr>
          <p:spPr bwMode="auto">
            <a:xfrm rot="5400000">
              <a:off x="3372" y="2700"/>
              <a:ext cx="528" cy="984"/>
            </a:xfrm>
            <a:prstGeom prst="curvedConnector2">
              <a:avLst/>
            </a:prstGeom>
            <a:noFill/>
            <a:ln w="9525">
              <a:solidFill>
                <a:schemeClr val="tx1"/>
              </a:solidFill>
              <a:round/>
              <a:headEnd/>
              <a:tailEnd type="triangle" w="med" len="med"/>
            </a:ln>
          </p:spPr>
        </p:cxnSp>
        <p:cxnSp>
          <p:nvCxnSpPr>
            <p:cNvPr id="57356" name="AutoShape 12"/>
            <p:cNvCxnSpPr>
              <a:cxnSpLocks noChangeShapeType="1"/>
              <a:stCxn id="57352" idx="0"/>
              <a:endCxn id="57349" idx="2"/>
            </p:cNvCxnSpPr>
            <p:nvPr/>
          </p:nvCxnSpPr>
          <p:spPr bwMode="auto">
            <a:xfrm flipV="1">
              <a:off x="2664" y="2928"/>
              <a:ext cx="0" cy="336"/>
            </a:xfrm>
            <a:prstGeom prst="straightConnector1">
              <a:avLst/>
            </a:prstGeom>
            <a:noFill/>
            <a:ln w="9525">
              <a:solidFill>
                <a:schemeClr val="tx1"/>
              </a:solidFill>
              <a:round/>
              <a:headEnd/>
              <a:tailEnd type="triangle" w="med" len="med"/>
            </a:ln>
          </p:spPr>
        </p:cxnSp>
        <p:sp>
          <p:nvSpPr>
            <p:cNvPr id="57357" name="Line 13"/>
            <p:cNvSpPr>
              <a:spLocks noChangeShapeType="1"/>
            </p:cNvSpPr>
            <p:nvPr/>
          </p:nvSpPr>
          <p:spPr bwMode="auto">
            <a:xfrm>
              <a:off x="4608" y="2736"/>
              <a:ext cx="384" cy="0"/>
            </a:xfrm>
            <a:prstGeom prst="line">
              <a:avLst/>
            </a:prstGeom>
            <a:noFill/>
            <a:ln w="9525">
              <a:solidFill>
                <a:schemeClr val="tx1"/>
              </a:solidFill>
              <a:round/>
              <a:headEnd/>
              <a:tailEnd type="triangle" w="med" len="med"/>
            </a:ln>
          </p:spPr>
          <p:txBody>
            <a:bodyPr wrap="none" anchor="ctr"/>
            <a:lstStyle/>
            <a:p>
              <a:endParaRPr lang="en-US"/>
            </a:p>
          </p:txBody>
        </p:sp>
        <p:sp>
          <p:nvSpPr>
            <p:cNvPr id="57358" name="Text Box 14"/>
            <p:cNvSpPr txBox="1">
              <a:spLocks noChangeArrowheads="1"/>
            </p:cNvSpPr>
            <p:nvPr/>
          </p:nvSpPr>
          <p:spPr bwMode="auto">
            <a:xfrm>
              <a:off x="5040" y="2592"/>
              <a:ext cx="553" cy="288"/>
            </a:xfrm>
            <a:prstGeom prst="rect">
              <a:avLst/>
            </a:prstGeom>
            <a:noFill/>
            <a:ln w="9525">
              <a:noFill/>
              <a:miter lim="800000"/>
              <a:headEnd/>
              <a:tailEnd/>
            </a:ln>
          </p:spPr>
          <p:txBody>
            <a:bodyPr wrap="none">
              <a:spAutoFit/>
            </a:bodyPr>
            <a:lstStyle/>
            <a:p>
              <a:r>
                <a:rPr lang="en-US">
                  <a:latin typeface="Times New Roman" charset="0"/>
                </a:rPr>
                <a:t>done!</a:t>
              </a:r>
            </a:p>
          </p:txBody>
        </p:sp>
        <p:sp>
          <p:nvSpPr>
            <p:cNvPr id="57359" name="Text Box 15"/>
            <p:cNvSpPr txBox="1">
              <a:spLocks noChangeArrowheads="1"/>
            </p:cNvSpPr>
            <p:nvPr/>
          </p:nvSpPr>
          <p:spPr bwMode="auto">
            <a:xfrm>
              <a:off x="4560" y="2457"/>
              <a:ext cx="388" cy="231"/>
            </a:xfrm>
            <a:prstGeom prst="rect">
              <a:avLst/>
            </a:prstGeom>
            <a:noFill/>
            <a:ln w="9525">
              <a:noFill/>
              <a:miter lim="800000"/>
              <a:headEnd/>
              <a:tailEnd/>
            </a:ln>
          </p:spPr>
          <p:txBody>
            <a:bodyPr wrap="none">
              <a:spAutoFit/>
            </a:bodyPr>
            <a:lstStyle/>
            <a:p>
              <a:r>
                <a:rPr lang="en-US" sz="1800">
                  <a:latin typeface="Times New Roman" charset="0"/>
                </a:rPr>
                <a:t>OK?</a:t>
              </a:r>
              <a:endParaRPr lang="en-US">
                <a:latin typeface="Times New Roman" charset="0"/>
              </a:endParaRPr>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pPr eaLnBrk="1" hangingPunct="1"/>
            <a:r>
              <a:rPr lang="en-US" smtClean="0"/>
              <a:t>pitfalls of prototyping</a:t>
            </a:r>
            <a:endParaRPr lang="en-GB" smtClean="0"/>
          </a:p>
        </p:txBody>
      </p:sp>
      <p:sp>
        <p:nvSpPr>
          <p:cNvPr id="58371" name="Rectangle 3"/>
          <p:cNvSpPr>
            <a:spLocks noGrp="1" noChangeArrowheads="1"/>
          </p:cNvSpPr>
          <p:nvPr>
            <p:ph type="body" sz="half" idx="1"/>
          </p:nvPr>
        </p:nvSpPr>
        <p:spPr>
          <a:xfrm>
            <a:off x="685800" y="2286000"/>
            <a:ext cx="7772400" cy="1219200"/>
          </a:xfrm>
        </p:spPr>
        <p:txBody>
          <a:bodyPr/>
          <a:lstStyle/>
          <a:p>
            <a:pPr eaLnBrk="1" hangingPunct="1"/>
            <a:r>
              <a:rPr lang="en-US" sz="2400" smtClean="0"/>
              <a:t>moving little by little … but to where?</a:t>
            </a:r>
          </a:p>
        </p:txBody>
      </p:sp>
      <p:sp>
        <p:nvSpPr>
          <p:cNvPr id="158724" name="Rectangle 4"/>
          <p:cNvSpPr>
            <a:spLocks noGrp="1" noChangeArrowheads="1"/>
          </p:cNvSpPr>
          <p:nvPr>
            <p:ph type="body" sz="half" idx="2"/>
          </p:nvPr>
        </p:nvSpPr>
        <p:spPr>
          <a:xfrm>
            <a:off x="685800" y="5105400"/>
            <a:ext cx="7772400" cy="990600"/>
          </a:xfrm>
        </p:spPr>
        <p:txBody>
          <a:bodyPr/>
          <a:lstStyle/>
          <a:p>
            <a:pPr eaLnBrk="1" hangingPunct="1">
              <a:buFontTx/>
              <a:buNone/>
            </a:pPr>
            <a:r>
              <a:rPr lang="en-US" sz="2400" smtClean="0"/>
              <a:t>   </a:t>
            </a:r>
            <a:r>
              <a:rPr lang="en-US" sz="2400" smtClean="0">
                <a:sym typeface="Wingdings 2" charset="2"/>
              </a:rPr>
              <a:t>1.   </a:t>
            </a:r>
            <a:r>
              <a:rPr lang="en-US" sz="2400" smtClean="0"/>
              <a:t>need a good start point</a:t>
            </a:r>
          </a:p>
          <a:p>
            <a:pPr eaLnBrk="1" hangingPunct="1">
              <a:buFont typeface="Wingdings 2" charset="2"/>
              <a:buNone/>
            </a:pPr>
            <a:r>
              <a:rPr lang="en-US" sz="2400" smtClean="0"/>
              <a:t>   </a:t>
            </a:r>
            <a:r>
              <a:rPr lang="en-US" sz="2400" smtClean="0">
                <a:sym typeface="Wingdings 2" charset="2"/>
              </a:rPr>
              <a:t>2.   </a:t>
            </a:r>
            <a:r>
              <a:rPr lang="en-US" sz="2400" smtClean="0"/>
              <a:t>need to understand what is wrong</a:t>
            </a:r>
            <a:endParaRPr lang="en-GB" smtClean="0"/>
          </a:p>
        </p:txBody>
      </p:sp>
      <p:sp>
        <p:nvSpPr>
          <p:cNvPr id="58373" name="Freeform 5"/>
          <p:cNvSpPr>
            <a:spLocks/>
          </p:cNvSpPr>
          <p:nvPr/>
        </p:nvSpPr>
        <p:spPr bwMode="auto">
          <a:xfrm>
            <a:off x="457200" y="1701800"/>
            <a:ext cx="8178800" cy="2925763"/>
          </a:xfrm>
          <a:custGeom>
            <a:avLst/>
            <a:gdLst>
              <a:gd name="T0" fmla="*/ 0 w 5152"/>
              <a:gd name="T1" fmla="*/ 2147483647 h 1843"/>
              <a:gd name="T2" fmla="*/ 2147483647 w 5152"/>
              <a:gd name="T3" fmla="*/ 2147483647 h 1843"/>
              <a:gd name="T4" fmla="*/ 2147483647 w 5152"/>
              <a:gd name="T5" fmla="*/ 2147483647 h 1843"/>
              <a:gd name="T6" fmla="*/ 2147483647 w 5152"/>
              <a:gd name="T7" fmla="*/ 2147483647 h 1843"/>
              <a:gd name="T8" fmla="*/ 2147483647 w 5152"/>
              <a:gd name="T9" fmla="*/ 2147483647 h 1843"/>
              <a:gd name="T10" fmla="*/ 2147483647 w 5152"/>
              <a:gd name="T11" fmla="*/ 2147483647 h 1843"/>
              <a:gd name="T12" fmla="*/ 2147483647 w 5152"/>
              <a:gd name="T13" fmla="*/ 2147483647 h 1843"/>
              <a:gd name="T14" fmla="*/ 2147483647 w 5152"/>
              <a:gd name="T15" fmla="*/ 2147483647 h 1843"/>
              <a:gd name="T16" fmla="*/ 2147483647 w 5152"/>
              <a:gd name="T17" fmla="*/ 2147483647 h 1843"/>
              <a:gd name="T18" fmla="*/ 2147483647 w 5152"/>
              <a:gd name="T19" fmla="*/ 2147483647 h 1843"/>
              <a:gd name="T20" fmla="*/ 2147483647 w 5152"/>
              <a:gd name="T21" fmla="*/ 2147483647 h 1843"/>
              <a:gd name="T22" fmla="*/ 2147483647 w 5152"/>
              <a:gd name="T23" fmla="*/ 2147483647 h 1843"/>
              <a:gd name="T24" fmla="*/ 2147483647 w 5152"/>
              <a:gd name="T25" fmla="*/ 2147483647 h 1843"/>
              <a:gd name="T26" fmla="*/ 2147483647 w 5152"/>
              <a:gd name="T27" fmla="*/ 2147483647 h 1843"/>
              <a:gd name="T28" fmla="*/ 2147483647 w 5152"/>
              <a:gd name="T29" fmla="*/ 2147483647 h 1843"/>
              <a:gd name="T30" fmla="*/ 2147483647 w 5152"/>
              <a:gd name="T31" fmla="*/ 2147483647 h 1843"/>
              <a:gd name="T32" fmla="*/ 2147483647 w 5152"/>
              <a:gd name="T33" fmla="*/ 2147483647 h 1843"/>
              <a:gd name="T34" fmla="*/ 2147483647 w 5152"/>
              <a:gd name="T35" fmla="*/ 2147483647 h 1843"/>
              <a:gd name="T36" fmla="*/ 2147483647 w 5152"/>
              <a:gd name="T37" fmla="*/ 2147483647 h 1843"/>
              <a:gd name="T38" fmla="*/ 2147483647 w 5152"/>
              <a:gd name="T39" fmla="*/ 2147483647 h 1843"/>
              <a:gd name="T40" fmla="*/ 2147483647 w 5152"/>
              <a:gd name="T41" fmla="*/ 2147483647 h 1843"/>
              <a:gd name="T42" fmla="*/ 2147483647 w 5152"/>
              <a:gd name="T43" fmla="*/ 2147483647 h 1843"/>
              <a:gd name="T44" fmla="*/ 2147483647 w 5152"/>
              <a:gd name="T45" fmla="*/ 2147483647 h 1843"/>
              <a:gd name="T46" fmla="*/ 2147483647 w 5152"/>
              <a:gd name="T47" fmla="*/ 2147483647 h 1843"/>
              <a:gd name="T48" fmla="*/ 2147483647 w 5152"/>
              <a:gd name="T49" fmla="*/ 2147483647 h 1843"/>
              <a:gd name="T50" fmla="*/ 2147483647 w 5152"/>
              <a:gd name="T51" fmla="*/ 2147483647 h 1843"/>
              <a:gd name="T52" fmla="*/ 2147483647 w 5152"/>
              <a:gd name="T53" fmla="*/ 2147483647 h 1843"/>
              <a:gd name="T54" fmla="*/ 2147483647 w 5152"/>
              <a:gd name="T55" fmla="*/ 2147483647 h 1843"/>
              <a:gd name="T56" fmla="*/ 2147483647 w 5152"/>
              <a:gd name="T57" fmla="*/ 2147483647 h 1843"/>
              <a:gd name="T58" fmla="*/ 2147483647 w 5152"/>
              <a:gd name="T59" fmla="*/ 2147483647 h 1843"/>
              <a:gd name="T60" fmla="*/ 2147483647 w 5152"/>
              <a:gd name="T61" fmla="*/ 2147483647 h 1843"/>
              <a:gd name="T62" fmla="*/ 2147483647 w 5152"/>
              <a:gd name="T63" fmla="*/ 2147483647 h 1843"/>
              <a:gd name="T64" fmla="*/ 2147483647 w 5152"/>
              <a:gd name="T65" fmla="*/ 2147483647 h 1843"/>
              <a:gd name="T66" fmla="*/ 2147483647 w 5152"/>
              <a:gd name="T67" fmla="*/ 2147483647 h 1843"/>
              <a:gd name="T68" fmla="*/ 2147483647 w 5152"/>
              <a:gd name="T69" fmla="*/ 2147483647 h 1843"/>
              <a:gd name="T70" fmla="*/ 2147483647 w 5152"/>
              <a:gd name="T71" fmla="*/ 2147483647 h 1843"/>
              <a:gd name="T72" fmla="*/ 2147483647 w 5152"/>
              <a:gd name="T73" fmla="*/ 2147483647 h 1843"/>
              <a:gd name="T74" fmla="*/ 2147483647 w 5152"/>
              <a:gd name="T75" fmla="*/ 2147483647 h 1843"/>
              <a:gd name="T76" fmla="*/ 2147483647 w 5152"/>
              <a:gd name="T77" fmla="*/ 2147483647 h 1843"/>
              <a:gd name="T78" fmla="*/ 2147483647 w 5152"/>
              <a:gd name="T79" fmla="*/ 2147483647 h 1843"/>
              <a:gd name="T80" fmla="*/ 2147483647 w 5152"/>
              <a:gd name="T81" fmla="*/ 2147483647 h 1843"/>
              <a:gd name="T82" fmla="*/ 2147483647 w 5152"/>
              <a:gd name="T83" fmla="*/ 0 h 1843"/>
              <a:gd name="T84" fmla="*/ 2147483647 w 5152"/>
              <a:gd name="T85" fmla="*/ 2147483647 h 1843"/>
              <a:gd name="T86" fmla="*/ 2147483647 w 5152"/>
              <a:gd name="T87" fmla="*/ 2147483647 h 1843"/>
              <a:gd name="T88" fmla="*/ 2147483647 w 5152"/>
              <a:gd name="T89" fmla="*/ 2147483647 h 1843"/>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5152"/>
              <a:gd name="T136" fmla="*/ 0 h 1843"/>
              <a:gd name="T137" fmla="*/ 5152 w 5152"/>
              <a:gd name="T138" fmla="*/ 1843 h 1843"/>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5152" h="1843">
                <a:moveTo>
                  <a:pt x="0" y="1816"/>
                </a:moveTo>
                <a:cubicBezTo>
                  <a:pt x="55" y="1793"/>
                  <a:pt x="90" y="1748"/>
                  <a:pt x="136" y="1712"/>
                </a:cubicBezTo>
                <a:cubicBezTo>
                  <a:pt x="172" y="1730"/>
                  <a:pt x="200" y="1750"/>
                  <a:pt x="240" y="1760"/>
                </a:cubicBezTo>
                <a:cubicBezTo>
                  <a:pt x="297" y="1745"/>
                  <a:pt x="349" y="1728"/>
                  <a:pt x="408" y="1720"/>
                </a:cubicBezTo>
                <a:cubicBezTo>
                  <a:pt x="445" y="1744"/>
                  <a:pt x="487" y="1755"/>
                  <a:pt x="528" y="1776"/>
                </a:cubicBezTo>
                <a:cubicBezTo>
                  <a:pt x="557" y="1702"/>
                  <a:pt x="527" y="1746"/>
                  <a:pt x="640" y="1712"/>
                </a:cubicBezTo>
                <a:cubicBezTo>
                  <a:pt x="744" y="1679"/>
                  <a:pt x="723" y="1691"/>
                  <a:pt x="776" y="1656"/>
                </a:cubicBezTo>
                <a:cubicBezTo>
                  <a:pt x="784" y="1629"/>
                  <a:pt x="782" y="1597"/>
                  <a:pt x="800" y="1576"/>
                </a:cubicBezTo>
                <a:cubicBezTo>
                  <a:pt x="806" y="1567"/>
                  <a:pt x="822" y="1578"/>
                  <a:pt x="832" y="1584"/>
                </a:cubicBezTo>
                <a:cubicBezTo>
                  <a:pt x="855" y="1596"/>
                  <a:pt x="873" y="1617"/>
                  <a:pt x="896" y="1632"/>
                </a:cubicBezTo>
                <a:cubicBezTo>
                  <a:pt x="911" y="1669"/>
                  <a:pt x="937" y="1759"/>
                  <a:pt x="984" y="1784"/>
                </a:cubicBezTo>
                <a:cubicBezTo>
                  <a:pt x="1021" y="1804"/>
                  <a:pt x="1069" y="1793"/>
                  <a:pt x="1112" y="1800"/>
                </a:cubicBezTo>
                <a:cubicBezTo>
                  <a:pt x="1134" y="1815"/>
                  <a:pt x="1156" y="1843"/>
                  <a:pt x="1184" y="1840"/>
                </a:cubicBezTo>
                <a:cubicBezTo>
                  <a:pt x="1237" y="1834"/>
                  <a:pt x="1318" y="1800"/>
                  <a:pt x="1368" y="1784"/>
                </a:cubicBezTo>
                <a:cubicBezTo>
                  <a:pt x="1434" y="1717"/>
                  <a:pt x="1424" y="1726"/>
                  <a:pt x="1536" y="1744"/>
                </a:cubicBezTo>
                <a:cubicBezTo>
                  <a:pt x="1588" y="1796"/>
                  <a:pt x="1604" y="1803"/>
                  <a:pt x="1680" y="1816"/>
                </a:cubicBezTo>
                <a:cubicBezTo>
                  <a:pt x="1791" y="1803"/>
                  <a:pt x="1825" y="1790"/>
                  <a:pt x="1904" y="1712"/>
                </a:cubicBezTo>
                <a:cubicBezTo>
                  <a:pt x="1976" y="1784"/>
                  <a:pt x="1973" y="1761"/>
                  <a:pt x="2112" y="1776"/>
                </a:cubicBezTo>
                <a:cubicBezTo>
                  <a:pt x="2166" y="1803"/>
                  <a:pt x="2225" y="1812"/>
                  <a:pt x="2280" y="1840"/>
                </a:cubicBezTo>
                <a:cubicBezTo>
                  <a:pt x="2340" y="1824"/>
                  <a:pt x="2395" y="1794"/>
                  <a:pt x="2448" y="1760"/>
                </a:cubicBezTo>
                <a:cubicBezTo>
                  <a:pt x="2501" y="1763"/>
                  <a:pt x="2576" y="1781"/>
                  <a:pt x="2632" y="1768"/>
                </a:cubicBezTo>
                <a:cubicBezTo>
                  <a:pt x="2664" y="1760"/>
                  <a:pt x="2728" y="1744"/>
                  <a:pt x="2728" y="1744"/>
                </a:cubicBezTo>
                <a:cubicBezTo>
                  <a:pt x="2815" y="1685"/>
                  <a:pt x="2905" y="1629"/>
                  <a:pt x="3008" y="1600"/>
                </a:cubicBezTo>
                <a:cubicBezTo>
                  <a:pt x="3039" y="1652"/>
                  <a:pt x="3043" y="1645"/>
                  <a:pt x="3104" y="1656"/>
                </a:cubicBezTo>
                <a:cubicBezTo>
                  <a:pt x="3151" y="1646"/>
                  <a:pt x="3186" y="1656"/>
                  <a:pt x="3232" y="1672"/>
                </a:cubicBezTo>
                <a:cubicBezTo>
                  <a:pt x="3302" y="1660"/>
                  <a:pt x="3286" y="1674"/>
                  <a:pt x="3352" y="1696"/>
                </a:cubicBezTo>
                <a:cubicBezTo>
                  <a:pt x="3447" y="1727"/>
                  <a:pt x="3469" y="1721"/>
                  <a:pt x="3576" y="1728"/>
                </a:cubicBezTo>
                <a:cubicBezTo>
                  <a:pt x="3592" y="1722"/>
                  <a:pt x="3610" y="1721"/>
                  <a:pt x="3624" y="1712"/>
                </a:cubicBezTo>
                <a:cubicBezTo>
                  <a:pt x="3657" y="1688"/>
                  <a:pt x="3685" y="1636"/>
                  <a:pt x="3728" y="1608"/>
                </a:cubicBezTo>
                <a:cubicBezTo>
                  <a:pt x="3744" y="1541"/>
                  <a:pt x="3779" y="1470"/>
                  <a:pt x="3848" y="1448"/>
                </a:cubicBezTo>
                <a:cubicBezTo>
                  <a:pt x="3874" y="1418"/>
                  <a:pt x="3903" y="1390"/>
                  <a:pt x="3928" y="1360"/>
                </a:cubicBezTo>
                <a:cubicBezTo>
                  <a:pt x="3968" y="1309"/>
                  <a:pt x="3942" y="1216"/>
                  <a:pt x="4024" y="1200"/>
                </a:cubicBezTo>
                <a:cubicBezTo>
                  <a:pt x="4066" y="1191"/>
                  <a:pt x="4109" y="1189"/>
                  <a:pt x="4152" y="1184"/>
                </a:cubicBezTo>
                <a:cubicBezTo>
                  <a:pt x="4217" y="1165"/>
                  <a:pt x="4223" y="1168"/>
                  <a:pt x="4272" y="1120"/>
                </a:cubicBezTo>
                <a:cubicBezTo>
                  <a:pt x="4210" y="996"/>
                  <a:pt x="4285" y="1171"/>
                  <a:pt x="4424" y="872"/>
                </a:cubicBezTo>
                <a:cubicBezTo>
                  <a:pt x="4477" y="756"/>
                  <a:pt x="4532" y="644"/>
                  <a:pt x="4608" y="544"/>
                </a:cubicBezTo>
                <a:cubicBezTo>
                  <a:pt x="4615" y="496"/>
                  <a:pt x="4621" y="460"/>
                  <a:pt x="4664" y="432"/>
                </a:cubicBezTo>
                <a:cubicBezTo>
                  <a:pt x="4681" y="348"/>
                  <a:pt x="4677" y="266"/>
                  <a:pt x="4744" y="208"/>
                </a:cubicBezTo>
                <a:cubicBezTo>
                  <a:pt x="4759" y="194"/>
                  <a:pt x="4781" y="193"/>
                  <a:pt x="4800" y="184"/>
                </a:cubicBezTo>
                <a:cubicBezTo>
                  <a:pt x="4829" y="133"/>
                  <a:pt x="4869" y="87"/>
                  <a:pt x="4888" y="32"/>
                </a:cubicBezTo>
                <a:cubicBezTo>
                  <a:pt x="4890" y="24"/>
                  <a:pt x="4888" y="12"/>
                  <a:pt x="4896" y="8"/>
                </a:cubicBezTo>
                <a:cubicBezTo>
                  <a:pt x="4907" y="0"/>
                  <a:pt x="4922" y="2"/>
                  <a:pt x="4936" y="0"/>
                </a:cubicBezTo>
                <a:cubicBezTo>
                  <a:pt x="4963" y="39"/>
                  <a:pt x="4978" y="89"/>
                  <a:pt x="5016" y="120"/>
                </a:cubicBezTo>
                <a:cubicBezTo>
                  <a:pt x="5038" y="137"/>
                  <a:pt x="5069" y="141"/>
                  <a:pt x="5096" y="152"/>
                </a:cubicBezTo>
                <a:cubicBezTo>
                  <a:pt x="5112" y="200"/>
                  <a:pt x="5116" y="204"/>
                  <a:pt x="5152" y="240"/>
                </a:cubicBezTo>
              </a:path>
            </a:pathLst>
          </a:custGeom>
          <a:noFill/>
          <a:ln w="38100">
            <a:solidFill>
              <a:srgbClr val="18605A"/>
            </a:solidFill>
            <a:round/>
            <a:headEnd/>
            <a:tailEnd/>
          </a:ln>
        </p:spPr>
        <p:txBody>
          <a:bodyPr wrap="none" anchor="ctr"/>
          <a:lstStyle/>
          <a:p>
            <a:endParaRPr lang="en-US"/>
          </a:p>
        </p:txBody>
      </p:sp>
      <p:sp>
        <p:nvSpPr>
          <p:cNvPr id="158726" name="Line 6"/>
          <p:cNvSpPr>
            <a:spLocks noChangeShapeType="1"/>
          </p:cNvSpPr>
          <p:nvPr/>
        </p:nvSpPr>
        <p:spPr bwMode="auto">
          <a:xfrm flipH="1" flipV="1">
            <a:off x="1993900" y="4419600"/>
            <a:ext cx="381000" cy="76200"/>
          </a:xfrm>
          <a:prstGeom prst="line">
            <a:avLst/>
          </a:prstGeom>
          <a:noFill/>
          <a:ln w="38100">
            <a:solidFill>
              <a:srgbClr val="ED181E"/>
            </a:solidFill>
            <a:round/>
            <a:headEnd/>
            <a:tailEnd type="triangle" w="med" len="med"/>
          </a:ln>
        </p:spPr>
        <p:txBody>
          <a:bodyPr wrap="none" anchor="ctr"/>
          <a:lstStyle/>
          <a:p>
            <a:endParaRPr lang="en-US"/>
          </a:p>
        </p:txBody>
      </p:sp>
      <p:sp>
        <p:nvSpPr>
          <p:cNvPr id="158727" name="Line 7"/>
          <p:cNvSpPr>
            <a:spLocks noChangeShapeType="1"/>
          </p:cNvSpPr>
          <p:nvPr/>
        </p:nvSpPr>
        <p:spPr bwMode="auto">
          <a:xfrm flipH="1" flipV="1">
            <a:off x="1841500" y="4114800"/>
            <a:ext cx="228600" cy="304800"/>
          </a:xfrm>
          <a:prstGeom prst="line">
            <a:avLst/>
          </a:prstGeom>
          <a:noFill/>
          <a:ln w="38100">
            <a:solidFill>
              <a:srgbClr val="ED181E"/>
            </a:solidFill>
            <a:round/>
            <a:headEnd/>
            <a:tailEnd type="triangle" w="med" len="med"/>
          </a:ln>
        </p:spPr>
        <p:txBody>
          <a:bodyPr wrap="none" anchor="ctr"/>
          <a:lstStyle/>
          <a:p>
            <a:endParaRPr lang="en-US"/>
          </a:p>
        </p:txBody>
      </p:sp>
      <p:sp>
        <p:nvSpPr>
          <p:cNvPr id="158728" name="Oval 8"/>
          <p:cNvSpPr>
            <a:spLocks noChangeArrowheads="1"/>
          </p:cNvSpPr>
          <p:nvPr/>
        </p:nvSpPr>
        <p:spPr bwMode="auto">
          <a:xfrm>
            <a:off x="2374900" y="4495800"/>
            <a:ext cx="152400" cy="152400"/>
          </a:xfrm>
          <a:prstGeom prst="ellipse">
            <a:avLst/>
          </a:prstGeom>
          <a:solidFill>
            <a:srgbClr val="1822CD"/>
          </a:solidFill>
          <a:ln w="9525">
            <a:noFill/>
            <a:round/>
            <a:headEnd/>
            <a:tailEnd/>
          </a:ln>
        </p:spPr>
        <p:txBody>
          <a:bodyPr wrap="none" anchor="ctr"/>
          <a:lstStyle/>
          <a:p>
            <a:endParaRPr lang="en-US"/>
          </a:p>
        </p:txBody>
      </p:sp>
      <p:sp>
        <p:nvSpPr>
          <p:cNvPr id="158729" name="Oval 9"/>
          <p:cNvSpPr>
            <a:spLocks noChangeArrowheads="1"/>
          </p:cNvSpPr>
          <p:nvPr/>
        </p:nvSpPr>
        <p:spPr bwMode="auto">
          <a:xfrm>
            <a:off x="1689100" y="4038600"/>
            <a:ext cx="152400" cy="152400"/>
          </a:xfrm>
          <a:prstGeom prst="ellipse">
            <a:avLst/>
          </a:prstGeom>
          <a:solidFill>
            <a:srgbClr val="1822CD"/>
          </a:solidFill>
          <a:ln w="9525">
            <a:noFill/>
            <a:round/>
            <a:headEnd/>
            <a:tailEnd/>
          </a:ln>
        </p:spPr>
        <p:txBody>
          <a:bodyPr wrap="none" anchor="ctr"/>
          <a:lstStyle/>
          <a:p>
            <a:endParaRPr lang="en-US"/>
          </a:p>
        </p:txBody>
      </p:sp>
      <p:sp>
        <p:nvSpPr>
          <p:cNvPr id="158730" name="Oval 10"/>
          <p:cNvSpPr>
            <a:spLocks noChangeArrowheads="1"/>
          </p:cNvSpPr>
          <p:nvPr/>
        </p:nvSpPr>
        <p:spPr bwMode="auto">
          <a:xfrm>
            <a:off x="6032500" y="4267200"/>
            <a:ext cx="152400" cy="152400"/>
          </a:xfrm>
          <a:prstGeom prst="ellipse">
            <a:avLst/>
          </a:prstGeom>
          <a:solidFill>
            <a:srgbClr val="1822CD"/>
          </a:solidFill>
          <a:ln w="9525">
            <a:noFill/>
            <a:round/>
            <a:headEnd/>
            <a:tailEnd/>
          </a:ln>
        </p:spPr>
        <p:txBody>
          <a:bodyPr wrap="none" anchor="ctr"/>
          <a:lstStyle/>
          <a:p>
            <a:endParaRPr lang="en-US"/>
          </a:p>
        </p:txBody>
      </p:sp>
      <p:sp>
        <p:nvSpPr>
          <p:cNvPr id="158731" name="Line 11"/>
          <p:cNvSpPr>
            <a:spLocks noChangeShapeType="1"/>
          </p:cNvSpPr>
          <p:nvPr/>
        </p:nvSpPr>
        <p:spPr bwMode="auto">
          <a:xfrm flipV="1">
            <a:off x="6261100" y="3581400"/>
            <a:ext cx="457200" cy="685800"/>
          </a:xfrm>
          <a:prstGeom prst="line">
            <a:avLst/>
          </a:prstGeom>
          <a:noFill/>
          <a:ln w="38100">
            <a:solidFill>
              <a:srgbClr val="ED181E"/>
            </a:solidFill>
            <a:round/>
            <a:headEnd/>
            <a:tailEnd type="triangle" w="med" len="med"/>
          </a:ln>
        </p:spPr>
        <p:txBody>
          <a:bodyPr wrap="none" anchor="ctr"/>
          <a:lstStyle/>
          <a:p>
            <a:endParaRPr lang="en-US"/>
          </a:p>
        </p:txBody>
      </p:sp>
      <p:sp>
        <p:nvSpPr>
          <p:cNvPr id="158732" name="Line 12"/>
          <p:cNvSpPr>
            <a:spLocks noChangeShapeType="1"/>
          </p:cNvSpPr>
          <p:nvPr/>
        </p:nvSpPr>
        <p:spPr bwMode="auto">
          <a:xfrm flipV="1">
            <a:off x="6794500" y="3276600"/>
            <a:ext cx="533400" cy="228600"/>
          </a:xfrm>
          <a:prstGeom prst="line">
            <a:avLst/>
          </a:prstGeom>
          <a:noFill/>
          <a:ln w="38100">
            <a:solidFill>
              <a:srgbClr val="ED181E"/>
            </a:solidFill>
            <a:round/>
            <a:headEnd/>
            <a:tailEnd type="triangle" w="med" len="med"/>
          </a:ln>
        </p:spPr>
        <p:txBody>
          <a:bodyPr wrap="none" anchor="ctr"/>
          <a:lstStyle/>
          <a:p>
            <a:endParaRPr lang="en-US"/>
          </a:p>
        </p:txBody>
      </p:sp>
      <p:sp>
        <p:nvSpPr>
          <p:cNvPr id="158733" name="Line 13"/>
          <p:cNvSpPr>
            <a:spLocks noChangeShapeType="1"/>
          </p:cNvSpPr>
          <p:nvPr/>
        </p:nvSpPr>
        <p:spPr bwMode="auto">
          <a:xfrm flipV="1">
            <a:off x="7327900" y="2057400"/>
            <a:ext cx="533400" cy="1143000"/>
          </a:xfrm>
          <a:prstGeom prst="line">
            <a:avLst/>
          </a:prstGeom>
          <a:noFill/>
          <a:ln w="38100">
            <a:solidFill>
              <a:srgbClr val="ED181E"/>
            </a:solidFill>
            <a:round/>
            <a:headEnd/>
            <a:tailEnd type="triangle" w="med" len="med"/>
          </a:ln>
        </p:spPr>
        <p:txBody>
          <a:bodyPr wrap="none" anchor="ctr"/>
          <a:lstStyle/>
          <a:p>
            <a:endParaRPr lang="en-US"/>
          </a:p>
        </p:txBody>
      </p:sp>
      <p:sp>
        <p:nvSpPr>
          <p:cNvPr id="158734" name="Line 14"/>
          <p:cNvSpPr>
            <a:spLocks noChangeShapeType="1"/>
          </p:cNvSpPr>
          <p:nvPr/>
        </p:nvSpPr>
        <p:spPr bwMode="auto">
          <a:xfrm flipV="1">
            <a:off x="7861300" y="1600200"/>
            <a:ext cx="381000" cy="381000"/>
          </a:xfrm>
          <a:prstGeom prst="line">
            <a:avLst/>
          </a:prstGeom>
          <a:noFill/>
          <a:ln w="38100">
            <a:solidFill>
              <a:srgbClr val="ED181E"/>
            </a:solidFill>
            <a:round/>
            <a:headEnd/>
            <a:tailEnd type="triangle" w="med" len="med"/>
          </a:ln>
        </p:spPr>
        <p:txBody>
          <a:bodyPr wrap="none" anchor="ctr"/>
          <a:lstStyle/>
          <a:p>
            <a:endParaRPr lang="en-US"/>
          </a:p>
        </p:txBody>
      </p:sp>
      <p:sp>
        <p:nvSpPr>
          <p:cNvPr id="158735" name="Oval 15"/>
          <p:cNvSpPr>
            <a:spLocks noChangeArrowheads="1"/>
          </p:cNvSpPr>
          <p:nvPr/>
        </p:nvSpPr>
        <p:spPr bwMode="auto">
          <a:xfrm>
            <a:off x="8242300" y="1447800"/>
            <a:ext cx="152400" cy="152400"/>
          </a:xfrm>
          <a:prstGeom prst="ellipse">
            <a:avLst/>
          </a:prstGeom>
          <a:solidFill>
            <a:srgbClr val="1822CD"/>
          </a:solidFill>
          <a:ln w="9525">
            <a:noFill/>
            <a:round/>
            <a:headEnd/>
            <a:tailEnd/>
          </a:ln>
        </p:spPr>
        <p:txBody>
          <a:bodyPr wrap="none" anchor="ct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587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587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5872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5872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5873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15873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15873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15873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15873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499"/>
                                          </p:stCondLst>
                                        </p:cTn>
                                        <p:tgtEl>
                                          <p:spTgt spid="15873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499"/>
                                          </p:stCondLst>
                                        </p:cTn>
                                        <p:tgtEl>
                                          <p:spTgt spid="158724">
                                            <p:txEl>
                                              <p:pRg st="0" end="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499"/>
                                          </p:stCondLst>
                                        </p:cTn>
                                        <p:tgtEl>
                                          <p:spTgt spid="15872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8724" grpId="0" build="p" autoUpdateAnimBg="0"/>
      <p:bldP spid="158726" grpId="0" animBg="1"/>
      <p:bldP spid="158727" grpId="0" animBg="1"/>
      <p:bldP spid="158728" grpId="0" animBg="1"/>
      <p:bldP spid="158729" grpId="0" animBg="1"/>
      <p:bldP spid="158730" grpId="0" animBg="1"/>
      <p:bldP spid="158731" grpId="0" animBg="1"/>
      <p:bldP spid="158732" grpId="0" animBg="1"/>
      <p:bldP spid="158733" grpId="0" animBg="1"/>
      <p:bldP spid="158734" grpId="0" animBg="1"/>
      <p:bldP spid="158735" grpId="0" animBg="1"/>
    </p:bldLst>
  </p:timing>
</p:sld>
</file>

<file path=ppt/theme/theme1.xml><?xml version="1.0" encoding="utf-8"?>
<a:theme xmlns:a="http://schemas.openxmlformats.org/drawingml/2006/main" name="1_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Tramonto">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eorgia"/>
        <a:ea typeface=""/>
        <a:cs typeface=""/>
        <a:font script="Jpan" typeface="HG明朝B"/>
        <a:font script="Hang" typeface="맑은 고딕"/>
        <a:font script="Hans" typeface="宋体"/>
        <a:font script="Hant" typeface="新細明體"/>
        <a:font script="Arab" typeface="Arial"/>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Blank">
  <a:themeElements>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a:majorFont>
        <a:latin typeface="Comic Sans MS"/>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charset="0"/>
          </a:defRPr>
        </a:defPPr>
      </a:lstStyle>
    </a:lnDef>
  </a:objectDefaults>
  <a:extraClrSchemeLst>
    <a:extraClrScheme>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2_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6259</TotalTime>
  <Words>779</Words>
  <Application>Microsoft Office PowerPoint</Application>
  <PresentationFormat>Presentazione su schermo (4:3)</PresentationFormat>
  <Paragraphs>140</Paragraphs>
  <Slides>29</Slides>
  <Notes>25</Notes>
  <HiddenSlides>0</HiddenSlides>
  <MMClips>0</MMClips>
  <ScaleCrop>false</ScaleCrop>
  <HeadingPairs>
    <vt:vector size="4" baseType="variant">
      <vt:variant>
        <vt:lpstr>Tema</vt:lpstr>
      </vt:variant>
      <vt:variant>
        <vt:i4>4</vt:i4>
      </vt:variant>
      <vt:variant>
        <vt:lpstr>Titoli diapositive</vt:lpstr>
      </vt:variant>
      <vt:variant>
        <vt:i4>29</vt:i4>
      </vt:variant>
    </vt:vector>
  </HeadingPairs>
  <TitlesOfParts>
    <vt:vector size="33" baseType="lpstr">
      <vt:lpstr>1_Tema di Office</vt:lpstr>
      <vt:lpstr>Tema di Office</vt:lpstr>
      <vt:lpstr>1_Blank</vt:lpstr>
      <vt:lpstr>2_Tema di Office</vt:lpstr>
      <vt:lpstr>Presentazione standard di PowerPoint</vt:lpstr>
      <vt:lpstr>Presentazione standard di PowerPoint</vt:lpstr>
      <vt:lpstr>What are grids?</vt:lpstr>
      <vt:lpstr>Column grid</vt:lpstr>
      <vt:lpstr>Modular grid</vt:lpstr>
      <vt:lpstr>Consistency</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An example with a very long title</vt:lpstr>
      <vt:lpstr>The same example with a new interline: multiple 0.8</vt:lpstr>
      <vt:lpstr>Presentazione standard di PowerPoint</vt:lpstr>
      <vt:lpstr>physical controls</vt:lpstr>
      <vt:lpstr>physical controls</vt:lpstr>
      <vt:lpstr>physical controls</vt:lpstr>
      <vt:lpstr>physical controls</vt:lpstr>
      <vt:lpstr>physical controls</vt:lpstr>
      <vt:lpstr>physical controls</vt:lpstr>
      <vt:lpstr>Presentazione standard di PowerPoint</vt:lpstr>
      <vt:lpstr>iteration and prototyping</vt:lpstr>
      <vt:lpstr>prototyping</vt:lpstr>
      <vt:lpstr>pitfalls of prototyping</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Usabilità</dc:title>
  <dc:creator>Mauro</dc:creator>
  <cp:lastModifiedBy>Amministratore</cp:lastModifiedBy>
  <cp:revision>750</cp:revision>
  <cp:lastPrinted>2017-04-06T16:25:14Z</cp:lastPrinted>
  <dcterms:created xsi:type="dcterms:W3CDTF">2012-02-27T00:08:40Z</dcterms:created>
  <dcterms:modified xsi:type="dcterms:W3CDTF">2020-05-27T10:16:47Z</dcterms:modified>
</cp:coreProperties>
</file>