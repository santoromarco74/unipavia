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22"/>
    <p:restoredTop sz="94691"/>
  </p:normalViewPr>
  <p:slideViewPr>
    <p:cSldViewPr snapToGrid="0">
      <p:cViewPr varScale="1">
        <p:scale>
          <a:sx n="91" d="100"/>
          <a:sy n="91" d="100"/>
        </p:scale>
        <p:origin x="20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820435-4086-A7C1-2A04-886D9425D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6185CA5-554F-4E72-298F-485F7A2E3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AC7895-B0E8-A688-6B84-AB5DC4A4D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E56457-BE9D-A796-2586-4ED17E13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C47DC6-C0A8-4D73-9E82-46EF8B0E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1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337712-C3AA-4F21-9B53-D05CF6A1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484B3D-126B-47FA-BFE6-A137B2C8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0E58CD-3DC2-B92D-E901-9A95773A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71CF16-327E-077B-50CC-2EAAFCE0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2A7C7A-BE7F-3DBB-AC8D-514D1D39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7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6FF91F-EC6D-A058-0FBE-E09E30A73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CA254D-D840-B1A6-926E-E3EF446D7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7E4D2D-982F-CF56-9CEE-0A445F55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C6DA88-A1E8-B6FA-0A16-BFE899C35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714F69-CDE6-FCED-54B1-0FD4E493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0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25D6A0-7D13-FE3B-B2F9-FC38EBE4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5E5E4C-50BB-10AA-518C-0F8086DF5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509A8B-E55F-C026-C7FF-5907B4B1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E3FAA6E-DCB6-E5A6-CBAF-449FD3D0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6DF07A-7457-AEA6-240B-380402FA5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8E6DAE9-3B49-80E3-FF24-39485EEC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CC26FC-EF20-4BB0-C917-9A405438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0C9F81-E5A8-9551-A58F-8A8F6C202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C9FC30-7795-172B-7FE7-BF8740674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C8519CF-8827-12E1-A6FD-80C3269ED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440C3D0-82C7-6E9C-0FF2-F031097B6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A010D1-9EF1-B399-06C1-C6679BE3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0A71068-B12B-21CC-C266-913F981F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B6ED015-531D-2112-DB0B-C12592D7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2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1ACBDF-D73C-800A-E55D-E3D6E787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1FF3A2B-D46D-CC2E-187E-D66968CE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86B33DF-EA65-C9AB-2A22-439D6FCEF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0E78AB6-FD4D-A725-6F25-A927F6B6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0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7A9E41D-23B5-3EA9-7121-32416AF9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C56FF35-3712-7F91-96C7-68CFA608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15D859-9A85-8F37-E8BC-23E286AA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07181A-DBCF-13F7-6CE8-2FCC9DB0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D9DE2C-8D83-A12E-0CDE-6D956E839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33A793B-F36C-8EAA-F1FA-48145F5F3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4BFA99C-C887-0C8A-33EC-957579D0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95237E5-2D4C-8FF0-32EE-91591FEF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2170DE9-4847-4F36-1385-242E197C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24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AF5E3A-5827-AA20-1E00-9055C1F6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1FB916C-3B0D-CBC3-E1AF-8F5404785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FBCF8B3-D4B1-F67B-A19C-7D14489A6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0EA47FC-6599-878E-3589-BF24EE23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F3250E-AA79-689C-BB15-4C2DFABD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1AB435-109F-F09C-AE8F-C71CCCCD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55F1E3-FD79-5A3A-18FE-8CAC2C6A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687F9CC-7E75-10C3-D413-DF58BFFC5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EF1ED8-EA15-F96F-858E-A0A8990D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17E601-B018-2824-32F6-8C7F9091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7248A3-D2C6-8DD9-C07A-B8FEBC16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3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83954E9-DDA3-66A5-B59C-2963CD921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92F4190-D387-C35B-98C6-46F97664C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91F671-0341-1D51-CCAE-1241056A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1670FF-2CBC-BE9C-0588-9F3AE395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86E7A5-A0B5-80D9-16B9-BC98E5310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5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3D736AB-BF13-C673-FB97-9C0413B1A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229355A-2CDF-671A-6B2E-DD20936AF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F95FE1E-47AE-8BE5-956F-A0EB72637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C1E72-793C-E741-AB5F-148614EACD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1A230D-3CD1-73E0-58AB-76D8A55E3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D7F55E-C987-D90F-0262-C8BEC1A3B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760EA-4069-754E-B98A-3E1D38C7754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2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EED767-95E7-CDFF-1781-0C509C9EC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032" y="1087395"/>
            <a:ext cx="9695935" cy="1118286"/>
          </a:xfrm>
        </p:spPr>
        <p:txBody>
          <a:bodyPr/>
          <a:lstStyle/>
          <a:p>
            <a:r>
              <a:rPr lang="en-US" dirty="0"/>
              <a:t>Name of the Talk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5B27C1E-59FC-F030-6791-2392CA0A1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8719"/>
            <a:ext cx="9144000" cy="1842407"/>
          </a:xfrm>
        </p:spPr>
        <p:txBody>
          <a:bodyPr>
            <a:normAutofit/>
          </a:bodyPr>
          <a:lstStyle/>
          <a:p>
            <a:r>
              <a:rPr lang="en-US" dirty="0"/>
              <a:t>Team X: Names of people</a:t>
            </a:r>
          </a:p>
          <a:p>
            <a:r>
              <a:rPr lang="en-US" dirty="0"/>
              <a:t>Your mail addresses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FC2C612-A7E0-E069-4C32-49797A8B1AB8}"/>
              </a:ext>
            </a:extLst>
          </p:cNvPr>
          <p:cNvSpPr txBox="1"/>
          <p:nvPr/>
        </p:nvSpPr>
        <p:spPr>
          <a:xfrm>
            <a:off x="1816783" y="6488668"/>
            <a:ext cx="855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 of Pavia – Department of Electrical, Computer and Biomedical Engineering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A30EFFA-C13E-A7D8-4C9F-DCD6BEA7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069" y="48031"/>
            <a:ext cx="1607547" cy="62865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25FA34C-A37D-0F82-5BB8-63FEC8FC4E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-1" y="4394164"/>
            <a:ext cx="121920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60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254F8A-0C90-051D-6393-F540D5D5C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832421-79D6-37AD-2368-31616F5E7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Item 1</a:t>
            </a:r>
          </a:p>
          <a:p>
            <a:r>
              <a:rPr lang="en-US" dirty="0"/>
              <a:t>Item 2</a:t>
            </a:r>
          </a:p>
        </p:txBody>
      </p:sp>
    </p:spTree>
    <p:extLst>
      <p:ext uri="{BB962C8B-B14F-4D97-AF65-F5344CB8AC3E}">
        <p14:creationId xmlns:p14="http://schemas.microsoft.com/office/powerpoint/2010/main" val="319865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A845CD-416F-E340-F80F-2AC6D17D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CA8E95-2A39-EF02-DAC2-13810D57C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2042" cy="5032376"/>
          </a:xfrm>
        </p:spPr>
        <p:txBody>
          <a:bodyPr>
            <a:normAutofit/>
          </a:bodyPr>
          <a:lstStyle/>
          <a:p>
            <a:r>
              <a:rPr lang="en-US" dirty="0"/>
              <a:t>Put conclusions here. </a:t>
            </a:r>
          </a:p>
        </p:txBody>
      </p:sp>
    </p:spTree>
    <p:extLst>
      <p:ext uri="{BB962C8B-B14F-4D97-AF65-F5344CB8AC3E}">
        <p14:creationId xmlns:p14="http://schemas.microsoft.com/office/powerpoint/2010/main" val="23185572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35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di Office</vt:lpstr>
      <vt:lpstr>Name of the Talk</vt:lpstr>
      <vt:lpstr>Outline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CAVIGLIONE</dc:creator>
  <cp:lastModifiedBy>LUCA CAVIGLIONE</cp:lastModifiedBy>
  <cp:revision>289</cp:revision>
  <dcterms:created xsi:type="dcterms:W3CDTF">2025-05-30T08:35:18Z</dcterms:created>
  <dcterms:modified xsi:type="dcterms:W3CDTF">2025-11-13T09:14:14Z</dcterms:modified>
</cp:coreProperties>
</file>